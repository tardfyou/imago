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76466e1e1249e9" /><Relationship Type="http://schemas.openxmlformats.org/officeDocument/2006/relationships/extended-properties" Target="/docProps/app.xml" Id="Rc3bdfb169f2d478c" /><Relationship Type="http://schemas.openxmlformats.org/officeDocument/2006/relationships/officeDocument" Target="/ppt/presentation.xml" Id="R86c683254f9e43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818198139d4f4e"/>
  </p:sldMasterIdLst>
  <p:notesMasterIdLst>
    <p:notesMasterId xmlns:r="http://schemas.openxmlformats.org/officeDocument/2006/relationships" r:id="R25260220f29c47d6"/>
  </p:notesMasterIdLst>
  <p:sldIdLst>
    <p:sldId xmlns:r="http://schemas.openxmlformats.org/officeDocument/2006/relationships" id="256" r:id="R0ca4b87990354ad9"/>
  </p:sldIdLst>
  <p:sldSz cx="11087100" cy="5257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ae56dd55a24584" /><Relationship Type="http://schemas.openxmlformats.org/officeDocument/2006/relationships/slideMaster" Target="/ppt/slideMasters/slideMaster1.xml" Id="Rab818198139d4f4e" /><Relationship Type="http://schemas.openxmlformats.org/officeDocument/2006/relationships/notesMaster" Target="/ppt/notesMasters/notesMaster1.xml" Id="R25260220f29c47d6" /><Relationship Type="http://schemas.openxmlformats.org/officeDocument/2006/relationships/presProps" Target="/ppt/presProps.xml" Id="R3da2f28c16464af3" /><Relationship Type="http://schemas.openxmlformats.org/officeDocument/2006/relationships/tableStyles" Target="/ppt/tableStyles.xml" Id="R0241e7aa041746bc" /><Relationship Type="http://schemas.openxmlformats.org/officeDocument/2006/relationships/slide" Target="/ppt/slides/slide1.xml" Id="R0ca4b87990354a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9719fd6b3e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20f4a47e954aa2" /><Relationship Type="http://schemas.openxmlformats.org/officeDocument/2006/relationships/notesMaster" Target="/ppt/notesMasters/notesMaster1.xml" Id="R415f702850774ba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素材ID：SE-075</ns1:t>
            </ns1:r>
          </ns1:p>
          <ns1:p>
            <ns1:r>
              <ns1:t>论文：Assessing Scene Generation Techniques for Testing COLREGS-Compliance of Autonomous Surface Vehicles</ns1:t>
            </ns1:r>
          </ns1:p>
          <ns1:p>
            <ns1:r>
              <ns1:t>会议：ISSTA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3，PDF第7页</ns1:t>
            </ns1:r>
          </ns1:p>
          <ns1:p>
            <ns1:r>
              <ns1:t>类型：方法细节</ns1:t>
            </ns1:r>
          </ns1:p>
          <ns1:p>
            <ns1:r>
              <ns1:t>借鉴点：用相同红绿蓝主体颜色连接三船交互、功能关系模型和非同构图类别；让具体场景如何抽象为可枚举的测试等价类一目了然。</ns1:t>
            </ns1:r>
          </ns1:p>
          <ns1:p>
            <ns1:r>
              <ns1:t>论文URL：https://liu.diva-portal.org/smash/get/diva2%3A2007010/FULLTEXT02.pdf</ns1:t>
            </ns1:r>
          </ns1:p>
          <ns1:p>
            <ns1:r>
              <ns1:t>官方获奖URL：https://www2.sigsoft.org/awards/distinguishedpaper/#acm-sigsoft-international-symposium-on-software-testing-and-analysis-issta-2025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c2c516aa645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e4ca8954b4da1" /><Relationship Type="http://schemas.openxmlformats.org/officeDocument/2006/relationships/slideLayout" Target="/ppt/slideLayouts/slideLayout1.xml" Id="R64b4401925b845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4401925b845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4e4f159d14580" /><Relationship Type="http://schemas.openxmlformats.org/officeDocument/2006/relationships/image" Target="/ppt/media/image.png" Id="R4f1b7674b6504b75" /><Relationship Type="http://schemas.openxmlformats.org/officeDocument/2006/relationships/image" Target="/ppt/media/image2.png" Id="Rfb43be6001684660" /><Relationship Type="http://schemas.openxmlformats.org/officeDocument/2006/relationships/image" Target="/ppt/media/image3.png" Id="Rf777cdf846664301" /><Relationship Type="http://schemas.openxmlformats.org/officeDocument/2006/relationships/image" Target="/ppt/media/image4.png" Id="Rba393de68b4748b2" /><Relationship Type="http://schemas.openxmlformats.org/officeDocument/2006/relationships/image" Target="/ppt/media/image5.png" Id="Re167c73cf5394021" /><Relationship Type="http://schemas.openxmlformats.org/officeDocument/2006/relationships/image" Target="/ppt/media/image6.png" Id="R2735eec9cfc74911" /><Relationship Type="http://schemas.openxmlformats.org/officeDocument/2006/relationships/image" Target="/ppt/media/image7.png" Id="R80ea5674d3224a64" /><Relationship Type="http://schemas.openxmlformats.org/officeDocument/2006/relationships/image" Target="/ppt/media/image8.png" Id="R5e123ecd6e254d23" /><Relationship Type="http://schemas.openxmlformats.org/officeDocument/2006/relationships/image" Target="/ppt/media/image9.png" Id="R9b198b951ff244c4" /><Relationship Type="http://schemas.openxmlformats.org/officeDocument/2006/relationships/image" Target="/ppt/media/image10.png" Id="R88ed2034f9884123" /><Relationship Type="http://schemas.openxmlformats.org/officeDocument/2006/relationships/image" Target="/ppt/media/image11.png" Id="Rebbb72aad48b45c9" /><Relationship Type="http://schemas.openxmlformats.org/officeDocument/2006/relationships/image" Target="/ppt/media/image12.png" Id="Rf982b522c1564e61" /><Relationship Type="http://schemas.openxmlformats.org/officeDocument/2006/relationships/image" Target="/ppt/media/image13.png" Id="R87f3ac872c0e4bc0" /><Relationship Type="http://schemas.openxmlformats.org/officeDocument/2006/relationships/image" Target="/ppt/media/image14.png" Id="R3b3b0edbe25343d3" /><Relationship Type="http://schemas.openxmlformats.org/officeDocument/2006/relationships/image" Target="/ppt/media/image15.png" Id="R936b31e0488b4acb" /><Relationship Type="http://schemas.openxmlformats.org/officeDocument/2006/relationships/notesSlide" Target="/ppt/notesSlides/notesSlide1.xml" Id="Rc9349bd83ec949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EE633-2B0E-4F21-980B-8C1E2CCE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084" y="462556"/>
            <a:ext cx="318646" cy="684879"/>
          </a:xfrm>
          <a:custGeom xmlns:a="http://schemas.openxmlformats.org/drawingml/2006/main">
            <a:pathLst>
              <a:path w="318646" h="684879">
                <a:moveTo>
                  <a:pt x="318646" y="342445"/>
                </a:moveTo>
                <a:cubicBezTo>
                  <a:pt x="318646" y="531546"/>
                  <a:pt x="247334" y="684879"/>
                  <a:pt x="159344" y="684879"/>
                </a:cubicBezTo>
                <a:cubicBezTo>
                  <a:pt x="71354" y="684879"/>
                  <a:pt x="0" y="531546"/>
                  <a:pt x="0" y="342445"/>
                </a:cubicBezTo>
                <a:cubicBezTo>
                  <a:pt x="0" y="153333"/>
                  <a:pt x="71354" y="0"/>
                  <a:pt x="159344" y="0"/>
                </a:cubicBezTo>
                <a:cubicBezTo>
                  <a:pt x="247334" y="0"/>
                  <a:pt x="318646" y="153333"/>
                  <a:pt x="318646" y="342445"/>
                </a:cubicBezTo>
                <a:close/>
                <a:moveTo>
                  <a:pt x="318646" y="342445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AB72A-18FC-4FC1-B605-3384592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084" y="462556"/>
            <a:ext cx="318646" cy="684879"/>
          </a:xfrm>
          <a:custGeom xmlns:a="http://schemas.openxmlformats.org/drawingml/2006/main">
            <a:pathLst>
              <a:path w="318646" h="684879" fill="none">
                <a:moveTo>
                  <a:pt x="318646" y="342445"/>
                </a:moveTo>
                <a:cubicBezTo>
                  <a:pt x="318646" y="531546"/>
                  <a:pt x="247334" y="684879"/>
                  <a:pt x="159344" y="684879"/>
                </a:cubicBezTo>
                <a:cubicBezTo>
                  <a:pt x="71354" y="684879"/>
                  <a:pt x="0" y="531546"/>
                  <a:pt x="0" y="342445"/>
                </a:cubicBezTo>
                <a:cubicBezTo>
                  <a:pt x="0" y="153333"/>
                  <a:pt x="71354" y="0"/>
                  <a:pt x="159344" y="0"/>
                </a:cubicBezTo>
                <a:cubicBezTo>
                  <a:pt x="247334" y="0"/>
                  <a:pt x="318646" y="153333"/>
                  <a:pt x="318646" y="342445"/>
                </a:cubicBezTo>
                <a:close/>
                <a:moveTo>
                  <a:pt x="318646" y="342445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3B0CB-51C0-48BF-8EC5-6943EAF9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83" y="883995"/>
            <a:ext cx="300288" cy="283571"/>
          </a:xfrm>
          <a:custGeom xmlns:a="http://schemas.openxmlformats.org/drawingml/2006/main">
            <a:pathLst>
              <a:path w="300288" h="283571">
                <a:moveTo>
                  <a:pt x="0" y="49939"/>
                </a:moveTo>
                <a:cubicBezTo>
                  <a:pt x="0" y="22800"/>
                  <a:pt x="17074" y="0"/>
                  <a:pt x="37368" y="0"/>
                </a:cubicBezTo>
                <a:lnTo>
                  <a:pt x="262921" y="0"/>
                </a:lnTo>
                <a:cubicBezTo>
                  <a:pt x="283224" y="0"/>
                  <a:pt x="300288" y="22800"/>
                  <a:pt x="300288" y="49939"/>
                </a:cubicBezTo>
                <a:lnTo>
                  <a:pt x="300288" y="233631"/>
                </a:lnTo>
                <a:cubicBezTo>
                  <a:pt x="300288" y="260771"/>
                  <a:pt x="283224" y="283571"/>
                  <a:pt x="262921" y="283571"/>
                </a:cubicBezTo>
                <a:lnTo>
                  <a:pt x="37368" y="283571"/>
                </a:lnTo>
                <a:cubicBezTo>
                  <a:pt x="17074" y="283571"/>
                  <a:pt x="0" y="260771"/>
                  <a:pt x="0" y="233631"/>
                </a:cubicBezTo>
                <a:lnTo>
                  <a:pt x="0" y="49939"/>
                </a:lnTo>
                <a:close/>
                <a:moveTo>
                  <a:pt x="0" y="49939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26087-FCED-43E1-A441-9524D1A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83" y="883995"/>
            <a:ext cx="300288" cy="283571"/>
          </a:xfrm>
          <a:custGeom xmlns:a="http://schemas.openxmlformats.org/drawingml/2006/main">
            <a:pathLst>
              <a:path w="300288" h="283571" fill="none">
                <a:moveTo>
                  <a:pt x="0" y="49939"/>
                </a:moveTo>
                <a:cubicBezTo>
                  <a:pt x="0" y="22800"/>
                  <a:pt x="17074" y="0"/>
                  <a:pt x="37368" y="0"/>
                </a:cubicBezTo>
                <a:lnTo>
                  <a:pt x="262921" y="0"/>
                </a:lnTo>
                <a:cubicBezTo>
                  <a:pt x="283224" y="0"/>
                  <a:pt x="300288" y="22800"/>
                  <a:pt x="300288" y="49939"/>
                </a:cubicBezTo>
                <a:lnTo>
                  <a:pt x="300288" y="233631"/>
                </a:lnTo>
                <a:cubicBezTo>
                  <a:pt x="300288" y="260771"/>
                  <a:pt x="283224" y="283571"/>
                  <a:pt x="262921" y="283571"/>
                </a:cubicBezTo>
                <a:lnTo>
                  <a:pt x="37368" y="283571"/>
                </a:lnTo>
                <a:cubicBezTo>
                  <a:pt x="17074" y="283571"/>
                  <a:pt x="0" y="260771"/>
                  <a:pt x="0" y="233631"/>
                </a:cubicBezTo>
                <a:lnTo>
                  <a:pt x="0" y="49939"/>
                </a:lnTo>
                <a:close/>
                <a:moveTo>
                  <a:pt x="0" y="49939"/>
                </a:moveTo>
              </a:path>
            </a:pathLst>
          </a:custGeom>
          <a:noFill xmlns:a="http://schemas.openxmlformats.org/drawingml/2006/main"/>
          <a:ln xmlns:a="http://schemas.openxmlformats.org/drawingml/2006/main" w="61135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A0F45-969B-4AF8-9D50-E9E6D208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859" y="392802"/>
            <a:ext cx="291741" cy="361220"/>
          </a:xfrm>
          <a:custGeom xmlns:a="http://schemas.openxmlformats.org/drawingml/2006/main">
            <a:pathLst>
              <a:path w="291741" h="361220">
                <a:moveTo>
                  <a:pt x="286250" y="232358"/>
                </a:moveTo>
                <a:cubicBezTo>
                  <a:pt x="278212" y="243819"/>
                  <a:pt x="273516" y="242189"/>
                  <a:pt x="230453" y="213063"/>
                </a:cubicBezTo>
                <a:cubicBezTo>
                  <a:pt x="208733" y="198372"/>
                  <a:pt x="190304" y="186320"/>
                  <a:pt x="189509" y="186320"/>
                </a:cubicBezTo>
                <a:cubicBezTo>
                  <a:pt x="188755" y="186280"/>
                  <a:pt x="187278" y="225634"/>
                  <a:pt x="186280" y="273750"/>
                </a:cubicBezTo>
                <a:lnTo>
                  <a:pt x="184497" y="361220"/>
                </a:lnTo>
                <a:lnTo>
                  <a:pt x="143227" y="360344"/>
                </a:lnTo>
                <a:lnTo>
                  <a:pt x="101957" y="359509"/>
                </a:lnTo>
                <a:lnTo>
                  <a:pt x="103791" y="271356"/>
                </a:lnTo>
                <a:cubicBezTo>
                  <a:pt x="105187" y="203395"/>
                  <a:pt x="104351" y="183926"/>
                  <a:pt x="100093" y="186402"/>
                </a:cubicBezTo>
                <a:cubicBezTo>
                  <a:pt x="97067" y="188144"/>
                  <a:pt x="77008" y="200206"/>
                  <a:pt x="55481" y="213144"/>
                </a:cubicBezTo>
                <a:cubicBezTo>
                  <a:pt x="14925" y="237492"/>
                  <a:pt x="4218" y="237299"/>
                  <a:pt x="1396" y="211983"/>
                </a:cubicBezTo>
                <a:cubicBezTo>
                  <a:pt x="0" y="199371"/>
                  <a:pt x="131246" y="6408"/>
                  <a:pt x="145570" y="0"/>
                </a:cubicBezTo>
                <a:cubicBezTo>
                  <a:pt x="194959" y="66178"/>
                  <a:pt x="246417" y="145132"/>
                  <a:pt x="291741" y="217830"/>
                </a:cubicBezTo>
                <a:cubicBezTo>
                  <a:pt x="291660" y="221620"/>
                  <a:pt x="289194" y="228140"/>
                  <a:pt x="286250" y="232358"/>
                </a:cubicBezTo>
                <a:close/>
                <a:moveTo>
                  <a:pt x="286250" y="232358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D415F-5774-4FCD-95FB-EB652B77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859" y="392802"/>
            <a:ext cx="291741" cy="361220"/>
          </a:xfrm>
          <a:custGeom xmlns:a="http://schemas.openxmlformats.org/drawingml/2006/main">
            <a:pathLst>
              <a:path w="291741" h="361220" fill="none">
                <a:moveTo>
                  <a:pt x="286250" y="232358"/>
                </a:moveTo>
                <a:cubicBezTo>
                  <a:pt x="278212" y="243819"/>
                  <a:pt x="273516" y="242189"/>
                  <a:pt x="230453" y="213063"/>
                </a:cubicBezTo>
                <a:cubicBezTo>
                  <a:pt x="208733" y="198372"/>
                  <a:pt x="190304" y="186320"/>
                  <a:pt x="189509" y="186320"/>
                </a:cubicBezTo>
                <a:cubicBezTo>
                  <a:pt x="188755" y="186280"/>
                  <a:pt x="187278" y="225634"/>
                  <a:pt x="186280" y="273750"/>
                </a:cubicBezTo>
                <a:lnTo>
                  <a:pt x="184497" y="361220"/>
                </a:lnTo>
                <a:lnTo>
                  <a:pt x="143227" y="360344"/>
                </a:lnTo>
                <a:lnTo>
                  <a:pt x="101957" y="359509"/>
                </a:lnTo>
                <a:lnTo>
                  <a:pt x="103791" y="271356"/>
                </a:lnTo>
                <a:cubicBezTo>
                  <a:pt x="105187" y="203395"/>
                  <a:pt x="104351" y="183926"/>
                  <a:pt x="100093" y="186402"/>
                </a:cubicBezTo>
                <a:cubicBezTo>
                  <a:pt x="97067" y="188144"/>
                  <a:pt x="77008" y="200206"/>
                  <a:pt x="55481" y="213144"/>
                </a:cubicBezTo>
                <a:cubicBezTo>
                  <a:pt x="14925" y="237492"/>
                  <a:pt x="4218" y="237299"/>
                  <a:pt x="1396" y="211983"/>
                </a:cubicBezTo>
                <a:cubicBezTo>
                  <a:pt x="0" y="199371"/>
                  <a:pt x="131246" y="6408"/>
                  <a:pt x="145570" y="0"/>
                </a:cubicBezTo>
                <a:cubicBezTo>
                  <a:pt x="194959" y="66178"/>
                  <a:pt x="246417" y="145132"/>
                  <a:pt x="291741" y="217830"/>
                </a:cubicBezTo>
                <a:cubicBezTo>
                  <a:pt x="291660" y="221620"/>
                  <a:pt x="289194" y="228140"/>
                  <a:pt x="286250" y="232358"/>
                </a:cubicBezTo>
                <a:close/>
                <a:moveTo>
                  <a:pt x="286250" y="232358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FD7A9-DF27-4CB6-A528-82CF388D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443" y="1830236"/>
            <a:ext cx="318646" cy="684879"/>
          </a:xfrm>
          <a:custGeom xmlns:a="http://schemas.openxmlformats.org/drawingml/2006/main">
            <a:pathLst>
              <a:path w="318646" h="684879">
                <a:moveTo>
                  <a:pt x="318646" y="342445"/>
                </a:moveTo>
                <a:cubicBezTo>
                  <a:pt x="318646" y="531546"/>
                  <a:pt x="247334" y="684879"/>
                  <a:pt x="159344" y="684879"/>
                </a:cubicBezTo>
                <a:cubicBezTo>
                  <a:pt x="71354" y="684879"/>
                  <a:pt x="0" y="531546"/>
                  <a:pt x="0" y="342445"/>
                </a:cubicBezTo>
                <a:cubicBezTo>
                  <a:pt x="0" y="153333"/>
                  <a:pt x="71354" y="0"/>
                  <a:pt x="159344" y="0"/>
                </a:cubicBezTo>
                <a:cubicBezTo>
                  <a:pt x="247334" y="0"/>
                  <a:pt x="318646" y="153333"/>
                  <a:pt x="318646" y="342445"/>
                </a:cubicBezTo>
                <a:close/>
                <a:moveTo>
                  <a:pt x="318646" y="342445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FFCD4-FBCB-4D46-ADE9-A0D7610C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443" y="1830236"/>
            <a:ext cx="318646" cy="684879"/>
          </a:xfrm>
          <a:custGeom xmlns:a="http://schemas.openxmlformats.org/drawingml/2006/main">
            <a:pathLst>
              <a:path w="318646" h="684879" fill="none">
                <a:moveTo>
                  <a:pt x="318646" y="342445"/>
                </a:moveTo>
                <a:cubicBezTo>
                  <a:pt x="318646" y="531546"/>
                  <a:pt x="247334" y="684879"/>
                  <a:pt x="159344" y="684879"/>
                </a:cubicBezTo>
                <a:cubicBezTo>
                  <a:pt x="71354" y="684879"/>
                  <a:pt x="0" y="531546"/>
                  <a:pt x="0" y="342445"/>
                </a:cubicBezTo>
                <a:cubicBezTo>
                  <a:pt x="0" y="153333"/>
                  <a:pt x="71354" y="0"/>
                  <a:pt x="159344" y="0"/>
                </a:cubicBezTo>
                <a:cubicBezTo>
                  <a:pt x="247334" y="0"/>
                  <a:pt x="318646" y="153333"/>
                  <a:pt x="318646" y="342445"/>
                </a:cubicBezTo>
                <a:close/>
                <a:moveTo>
                  <a:pt x="318646" y="342445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8CC5A-E5E4-4D02-87AD-22784302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643" y="2251675"/>
            <a:ext cx="300288" cy="283571"/>
          </a:xfrm>
          <a:custGeom xmlns:a="http://schemas.openxmlformats.org/drawingml/2006/main">
            <a:pathLst>
              <a:path w="300288" h="283571">
                <a:moveTo>
                  <a:pt x="0" y="49939"/>
                </a:moveTo>
                <a:cubicBezTo>
                  <a:pt x="0" y="22800"/>
                  <a:pt x="17074" y="0"/>
                  <a:pt x="37368" y="0"/>
                </a:cubicBezTo>
                <a:lnTo>
                  <a:pt x="262921" y="0"/>
                </a:lnTo>
                <a:cubicBezTo>
                  <a:pt x="283224" y="0"/>
                  <a:pt x="300288" y="22800"/>
                  <a:pt x="300288" y="49939"/>
                </a:cubicBezTo>
                <a:lnTo>
                  <a:pt x="300288" y="233631"/>
                </a:lnTo>
                <a:cubicBezTo>
                  <a:pt x="300288" y="260771"/>
                  <a:pt x="283224" y="283571"/>
                  <a:pt x="262921" y="283571"/>
                </a:cubicBezTo>
                <a:lnTo>
                  <a:pt x="37368" y="283571"/>
                </a:lnTo>
                <a:cubicBezTo>
                  <a:pt x="17074" y="283571"/>
                  <a:pt x="0" y="260771"/>
                  <a:pt x="0" y="233631"/>
                </a:cubicBezTo>
                <a:lnTo>
                  <a:pt x="0" y="49939"/>
                </a:lnTo>
                <a:close/>
                <a:moveTo>
                  <a:pt x="0" y="49939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859CD-E5A0-4070-8CCD-622AA324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643" y="2251675"/>
            <a:ext cx="300288" cy="283571"/>
          </a:xfrm>
          <a:custGeom xmlns:a="http://schemas.openxmlformats.org/drawingml/2006/main">
            <a:pathLst>
              <a:path w="300288" h="283571" fill="none">
                <a:moveTo>
                  <a:pt x="0" y="49939"/>
                </a:moveTo>
                <a:cubicBezTo>
                  <a:pt x="0" y="22800"/>
                  <a:pt x="17074" y="0"/>
                  <a:pt x="37368" y="0"/>
                </a:cubicBezTo>
                <a:lnTo>
                  <a:pt x="262921" y="0"/>
                </a:lnTo>
                <a:cubicBezTo>
                  <a:pt x="283224" y="0"/>
                  <a:pt x="300288" y="22800"/>
                  <a:pt x="300288" y="49939"/>
                </a:cubicBezTo>
                <a:lnTo>
                  <a:pt x="300288" y="233631"/>
                </a:lnTo>
                <a:cubicBezTo>
                  <a:pt x="300288" y="260771"/>
                  <a:pt x="283224" y="283571"/>
                  <a:pt x="262921" y="283571"/>
                </a:cubicBezTo>
                <a:lnTo>
                  <a:pt x="37368" y="283571"/>
                </a:lnTo>
                <a:cubicBezTo>
                  <a:pt x="17074" y="283571"/>
                  <a:pt x="0" y="260771"/>
                  <a:pt x="0" y="233631"/>
                </a:cubicBezTo>
                <a:lnTo>
                  <a:pt x="0" y="49939"/>
                </a:lnTo>
                <a:close/>
                <a:moveTo>
                  <a:pt x="0" y="49939"/>
                </a:moveTo>
              </a:path>
            </a:pathLst>
          </a:custGeom>
          <a:noFill xmlns:a="http://schemas.openxmlformats.org/drawingml/2006/main"/>
          <a:ln xmlns:a="http://schemas.openxmlformats.org/drawingml/2006/main" w="61135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F56B4-7043-481B-8600-941E6C46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18" y="1760482"/>
            <a:ext cx="291741" cy="361220"/>
          </a:xfrm>
          <a:custGeom xmlns:a="http://schemas.openxmlformats.org/drawingml/2006/main">
            <a:pathLst>
              <a:path w="291741" h="361220">
                <a:moveTo>
                  <a:pt x="286250" y="232358"/>
                </a:moveTo>
                <a:cubicBezTo>
                  <a:pt x="278212" y="243819"/>
                  <a:pt x="273516" y="242189"/>
                  <a:pt x="230453" y="213063"/>
                </a:cubicBezTo>
                <a:cubicBezTo>
                  <a:pt x="208733" y="198372"/>
                  <a:pt x="190304" y="186320"/>
                  <a:pt x="189509" y="186320"/>
                </a:cubicBezTo>
                <a:cubicBezTo>
                  <a:pt x="188755" y="186280"/>
                  <a:pt x="187278" y="225634"/>
                  <a:pt x="186280" y="273750"/>
                </a:cubicBezTo>
                <a:lnTo>
                  <a:pt x="184497" y="361220"/>
                </a:lnTo>
                <a:lnTo>
                  <a:pt x="143227" y="360344"/>
                </a:lnTo>
                <a:lnTo>
                  <a:pt x="101957" y="359509"/>
                </a:lnTo>
                <a:lnTo>
                  <a:pt x="103791" y="271356"/>
                </a:lnTo>
                <a:cubicBezTo>
                  <a:pt x="105187" y="203395"/>
                  <a:pt x="104351" y="183926"/>
                  <a:pt x="100093" y="186402"/>
                </a:cubicBezTo>
                <a:cubicBezTo>
                  <a:pt x="97067" y="188144"/>
                  <a:pt x="77008" y="200206"/>
                  <a:pt x="55481" y="213144"/>
                </a:cubicBezTo>
                <a:cubicBezTo>
                  <a:pt x="14925" y="237492"/>
                  <a:pt x="4218" y="237299"/>
                  <a:pt x="1396" y="211983"/>
                </a:cubicBezTo>
                <a:cubicBezTo>
                  <a:pt x="0" y="199371"/>
                  <a:pt x="131246" y="6408"/>
                  <a:pt x="145570" y="0"/>
                </a:cubicBezTo>
                <a:cubicBezTo>
                  <a:pt x="194959" y="66178"/>
                  <a:pt x="246417" y="145132"/>
                  <a:pt x="291741" y="217830"/>
                </a:cubicBezTo>
                <a:cubicBezTo>
                  <a:pt x="291660" y="221620"/>
                  <a:pt x="289194" y="228140"/>
                  <a:pt x="286250" y="232358"/>
                </a:cubicBezTo>
                <a:close/>
                <a:moveTo>
                  <a:pt x="286250" y="232358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826AD-19D7-44D8-B20E-CCD4460D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18" y="1760482"/>
            <a:ext cx="291741" cy="361220"/>
          </a:xfrm>
          <a:custGeom xmlns:a="http://schemas.openxmlformats.org/drawingml/2006/main">
            <a:pathLst>
              <a:path w="291741" h="361220" fill="none">
                <a:moveTo>
                  <a:pt x="286250" y="232358"/>
                </a:moveTo>
                <a:cubicBezTo>
                  <a:pt x="278212" y="243819"/>
                  <a:pt x="273516" y="242189"/>
                  <a:pt x="230453" y="213063"/>
                </a:cubicBezTo>
                <a:cubicBezTo>
                  <a:pt x="208733" y="198372"/>
                  <a:pt x="190304" y="186320"/>
                  <a:pt x="189509" y="186320"/>
                </a:cubicBezTo>
                <a:cubicBezTo>
                  <a:pt x="188755" y="186280"/>
                  <a:pt x="187278" y="225634"/>
                  <a:pt x="186280" y="273750"/>
                </a:cubicBezTo>
                <a:lnTo>
                  <a:pt x="184497" y="361220"/>
                </a:lnTo>
                <a:lnTo>
                  <a:pt x="143227" y="360344"/>
                </a:lnTo>
                <a:lnTo>
                  <a:pt x="101957" y="359509"/>
                </a:lnTo>
                <a:lnTo>
                  <a:pt x="103791" y="271356"/>
                </a:lnTo>
                <a:cubicBezTo>
                  <a:pt x="105187" y="203395"/>
                  <a:pt x="104351" y="183926"/>
                  <a:pt x="100093" y="186402"/>
                </a:cubicBezTo>
                <a:cubicBezTo>
                  <a:pt x="97067" y="188144"/>
                  <a:pt x="77008" y="200206"/>
                  <a:pt x="55481" y="213144"/>
                </a:cubicBezTo>
                <a:cubicBezTo>
                  <a:pt x="14925" y="237492"/>
                  <a:pt x="4218" y="237299"/>
                  <a:pt x="1396" y="211983"/>
                </a:cubicBezTo>
                <a:cubicBezTo>
                  <a:pt x="0" y="199371"/>
                  <a:pt x="131246" y="6408"/>
                  <a:pt x="145570" y="0"/>
                </a:cubicBezTo>
                <a:cubicBezTo>
                  <a:pt x="194959" y="66178"/>
                  <a:pt x="246417" y="145132"/>
                  <a:pt x="291741" y="217830"/>
                </a:cubicBezTo>
                <a:cubicBezTo>
                  <a:pt x="291660" y="221620"/>
                  <a:pt x="289194" y="228140"/>
                  <a:pt x="286250" y="232358"/>
                </a:cubicBezTo>
                <a:close/>
                <a:moveTo>
                  <a:pt x="286250" y="232358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C653F-D2D2-4403-9B25-79E3A18F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" y="1753116"/>
            <a:ext cx="684838" cy="318636"/>
          </a:xfrm>
          <a:custGeom xmlns:a="http://schemas.openxmlformats.org/drawingml/2006/main">
            <a:pathLst>
              <a:path w="684838" h="318636">
                <a:moveTo>
                  <a:pt x="342404" y="318636"/>
                </a:moveTo>
                <a:cubicBezTo>
                  <a:pt x="153292" y="318636"/>
                  <a:pt x="0" y="247323"/>
                  <a:pt x="0" y="159344"/>
                </a:cubicBezTo>
                <a:cubicBezTo>
                  <a:pt x="0" y="71354"/>
                  <a:pt x="153292" y="0"/>
                  <a:pt x="342404" y="0"/>
                </a:cubicBezTo>
                <a:cubicBezTo>
                  <a:pt x="531546" y="0"/>
                  <a:pt x="684838" y="71354"/>
                  <a:pt x="684838" y="159344"/>
                </a:cubicBezTo>
                <a:cubicBezTo>
                  <a:pt x="684838" y="247323"/>
                  <a:pt x="531546" y="318636"/>
                  <a:pt x="342404" y="318636"/>
                </a:cubicBezTo>
                <a:close/>
                <a:moveTo>
                  <a:pt x="342404" y="318636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96B44-7AB7-4473-9F11-37FF37D7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" y="1753116"/>
            <a:ext cx="684838" cy="318636"/>
          </a:xfrm>
          <a:custGeom xmlns:a="http://schemas.openxmlformats.org/drawingml/2006/main">
            <a:pathLst>
              <a:path w="684838" h="318636" fill="none">
                <a:moveTo>
                  <a:pt x="342404" y="318636"/>
                </a:moveTo>
                <a:cubicBezTo>
                  <a:pt x="153292" y="318636"/>
                  <a:pt x="0" y="247323"/>
                  <a:pt x="0" y="159344"/>
                </a:cubicBezTo>
                <a:cubicBezTo>
                  <a:pt x="0" y="71354"/>
                  <a:pt x="153292" y="0"/>
                  <a:pt x="342404" y="0"/>
                </a:cubicBezTo>
                <a:cubicBezTo>
                  <a:pt x="531546" y="0"/>
                  <a:pt x="684838" y="71354"/>
                  <a:pt x="684838" y="159344"/>
                </a:cubicBezTo>
                <a:cubicBezTo>
                  <a:pt x="684838" y="247323"/>
                  <a:pt x="531546" y="318636"/>
                  <a:pt x="342404" y="318636"/>
                </a:cubicBezTo>
                <a:close/>
                <a:moveTo>
                  <a:pt x="342404" y="318636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67ED0-60F9-42F0-AB2A-503755A3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7" y="1762305"/>
            <a:ext cx="283622" cy="300258"/>
          </a:xfrm>
          <a:custGeom xmlns:a="http://schemas.openxmlformats.org/drawingml/2006/main">
            <a:pathLst>
              <a:path w="283622" h="300258">
                <a:moveTo>
                  <a:pt x="233641" y="0"/>
                </a:moveTo>
                <a:cubicBezTo>
                  <a:pt x="260781" y="0"/>
                  <a:pt x="283622" y="17034"/>
                  <a:pt x="283622" y="37368"/>
                </a:cubicBezTo>
                <a:lnTo>
                  <a:pt x="283622" y="262890"/>
                </a:lnTo>
                <a:cubicBezTo>
                  <a:pt x="283622" y="283224"/>
                  <a:pt x="260781" y="300258"/>
                  <a:pt x="233641" y="300258"/>
                </a:cubicBezTo>
                <a:lnTo>
                  <a:pt x="49980" y="300258"/>
                </a:lnTo>
                <a:cubicBezTo>
                  <a:pt x="22800" y="300258"/>
                  <a:pt x="0" y="283224"/>
                  <a:pt x="0" y="262890"/>
                </a:cubicBezTo>
                <a:lnTo>
                  <a:pt x="0" y="37368"/>
                </a:lnTo>
                <a:cubicBezTo>
                  <a:pt x="0" y="17034"/>
                  <a:pt x="22800" y="0"/>
                  <a:pt x="49980" y="0"/>
                </a:cubicBezTo>
                <a:lnTo>
                  <a:pt x="233641" y="0"/>
                </a:lnTo>
                <a:close/>
                <a:moveTo>
                  <a:pt x="233641" y="0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83F5091-D7F4-421C-9011-D557B651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" y="1731738"/>
            <a:ext cx="344752" cy="361393"/>
          </a:xfrm>
          <a:custGeom xmlns:a="http://schemas.openxmlformats.org/drawingml/2006/main">
            <a:pathLst>
              <a:path w="344752" h="361393">
                <a:moveTo>
                  <a:pt x="80145" y="0"/>
                </a:moveTo>
                <a:lnTo>
                  <a:pt x="264602" y="0"/>
                </a:lnTo>
                <a:lnTo>
                  <a:pt x="269163" y="119"/>
                </a:lnTo>
                <a:lnTo>
                  <a:pt x="274059" y="502"/>
                </a:lnTo>
                <a:lnTo>
                  <a:pt x="278881" y="1131"/>
                </a:lnTo>
                <a:lnTo>
                  <a:pt x="283620" y="2000"/>
                </a:lnTo>
                <a:lnTo>
                  <a:pt x="288268" y="3103"/>
                </a:lnTo>
                <a:lnTo>
                  <a:pt x="292819" y="4435"/>
                </a:lnTo>
                <a:lnTo>
                  <a:pt x="297265" y="5993"/>
                </a:lnTo>
                <a:lnTo>
                  <a:pt x="301601" y="7775"/>
                </a:lnTo>
                <a:lnTo>
                  <a:pt x="305818" y="9778"/>
                </a:lnTo>
                <a:lnTo>
                  <a:pt x="309909" y="12004"/>
                </a:lnTo>
                <a:lnTo>
                  <a:pt x="313867" y="14454"/>
                </a:lnTo>
                <a:lnTo>
                  <a:pt x="317681" y="17132"/>
                </a:lnTo>
                <a:lnTo>
                  <a:pt x="321340" y="20041"/>
                </a:lnTo>
                <a:lnTo>
                  <a:pt x="324830" y="23187"/>
                </a:lnTo>
                <a:lnTo>
                  <a:pt x="328135" y="26578"/>
                </a:lnTo>
                <a:lnTo>
                  <a:pt x="331234" y="30219"/>
                </a:lnTo>
                <a:lnTo>
                  <a:pt x="334103" y="34115"/>
                </a:lnTo>
                <a:lnTo>
                  <a:pt x="336711" y="38270"/>
                </a:lnTo>
                <a:lnTo>
                  <a:pt x="339024" y="42682"/>
                </a:lnTo>
                <a:lnTo>
                  <a:pt x="341005" y="47341"/>
                </a:lnTo>
                <a:lnTo>
                  <a:pt x="342610" y="52230"/>
                </a:lnTo>
                <a:lnTo>
                  <a:pt x="343800" y="57322"/>
                </a:lnTo>
                <a:lnTo>
                  <a:pt x="344535" y="62576"/>
                </a:lnTo>
                <a:lnTo>
                  <a:pt x="344752" y="67224"/>
                </a:lnTo>
                <a:lnTo>
                  <a:pt x="344752" y="294169"/>
                </a:lnTo>
                <a:lnTo>
                  <a:pt x="344535" y="298817"/>
                </a:lnTo>
                <a:lnTo>
                  <a:pt x="343800" y="304071"/>
                </a:lnTo>
                <a:lnTo>
                  <a:pt x="342610" y="309163"/>
                </a:lnTo>
                <a:lnTo>
                  <a:pt x="341005" y="314052"/>
                </a:lnTo>
                <a:lnTo>
                  <a:pt x="339024" y="318711"/>
                </a:lnTo>
                <a:lnTo>
                  <a:pt x="336711" y="323123"/>
                </a:lnTo>
                <a:lnTo>
                  <a:pt x="334103" y="327277"/>
                </a:lnTo>
                <a:lnTo>
                  <a:pt x="331234" y="331174"/>
                </a:lnTo>
                <a:lnTo>
                  <a:pt x="328135" y="334815"/>
                </a:lnTo>
                <a:lnTo>
                  <a:pt x="324830" y="338206"/>
                </a:lnTo>
                <a:lnTo>
                  <a:pt x="321340" y="341352"/>
                </a:lnTo>
                <a:lnTo>
                  <a:pt x="317681" y="344261"/>
                </a:lnTo>
                <a:lnTo>
                  <a:pt x="313867" y="346939"/>
                </a:lnTo>
                <a:lnTo>
                  <a:pt x="309909" y="349389"/>
                </a:lnTo>
                <a:lnTo>
                  <a:pt x="305818" y="351614"/>
                </a:lnTo>
                <a:lnTo>
                  <a:pt x="301601" y="353618"/>
                </a:lnTo>
                <a:lnTo>
                  <a:pt x="297265" y="355399"/>
                </a:lnTo>
                <a:lnTo>
                  <a:pt x="292819" y="356958"/>
                </a:lnTo>
                <a:lnTo>
                  <a:pt x="288268" y="358290"/>
                </a:lnTo>
                <a:lnTo>
                  <a:pt x="283620" y="359393"/>
                </a:lnTo>
                <a:lnTo>
                  <a:pt x="278881" y="360262"/>
                </a:lnTo>
                <a:lnTo>
                  <a:pt x="274059" y="360891"/>
                </a:lnTo>
                <a:lnTo>
                  <a:pt x="269163" y="361274"/>
                </a:lnTo>
                <a:lnTo>
                  <a:pt x="264602" y="361393"/>
                </a:lnTo>
                <a:lnTo>
                  <a:pt x="80145" y="361393"/>
                </a:lnTo>
                <a:lnTo>
                  <a:pt x="75581" y="361274"/>
                </a:lnTo>
                <a:lnTo>
                  <a:pt x="70682" y="360892"/>
                </a:lnTo>
                <a:lnTo>
                  <a:pt x="65858" y="360263"/>
                </a:lnTo>
                <a:lnTo>
                  <a:pt x="61117" y="359394"/>
                </a:lnTo>
                <a:lnTo>
                  <a:pt x="56466" y="358291"/>
                </a:lnTo>
                <a:lnTo>
                  <a:pt x="51913" y="356958"/>
                </a:lnTo>
                <a:lnTo>
                  <a:pt x="47465" y="355400"/>
                </a:lnTo>
                <a:lnTo>
                  <a:pt x="43128" y="353618"/>
                </a:lnTo>
                <a:lnTo>
                  <a:pt x="38910" y="351614"/>
                </a:lnTo>
                <a:lnTo>
                  <a:pt x="34817" y="349387"/>
                </a:lnTo>
                <a:lnTo>
                  <a:pt x="30859" y="346935"/>
                </a:lnTo>
                <a:lnTo>
                  <a:pt x="27044" y="344256"/>
                </a:lnTo>
                <a:lnTo>
                  <a:pt x="23386" y="341346"/>
                </a:lnTo>
                <a:lnTo>
                  <a:pt x="19896" y="338197"/>
                </a:lnTo>
                <a:lnTo>
                  <a:pt x="16592" y="334805"/>
                </a:lnTo>
                <a:lnTo>
                  <a:pt x="13494" y="331162"/>
                </a:lnTo>
                <a:lnTo>
                  <a:pt x="10628" y="327264"/>
                </a:lnTo>
                <a:lnTo>
                  <a:pt x="8022" y="323108"/>
                </a:lnTo>
                <a:lnTo>
                  <a:pt x="5712" y="318697"/>
                </a:lnTo>
                <a:lnTo>
                  <a:pt x="3734" y="314039"/>
                </a:lnTo>
                <a:lnTo>
                  <a:pt x="2132" y="309151"/>
                </a:lnTo>
                <a:lnTo>
                  <a:pt x="945" y="304062"/>
                </a:lnTo>
                <a:lnTo>
                  <a:pt x="211" y="298812"/>
                </a:lnTo>
                <a:lnTo>
                  <a:pt x="0" y="294272"/>
                </a:lnTo>
                <a:lnTo>
                  <a:pt x="0" y="67121"/>
                </a:lnTo>
                <a:lnTo>
                  <a:pt x="211" y="62581"/>
                </a:lnTo>
                <a:lnTo>
                  <a:pt x="945" y="57331"/>
                </a:lnTo>
                <a:lnTo>
                  <a:pt x="2132" y="52242"/>
                </a:lnTo>
                <a:lnTo>
                  <a:pt x="3734" y="47354"/>
                </a:lnTo>
                <a:lnTo>
                  <a:pt x="5712" y="42696"/>
                </a:lnTo>
                <a:lnTo>
                  <a:pt x="8022" y="38284"/>
                </a:lnTo>
                <a:lnTo>
                  <a:pt x="10628" y="34129"/>
                </a:lnTo>
                <a:lnTo>
                  <a:pt x="13494" y="30231"/>
                </a:lnTo>
                <a:lnTo>
                  <a:pt x="16592" y="26588"/>
                </a:lnTo>
                <a:lnTo>
                  <a:pt x="19896" y="23196"/>
                </a:lnTo>
                <a:lnTo>
                  <a:pt x="23386" y="20047"/>
                </a:lnTo>
                <a:lnTo>
                  <a:pt x="27044" y="17136"/>
                </a:lnTo>
                <a:lnTo>
                  <a:pt x="30859" y="14458"/>
                </a:lnTo>
                <a:lnTo>
                  <a:pt x="34817" y="12006"/>
                </a:lnTo>
                <a:lnTo>
                  <a:pt x="38910" y="9779"/>
                </a:lnTo>
                <a:lnTo>
                  <a:pt x="43128" y="7775"/>
                </a:lnTo>
                <a:lnTo>
                  <a:pt x="47465" y="5993"/>
                </a:lnTo>
                <a:lnTo>
                  <a:pt x="51913" y="4434"/>
                </a:lnTo>
                <a:lnTo>
                  <a:pt x="56466" y="3102"/>
                </a:lnTo>
                <a:lnTo>
                  <a:pt x="61117" y="1999"/>
                </a:lnTo>
                <a:lnTo>
                  <a:pt x="65858" y="1130"/>
                </a:lnTo>
                <a:lnTo>
                  <a:pt x="70682" y="501"/>
                </a:lnTo>
                <a:lnTo>
                  <a:pt x="75581" y="119"/>
                </a:lnTo>
                <a:lnTo>
                  <a:pt x="80145" y="0"/>
                </a:lnTo>
                <a:close/>
                <a:moveTo>
                  <a:pt x="61221" y="68523"/>
                </a:moveTo>
                <a:lnTo>
                  <a:pt x="61130" y="68668"/>
                </a:lnTo>
                <a:lnTo>
                  <a:pt x="61130" y="292725"/>
                </a:lnTo>
                <a:lnTo>
                  <a:pt x="61221" y="292870"/>
                </a:lnTo>
                <a:lnTo>
                  <a:pt x="61467" y="293204"/>
                </a:lnTo>
                <a:lnTo>
                  <a:pt x="61828" y="293629"/>
                </a:lnTo>
                <a:lnTo>
                  <a:pt x="62315" y="294129"/>
                </a:lnTo>
                <a:lnTo>
                  <a:pt x="62930" y="294684"/>
                </a:lnTo>
                <a:lnTo>
                  <a:pt x="63676" y="295277"/>
                </a:lnTo>
                <a:lnTo>
                  <a:pt x="64549" y="295890"/>
                </a:lnTo>
                <a:lnTo>
                  <a:pt x="65546" y="296508"/>
                </a:lnTo>
                <a:lnTo>
                  <a:pt x="66659" y="297113"/>
                </a:lnTo>
                <a:lnTo>
                  <a:pt x="67881" y="297694"/>
                </a:lnTo>
                <a:lnTo>
                  <a:pt x="69205" y="298238"/>
                </a:lnTo>
                <a:lnTo>
                  <a:pt x="70620" y="298734"/>
                </a:lnTo>
                <a:lnTo>
                  <a:pt x="72118" y="299172"/>
                </a:lnTo>
                <a:lnTo>
                  <a:pt x="73689" y="299545"/>
                </a:lnTo>
                <a:lnTo>
                  <a:pt x="75325" y="299845"/>
                </a:lnTo>
                <a:lnTo>
                  <a:pt x="77017" y="300065"/>
                </a:lnTo>
                <a:lnTo>
                  <a:pt x="78757" y="300201"/>
                </a:lnTo>
                <a:lnTo>
                  <a:pt x="80940" y="300258"/>
                </a:lnTo>
                <a:lnTo>
                  <a:pt x="263806" y="300258"/>
                </a:lnTo>
                <a:lnTo>
                  <a:pt x="265983" y="300201"/>
                </a:lnTo>
                <a:lnTo>
                  <a:pt x="267718" y="300066"/>
                </a:lnTo>
                <a:lnTo>
                  <a:pt x="269406" y="299845"/>
                </a:lnTo>
                <a:lnTo>
                  <a:pt x="271040" y="299546"/>
                </a:lnTo>
                <a:lnTo>
                  <a:pt x="272610" y="299173"/>
                </a:lnTo>
                <a:lnTo>
                  <a:pt x="274107" y="298735"/>
                </a:lnTo>
                <a:lnTo>
                  <a:pt x="275523" y="298239"/>
                </a:lnTo>
                <a:lnTo>
                  <a:pt x="276847" y="297694"/>
                </a:lnTo>
                <a:lnTo>
                  <a:pt x="278072" y="297113"/>
                </a:lnTo>
                <a:lnTo>
                  <a:pt x="279187" y="296506"/>
                </a:lnTo>
                <a:lnTo>
                  <a:pt x="280187" y="295887"/>
                </a:lnTo>
                <a:lnTo>
                  <a:pt x="281063" y="295272"/>
                </a:lnTo>
                <a:lnTo>
                  <a:pt x="281811" y="294677"/>
                </a:lnTo>
                <a:lnTo>
                  <a:pt x="282429" y="294120"/>
                </a:lnTo>
                <a:lnTo>
                  <a:pt x="282917" y="293619"/>
                </a:lnTo>
                <a:lnTo>
                  <a:pt x="283281" y="293192"/>
                </a:lnTo>
                <a:lnTo>
                  <a:pt x="283528" y="292856"/>
                </a:lnTo>
                <a:lnTo>
                  <a:pt x="283617" y="292715"/>
                </a:lnTo>
                <a:lnTo>
                  <a:pt x="283617" y="68678"/>
                </a:lnTo>
                <a:lnTo>
                  <a:pt x="283528" y="68537"/>
                </a:lnTo>
                <a:lnTo>
                  <a:pt x="283281" y="68201"/>
                </a:lnTo>
                <a:lnTo>
                  <a:pt x="282917" y="67774"/>
                </a:lnTo>
                <a:lnTo>
                  <a:pt x="282429" y="67273"/>
                </a:lnTo>
                <a:lnTo>
                  <a:pt x="281811" y="66716"/>
                </a:lnTo>
                <a:lnTo>
                  <a:pt x="281063" y="66121"/>
                </a:lnTo>
                <a:lnTo>
                  <a:pt x="280187" y="65506"/>
                </a:lnTo>
                <a:lnTo>
                  <a:pt x="279187" y="64887"/>
                </a:lnTo>
                <a:lnTo>
                  <a:pt x="278072" y="64280"/>
                </a:lnTo>
                <a:lnTo>
                  <a:pt x="276847" y="63699"/>
                </a:lnTo>
                <a:lnTo>
                  <a:pt x="275523" y="63154"/>
                </a:lnTo>
                <a:lnTo>
                  <a:pt x="274107" y="62658"/>
                </a:lnTo>
                <a:lnTo>
                  <a:pt x="272610" y="62220"/>
                </a:lnTo>
                <a:lnTo>
                  <a:pt x="271040" y="61847"/>
                </a:lnTo>
                <a:lnTo>
                  <a:pt x="269406" y="61548"/>
                </a:lnTo>
                <a:lnTo>
                  <a:pt x="267718" y="61327"/>
                </a:lnTo>
                <a:lnTo>
                  <a:pt x="265983" y="61192"/>
                </a:lnTo>
                <a:lnTo>
                  <a:pt x="263806" y="61135"/>
                </a:lnTo>
                <a:lnTo>
                  <a:pt x="80940" y="61135"/>
                </a:lnTo>
                <a:lnTo>
                  <a:pt x="78757" y="61192"/>
                </a:lnTo>
                <a:lnTo>
                  <a:pt x="77017" y="61328"/>
                </a:lnTo>
                <a:lnTo>
                  <a:pt x="75325" y="61548"/>
                </a:lnTo>
                <a:lnTo>
                  <a:pt x="73689" y="61848"/>
                </a:lnTo>
                <a:lnTo>
                  <a:pt x="72118" y="62221"/>
                </a:lnTo>
                <a:lnTo>
                  <a:pt x="70620" y="62659"/>
                </a:lnTo>
                <a:lnTo>
                  <a:pt x="69205" y="63155"/>
                </a:lnTo>
                <a:lnTo>
                  <a:pt x="67881" y="63699"/>
                </a:lnTo>
                <a:lnTo>
                  <a:pt x="66659" y="64279"/>
                </a:lnTo>
                <a:lnTo>
                  <a:pt x="65546" y="64885"/>
                </a:lnTo>
                <a:lnTo>
                  <a:pt x="64549" y="65502"/>
                </a:lnTo>
                <a:lnTo>
                  <a:pt x="63676" y="66116"/>
                </a:lnTo>
                <a:lnTo>
                  <a:pt x="62930" y="66709"/>
                </a:lnTo>
                <a:lnTo>
                  <a:pt x="62315" y="67264"/>
                </a:lnTo>
                <a:lnTo>
                  <a:pt x="61828" y="67764"/>
                </a:lnTo>
                <a:lnTo>
                  <a:pt x="61467" y="68189"/>
                </a:lnTo>
                <a:lnTo>
                  <a:pt x="61221" y="68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35C25-55E1-4BDA-9B9D-65346EE4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1" y="1765891"/>
            <a:ext cx="361220" cy="291741"/>
          </a:xfrm>
          <a:custGeom xmlns:a="http://schemas.openxmlformats.org/drawingml/2006/main">
            <a:pathLst>
              <a:path w="361220" h="291741">
                <a:moveTo>
                  <a:pt x="128811" y="286209"/>
                </a:moveTo>
                <a:cubicBezTo>
                  <a:pt x="117350" y="278202"/>
                  <a:pt x="118981" y="273516"/>
                  <a:pt x="148117" y="230453"/>
                </a:cubicBezTo>
                <a:cubicBezTo>
                  <a:pt x="162838" y="208723"/>
                  <a:pt x="174859" y="190304"/>
                  <a:pt x="174900" y="189499"/>
                </a:cubicBezTo>
                <a:cubicBezTo>
                  <a:pt x="174900" y="188704"/>
                  <a:pt x="135535" y="187278"/>
                  <a:pt x="87470" y="186280"/>
                </a:cubicBezTo>
                <a:lnTo>
                  <a:pt x="0" y="184487"/>
                </a:lnTo>
                <a:lnTo>
                  <a:pt x="1671" y="101957"/>
                </a:lnTo>
                <a:lnTo>
                  <a:pt x="89854" y="103750"/>
                </a:lnTo>
                <a:cubicBezTo>
                  <a:pt x="157826" y="105136"/>
                  <a:pt x="177243" y="104300"/>
                  <a:pt x="174778" y="100083"/>
                </a:cubicBezTo>
                <a:cubicBezTo>
                  <a:pt x="173026" y="97057"/>
                  <a:pt x="161004" y="76967"/>
                  <a:pt x="148076" y="55471"/>
                </a:cubicBezTo>
                <a:cubicBezTo>
                  <a:pt x="123677" y="14925"/>
                  <a:pt x="123921" y="4177"/>
                  <a:pt x="149227" y="1396"/>
                </a:cubicBezTo>
                <a:cubicBezTo>
                  <a:pt x="161799" y="0"/>
                  <a:pt x="354772" y="131246"/>
                  <a:pt x="361220" y="145570"/>
                </a:cubicBezTo>
                <a:cubicBezTo>
                  <a:pt x="295042" y="194919"/>
                  <a:pt x="216048" y="246406"/>
                  <a:pt x="143380" y="291741"/>
                </a:cubicBezTo>
                <a:cubicBezTo>
                  <a:pt x="139600" y="291660"/>
                  <a:pt x="133029" y="289153"/>
                  <a:pt x="128811" y="286209"/>
                </a:cubicBezTo>
                <a:close/>
                <a:moveTo>
                  <a:pt x="128811" y="286209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45EDC-11EA-4EA4-94AD-097E6D3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1" y="1765891"/>
            <a:ext cx="361220" cy="291741"/>
          </a:xfrm>
          <a:custGeom xmlns:a="http://schemas.openxmlformats.org/drawingml/2006/main">
            <a:pathLst>
              <a:path w="361220" h="291741" fill="none">
                <a:moveTo>
                  <a:pt x="128811" y="286209"/>
                </a:moveTo>
                <a:cubicBezTo>
                  <a:pt x="117350" y="278202"/>
                  <a:pt x="118981" y="273516"/>
                  <a:pt x="148117" y="230453"/>
                </a:cubicBezTo>
                <a:cubicBezTo>
                  <a:pt x="162838" y="208723"/>
                  <a:pt x="174859" y="190304"/>
                  <a:pt x="174900" y="189499"/>
                </a:cubicBezTo>
                <a:cubicBezTo>
                  <a:pt x="174900" y="188704"/>
                  <a:pt x="135535" y="187278"/>
                  <a:pt x="87470" y="186280"/>
                </a:cubicBezTo>
                <a:lnTo>
                  <a:pt x="0" y="184487"/>
                </a:lnTo>
                <a:lnTo>
                  <a:pt x="1671" y="101957"/>
                </a:lnTo>
                <a:lnTo>
                  <a:pt x="89854" y="103750"/>
                </a:lnTo>
                <a:cubicBezTo>
                  <a:pt x="157826" y="105136"/>
                  <a:pt x="177243" y="104300"/>
                  <a:pt x="174778" y="100083"/>
                </a:cubicBezTo>
                <a:cubicBezTo>
                  <a:pt x="173026" y="97057"/>
                  <a:pt x="161004" y="76967"/>
                  <a:pt x="148076" y="55471"/>
                </a:cubicBezTo>
                <a:cubicBezTo>
                  <a:pt x="123677" y="14925"/>
                  <a:pt x="123921" y="4177"/>
                  <a:pt x="149227" y="1396"/>
                </a:cubicBezTo>
                <a:cubicBezTo>
                  <a:pt x="161799" y="0"/>
                  <a:pt x="354772" y="131246"/>
                  <a:pt x="361220" y="145570"/>
                </a:cubicBezTo>
                <a:cubicBezTo>
                  <a:pt x="295042" y="194919"/>
                  <a:pt x="216048" y="246406"/>
                  <a:pt x="143380" y="291741"/>
                </a:cubicBezTo>
                <a:cubicBezTo>
                  <a:pt x="139600" y="291660"/>
                  <a:pt x="133029" y="289153"/>
                  <a:pt x="128811" y="286209"/>
                </a:cubicBezTo>
                <a:close/>
                <a:moveTo>
                  <a:pt x="128811" y="286209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F25B2-4CD7-4F71-B68D-2AFA179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560" y="1745476"/>
            <a:ext cx="684838" cy="318636"/>
          </a:xfrm>
          <a:custGeom xmlns:a="http://schemas.openxmlformats.org/drawingml/2006/main">
            <a:pathLst>
              <a:path w="684838" h="318636">
                <a:moveTo>
                  <a:pt x="342404" y="318636"/>
                </a:moveTo>
                <a:cubicBezTo>
                  <a:pt x="153292" y="318636"/>
                  <a:pt x="0" y="247323"/>
                  <a:pt x="0" y="159344"/>
                </a:cubicBezTo>
                <a:cubicBezTo>
                  <a:pt x="0" y="71354"/>
                  <a:pt x="153292" y="0"/>
                  <a:pt x="342404" y="0"/>
                </a:cubicBezTo>
                <a:cubicBezTo>
                  <a:pt x="531546" y="0"/>
                  <a:pt x="684838" y="71354"/>
                  <a:pt x="684838" y="159344"/>
                </a:cubicBezTo>
                <a:cubicBezTo>
                  <a:pt x="684838" y="247323"/>
                  <a:pt x="531546" y="318636"/>
                  <a:pt x="342404" y="318636"/>
                </a:cubicBezTo>
                <a:close/>
                <a:moveTo>
                  <a:pt x="342404" y="318636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E2918-F94C-4081-A1E7-5DB8979D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560" y="1745476"/>
            <a:ext cx="684838" cy="318636"/>
          </a:xfrm>
          <a:custGeom xmlns:a="http://schemas.openxmlformats.org/drawingml/2006/main">
            <a:pathLst>
              <a:path w="684838" h="318636" fill="none">
                <a:moveTo>
                  <a:pt x="342404" y="318636"/>
                </a:moveTo>
                <a:cubicBezTo>
                  <a:pt x="153292" y="318636"/>
                  <a:pt x="0" y="247323"/>
                  <a:pt x="0" y="159344"/>
                </a:cubicBezTo>
                <a:cubicBezTo>
                  <a:pt x="0" y="71354"/>
                  <a:pt x="153292" y="0"/>
                  <a:pt x="342404" y="0"/>
                </a:cubicBezTo>
                <a:cubicBezTo>
                  <a:pt x="531546" y="0"/>
                  <a:pt x="684838" y="71354"/>
                  <a:pt x="684838" y="159344"/>
                </a:cubicBezTo>
                <a:cubicBezTo>
                  <a:pt x="684838" y="247323"/>
                  <a:pt x="531546" y="318636"/>
                  <a:pt x="342404" y="318636"/>
                </a:cubicBezTo>
                <a:close/>
                <a:moveTo>
                  <a:pt x="342404" y="318636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3388E-6615-4713-A33A-457A1A6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389" y="1754665"/>
            <a:ext cx="283622" cy="300258"/>
          </a:xfrm>
          <a:custGeom xmlns:a="http://schemas.openxmlformats.org/drawingml/2006/main">
            <a:pathLst>
              <a:path w="283622" h="300258">
                <a:moveTo>
                  <a:pt x="233641" y="0"/>
                </a:moveTo>
                <a:cubicBezTo>
                  <a:pt x="260781" y="0"/>
                  <a:pt x="283622" y="17034"/>
                  <a:pt x="283622" y="37368"/>
                </a:cubicBezTo>
                <a:lnTo>
                  <a:pt x="283622" y="262890"/>
                </a:lnTo>
                <a:cubicBezTo>
                  <a:pt x="283622" y="283224"/>
                  <a:pt x="260781" y="300258"/>
                  <a:pt x="233641" y="300258"/>
                </a:cubicBezTo>
                <a:lnTo>
                  <a:pt x="49980" y="300258"/>
                </a:lnTo>
                <a:cubicBezTo>
                  <a:pt x="22800" y="300258"/>
                  <a:pt x="0" y="283224"/>
                  <a:pt x="0" y="262890"/>
                </a:cubicBezTo>
                <a:lnTo>
                  <a:pt x="0" y="37368"/>
                </a:lnTo>
                <a:cubicBezTo>
                  <a:pt x="0" y="17034"/>
                  <a:pt x="22800" y="0"/>
                  <a:pt x="49980" y="0"/>
                </a:cubicBezTo>
                <a:lnTo>
                  <a:pt x="233641" y="0"/>
                </a:lnTo>
                <a:close/>
                <a:moveTo>
                  <a:pt x="233641" y="0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62D08-5402-433F-AFBB-CAAB9541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389" y="1754665"/>
            <a:ext cx="283622" cy="300258"/>
          </a:xfrm>
          <a:custGeom xmlns:a="http://schemas.openxmlformats.org/drawingml/2006/main">
            <a:pathLst>
              <a:path w="283622" h="300258" fill="none">
                <a:moveTo>
                  <a:pt x="233641" y="0"/>
                </a:moveTo>
                <a:cubicBezTo>
                  <a:pt x="260781" y="0"/>
                  <a:pt x="283622" y="17034"/>
                  <a:pt x="283622" y="37368"/>
                </a:cubicBezTo>
                <a:lnTo>
                  <a:pt x="283622" y="262890"/>
                </a:lnTo>
                <a:cubicBezTo>
                  <a:pt x="283622" y="283224"/>
                  <a:pt x="260781" y="300258"/>
                  <a:pt x="233641" y="300258"/>
                </a:cubicBezTo>
                <a:lnTo>
                  <a:pt x="49980" y="300258"/>
                </a:lnTo>
                <a:cubicBezTo>
                  <a:pt x="22800" y="300258"/>
                  <a:pt x="0" y="283224"/>
                  <a:pt x="0" y="262890"/>
                </a:cubicBezTo>
                <a:lnTo>
                  <a:pt x="0" y="37368"/>
                </a:lnTo>
                <a:cubicBezTo>
                  <a:pt x="0" y="17034"/>
                  <a:pt x="22800" y="0"/>
                  <a:pt x="49980" y="0"/>
                </a:cubicBezTo>
                <a:lnTo>
                  <a:pt x="233641" y="0"/>
                </a:lnTo>
                <a:close/>
                <a:moveTo>
                  <a:pt x="23364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1135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3F088-13C7-43EF-BD6D-CBF21BED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84" y="1758251"/>
            <a:ext cx="361220" cy="291741"/>
          </a:xfrm>
          <a:custGeom xmlns:a="http://schemas.openxmlformats.org/drawingml/2006/main">
            <a:pathLst>
              <a:path w="361220" h="291741">
                <a:moveTo>
                  <a:pt x="128811" y="286209"/>
                </a:moveTo>
                <a:cubicBezTo>
                  <a:pt x="117350" y="278202"/>
                  <a:pt x="118981" y="273516"/>
                  <a:pt x="148117" y="230453"/>
                </a:cubicBezTo>
                <a:cubicBezTo>
                  <a:pt x="162838" y="208723"/>
                  <a:pt x="174859" y="190304"/>
                  <a:pt x="174900" y="189499"/>
                </a:cubicBezTo>
                <a:cubicBezTo>
                  <a:pt x="174900" y="188704"/>
                  <a:pt x="135535" y="187278"/>
                  <a:pt x="87470" y="186280"/>
                </a:cubicBezTo>
                <a:lnTo>
                  <a:pt x="0" y="184487"/>
                </a:lnTo>
                <a:lnTo>
                  <a:pt x="1671" y="101957"/>
                </a:lnTo>
                <a:lnTo>
                  <a:pt x="89854" y="103750"/>
                </a:lnTo>
                <a:cubicBezTo>
                  <a:pt x="157826" y="105136"/>
                  <a:pt x="177243" y="104300"/>
                  <a:pt x="174778" y="100083"/>
                </a:cubicBezTo>
                <a:cubicBezTo>
                  <a:pt x="173026" y="97057"/>
                  <a:pt x="161004" y="76967"/>
                  <a:pt x="148076" y="55471"/>
                </a:cubicBezTo>
                <a:cubicBezTo>
                  <a:pt x="123677" y="14925"/>
                  <a:pt x="123921" y="4177"/>
                  <a:pt x="149227" y="1396"/>
                </a:cubicBezTo>
                <a:cubicBezTo>
                  <a:pt x="161799" y="0"/>
                  <a:pt x="354772" y="131246"/>
                  <a:pt x="361220" y="145570"/>
                </a:cubicBezTo>
                <a:cubicBezTo>
                  <a:pt x="295042" y="194919"/>
                  <a:pt x="216048" y="246406"/>
                  <a:pt x="143380" y="291741"/>
                </a:cubicBezTo>
                <a:cubicBezTo>
                  <a:pt x="139600" y="291660"/>
                  <a:pt x="133029" y="289153"/>
                  <a:pt x="128811" y="286209"/>
                </a:cubicBezTo>
                <a:close/>
                <a:moveTo>
                  <a:pt x="128811" y="286209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D6EC7-0E81-429F-9392-C4C80A3A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84" y="1758251"/>
            <a:ext cx="361220" cy="291741"/>
          </a:xfrm>
          <a:custGeom xmlns:a="http://schemas.openxmlformats.org/drawingml/2006/main">
            <a:pathLst>
              <a:path w="361220" h="291741" fill="none">
                <a:moveTo>
                  <a:pt x="128811" y="286209"/>
                </a:moveTo>
                <a:cubicBezTo>
                  <a:pt x="117350" y="278202"/>
                  <a:pt x="118981" y="273516"/>
                  <a:pt x="148117" y="230453"/>
                </a:cubicBezTo>
                <a:cubicBezTo>
                  <a:pt x="162838" y="208723"/>
                  <a:pt x="174859" y="190304"/>
                  <a:pt x="174900" y="189499"/>
                </a:cubicBezTo>
                <a:cubicBezTo>
                  <a:pt x="174900" y="188704"/>
                  <a:pt x="135535" y="187278"/>
                  <a:pt x="87470" y="186280"/>
                </a:cubicBezTo>
                <a:lnTo>
                  <a:pt x="0" y="184487"/>
                </a:lnTo>
                <a:lnTo>
                  <a:pt x="1671" y="101957"/>
                </a:lnTo>
                <a:lnTo>
                  <a:pt x="89854" y="103750"/>
                </a:lnTo>
                <a:cubicBezTo>
                  <a:pt x="157826" y="105136"/>
                  <a:pt x="177243" y="104300"/>
                  <a:pt x="174778" y="100083"/>
                </a:cubicBezTo>
                <a:cubicBezTo>
                  <a:pt x="173026" y="97057"/>
                  <a:pt x="161004" y="76967"/>
                  <a:pt x="148076" y="55471"/>
                </a:cubicBezTo>
                <a:cubicBezTo>
                  <a:pt x="123677" y="14925"/>
                  <a:pt x="123921" y="4177"/>
                  <a:pt x="149227" y="1396"/>
                </a:cubicBezTo>
                <a:cubicBezTo>
                  <a:pt x="161799" y="0"/>
                  <a:pt x="354772" y="131246"/>
                  <a:pt x="361220" y="145570"/>
                </a:cubicBezTo>
                <a:cubicBezTo>
                  <a:pt x="295042" y="194919"/>
                  <a:pt x="216048" y="246406"/>
                  <a:pt x="143380" y="291741"/>
                </a:cubicBezTo>
                <a:cubicBezTo>
                  <a:pt x="139600" y="291660"/>
                  <a:pt x="133029" y="289153"/>
                  <a:pt x="128811" y="286209"/>
                </a:cubicBezTo>
                <a:close/>
                <a:moveTo>
                  <a:pt x="128811" y="286209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F04F1-20A6-4A36-9104-FF5597EA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16" y="754460"/>
            <a:ext cx="684828" cy="318636"/>
          </a:xfrm>
          <a:custGeom xmlns:a="http://schemas.openxmlformats.org/drawingml/2006/main">
            <a:pathLst>
              <a:path w="684828" h="318636">
                <a:moveTo>
                  <a:pt x="342353" y="0"/>
                </a:moveTo>
                <a:cubicBezTo>
                  <a:pt x="531465" y="0"/>
                  <a:pt x="684828" y="71354"/>
                  <a:pt x="684828" y="159293"/>
                </a:cubicBezTo>
                <a:cubicBezTo>
                  <a:pt x="684828" y="247323"/>
                  <a:pt x="531465" y="318636"/>
                  <a:pt x="342353" y="318636"/>
                </a:cubicBezTo>
                <a:cubicBezTo>
                  <a:pt x="153251" y="318636"/>
                  <a:pt x="0" y="247323"/>
                  <a:pt x="0" y="159293"/>
                </a:cubicBezTo>
                <a:cubicBezTo>
                  <a:pt x="0" y="71354"/>
                  <a:pt x="153251" y="0"/>
                  <a:pt x="342353" y="0"/>
                </a:cubicBezTo>
                <a:close/>
                <a:moveTo>
                  <a:pt x="342353" y="0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75D96-6430-4A3E-8CB6-61744D60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16" y="754460"/>
            <a:ext cx="684828" cy="318636"/>
          </a:xfrm>
          <a:custGeom xmlns:a="http://schemas.openxmlformats.org/drawingml/2006/main">
            <a:pathLst>
              <a:path w="684828" h="318636" fill="none">
                <a:moveTo>
                  <a:pt x="342353" y="0"/>
                </a:moveTo>
                <a:cubicBezTo>
                  <a:pt x="531465" y="0"/>
                  <a:pt x="684828" y="71354"/>
                  <a:pt x="684828" y="159293"/>
                </a:cubicBezTo>
                <a:cubicBezTo>
                  <a:pt x="684828" y="247323"/>
                  <a:pt x="531465" y="318636"/>
                  <a:pt x="342353" y="318636"/>
                </a:cubicBezTo>
                <a:cubicBezTo>
                  <a:pt x="153251" y="318636"/>
                  <a:pt x="0" y="247323"/>
                  <a:pt x="0" y="159293"/>
                </a:cubicBezTo>
                <a:cubicBezTo>
                  <a:pt x="0" y="71354"/>
                  <a:pt x="153251" y="0"/>
                  <a:pt x="342353" y="0"/>
                </a:cubicBezTo>
                <a:close/>
                <a:moveTo>
                  <a:pt x="34235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21512-C52D-42D7-986C-E1B9D7FE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063" y="763650"/>
            <a:ext cx="283622" cy="300258"/>
          </a:xfrm>
          <a:custGeom xmlns:a="http://schemas.openxmlformats.org/drawingml/2006/main">
            <a:pathLst>
              <a:path w="283622" h="300258">
                <a:moveTo>
                  <a:pt x="49980" y="300258"/>
                </a:moveTo>
                <a:cubicBezTo>
                  <a:pt x="22800" y="300258"/>
                  <a:pt x="0" y="283224"/>
                  <a:pt x="0" y="262890"/>
                </a:cubicBezTo>
                <a:lnTo>
                  <a:pt x="0" y="37368"/>
                </a:lnTo>
                <a:cubicBezTo>
                  <a:pt x="0" y="17034"/>
                  <a:pt x="22800" y="0"/>
                  <a:pt x="49980" y="0"/>
                </a:cubicBezTo>
                <a:lnTo>
                  <a:pt x="233672" y="0"/>
                </a:lnTo>
                <a:cubicBezTo>
                  <a:pt x="260781" y="0"/>
                  <a:pt x="283622" y="17034"/>
                  <a:pt x="283622" y="37368"/>
                </a:cubicBezTo>
                <a:lnTo>
                  <a:pt x="283622" y="262890"/>
                </a:lnTo>
                <a:cubicBezTo>
                  <a:pt x="283622" y="283224"/>
                  <a:pt x="260781" y="300258"/>
                  <a:pt x="233672" y="300258"/>
                </a:cubicBezTo>
                <a:lnTo>
                  <a:pt x="49980" y="300258"/>
                </a:lnTo>
                <a:close/>
                <a:moveTo>
                  <a:pt x="49980" y="300258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C97AE-497D-4AF0-91A4-672523AC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063" y="763650"/>
            <a:ext cx="283622" cy="300258"/>
          </a:xfrm>
          <a:custGeom xmlns:a="http://schemas.openxmlformats.org/drawingml/2006/main">
            <a:pathLst>
              <a:path w="283622" h="300258" fill="none">
                <a:moveTo>
                  <a:pt x="49980" y="300258"/>
                </a:moveTo>
                <a:cubicBezTo>
                  <a:pt x="22800" y="300258"/>
                  <a:pt x="0" y="283224"/>
                  <a:pt x="0" y="262890"/>
                </a:cubicBezTo>
                <a:lnTo>
                  <a:pt x="0" y="37368"/>
                </a:lnTo>
                <a:cubicBezTo>
                  <a:pt x="0" y="17034"/>
                  <a:pt x="22800" y="0"/>
                  <a:pt x="49980" y="0"/>
                </a:cubicBezTo>
                <a:lnTo>
                  <a:pt x="233672" y="0"/>
                </a:lnTo>
                <a:cubicBezTo>
                  <a:pt x="260781" y="0"/>
                  <a:pt x="283622" y="17034"/>
                  <a:pt x="283622" y="37368"/>
                </a:cubicBezTo>
                <a:lnTo>
                  <a:pt x="283622" y="262890"/>
                </a:lnTo>
                <a:cubicBezTo>
                  <a:pt x="283622" y="283224"/>
                  <a:pt x="260781" y="300258"/>
                  <a:pt x="233672" y="300258"/>
                </a:cubicBezTo>
                <a:lnTo>
                  <a:pt x="49980" y="300258"/>
                </a:lnTo>
                <a:close/>
                <a:moveTo>
                  <a:pt x="49980" y="300258"/>
                </a:moveTo>
              </a:path>
            </a:pathLst>
          </a:custGeom>
          <a:noFill xmlns:a="http://schemas.openxmlformats.org/drawingml/2006/main"/>
          <a:ln xmlns:a="http://schemas.openxmlformats.org/drawingml/2006/main" w="61135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8BEB5-E0F3-448D-8DA0-63E740B2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870" y="768580"/>
            <a:ext cx="361220" cy="291782"/>
          </a:xfrm>
          <a:custGeom xmlns:a="http://schemas.openxmlformats.org/drawingml/2006/main">
            <a:pathLst>
              <a:path w="361220" h="291782">
                <a:moveTo>
                  <a:pt x="232409" y="5532"/>
                </a:moveTo>
                <a:cubicBezTo>
                  <a:pt x="243788" y="13570"/>
                  <a:pt x="242199" y="18226"/>
                  <a:pt x="213103" y="61288"/>
                </a:cubicBezTo>
                <a:cubicBezTo>
                  <a:pt x="198423" y="83059"/>
                  <a:pt x="186361" y="101438"/>
                  <a:pt x="186361" y="102242"/>
                </a:cubicBezTo>
                <a:cubicBezTo>
                  <a:pt x="186361" y="103037"/>
                  <a:pt x="225603" y="104463"/>
                  <a:pt x="273750" y="105462"/>
                </a:cubicBezTo>
                <a:lnTo>
                  <a:pt x="361220" y="107255"/>
                </a:lnTo>
                <a:lnTo>
                  <a:pt x="359550" y="189784"/>
                </a:lnTo>
                <a:lnTo>
                  <a:pt x="271407" y="187991"/>
                </a:lnTo>
                <a:cubicBezTo>
                  <a:pt x="203395" y="186606"/>
                  <a:pt x="183977" y="187441"/>
                  <a:pt x="186443" y="191659"/>
                </a:cubicBezTo>
                <a:cubicBezTo>
                  <a:pt x="188195" y="194684"/>
                  <a:pt x="200175" y="214774"/>
                  <a:pt x="213185" y="236270"/>
                </a:cubicBezTo>
                <a:cubicBezTo>
                  <a:pt x="237533" y="276816"/>
                  <a:pt x="237299" y="287564"/>
                  <a:pt x="212034" y="290345"/>
                </a:cubicBezTo>
                <a:cubicBezTo>
                  <a:pt x="199411" y="291782"/>
                  <a:pt x="6449" y="160536"/>
                  <a:pt x="0" y="146171"/>
                </a:cubicBezTo>
                <a:cubicBezTo>
                  <a:pt x="66138" y="96823"/>
                  <a:pt x="145173" y="45335"/>
                  <a:pt x="217841" y="0"/>
                </a:cubicBezTo>
                <a:cubicBezTo>
                  <a:pt x="221661" y="82"/>
                  <a:pt x="228150" y="2588"/>
                  <a:pt x="232409" y="5532"/>
                </a:cubicBezTo>
                <a:close/>
                <a:moveTo>
                  <a:pt x="232409" y="5532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A8693-6C1B-45E5-87D8-948186D8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870" y="768580"/>
            <a:ext cx="361220" cy="291782"/>
          </a:xfrm>
          <a:custGeom xmlns:a="http://schemas.openxmlformats.org/drawingml/2006/main">
            <a:pathLst>
              <a:path w="361220" h="291782" fill="none">
                <a:moveTo>
                  <a:pt x="232409" y="5532"/>
                </a:moveTo>
                <a:cubicBezTo>
                  <a:pt x="243788" y="13570"/>
                  <a:pt x="242199" y="18226"/>
                  <a:pt x="213103" y="61288"/>
                </a:cubicBezTo>
                <a:cubicBezTo>
                  <a:pt x="198423" y="83059"/>
                  <a:pt x="186361" y="101438"/>
                  <a:pt x="186361" y="102242"/>
                </a:cubicBezTo>
                <a:cubicBezTo>
                  <a:pt x="186361" y="103037"/>
                  <a:pt x="225603" y="104463"/>
                  <a:pt x="273750" y="105462"/>
                </a:cubicBezTo>
                <a:lnTo>
                  <a:pt x="361220" y="107255"/>
                </a:lnTo>
                <a:lnTo>
                  <a:pt x="359550" y="189784"/>
                </a:lnTo>
                <a:lnTo>
                  <a:pt x="271407" y="187991"/>
                </a:lnTo>
                <a:cubicBezTo>
                  <a:pt x="203395" y="186606"/>
                  <a:pt x="183977" y="187441"/>
                  <a:pt x="186443" y="191659"/>
                </a:cubicBezTo>
                <a:cubicBezTo>
                  <a:pt x="188195" y="194684"/>
                  <a:pt x="200175" y="214774"/>
                  <a:pt x="213185" y="236270"/>
                </a:cubicBezTo>
                <a:cubicBezTo>
                  <a:pt x="237533" y="276816"/>
                  <a:pt x="237299" y="287564"/>
                  <a:pt x="212034" y="290345"/>
                </a:cubicBezTo>
                <a:cubicBezTo>
                  <a:pt x="199411" y="291782"/>
                  <a:pt x="6449" y="160536"/>
                  <a:pt x="0" y="146171"/>
                </a:cubicBezTo>
                <a:cubicBezTo>
                  <a:pt x="66138" y="96823"/>
                  <a:pt x="145173" y="45335"/>
                  <a:pt x="217841" y="0"/>
                </a:cubicBezTo>
                <a:cubicBezTo>
                  <a:pt x="221661" y="82"/>
                  <a:pt x="228150" y="2588"/>
                  <a:pt x="232409" y="5532"/>
                </a:cubicBezTo>
                <a:close/>
                <a:moveTo>
                  <a:pt x="232409" y="5532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28963-1B47-4521-A5AC-693B706B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335" y="1807314"/>
            <a:ext cx="318646" cy="684879"/>
          </a:xfrm>
          <a:custGeom xmlns:a="http://schemas.openxmlformats.org/drawingml/2006/main">
            <a:pathLst>
              <a:path w="318646" h="684879">
                <a:moveTo>
                  <a:pt x="318646" y="342445"/>
                </a:moveTo>
                <a:cubicBezTo>
                  <a:pt x="318646" y="531546"/>
                  <a:pt x="247334" y="684879"/>
                  <a:pt x="159344" y="684879"/>
                </a:cubicBezTo>
                <a:cubicBezTo>
                  <a:pt x="71394" y="684879"/>
                  <a:pt x="0" y="531546"/>
                  <a:pt x="0" y="342445"/>
                </a:cubicBezTo>
                <a:cubicBezTo>
                  <a:pt x="0" y="153333"/>
                  <a:pt x="71394" y="0"/>
                  <a:pt x="159344" y="0"/>
                </a:cubicBezTo>
                <a:cubicBezTo>
                  <a:pt x="247334" y="0"/>
                  <a:pt x="318646" y="153333"/>
                  <a:pt x="318646" y="342445"/>
                </a:cubicBezTo>
                <a:close/>
                <a:moveTo>
                  <a:pt x="318646" y="342445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2894E-20E9-4A7A-97B7-A5F72DDC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335" y="1807314"/>
            <a:ext cx="318646" cy="684879"/>
          </a:xfrm>
          <a:custGeom xmlns:a="http://schemas.openxmlformats.org/drawingml/2006/main">
            <a:pathLst>
              <a:path w="318646" h="684879" fill="none">
                <a:moveTo>
                  <a:pt x="318646" y="342445"/>
                </a:moveTo>
                <a:cubicBezTo>
                  <a:pt x="318646" y="531546"/>
                  <a:pt x="247334" y="684879"/>
                  <a:pt x="159344" y="684879"/>
                </a:cubicBezTo>
                <a:cubicBezTo>
                  <a:pt x="71394" y="684879"/>
                  <a:pt x="0" y="531546"/>
                  <a:pt x="0" y="342445"/>
                </a:cubicBezTo>
                <a:cubicBezTo>
                  <a:pt x="0" y="153333"/>
                  <a:pt x="71394" y="0"/>
                  <a:pt x="159344" y="0"/>
                </a:cubicBezTo>
                <a:cubicBezTo>
                  <a:pt x="247334" y="0"/>
                  <a:pt x="318646" y="153333"/>
                  <a:pt x="318646" y="342445"/>
                </a:cubicBezTo>
                <a:close/>
                <a:moveTo>
                  <a:pt x="318646" y="342445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4DB64-0F87-418B-A754-83253363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34" y="2228753"/>
            <a:ext cx="300248" cy="283571"/>
          </a:xfrm>
          <a:custGeom xmlns:a="http://schemas.openxmlformats.org/drawingml/2006/main">
            <a:pathLst>
              <a:path w="300248" h="283571">
                <a:moveTo>
                  <a:pt x="0" y="49939"/>
                </a:moveTo>
                <a:cubicBezTo>
                  <a:pt x="0" y="22800"/>
                  <a:pt x="17034" y="0"/>
                  <a:pt x="37368" y="0"/>
                </a:cubicBezTo>
                <a:lnTo>
                  <a:pt x="262921" y="0"/>
                </a:lnTo>
                <a:cubicBezTo>
                  <a:pt x="283224" y="0"/>
                  <a:pt x="300248" y="22800"/>
                  <a:pt x="300248" y="49939"/>
                </a:cubicBezTo>
                <a:lnTo>
                  <a:pt x="300248" y="233631"/>
                </a:lnTo>
                <a:cubicBezTo>
                  <a:pt x="300248" y="260771"/>
                  <a:pt x="283224" y="283571"/>
                  <a:pt x="262921" y="283571"/>
                </a:cubicBezTo>
                <a:lnTo>
                  <a:pt x="37368" y="283571"/>
                </a:lnTo>
                <a:cubicBezTo>
                  <a:pt x="17034" y="283571"/>
                  <a:pt x="0" y="260771"/>
                  <a:pt x="0" y="233631"/>
                </a:cubicBezTo>
                <a:lnTo>
                  <a:pt x="0" y="49939"/>
                </a:lnTo>
                <a:close/>
                <a:moveTo>
                  <a:pt x="0" y="49939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3A551-33E8-4843-94D2-418E53C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34" y="2228753"/>
            <a:ext cx="300248" cy="283571"/>
          </a:xfrm>
          <a:custGeom xmlns:a="http://schemas.openxmlformats.org/drawingml/2006/main">
            <a:pathLst>
              <a:path w="300248" h="283571" fill="none">
                <a:moveTo>
                  <a:pt x="0" y="49939"/>
                </a:moveTo>
                <a:cubicBezTo>
                  <a:pt x="0" y="22800"/>
                  <a:pt x="17034" y="0"/>
                  <a:pt x="37368" y="0"/>
                </a:cubicBezTo>
                <a:lnTo>
                  <a:pt x="262921" y="0"/>
                </a:lnTo>
                <a:cubicBezTo>
                  <a:pt x="283224" y="0"/>
                  <a:pt x="300248" y="22800"/>
                  <a:pt x="300248" y="49939"/>
                </a:cubicBezTo>
                <a:lnTo>
                  <a:pt x="300248" y="233631"/>
                </a:lnTo>
                <a:cubicBezTo>
                  <a:pt x="300248" y="260771"/>
                  <a:pt x="283224" y="283571"/>
                  <a:pt x="262921" y="283571"/>
                </a:cubicBezTo>
                <a:lnTo>
                  <a:pt x="37368" y="283571"/>
                </a:lnTo>
                <a:cubicBezTo>
                  <a:pt x="17034" y="283571"/>
                  <a:pt x="0" y="260771"/>
                  <a:pt x="0" y="233631"/>
                </a:cubicBezTo>
                <a:lnTo>
                  <a:pt x="0" y="49939"/>
                </a:lnTo>
                <a:close/>
                <a:moveTo>
                  <a:pt x="0" y="49939"/>
                </a:moveTo>
              </a:path>
            </a:pathLst>
          </a:custGeom>
          <a:noFill xmlns:a="http://schemas.openxmlformats.org/drawingml/2006/main"/>
          <a:ln xmlns:a="http://schemas.openxmlformats.org/drawingml/2006/main" w="61135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28871-FEFF-4589-BA43-CE66C8E6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110" y="1737560"/>
            <a:ext cx="291741" cy="361220"/>
          </a:xfrm>
          <a:custGeom xmlns:a="http://schemas.openxmlformats.org/drawingml/2006/main">
            <a:pathLst>
              <a:path w="291741" h="361220">
                <a:moveTo>
                  <a:pt x="286209" y="232358"/>
                </a:moveTo>
                <a:cubicBezTo>
                  <a:pt x="278212" y="243819"/>
                  <a:pt x="273556" y="242189"/>
                  <a:pt x="230453" y="213063"/>
                </a:cubicBezTo>
                <a:cubicBezTo>
                  <a:pt x="208733" y="198372"/>
                  <a:pt x="190344" y="186320"/>
                  <a:pt x="189509" y="186320"/>
                </a:cubicBezTo>
                <a:cubicBezTo>
                  <a:pt x="188714" y="186280"/>
                  <a:pt x="187278" y="225634"/>
                  <a:pt x="186280" y="273750"/>
                </a:cubicBezTo>
                <a:lnTo>
                  <a:pt x="184537" y="361220"/>
                </a:lnTo>
                <a:lnTo>
                  <a:pt x="143268" y="360344"/>
                </a:lnTo>
                <a:lnTo>
                  <a:pt x="101916" y="359509"/>
                </a:lnTo>
                <a:lnTo>
                  <a:pt x="103750" y="271356"/>
                </a:lnTo>
                <a:cubicBezTo>
                  <a:pt x="105146" y="203395"/>
                  <a:pt x="104310" y="183926"/>
                  <a:pt x="100093" y="186402"/>
                </a:cubicBezTo>
                <a:cubicBezTo>
                  <a:pt x="97026" y="188144"/>
                  <a:pt x="77008" y="200206"/>
                  <a:pt x="55481" y="213144"/>
                </a:cubicBezTo>
                <a:cubicBezTo>
                  <a:pt x="14884" y="237492"/>
                  <a:pt x="4218" y="237299"/>
                  <a:pt x="1396" y="211983"/>
                </a:cubicBezTo>
                <a:cubicBezTo>
                  <a:pt x="0" y="199371"/>
                  <a:pt x="131287" y="6408"/>
                  <a:pt x="145570" y="0"/>
                </a:cubicBezTo>
                <a:cubicBezTo>
                  <a:pt x="194919" y="66178"/>
                  <a:pt x="246417" y="145132"/>
                  <a:pt x="291741" y="217830"/>
                </a:cubicBezTo>
                <a:cubicBezTo>
                  <a:pt x="291660" y="221620"/>
                  <a:pt x="289194" y="228140"/>
                  <a:pt x="286209" y="232358"/>
                </a:cubicBezTo>
                <a:close/>
                <a:moveTo>
                  <a:pt x="286209" y="232358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D27E8-D7DC-4702-B4D1-56991EBC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110" y="1737560"/>
            <a:ext cx="291741" cy="361220"/>
          </a:xfrm>
          <a:custGeom xmlns:a="http://schemas.openxmlformats.org/drawingml/2006/main">
            <a:pathLst>
              <a:path w="291741" h="361220" fill="none">
                <a:moveTo>
                  <a:pt x="286209" y="232358"/>
                </a:moveTo>
                <a:cubicBezTo>
                  <a:pt x="278212" y="243819"/>
                  <a:pt x="273556" y="242189"/>
                  <a:pt x="230453" y="213063"/>
                </a:cubicBezTo>
                <a:cubicBezTo>
                  <a:pt x="208733" y="198372"/>
                  <a:pt x="190344" y="186320"/>
                  <a:pt x="189509" y="186320"/>
                </a:cubicBezTo>
                <a:cubicBezTo>
                  <a:pt x="188714" y="186280"/>
                  <a:pt x="187278" y="225634"/>
                  <a:pt x="186280" y="273750"/>
                </a:cubicBezTo>
                <a:lnTo>
                  <a:pt x="184537" y="361220"/>
                </a:lnTo>
                <a:lnTo>
                  <a:pt x="143268" y="360344"/>
                </a:lnTo>
                <a:lnTo>
                  <a:pt x="101916" y="359509"/>
                </a:lnTo>
                <a:lnTo>
                  <a:pt x="103750" y="271356"/>
                </a:lnTo>
                <a:cubicBezTo>
                  <a:pt x="105146" y="203395"/>
                  <a:pt x="104310" y="183926"/>
                  <a:pt x="100093" y="186402"/>
                </a:cubicBezTo>
                <a:cubicBezTo>
                  <a:pt x="97026" y="188144"/>
                  <a:pt x="77008" y="200206"/>
                  <a:pt x="55481" y="213144"/>
                </a:cubicBezTo>
                <a:cubicBezTo>
                  <a:pt x="14884" y="237492"/>
                  <a:pt x="4218" y="237299"/>
                  <a:pt x="1396" y="211983"/>
                </a:cubicBezTo>
                <a:cubicBezTo>
                  <a:pt x="0" y="199371"/>
                  <a:pt x="131287" y="6408"/>
                  <a:pt x="145570" y="0"/>
                </a:cubicBezTo>
                <a:cubicBezTo>
                  <a:pt x="194919" y="66178"/>
                  <a:pt x="246417" y="145132"/>
                  <a:pt x="291741" y="217830"/>
                </a:cubicBezTo>
                <a:cubicBezTo>
                  <a:pt x="291660" y="221620"/>
                  <a:pt x="289194" y="228140"/>
                  <a:pt x="286209" y="232358"/>
                </a:cubicBezTo>
                <a:close/>
                <a:moveTo>
                  <a:pt x="286209" y="232358"/>
                </a:moveTo>
              </a:path>
            </a:pathLst>
          </a:custGeom>
          <a:noFill xmlns:a="http://schemas.openxmlformats.org/drawingml/2006/main"/>
          <a:ln xmlns:a="http://schemas.openxmlformats.org/drawingml/2006/main" w="61125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87B6F-B7FE-4524-A334-6EEA9087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11" y="2062563"/>
            <a:ext cx="129891" cy="129891"/>
          </a:xfrm>
          <a:custGeom xmlns:a="http://schemas.openxmlformats.org/drawingml/2006/main">
            <a:pathLst>
              <a:path w="129891" h="129891">
                <a:moveTo>
                  <a:pt x="0" y="64946"/>
                </a:moveTo>
                <a:cubicBezTo>
                  <a:pt x="0" y="29085"/>
                  <a:pt x="29096" y="0"/>
                  <a:pt x="64946" y="0"/>
                </a:cubicBezTo>
                <a:cubicBezTo>
                  <a:pt x="100847" y="0"/>
                  <a:pt x="129891" y="29085"/>
                  <a:pt x="129891" y="64946"/>
                </a:cubicBezTo>
                <a:cubicBezTo>
                  <a:pt x="129891" y="100806"/>
                  <a:pt x="100847" y="129891"/>
                  <a:pt x="64946" y="129891"/>
                </a:cubicBezTo>
                <a:cubicBezTo>
                  <a:pt x="29096" y="129891"/>
                  <a:pt x="0" y="100806"/>
                  <a:pt x="0" y="64946"/>
                </a:cubicBezTo>
                <a:close/>
                <a:moveTo>
                  <a:pt x="0" y="64946"/>
                </a:moveTo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AFE57-2A35-4A23-AC4E-78604E9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11" y="2062563"/>
            <a:ext cx="129891" cy="129891"/>
          </a:xfrm>
          <a:custGeom xmlns:a="http://schemas.openxmlformats.org/drawingml/2006/main">
            <a:pathLst>
              <a:path w="129891" h="129891" fill="none">
                <a:moveTo>
                  <a:pt x="0" y="64946"/>
                </a:moveTo>
                <a:cubicBezTo>
                  <a:pt x="0" y="29085"/>
                  <a:pt x="29096" y="0"/>
                  <a:pt x="64946" y="0"/>
                </a:cubicBezTo>
                <a:cubicBezTo>
                  <a:pt x="100847" y="0"/>
                  <a:pt x="129891" y="29085"/>
                  <a:pt x="129891" y="64946"/>
                </a:cubicBezTo>
                <a:cubicBezTo>
                  <a:pt x="129891" y="100806"/>
                  <a:pt x="100847" y="129891"/>
                  <a:pt x="64946" y="129891"/>
                </a:cubicBezTo>
                <a:cubicBezTo>
                  <a:pt x="29096" y="129891"/>
                  <a:pt x="0" y="100806"/>
                  <a:pt x="0" y="64946"/>
                </a:cubicBezTo>
                <a:close/>
                <a:moveTo>
                  <a:pt x="0" y="64946"/>
                </a:moveTo>
              </a:path>
            </a:pathLst>
          </a:custGeom>
          <a:noFill xmlns:a="http://schemas.openxmlformats.org/drawingml/2006/main"/>
          <a:ln xmlns:a="http://schemas.openxmlformats.org/drawingml/2006/main" w="10188" cap="flat">
            <a:solidFill>
              <a:srgbClr val="0000FF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4264C-D9B0-42B7-9C60-96CD9B7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84" y="1317598"/>
            <a:ext cx="99329" cy="664382"/>
          </a:xfrm>
          <a:custGeom xmlns:a="http://schemas.openxmlformats.org/drawingml/2006/main">
            <a:pathLst>
              <a:path w="99329" h="664382">
                <a:moveTo>
                  <a:pt x="63356" y="399546"/>
                </a:moveTo>
                <a:lnTo>
                  <a:pt x="63754" y="366436"/>
                </a:lnTo>
                <a:lnTo>
                  <a:pt x="30644" y="366039"/>
                </a:lnTo>
                <a:lnTo>
                  <a:pt x="30247" y="399149"/>
                </a:lnTo>
                <a:lnTo>
                  <a:pt x="63356" y="399546"/>
                </a:lnTo>
                <a:close/>
                <a:moveTo>
                  <a:pt x="62562" y="465765"/>
                </a:moveTo>
                <a:lnTo>
                  <a:pt x="62959" y="432655"/>
                </a:lnTo>
                <a:lnTo>
                  <a:pt x="29850" y="432258"/>
                </a:lnTo>
                <a:lnTo>
                  <a:pt x="29452" y="465368"/>
                </a:lnTo>
                <a:lnTo>
                  <a:pt x="62562" y="465765"/>
                </a:lnTo>
                <a:close/>
                <a:moveTo>
                  <a:pt x="28658" y="531587"/>
                </a:moveTo>
                <a:lnTo>
                  <a:pt x="61767" y="531984"/>
                </a:lnTo>
                <a:lnTo>
                  <a:pt x="62164" y="498875"/>
                </a:lnTo>
                <a:lnTo>
                  <a:pt x="29055" y="498477"/>
                </a:lnTo>
                <a:lnTo>
                  <a:pt x="28658" y="531587"/>
                </a:lnTo>
                <a:close/>
                <a:moveTo>
                  <a:pt x="60962" y="598203"/>
                </a:moveTo>
                <a:lnTo>
                  <a:pt x="61370" y="565094"/>
                </a:lnTo>
                <a:lnTo>
                  <a:pt x="28260" y="564696"/>
                </a:lnTo>
                <a:lnTo>
                  <a:pt x="27853" y="597806"/>
                </a:lnTo>
                <a:lnTo>
                  <a:pt x="60962" y="598203"/>
                </a:lnTo>
                <a:close/>
                <a:moveTo>
                  <a:pt x="60127" y="664382"/>
                </a:moveTo>
                <a:lnTo>
                  <a:pt x="60534" y="631313"/>
                </a:lnTo>
                <a:lnTo>
                  <a:pt x="27455" y="630875"/>
                </a:lnTo>
                <a:lnTo>
                  <a:pt x="27017" y="663984"/>
                </a:lnTo>
                <a:lnTo>
                  <a:pt x="60127" y="664382"/>
                </a:lnTo>
                <a:close/>
                <a:moveTo>
                  <a:pt x="0" y="164947"/>
                </a:moveTo>
                <a:lnTo>
                  <a:pt x="33623" y="121223"/>
                </a:lnTo>
                <a:lnTo>
                  <a:pt x="33466" y="134272"/>
                </a:lnTo>
                <a:lnTo>
                  <a:pt x="66576" y="134669"/>
                </a:lnTo>
                <a:lnTo>
                  <a:pt x="66733" y="121580"/>
                </a:lnTo>
                <a:lnTo>
                  <a:pt x="99329" y="166149"/>
                </a:lnTo>
                <a:lnTo>
                  <a:pt x="51651" y="0"/>
                </a:lnTo>
                <a:lnTo>
                  <a:pt x="0" y="164947"/>
                </a:lnTo>
                <a:close/>
                <a:moveTo>
                  <a:pt x="51975" y="101402"/>
                </a:moveTo>
                <a:lnTo>
                  <a:pt x="48896" y="101361"/>
                </a:lnTo>
                <a:lnTo>
                  <a:pt x="50459" y="99329"/>
                </a:lnTo>
                <a:lnTo>
                  <a:pt x="51975" y="101402"/>
                </a:lnTo>
                <a:close/>
                <a:moveTo>
                  <a:pt x="32672" y="200491"/>
                </a:moveTo>
                <a:lnTo>
                  <a:pt x="65781" y="200888"/>
                </a:lnTo>
                <a:lnTo>
                  <a:pt x="66178" y="167779"/>
                </a:lnTo>
                <a:lnTo>
                  <a:pt x="33069" y="167382"/>
                </a:lnTo>
                <a:lnTo>
                  <a:pt x="32672" y="200491"/>
                </a:lnTo>
                <a:close/>
                <a:moveTo>
                  <a:pt x="64986" y="267108"/>
                </a:moveTo>
                <a:lnTo>
                  <a:pt x="65384" y="233998"/>
                </a:lnTo>
                <a:lnTo>
                  <a:pt x="32274" y="233601"/>
                </a:lnTo>
                <a:lnTo>
                  <a:pt x="31877" y="266710"/>
                </a:lnTo>
                <a:lnTo>
                  <a:pt x="64986" y="267108"/>
                </a:lnTo>
                <a:close/>
                <a:moveTo>
                  <a:pt x="64151" y="333327"/>
                </a:moveTo>
                <a:lnTo>
                  <a:pt x="64589" y="300217"/>
                </a:lnTo>
                <a:lnTo>
                  <a:pt x="31480" y="299820"/>
                </a:lnTo>
                <a:lnTo>
                  <a:pt x="31082" y="332929"/>
                </a:lnTo>
                <a:lnTo>
                  <a:pt x="64151" y="333327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66B85-0CEB-4889-AB28-CAFF455B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88" y="1848625"/>
            <a:ext cx="122251" cy="129891"/>
          </a:xfrm>
          <a:custGeom xmlns:a="http://schemas.openxmlformats.org/drawingml/2006/main">
            <a:pathLst>
              <a:path w="122251" h="129891">
                <a:moveTo>
                  <a:pt x="61125" y="0"/>
                </a:moveTo>
                <a:cubicBezTo>
                  <a:pt x="94917" y="0"/>
                  <a:pt x="122251" y="29085"/>
                  <a:pt x="122251" y="64946"/>
                </a:cubicBezTo>
                <a:cubicBezTo>
                  <a:pt x="122251" y="100806"/>
                  <a:pt x="94917" y="129891"/>
                  <a:pt x="61125" y="129891"/>
                </a:cubicBezTo>
                <a:cubicBezTo>
                  <a:pt x="27384" y="129891"/>
                  <a:pt x="0" y="100806"/>
                  <a:pt x="0" y="64946"/>
                </a:cubicBezTo>
                <a:cubicBezTo>
                  <a:pt x="0" y="29085"/>
                  <a:pt x="27384" y="0"/>
                  <a:pt x="61125" y="0"/>
                </a:cubicBezTo>
                <a:close/>
                <a:moveTo>
                  <a:pt x="61125" y="0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35398-876A-48D2-A032-19898339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88" y="1848625"/>
            <a:ext cx="122251" cy="129891"/>
          </a:xfrm>
          <a:custGeom xmlns:a="http://schemas.openxmlformats.org/drawingml/2006/main">
            <a:pathLst>
              <a:path w="122251" h="129891" fill="none">
                <a:moveTo>
                  <a:pt x="61125" y="0"/>
                </a:moveTo>
                <a:cubicBezTo>
                  <a:pt x="94917" y="0"/>
                  <a:pt x="122251" y="29085"/>
                  <a:pt x="122251" y="64946"/>
                </a:cubicBezTo>
                <a:cubicBezTo>
                  <a:pt x="122251" y="100806"/>
                  <a:pt x="94917" y="129891"/>
                  <a:pt x="61125" y="129891"/>
                </a:cubicBezTo>
                <a:cubicBezTo>
                  <a:pt x="27384" y="129891"/>
                  <a:pt x="0" y="100806"/>
                  <a:pt x="0" y="64946"/>
                </a:cubicBezTo>
                <a:cubicBezTo>
                  <a:pt x="0" y="29085"/>
                  <a:pt x="27384" y="0"/>
                  <a:pt x="61125" y="0"/>
                </a:cubicBezTo>
                <a:close/>
                <a:moveTo>
                  <a:pt x="6112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188" cap="flat">
            <a:solidFill>
              <a:srgbClr val="FF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5F970-E350-4881-8F9C-F8E0E2B7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742" y="1088378"/>
            <a:ext cx="774142" cy="1037501"/>
          </a:xfrm>
          <a:custGeom xmlns:a="http://schemas.openxmlformats.org/drawingml/2006/main">
            <a:pathLst>
              <a:path w="774142" h="1037501">
                <a:moveTo>
                  <a:pt x="388839" y="427358"/>
                </a:moveTo>
                <a:lnTo>
                  <a:pt x="379212" y="428081"/>
                </a:lnTo>
                <a:lnTo>
                  <a:pt x="355495" y="430424"/>
                </a:lnTo>
                <a:lnTo>
                  <a:pt x="358755" y="463371"/>
                </a:lnTo>
                <a:lnTo>
                  <a:pt x="382319" y="461028"/>
                </a:lnTo>
                <a:lnTo>
                  <a:pt x="381921" y="461069"/>
                </a:lnTo>
                <a:lnTo>
                  <a:pt x="391304" y="460355"/>
                </a:lnTo>
                <a:lnTo>
                  <a:pt x="388839" y="427358"/>
                </a:lnTo>
                <a:close/>
                <a:moveTo>
                  <a:pt x="301531" y="481596"/>
                </a:moveTo>
                <a:lnTo>
                  <a:pt x="318718" y="473379"/>
                </a:lnTo>
                <a:lnTo>
                  <a:pt x="329629" y="470176"/>
                </a:lnTo>
                <a:lnTo>
                  <a:pt x="320317" y="438381"/>
                </a:lnTo>
                <a:lnTo>
                  <a:pt x="306788" y="442364"/>
                </a:lnTo>
                <a:lnTo>
                  <a:pt x="287208" y="451757"/>
                </a:lnTo>
                <a:lnTo>
                  <a:pt x="301531" y="481596"/>
                </a:lnTo>
                <a:close/>
                <a:moveTo>
                  <a:pt x="249636" y="514951"/>
                </a:moveTo>
                <a:lnTo>
                  <a:pt x="256990" y="508681"/>
                </a:lnTo>
                <a:lnTo>
                  <a:pt x="274871" y="496807"/>
                </a:lnTo>
                <a:lnTo>
                  <a:pt x="256523" y="469229"/>
                </a:lnTo>
                <a:lnTo>
                  <a:pt x="236983" y="482238"/>
                </a:lnTo>
                <a:lnTo>
                  <a:pt x="228110" y="489757"/>
                </a:lnTo>
                <a:lnTo>
                  <a:pt x="249636" y="514951"/>
                </a:lnTo>
                <a:close/>
                <a:moveTo>
                  <a:pt x="203038" y="559440"/>
                </a:moveTo>
                <a:lnTo>
                  <a:pt x="225838" y="535448"/>
                </a:lnTo>
                <a:lnTo>
                  <a:pt x="201887" y="512638"/>
                </a:lnTo>
                <a:lnTo>
                  <a:pt x="179046" y="536599"/>
                </a:lnTo>
                <a:lnTo>
                  <a:pt x="203038" y="559440"/>
                </a:lnTo>
                <a:close/>
                <a:moveTo>
                  <a:pt x="163918" y="609226"/>
                </a:moveTo>
                <a:lnTo>
                  <a:pt x="170442" y="599459"/>
                </a:lnTo>
                <a:lnTo>
                  <a:pt x="182867" y="583757"/>
                </a:lnTo>
                <a:lnTo>
                  <a:pt x="156919" y="563178"/>
                </a:lnTo>
                <a:lnTo>
                  <a:pt x="143543" y="580059"/>
                </a:lnTo>
                <a:lnTo>
                  <a:pt x="136381" y="590797"/>
                </a:lnTo>
                <a:lnTo>
                  <a:pt x="163918" y="609226"/>
                </a:lnTo>
                <a:close/>
                <a:moveTo>
                  <a:pt x="129698" y="664422"/>
                </a:moveTo>
                <a:lnTo>
                  <a:pt x="144252" y="638647"/>
                </a:lnTo>
                <a:lnTo>
                  <a:pt x="145499" y="636763"/>
                </a:lnTo>
                <a:lnTo>
                  <a:pt x="117992" y="618334"/>
                </a:lnTo>
                <a:lnTo>
                  <a:pt x="116209" y="620962"/>
                </a:lnTo>
                <a:lnTo>
                  <a:pt x="100887" y="648102"/>
                </a:lnTo>
                <a:lnTo>
                  <a:pt x="129698" y="664422"/>
                </a:lnTo>
                <a:close/>
                <a:moveTo>
                  <a:pt x="100531" y="722563"/>
                </a:moveTo>
                <a:lnTo>
                  <a:pt x="114814" y="692673"/>
                </a:lnTo>
                <a:lnTo>
                  <a:pt x="84883" y="678430"/>
                </a:lnTo>
                <a:lnTo>
                  <a:pt x="70681" y="708310"/>
                </a:lnTo>
                <a:lnTo>
                  <a:pt x="100531" y="722563"/>
                </a:lnTo>
                <a:close/>
                <a:moveTo>
                  <a:pt x="77242" y="782129"/>
                </a:moveTo>
                <a:lnTo>
                  <a:pt x="79834" y="774084"/>
                </a:lnTo>
                <a:lnTo>
                  <a:pt x="88510" y="752209"/>
                </a:lnTo>
                <a:lnTo>
                  <a:pt x="57743" y="739994"/>
                </a:lnTo>
                <a:lnTo>
                  <a:pt x="48717" y="762671"/>
                </a:lnTo>
                <a:lnTo>
                  <a:pt x="45732" y="771983"/>
                </a:lnTo>
                <a:lnTo>
                  <a:pt x="77242" y="782129"/>
                </a:lnTo>
                <a:close/>
                <a:moveTo>
                  <a:pt x="58578" y="844498"/>
                </a:moveTo>
                <a:lnTo>
                  <a:pt x="63666" y="824276"/>
                </a:lnTo>
                <a:lnTo>
                  <a:pt x="67055" y="813650"/>
                </a:lnTo>
                <a:lnTo>
                  <a:pt x="35544" y="803503"/>
                </a:lnTo>
                <a:lnTo>
                  <a:pt x="31918" y="814842"/>
                </a:lnTo>
                <a:lnTo>
                  <a:pt x="26467" y="836450"/>
                </a:lnTo>
                <a:lnTo>
                  <a:pt x="58578" y="844498"/>
                </a:lnTo>
                <a:close/>
                <a:moveTo>
                  <a:pt x="44856" y="908129"/>
                </a:moveTo>
                <a:lnTo>
                  <a:pt x="50785" y="875529"/>
                </a:lnTo>
                <a:lnTo>
                  <a:pt x="18195" y="869641"/>
                </a:lnTo>
                <a:lnTo>
                  <a:pt x="12256" y="902200"/>
                </a:lnTo>
                <a:lnTo>
                  <a:pt x="44856" y="908129"/>
                </a:lnTo>
                <a:close/>
                <a:moveTo>
                  <a:pt x="39915" y="939680"/>
                </a:moveTo>
                <a:lnTo>
                  <a:pt x="7009" y="936023"/>
                </a:lnTo>
                <a:lnTo>
                  <a:pt x="3342" y="968929"/>
                </a:lnTo>
                <a:lnTo>
                  <a:pt x="36258" y="972596"/>
                </a:lnTo>
                <a:lnTo>
                  <a:pt x="39915" y="939680"/>
                </a:lnTo>
                <a:close/>
                <a:moveTo>
                  <a:pt x="34312" y="1004432"/>
                </a:moveTo>
                <a:lnTo>
                  <a:pt x="1233" y="1003199"/>
                </a:lnTo>
                <a:lnTo>
                  <a:pt x="0" y="1036268"/>
                </a:lnTo>
                <a:lnTo>
                  <a:pt x="33069" y="1037501"/>
                </a:lnTo>
                <a:lnTo>
                  <a:pt x="34312" y="1004432"/>
                </a:lnTo>
                <a:close/>
                <a:moveTo>
                  <a:pt x="743733" y="123921"/>
                </a:moveTo>
                <a:lnTo>
                  <a:pt x="744819" y="119424"/>
                </a:lnTo>
                <a:lnTo>
                  <a:pt x="774142" y="170326"/>
                </a:lnTo>
                <a:lnTo>
                  <a:pt x="744812" y="0"/>
                </a:lnTo>
                <a:lnTo>
                  <a:pt x="675568" y="158345"/>
                </a:lnTo>
                <a:lnTo>
                  <a:pt x="715208" y="116998"/>
                </a:lnTo>
                <a:lnTo>
                  <a:pt x="743733" y="123921"/>
                </a:lnTo>
                <a:close/>
                <a:moveTo>
                  <a:pt x="701750" y="146242"/>
                </a:moveTo>
                <a:lnTo>
                  <a:pt x="698049" y="157269"/>
                </a:lnTo>
                <a:lnTo>
                  <a:pt x="690136" y="175735"/>
                </a:lnTo>
                <a:lnTo>
                  <a:pt x="720535" y="188826"/>
                </a:lnTo>
                <a:lnTo>
                  <a:pt x="728971" y="169164"/>
                </a:lnTo>
                <a:lnTo>
                  <a:pt x="733148" y="156756"/>
                </a:lnTo>
                <a:lnTo>
                  <a:pt x="701750" y="146242"/>
                </a:lnTo>
                <a:close/>
                <a:moveTo>
                  <a:pt x="676760" y="204546"/>
                </a:moveTo>
                <a:lnTo>
                  <a:pt x="663398" y="229779"/>
                </a:lnTo>
                <a:lnTo>
                  <a:pt x="661916" y="231889"/>
                </a:lnTo>
                <a:lnTo>
                  <a:pt x="689137" y="250746"/>
                </a:lnTo>
                <a:lnTo>
                  <a:pt x="691766" y="246967"/>
                </a:lnTo>
                <a:lnTo>
                  <a:pt x="706008" y="220031"/>
                </a:lnTo>
                <a:lnTo>
                  <a:pt x="676760" y="204546"/>
                </a:lnTo>
                <a:close/>
                <a:moveTo>
                  <a:pt x="670311" y="277968"/>
                </a:moveTo>
                <a:lnTo>
                  <a:pt x="643049" y="259110"/>
                </a:lnTo>
                <a:lnTo>
                  <a:pt x="624232" y="286321"/>
                </a:lnTo>
                <a:lnTo>
                  <a:pt x="651454" y="305189"/>
                </a:lnTo>
                <a:lnTo>
                  <a:pt x="670311" y="277968"/>
                </a:lnTo>
                <a:close/>
                <a:moveTo>
                  <a:pt x="604611" y="310405"/>
                </a:moveTo>
                <a:lnTo>
                  <a:pt x="592289" y="324200"/>
                </a:lnTo>
                <a:lnTo>
                  <a:pt x="582728" y="333286"/>
                </a:lnTo>
                <a:lnTo>
                  <a:pt x="605447" y="357318"/>
                </a:lnTo>
                <a:lnTo>
                  <a:pt x="616276" y="347090"/>
                </a:lnTo>
                <a:lnTo>
                  <a:pt x="629326" y="332410"/>
                </a:lnTo>
                <a:lnTo>
                  <a:pt x="604611" y="310405"/>
                </a:lnTo>
                <a:close/>
                <a:moveTo>
                  <a:pt x="559328" y="354496"/>
                </a:moveTo>
                <a:lnTo>
                  <a:pt x="536366" y="372614"/>
                </a:lnTo>
                <a:lnTo>
                  <a:pt x="534450" y="373832"/>
                </a:lnTo>
                <a:lnTo>
                  <a:pt x="552319" y="401695"/>
                </a:lnTo>
                <a:lnTo>
                  <a:pt x="555426" y="399739"/>
                </a:lnTo>
                <a:lnTo>
                  <a:pt x="579815" y="380485"/>
                </a:lnTo>
                <a:lnTo>
                  <a:pt x="559328" y="354496"/>
                </a:lnTo>
                <a:close/>
                <a:moveTo>
                  <a:pt x="506597" y="391701"/>
                </a:moveTo>
                <a:lnTo>
                  <a:pt x="506241" y="391925"/>
                </a:lnTo>
                <a:lnTo>
                  <a:pt x="478581" y="405750"/>
                </a:lnTo>
                <a:lnTo>
                  <a:pt x="493383" y="435355"/>
                </a:lnTo>
                <a:lnTo>
                  <a:pt x="522550" y="420797"/>
                </a:lnTo>
                <a:lnTo>
                  <a:pt x="524466" y="419564"/>
                </a:lnTo>
                <a:lnTo>
                  <a:pt x="506631" y="391754"/>
                </a:lnTo>
                <a:lnTo>
                  <a:pt x="506994" y="391549"/>
                </a:lnTo>
                <a:lnTo>
                  <a:pt x="506619" y="391736"/>
                </a:lnTo>
                <a:lnTo>
                  <a:pt x="506597" y="391701"/>
                </a:lnTo>
                <a:close/>
                <a:moveTo>
                  <a:pt x="444017" y="418627"/>
                </a:moveTo>
                <a:lnTo>
                  <a:pt x="419361" y="424057"/>
                </a:lnTo>
                <a:lnTo>
                  <a:pt x="426492" y="456372"/>
                </a:lnTo>
                <a:lnTo>
                  <a:pt x="453194" y="450524"/>
                </a:lnTo>
                <a:lnTo>
                  <a:pt x="460630" y="447855"/>
                </a:lnTo>
                <a:lnTo>
                  <a:pt x="449414" y="416692"/>
                </a:lnTo>
                <a:lnTo>
                  <a:pt x="444017" y="418627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FBF8F-99CA-4A62-A470-26C19CEC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47" y="1897016"/>
            <a:ext cx="1037501" cy="774173"/>
          </a:xfrm>
          <a:custGeom xmlns:a="http://schemas.openxmlformats.org/drawingml/2006/main">
            <a:pathLst>
              <a:path w="1037501" h="774173">
                <a:moveTo>
                  <a:pt x="57305" y="2109"/>
                </a:moveTo>
                <a:lnTo>
                  <a:pt x="1233" y="0"/>
                </a:lnTo>
                <a:lnTo>
                  <a:pt x="0" y="33110"/>
                </a:lnTo>
                <a:lnTo>
                  <a:pt x="54743" y="35152"/>
                </a:lnTo>
                <a:lnTo>
                  <a:pt x="108622" y="41116"/>
                </a:lnTo>
                <a:lnTo>
                  <a:pt x="129372" y="44886"/>
                </a:lnTo>
                <a:lnTo>
                  <a:pt x="135301" y="12296"/>
                </a:lnTo>
                <a:lnTo>
                  <a:pt x="113489" y="8354"/>
                </a:lnTo>
                <a:lnTo>
                  <a:pt x="57305" y="2109"/>
                </a:lnTo>
                <a:close/>
                <a:moveTo>
                  <a:pt x="274820" y="48747"/>
                </a:moveTo>
                <a:lnTo>
                  <a:pt x="233998" y="35575"/>
                </a:lnTo>
                <a:lnTo>
                  <a:pt x="223851" y="67095"/>
                </a:lnTo>
                <a:lnTo>
                  <a:pt x="263587" y="79932"/>
                </a:lnTo>
                <a:lnTo>
                  <a:pt x="311862" y="99081"/>
                </a:lnTo>
                <a:lnTo>
                  <a:pt x="344818" y="114814"/>
                </a:lnTo>
                <a:lnTo>
                  <a:pt x="359071" y="84923"/>
                </a:lnTo>
                <a:lnTo>
                  <a:pt x="324810" y="68562"/>
                </a:lnTo>
                <a:lnTo>
                  <a:pt x="274820" y="48747"/>
                </a:lnTo>
                <a:close/>
                <a:moveTo>
                  <a:pt x="457442" y="143583"/>
                </a:moveTo>
                <a:lnTo>
                  <a:pt x="446694" y="136422"/>
                </a:lnTo>
                <a:lnTo>
                  <a:pt x="428275" y="163918"/>
                </a:lnTo>
                <a:lnTo>
                  <a:pt x="437970" y="170394"/>
                </a:lnTo>
                <a:lnTo>
                  <a:pt x="472396" y="197687"/>
                </a:lnTo>
                <a:lnTo>
                  <a:pt x="503068" y="226848"/>
                </a:lnTo>
                <a:lnTo>
                  <a:pt x="522550" y="249636"/>
                </a:lnTo>
                <a:lnTo>
                  <a:pt x="547734" y="228150"/>
                </a:lnTo>
                <a:lnTo>
                  <a:pt x="527247" y="204148"/>
                </a:lnTo>
                <a:lnTo>
                  <a:pt x="494494" y="172954"/>
                </a:lnTo>
                <a:lnTo>
                  <a:pt x="457442" y="143583"/>
                </a:lnTo>
                <a:close/>
                <a:moveTo>
                  <a:pt x="573198" y="349727"/>
                </a:moveTo>
                <a:lnTo>
                  <a:pt x="576473" y="382309"/>
                </a:lnTo>
                <a:lnTo>
                  <a:pt x="576432" y="381911"/>
                </a:lnTo>
                <a:lnTo>
                  <a:pt x="579061" y="417170"/>
                </a:lnTo>
                <a:lnTo>
                  <a:pt x="586977" y="453183"/>
                </a:lnTo>
                <a:lnTo>
                  <a:pt x="589646" y="460671"/>
                </a:lnTo>
                <a:lnTo>
                  <a:pt x="620799" y="449445"/>
                </a:lnTo>
                <a:lnTo>
                  <a:pt x="618851" y="443989"/>
                </a:lnTo>
                <a:lnTo>
                  <a:pt x="611868" y="412231"/>
                </a:lnTo>
                <a:lnTo>
                  <a:pt x="609420" y="379252"/>
                </a:lnTo>
                <a:lnTo>
                  <a:pt x="605844" y="343433"/>
                </a:lnTo>
                <a:lnTo>
                  <a:pt x="599110" y="320348"/>
                </a:lnTo>
                <a:lnTo>
                  <a:pt x="567315" y="329659"/>
                </a:lnTo>
                <a:lnTo>
                  <a:pt x="573198" y="349727"/>
                </a:lnTo>
                <a:close/>
                <a:moveTo>
                  <a:pt x="690401" y="616307"/>
                </a:moveTo>
                <a:lnTo>
                  <a:pt x="721605" y="644047"/>
                </a:lnTo>
                <a:lnTo>
                  <a:pt x="732312" y="651484"/>
                </a:lnTo>
                <a:lnTo>
                  <a:pt x="751129" y="624263"/>
                </a:lnTo>
                <a:lnTo>
                  <a:pt x="742047" y="617939"/>
                </a:lnTo>
                <a:lnTo>
                  <a:pt x="713311" y="592337"/>
                </a:lnTo>
                <a:lnTo>
                  <a:pt x="687513" y="565056"/>
                </a:lnTo>
                <a:lnTo>
                  <a:pt x="664836" y="536291"/>
                </a:lnTo>
                <a:lnTo>
                  <a:pt x="663658" y="534490"/>
                </a:lnTo>
                <a:lnTo>
                  <a:pt x="635806" y="552359"/>
                </a:lnTo>
                <a:lnTo>
                  <a:pt x="637751" y="555426"/>
                </a:lnTo>
                <a:lnTo>
                  <a:pt x="662426" y="586742"/>
                </a:lnTo>
                <a:lnTo>
                  <a:pt x="690401" y="616307"/>
                </a:lnTo>
                <a:close/>
                <a:moveTo>
                  <a:pt x="909362" y="742734"/>
                </a:moveTo>
                <a:lnTo>
                  <a:pt x="918053" y="744842"/>
                </a:lnTo>
                <a:lnTo>
                  <a:pt x="867175" y="774173"/>
                </a:lnTo>
                <a:lnTo>
                  <a:pt x="1037501" y="744802"/>
                </a:lnTo>
                <a:lnTo>
                  <a:pt x="879156" y="675568"/>
                </a:lnTo>
                <a:lnTo>
                  <a:pt x="914693" y="709638"/>
                </a:lnTo>
                <a:lnTo>
                  <a:pt x="880234" y="698089"/>
                </a:lnTo>
                <a:lnTo>
                  <a:pt x="843229" y="682201"/>
                </a:lnTo>
                <a:lnTo>
                  <a:pt x="832955" y="676760"/>
                </a:lnTo>
                <a:lnTo>
                  <a:pt x="817470" y="706049"/>
                </a:lnTo>
                <a:lnTo>
                  <a:pt x="828727" y="711978"/>
                </a:lnTo>
                <a:lnTo>
                  <a:pt x="868326" y="729012"/>
                </a:lnTo>
                <a:lnTo>
                  <a:pt x="909362" y="74273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OS">
            <a:extLst xmlns:a="http://schemas.openxmlformats.org/drawingml/2006/main">
              <a:ext uri="{FF2B5EF4-FFF2-40B4-BE49-F238E27FC236}">
                <a16:creationId xmlns:a16="http://schemas.microsoft.com/office/drawing/2014/main" id="{3EA7BC90-ABF4-4AF8-ADA8-1A7E87A6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709" y="1972848"/>
            <a:ext cx="230146" cy="126787"/>
          </a:xfrm>
          <a:custGeom xmlns:a="http://schemas.openxmlformats.org/drawingml/2006/main">
            <a:pathLst>
              <a:path w="230146" h="126787">
                <a:moveTo>
                  <a:pt x="63662" y="895"/>
                </a:moveTo>
                <a:cubicBezTo>
                  <a:pt x="83003" y="179"/>
                  <a:pt x="98717" y="5820"/>
                  <a:pt x="110805" y="17818"/>
                </a:cubicBezTo>
                <a:cubicBezTo>
                  <a:pt x="122892" y="29817"/>
                  <a:pt x="128936" y="44829"/>
                  <a:pt x="128936" y="62856"/>
                </a:cubicBezTo>
                <a:cubicBezTo>
                  <a:pt x="128936" y="78257"/>
                  <a:pt x="124429" y="91807"/>
                  <a:pt x="115416" y="103507"/>
                </a:cubicBezTo>
                <a:cubicBezTo>
                  <a:pt x="103477" y="119027"/>
                  <a:pt x="86614" y="126787"/>
                  <a:pt x="64826" y="126787"/>
                </a:cubicBezTo>
                <a:cubicBezTo>
                  <a:pt x="42979" y="126787"/>
                  <a:pt x="26086" y="119385"/>
                  <a:pt x="14147" y="104582"/>
                </a:cubicBezTo>
                <a:cubicBezTo>
                  <a:pt x="4716" y="92882"/>
                  <a:pt x="0" y="79003"/>
                  <a:pt x="0" y="62946"/>
                </a:cubicBezTo>
                <a:cubicBezTo>
                  <a:pt x="0" y="44919"/>
                  <a:pt x="6133" y="29891"/>
                  <a:pt x="18400" y="17863"/>
                </a:cubicBezTo>
                <a:cubicBezTo>
                  <a:pt x="30667" y="5835"/>
                  <a:pt x="45754" y="179"/>
                  <a:pt x="63662" y="895"/>
                </a:cubicBezTo>
                <a:moveTo>
                  <a:pt x="64737" y="6626"/>
                </a:moveTo>
                <a:cubicBezTo>
                  <a:pt x="53634" y="6626"/>
                  <a:pt x="45187" y="12292"/>
                  <a:pt x="39397" y="23624"/>
                </a:cubicBezTo>
                <a:cubicBezTo>
                  <a:pt x="34681" y="32929"/>
                  <a:pt x="32324" y="46290"/>
                  <a:pt x="32324" y="63707"/>
                </a:cubicBezTo>
                <a:cubicBezTo>
                  <a:pt x="32324" y="84404"/>
                  <a:pt x="35965" y="99703"/>
                  <a:pt x="43247" y="109604"/>
                </a:cubicBezTo>
                <a:cubicBezTo>
                  <a:pt x="48321" y="116523"/>
                  <a:pt x="55425" y="119982"/>
                  <a:pt x="64558" y="119982"/>
                </a:cubicBezTo>
                <a:cubicBezTo>
                  <a:pt x="70706" y="119982"/>
                  <a:pt x="75840" y="118491"/>
                  <a:pt x="79958" y="115508"/>
                </a:cubicBezTo>
                <a:cubicBezTo>
                  <a:pt x="85211" y="111692"/>
                  <a:pt x="89300" y="105594"/>
                  <a:pt x="92225" y="97214"/>
                </a:cubicBezTo>
                <a:cubicBezTo>
                  <a:pt x="95150" y="88833"/>
                  <a:pt x="96613" y="77903"/>
                  <a:pt x="96613" y="64423"/>
                </a:cubicBezTo>
                <a:cubicBezTo>
                  <a:pt x="96613" y="48377"/>
                  <a:pt x="95120" y="36373"/>
                  <a:pt x="92136" y="28412"/>
                </a:cubicBezTo>
                <a:cubicBezTo>
                  <a:pt x="89151" y="20448"/>
                  <a:pt x="85346" y="14827"/>
                  <a:pt x="80719" y="11548"/>
                </a:cubicBezTo>
                <a:cubicBezTo>
                  <a:pt x="76093" y="8267"/>
                  <a:pt x="70766" y="6626"/>
                  <a:pt x="64737" y="6626"/>
                </a:cubicBezTo>
                <a:close/>
                <a:moveTo>
                  <a:pt x="221640" y="0"/>
                </a:moveTo>
                <a:lnTo>
                  <a:pt x="222625" y="40472"/>
                </a:lnTo>
                <a:lnTo>
                  <a:pt x="218954" y="40472"/>
                </a:lnTo>
                <a:cubicBezTo>
                  <a:pt x="217223" y="30350"/>
                  <a:pt x="212970" y="22208"/>
                  <a:pt x="206194" y="16047"/>
                </a:cubicBezTo>
                <a:cubicBezTo>
                  <a:pt x="199419" y="9886"/>
                  <a:pt x="192092" y="6805"/>
                  <a:pt x="184213" y="6805"/>
                </a:cubicBezTo>
                <a:cubicBezTo>
                  <a:pt x="178124" y="6805"/>
                  <a:pt x="173304" y="8427"/>
                  <a:pt x="169752" y="11671"/>
                </a:cubicBezTo>
                <a:cubicBezTo>
                  <a:pt x="166200" y="14913"/>
                  <a:pt x="164424" y="18647"/>
                  <a:pt x="164424" y="22872"/>
                </a:cubicBezTo>
                <a:cubicBezTo>
                  <a:pt x="164424" y="25548"/>
                  <a:pt x="165051" y="27929"/>
                  <a:pt x="166305" y="30012"/>
                </a:cubicBezTo>
                <a:cubicBezTo>
                  <a:pt x="168036" y="32809"/>
                  <a:pt x="170812" y="35575"/>
                  <a:pt x="174632" y="38312"/>
                </a:cubicBezTo>
                <a:cubicBezTo>
                  <a:pt x="177438" y="40276"/>
                  <a:pt x="183914" y="43758"/>
                  <a:pt x="194062" y="48757"/>
                </a:cubicBezTo>
                <a:cubicBezTo>
                  <a:pt x="208269" y="55718"/>
                  <a:pt x="217849" y="62295"/>
                  <a:pt x="222804" y="68486"/>
                </a:cubicBezTo>
                <a:cubicBezTo>
                  <a:pt x="227699" y="74676"/>
                  <a:pt x="230146" y="81759"/>
                  <a:pt x="230146" y="89735"/>
                </a:cubicBezTo>
                <a:cubicBezTo>
                  <a:pt x="230146" y="99853"/>
                  <a:pt x="226192" y="108558"/>
                  <a:pt x="218282" y="115850"/>
                </a:cubicBezTo>
                <a:cubicBezTo>
                  <a:pt x="210373" y="123141"/>
                  <a:pt x="200330" y="126787"/>
                  <a:pt x="188152" y="126787"/>
                </a:cubicBezTo>
                <a:cubicBezTo>
                  <a:pt x="184332" y="126787"/>
                  <a:pt x="180721" y="126399"/>
                  <a:pt x="177318" y="125623"/>
                </a:cubicBezTo>
                <a:cubicBezTo>
                  <a:pt x="173916" y="124847"/>
                  <a:pt x="169648" y="123385"/>
                  <a:pt x="164514" y="121236"/>
                </a:cubicBezTo>
                <a:cubicBezTo>
                  <a:pt x="161649" y="120042"/>
                  <a:pt x="159291" y="119445"/>
                  <a:pt x="157440" y="119445"/>
                </a:cubicBezTo>
                <a:cubicBezTo>
                  <a:pt x="155888" y="119445"/>
                  <a:pt x="154247" y="120050"/>
                  <a:pt x="152516" y="121258"/>
                </a:cubicBezTo>
                <a:cubicBezTo>
                  <a:pt x="150785" y="122467"/>
                  <a:pt x="149382" y="124310"/>
                  <a:pt x="148307" y="126787"/>
                </a:cubicBezTo>
                <a:lnTo>
                  <a:pt x="144995" y="126787"/>
                </a:lnTo>
                <a:lnTo>
                  <a:pt x="144995" y="80943"/>
                </a:lnTo>
                <a:lnTo>
                  <a:pt x="148307" y="80943"/>
                </a:lnTo>
                <a:cubicBezTo>
                  <a:pt x="150934" y="93807"/>
                  <a:pt x="155993" y="103619"/>
                  <a:pt x="163484" y="110379"/>
                </a:cubicBezTo>
                <a:cubicBezTo>
                  <a:pt x="170976" y="117140"/>
                  <a:pt x="179049" y="120520"/>
                  <a:pt x="187705" y="120520"/>
                </a:cubicBezTo>
                <a:cubicBezTo>
                  <a:pt x="194390" y="120520"/>
                  <a:pt x="199718" y="118705"/>
                  <a:pt x="203687" y="115075"/>
                </a:cubicBezTo>
                <a:cubicBezTo>
                  <a:pt x="207657" y="111444"/>
                  <a:pt x="209642" y="107219"/>
                  <a:pt x="209642" y="102399"/>
                </a:cubicBezTo>
                <a:cubicBezTo>
                  <a:pt x="209642" y="99543"/>
                  <a:pt x="208881" y="96777"/>
                  <a:pt x="207358" y="94100"/>
                </a:cubicBezTo>
                <a:cubicBezTo>
                  <a:pt x="205836" y="91421"/>
                  <a:pt x="203523" y="88877"/>
                  <a:pt x="200419" y="86467"/>
                </a:cubicBezTo>
                <a:cubicBezTo>
                  <a:pt x="197315" y="84057"/>
                  <a:pt x="191823" y="80918"/>
                  <a:pt x="183944" y="77051"/>
                </a:cubicBezTo>
                <a:cubicBezTo>
                  <a:pt x="172901" y="71636"/>
                  <a:pt x="164962" y="67021"/>
                  <a:pt x="160127" y="63206"/>
                </a:cubicBezTo>
                <a:cubicBezTo>
                  <a:pt x="155292" y="59391"/>
                  <a:pt x="151576" y="55130"/>
                  <a:pt x="148979" y="50422"/>
                </a:cubicBezTo>
                <a:cubicBezTo>
                  <a:pt x="146382" y="45713"/>
                  <a:pt x="145084" y="40529"/>
                  <a:pt x="145084" y="34867"/>
                </a:cubicBezTo>
                <a:cubicBezTo>
                  <a:pt x="145084" y="25212"/>
                  <a:pt x="148636" y="16987"/>
                  <a:pt x="155739" y="10193"/>
                </a:cubicBezTo>
                <a:cubicBezTo>
                  <a:pt x="162843" y="3398"/>
                  <a:pt x="171797" y="0"/>
                  <a:pt x="182601" y="0"/>
                </a:cubicBezTo>
                <a:cubicBezTo>
                  <a:pt x="186541" y="0"/>
                  <a:pt x="190361" y="483"/>
                  <a:pt x="194062" y="1449"/>
                </a:cubicBezTo>
                <a:cubicBezTo>
                  <a:pt x="196867" y="2173"/>
                  <a:pt x="200285" y="3515"/>
                  <a:pt x="204314" y="5476"/>
                </a:cubicBezTo>
                <a:cubicBezTo>
                  <a:pt x="208343" y="7436"/>
                  <a:pt x="211164" y="8417"/>
                  <a:pt x="212776" y="8417"/>
                </a:cubicBezTo>
                <a:cubicBezTo>
                  <a:pt x="214328" y="8417"/>
                  <a:pt x="215551" y="7934"/>
                  <a:pt x="216447" y="6970"/>
                </a:cubicBezTo>
                <a:cubicBezTo>
                  <a:pt x="217342" y="6004"/>
                  <a:pt x="218178" y="3680"/>
                  <a:pt x="218954" y="0"/>
                </a:cubicBezTo>
                <a:lnTo>
                  <a:pt x="221640" y="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TS">
            <a:extLst xmlns:a="http://schemas.openxmlformats.org/drawingml/2006/main">
              <a:ext uri="{FF2B5EF4-FFF2-40B4-BE49-F238E27FC236}">
                <a16:creationId xmlns:a16="http://schemas.microsoft.com/office/drawing/2014/main" id="{9CC0D052-B48E-4BBD-9ABE-D4B46AAE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58" y="1552611"/>
            <a:ext cx="210329" cy="126787"/>
          </a:xfrm>
          <a:custGeom xmlns:a="http://schemas.openxmlformats.org/drawingml/2006/main">
            <a:pathLst>
              <a:path w="210329" h="126787">
                <a:moveTo>
                  <a:pt x="109059" y="2686"/>
                </a:moveTo>
                <a:lnTo>
                  <a:pt x="109059" y="35637"/>
                </a:lnTo>
                <a:lnTo>
                  <a:pt x="105835" y="35637"/>
                </a:lnTo>
                <a:cubicBezTo>
                  <a:pt x="103925" y="28029"/>
                  <a:pt x="101806" y="22564"/>
                  <a:pt x="99478" y="19240"/>
                </a:cubicBezTo>
                <a:cubicBezTo>
                  <a:pt x="97150" y="15916"/>
                  <a:pt x="93956" y="13265"/>
                  <a:pt x="89897" y="11288"/>
                </a:cubicBezTo>
                <a:cubicBezTo>
                  <a:pt x="87629" y="10209"/>
                  <a:pt x="83659" y="9670"/>
                  <a:pt x="77989" y="9670"/>
                </a:cubicBezTo>
                <a:lnTo>
                  <a:pt x="68945" y="9670"/>
                </a:lnTo>
                <a:lnTo>
                  <a:pt x="68945" y="103328"/>
                </a:lnTo>
                <a:cubicBezTo>
                  <a:pt x="68945" y="109568"/>
                  <a:pt x="69288" y="113468"/>
                  <a:pt x="69975" y="115030"/>
                </a:cubicBezTo>
                <a:cubicBezTo>
                  <a:pt x="70661" y="116589"/>
                  <a:pt x="72004" y="117954"/>
                  <a:pt x="74004" y="119123"/>
                </a:cubicBezTo>
                <a:cubicBezTo>
                  <a:pt x="76004" y="120293"/>
                  <a:pt x="78735" y="120878"/>
                  <a:pt x="82197" y="120878"/>
                </a:cubicBezTo>
                <a:lnTo>
                  <a:pt x="86226" y="120878"/>
                </a:lnTo>
                <a:lnTo>
                  <a:pt x="86226" y="124101"/>
                </a:lnTo>
                <a:lnTo>
                  <a:pt x="22653" y="124101"/>
                </a:lnTo>
                <a:lnTo>
                  <a:pt x="22653" y="120878"/>
                </a:lnTo>
                <a:lnTo>
                  <a:pt x="26683" y="120878"/>
                </a:lnTo>
                <a:cubicBezTo>
                  <a:pt x="30205" y="120878"/>
                  <a:pt x="33040" y="120248"/>
                  <a:pt x="35189" y="118989"/>
                </a:cubicBezTo>
                <a:cubicBezTo>
                  <a:pt x="36741" y="118148"/>
                  <a:pt x="37965" y="116708"/>
                  <a:pt x="38860" y="114669"/>
                </a:cubicBezTo>
                <a:cubicBezTo>
                  <a:pt x="39517" y="113229"/>
                  <a:pt x="39845" y="109448"/>
                  <a:pt x="39845" y="103328"/>
                </a:cubicBezTo>
                <a:lnTo>
                  <a:pt x="39845" y="9670"/>
                </a:lnTo>
                <a:lnTo>
                  <a:pt x="31070" y="9670"/>
                </a:lnTo>
                <a:cubicBezTo>
                  <a:pt x="22892" y="9670"/>
                  <a:pt x="16953" y="11407"/>
                  <a:pt x="13252" y="14880"/>
                </a:cubicBezTo>
                <a:cubicBezTo>
                  <a:pt x="8059" y="19732"/>
                  <a:pt x="4775" y="26651"/>
                  <a:pt x="3402" y="35637"/>
                </a:cubicBezTo>
                <a:lnTo>
                  <a:pt x="0" y="35637"/>
                </a:lnTo>
                <a:lnTo>
                  <a:pt x="0" y="2686"/>
                </a:lnTo>
                <a:lnTo>
                  <a:pt x="109059" y="2686"/>
                </a:lnTo>
                <a:close/>
                <a:moveTo>
                  <a:pt x="201823" y="0"/>
                </a:moveTo>
                <a:lnTo>
                  <a:pt x="202808" y="40472"/>
                </a:lnTo>
                <a:lnTo>
                  <a:pt x="199136" y="40472"/>
                </a:lnTo>
                <a:cubicBezTo>
                  <a:pt x="197405" y="30350"/>
                  <a:pt x="193152" y="22208"/>
                  <a:pt x="186377" y="16047"/>
                </a:cubicBezTo>
                <a:cubicBezTo>
                  <a:pt x="179602" y="9886"/>
                  <a:pt x="172275" y="6805"/>
                  <a:pt x="164395" y="6805"/>
                </a:cubicBezTo>
                <a:cubicBezTo>
                  <a:pt x="158307" y="6805"/>
                  <a:pt x="153486" y="8427"/>
                  <a:pt x="149935" y="11671"/>
                </a:cubicBezTo>
                <a:cubicBezTo>
                  <a:pt x="146383" y="14913"/>
                  <a:pt x="144607" y="18647"/>
                  <a:pt x="144607" y="22872"/>
                </a:cubicBezTo>
                <a:cubicBezTo>
                  <a:pt x="144607" y="25548"/>
                  <a:pt x="145234" y="27929"/>
                  <a:pt x="146487" y="30012"/>
                </a:cubicBezTo>
                <a:cubicBezTo>
                  <a:pt x="148219" y="32809"/>
                  <a:pt x="150994" y="35575"/>
                  <a:pt x="154815" y="38312"/>
                </a:cubicBezTo>
                <a:cubicBezTo>
                  <a:pt x="157620" y="40276"/>
                  <a:pt x="164097" y="43758"/>
                  <a:pt x="174245" y="48757"/>
                </a:cubicBezTo>
                <a:cubicBezTo>
                  <a:pt x="188451" y="55718"/>
                  <a:pt x="198032" y="62295"/>
                  <a:pt x="202987" y="68486"/>
                </a:cubicBezTo>
                <a:cubicBezTo>
                  <a:pt x="207881" y="74676"/>
                  <a:pt x="210329" y="81759"/>
                  <a:pt x="210329" y="89735"/>
                </a:cubicBezTo>
                <a:cubicBezTo>
                  <a:pt x="210329" y="99853"/>
                  <a:pt x="206374" y="108558"/>
                  <a:pt x="198465" y="115850"/>
                </a:cubicBezTo>
                <a:cubicBezTo>
                  <a:pt x="190556" y="123141"/>
                  <a:pt x="180512" y="126787"/>
                  <a:pt x="168335" y="126787"/>
                </a:cubicBezTo>
                <a:cubicBezTo>
                  <a:pt x="164515" y="126787"/>
                  <a:pt x="160903" y="126399"/>
                  <a:pt x="157501" y="125623"/>
                </a:cubicBezTo>
                <a:cubicBezTo>
                  <a:pt x="154098" y="124847"/>
                  <a:pt x="149830" y="123385"/>
                  <a:pt x="144697" y="121236"/>
                </a:cubicBezTo>
                <a:cubicBezTo>
                  <a:pt x="141831" y="120042"/>
                  <a:pt x="139474" y="119445"/>
                  <a:pt x="137623" y="119445"/>
                </a:cubicBezTo>
                <a:cubicBezTo>
                  <a:pt x="136071" y="119445"/>
                  <a:pt x="134430" y="120050"/>
                  <a:pt x="132698" y="121258"/>
                </a:cubicBezTo>
                <a:cubicBezTo>
                  <a:pt x="130967" y="122467"/>
                  <a:pt x="129565" y="124310"/>
                  <a:pt x="128490" y="126787"/>
                </a:cubicBezTo>
                <a:lnTo>
                  <a:pt x="125177" y="126787"/>
                </a:lnTo>
                <a:lnTo>
                  <a:pt x="125177" y="80943"/>
                </a:lnTo>
                <a:lnTo>
                  <a:pt x="128490" y="80943"/>
                </a:lnTo>
                <a:cubicBezTo>
                  <a:pt x="131117" y="93807"/>
                  <a:pt x="136176" y="103619"/>
                  <a:pt x="143667" y="110379"/>
                </a:cubicBezTo>
                <a:cubicBezTo>
                  <a:pt x="151158" y="117140"/>
                  <a:pt x="159232" y="120520"/>
                  <a:pt x="167887" y="120520"/>
                </a:cubicBezTo>
                <a:cubicBezTo>
                  <a:pt x="174573" y="120520"/>
                  <a:pt x="179900" y="118705"/>
                  <a:pt x="183870" y="115075"/>
                </a:cubicBezTo>
                <a:cubicBezTo>
                  <a:pt x="187840" y="111444"/>
                  <a:pt x="189824" y="107219"/>
                  <a:pt x="189824" y="102399"/>
                </a:cubicBezTo>
                <a:cubicBezTo>
                  <a:pt x="189824" y="99543"/>
                  <a:pt x="189063" y="96777"/>
                  <a:pt x="187541" y="94100"/>
                </a:cubicBezTo>
                <a:cubicBezTo>
                  <a:pt x="186019" y="91421"/>
                  <a:pt x="183706" y="88877"/>
                  <a:pt x="180602" y="86467"/>
                </a:cubicBezTo>
                <a:cubicBezTo>
                  <a:pt x="177498" y="84057"/>
                  <a:pt x="172006" y="80918"/>
                  <a:pt x="164127" y="77051"/>
                </a:cubicBezTo>
                <a:cubicBezTo>
                  <a:pt x="153083" y="71636"/>
                  <a:pt x="145144" y="67021"/>
                  <a:pt x="140309" y="63206"/>
                </a:cubicBezTo>
                <a:cubicBezTo>
                  <a:pt x="135474" y="59391"/>
                  <a:pt x="131758" y="55130"/>
                  <a:pt x="129162" y="50422"/>
                </a:cubicBezTo>
                <a:cubicBezTo>
                  <a:pt x="126565" y="45713"/>
                  <a:pt x="125267" y="40529"/>
                  <a:pt x="125267" y="34867"/>
                </a:cubicBezTo>
                <a:cubicBezTo>
                  <a:pt x="125267" y="25212"/>
                  <a:pt x="128818" y="16987"/>
                  <a:pt x="135922" y="10193"/>
                </a:cubicBezTo>
                <a:cubicBezTo>
                  <a:pt x="143025" y="3398"/>
                  <a:pt x="151979" y="0"/>
                  <a:pt x="162784" y="0"/>
                </a:cubicBezTo>
                <a:cubicBezTo>
                  <a:pt x="166723" y="0"/>
                  <a:pt x="170544" y="483"/>
                  <a:pt x="174245" y="1449"/>
                </a:cubicBezTo>
                <a:cubicBezTo>
                  <a:pt x="177050" y="2173"/>
                  <a:pt x="180468" y="3515"/>
                  <a:pt x="184497" y="5476"/>
                </a:cubicBezTo>
                <a:cubicBezTo>
                  <a:pt x="188526" y="7436"/>
                  <a:pt x="191347" y="8417"/>
                  <a:pt x="192958" y="8417"/>
                </a:cubicBezTo>
                <a:cubicBezTo>
                  <a:pt x="194510" y="8417"/>
                  <a:pt x="195734" y="7934"/>
                  <a:pt x="196629" y="6970"/>
                </a:cubicBezTo>
                <a:cubicBezTo>
                  <a:pt x="197525" y="6004"/>
                  <a:pt x="198360" y="3680"/>
                  <a:pt x="199136" y="0"/>
                </a:cubicBezTo>
                <a:lnTo>
                  <a:pt x="201823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1">
            <a:extLst xmlns:a="http://schemas.openxmlformats.org/drawingml/2006/main">
              <a:ext uri="{FF2B5EF4-FFF2-40B4-BE49-F238E27FC236}">
                <a16:creationId xmlns:a16="http://schemas.microsoft.com/office/drawing/2014/main" id="{FC0E12B9-9CB2-4FE8-9706-4849436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23" y="1632301"/>
            <a:ext cx="43695" cy="82615"/>
          </a:xfrm>
          <a:custGeom xmlns:a="http://schemas.openxmlformats.org/drawingml/2006/main">
            <a:pathLst>
              <a:path w="43695" h="82615">
                <a:moveTo>
                  <a:pt x="31757" y="0"/>
                </a:moveTo>
                <a:lnTo>
                  <a:pt x="31757" y="66140"/>
                </a:lnTo>
                <a:cubicBezTo>
                  <a:pt x="31757" y="71156"/>
                  <a:pt x="31975" y="74357"/>
                  <a:pt x="32413" y="75741"/>
                </a:cubicBezTo>
                <a:cubicBezTo>
                  <a:pt x="32851" y="77125"/>
                  <a:pt x="33766" y="78258"/>
                  <a:pt x="35159" y="79141"/>
                </a:cubicBezTo>
                <a:cubicBezTo>
                  <a:pt x="36552" y="80024"/>
                  <a:pt x="38780" y="80466"/>
                  <a:pt x="41845" y="80466"/>
                </a:cubicBezTo>
                <a:lnTo>
                  <a:pt x="43695" y="80466"/>
                </a:lnTo>
                <a:lnTo>
                  <a:pt x="43695" y="82615"/>
                </a:lnTo>
                <a:lnTo>
                  <a:pt x="1074" y="82615"/>
                </a:lnTo>
                <a:lnTo>
                  <a:pt x="1074" y="80466"/>
                </a:lnTo>
                <a:lnTo>
                  <a:pt x="3223" y="80466"/>
                </a:lnTo>
                <a:cubicBezTo>
                  <a:pt x="6686" y="80466"/>
                  <a:pt x="9153" y="80065"/>
                  <a:pt x="10625" y="79263"/>
                </a:cubicBezTo>
                <a:cubicBezTo>
                  <a:pt x="12098" y="78459"/>
                  <a:pt x="13093" y="77356"/>
                  <a:pt x="13610" y="75952"/>
                </a:cubicBezTo>
                <a:cubicBezTo>
                  <a:pt x="14127" y="74546"/>
                  <a:pt x="14386" y="71276"/>
                  <a:pt x="14386" y="66140"/>
                </a:cubicBezTo>
                <a:lnTo>
                  <a:pt x="14386" y="24235"/>
                </a:lnTo>
                <a:cubicBezTo>
                  <a:pt x="14386" y="20495"/>
                  <a:pt x="14207" y="18157"/>
                  <a:pt x="13849" y="17221"/>
                </a:cubicBezTo>
                <a:cubicBezTo>
                  <a:pt x="13491" y="16286"/>
                  <a:pt x="12824" y="15490"/>
                  <a:pt x="11849" y="14834"/>
                </a:cubicBezTo>
                <a:cubicBezTo>
                  <a:pt x="10874" y="14177"/>
                  <a:pt x="9750" y="13849"/>
                  <a:pt x="8476" y="13849"/>
                </a:cubicBezTo>
                <a:cubicBezTo>
                  <a:pt x="6447" y="13849"/>
                  <a:pt x="3980" y="14485"/>
                  <a:pt x="1074" y="15759"/>
                </a:cubicBezTo>
                <a:lnTo>
                  <a:pt x="0" y="13610"/>
                </a:lnTo>
                <a:lnTo>
                  <a:pt x="29787" y="0"/>
                </a:lnTo>
                <a:lnTo>
                  <a:pt x="31757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52234-A073-47BC-9B0F-280C6A9D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92" y="694884"/>
            <a:ext cx="129891" cy="129891"/>
          </a:xfrm>
          <a:custGeom xmlns:a="http://schemas.openxmlformats.org/drawingml/2006/main">
            <a:pathLst>
              <a:path w="129891" h="129891">
                <a:moveTo>
                  <a:pt x="0" y="64946"/>
                </a:moveTo>
                <a:cubicBezTo>
                  <a:pt x="0" y="29085"/>
                  <a:pt x="29096" y="0"/>
                  <a:pt x="64946" y="0"/>
                </a:cubicBezTo>
                <a:cubicBezTo>
                  <a:pt x="100847" y="0"/>
                  <a:pt x="129891" y="29085"/>
                  <a:pt x="129891" y="64946"/>
                </a:cubicBezTo>
                <a:cubicBezTo>
                  <a:pt x="129891" y="100806"/>
                  <a:pt x="100847" y="129891"/>
                  <a:pt x="64946" y="129891"/>
                </a:cubicBezTo>
                <a:cubicBezTo>
                  <a:pt x="29096" y="129891"/>
                  <a:pt x="0" y="100806"/>
                  <a:pt x="0" y="64946"/>
                </a:cubicBezTo>
                <a:close/>
                <a:moveTo>
                  <a:pt x="0" y="64946"/>
                </a:move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0A8B1-C395-43EF-96CF-81B0CAD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92" y="694884"/>
            <a:ext cx="129891" cy="129891"/>
          </a:xfrm>
          <a:custGeom xmlns:a="http://schemas.openxmlformats.org/drawingml/2006/main">
            <a:pathLst>
              <a:path w="129891" h="129891" fill="none">
                <a:moveTo>
                  <a:pt x="0" y="64946"/>
                </a:moveTo>
                <a:cubicBezTo>
                  <a:pt x="0" y="29085"/>
                  <a:pt x="29096" y="0"/>
                  <a:pt x="64946" y="0"/>
                </a:cubicBezTo>
                <a:cubicBezTo>
                  <a:pt x="100847" y="0"/>
                  <a:pt x="129891" y="29085"/>
                  <a:pt x="129891" y="64946"/>
                </a:cubicBezTo>
                <a:cubicBezTo>
                  <a:pt x="129891" y="100806"/>
                  <a:pt x="100847" y="129891"/>
                  <a:pt x="64946" y="129891"/>
                </a:cubicBezTo>
                <a:cubicBezTo>
                  <a:pt x="29096" y="129891"/>
                  <a:pt x="0" y="100806"/>
                  <a:pt x="0" y="64946"/>
                </a:cubicBezTo>
                <a:close/>
                <a:moveTo>
                  <a:pt x="0" y="64946"/>
                </a:moveTo>
              </a:path>
            </a:pathLst>
          </a:custGeom>
          <a:noFill xmlns:a="http://schemas.openxmlformats.org/drawingml/2006/main"/>
          <a:ln xmlns:a="http://schemas.openxmlformats.org/drawingml/2006/main" w="10188" cap="flat">
            <a:solidFill>
              <a:srgbClr val="008000"/>
            </a:solidFill>
            <a:miter/>
          </a:ln>
        </p:spPr>
      </p:sp>
      <p:sp>
        <p:nvSpPr>
          <p:cNvPr id="49" name="Text Crossingand">
            <a:extLst xmlns:a="http://schemas.openxmlformats.org/drawingml/2006/main">
              <a:ext uri="{FF2B5EF4-FFF2-40B4-BE49-F238E27FC236}">
                <a16:creationId xmlns:a16="http://schemas.microsoft.com/office/drawing/2014/main" id="{545CBD95-9DF4-4090-A6C2-B2451346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98" y="265755"/>
            <a:ext cx="956546" cy="166901"/>
          </a:xfrm>
          <a:custGeom xmlns:a="http://schemas.openxmlformats.org/drawingml/2006/main">
            <a:pathLst>
              <a:path w="956546" h="166901">
                <a:moveTo>
                  <a:pt x="103776" y="3223"/>
                </a:moveTo>
                <a:lnTo>
                  <a:pt x="106552" y="44411"/>
                </a:lnTo>
                <a:lnTo>
                  <a:pt x="103776" y="44411"/>
                </a:lnTo>
                <a:cubicBezTo>
                  <a:pt x="100075" y="32023"/>
                  <a:pt x="94792" y="23107"/>
                  <a:pt x="87927" y="17662"/>
                </a:cubicBezTo>
                <a:cubicBezTo>
                  <a:pt x="81063" y="12215"/>
                  <a:pt x="72825" y="9491"/>
                  <a:pt x="63215" y="9491"/>
                </a:cubicBezTo>
                <a:cubicBezTo>
                  <a:pt x="55156" y="9491"/>
                  <a:pt x="47874" y="11537"/>
                  <a:pt x="41367" y="15630"/>
                </a:cubicBezTo>
                <a:cubicBezTo>
                  <a:pt x="34861" y="19721"/>
                  <a:pt x="29742" y="26247"/>
                  <a:pt x="26011" y="35208"/>
                </a:cubicBezTo>
                <a:cubicBezTo>
                  <a:pt x="22280" y="44170"/>
                  <a:pt x="20415" y="55312"/>
                  <a:pt x="20415" y="68635"/>
                </a:cubicBezTo>
                <a:cubicBezTo>
                  <a:pt x="20415" y="79625"/>
                  <a:pt x="22176" y="89154"/>
                  <a:pt x="25698" y="97220"/>
                </a:cubicBezTo>
                <a:cubicBezTo>
                  <a:pt x="29220" y="105284"/>
                  <a:pt x="34517" y="111467"/>
                  <a:pt x="41591" y="115768"/>
                </a:cubicBezTo>
                <a:cubicBezTo>
                  <a:pt x="48664" y="120070"/>
                  <a:pt x="56738" y="122221"/>
                  <a:pt x="65811" y="122221"/>
                </a:cubicBezTo>
                <a:cubicBezTo>
                  <a:pt x="73691" y="122221"/>
                  <a:pt x="80645" y="120535"/>
                  <a:pt x="86674" y="117162"/>
                </a:cubicBezTo>
                <a:cubicBezTo>
                  <a:pt x="92703" y="113789"/>
                  <a:pt x="99329" y="107089"/>
                  <a:pt x="106552" y="97060"/>
                </a:cubicBezTo>
                <a:lnTo>
                  <a:pt x="109327" y="98846"/>
                </a:lnTo>
                <a:cubicBezTo>
                  <a:pt x="103239" y="109622"/>
                  <a:pt x="96135" y="117511"/>
                  <a:pt x="88017" y="122512"/>
                </a:cubicBezTo>
                <a:cubicBezTo>
                  <a:pt x="79899" y="127511"/>
                  <a:pt x="70258" y="130011"/>
                  <a:pt x="59096" y="130011"/>
                </a:cubicBezTo>
                <a:cubicBezTo>
                  <a:pt x="38979" y="130011"/>
                  <a:pt x="23400" y="122559"/>
                  <a:pt x="12356" y="107657"/>
                </a:cubicBezTo>
                <a:cubicBezTo>
                  <a:pt x="4119" y="96571"/>
                  <a:pt x="0" y="83517"/>
                  <a:pt x="0" y="68495"/>
                </a:cubicBezTo>
                <a:cubicBezTo>
                  <a:pt x="0" y="56394"/>
                  <a:pt x="2716" y="45277"/>
                  <a:pt x="8148" y="35144"/>
                </a:cubicBezTo>
                <a:cubicBezTo>
                  <a:pt x="13580" y="25011"/>
                  <a:pt x="21057" y="17158"/>
                  <a:pt x="30578" y="11584"/>
                </a:cubicBezTo>
                <a:cubicBezTo>
                  <a:pt x="40099" y="6010"/>
                  <a:pt x="50500" y="3223"/>
                  <a:pt x="61782" y="3223"/>
                </a:cubicBezTo>
                <a:cubicBezTo>
                  <a:pt x="70557" y="3223"/>
                  <a:pt x="79212" y="5372"/>
                  <a:pt x="87748" y="9670"/>
                </a:cubicBezTo>
                <a:cubicBezTo>
                  <a:pt x="90255" y="10983"/>
                  <a:pt x="92046" y="11640"/>
                  <a:pt x="93121" y="11640"/>
                </a:cubicBezTo>
                <a:cubicBezTo>
                  <a:pt x="94732" y="11640"/>
                  <a:pt x="96135" y="11073"/>
                  <a:pt x="97329" y="9939"/>
                </a:cubicBezTo>
                <a:cubicBezTo>
                  <a:pt x="98881" y="8327"/>
                  <a:pt x="99985" y="6089"/>
                  <a:pt x="100642" y="3223"/>
                </a:cubicBezTo>
                <a:lnTo>
                  <a:pt x="103776" y="3223"/>
                </a:lnTo>
                <a:close/>
                <a:moveTo>
                  <a:pt x="145413" y="42979"/>
                </a:moveTo>
                <a:lnTo>
                  <a:pt x="145413" y="61424"/>
                </a:lnTo>
                <a:cubicBezTo>
                  <a:pt x="152278" y="49127"/>
                  <a:pt x="159321" y="42979"/>
                  <a:pt x="166544" y="42979"/>
                </a:cubicBezTo>
                <a:cubicBezTo>
                  <a:pt x="169827" y="42979"/>
                  <a:pt x="172543" y="43979"/>
                  <a:pt x="174692" y="45978"/>
                </a:cubicBezTo>
                <a:cubicBezTo>
                  <a:pt x="176841" y="47978"/>
                  <a:pt x="177916" y="50291"/>
                  <a:pt x="177916" y="52918"/>
                </a:cubicBezTo>
                <a:cubicBezTo>
                  <a:pt x="177916" y="55246"/>
                  <a:pt x="177140" y="57215"/>
                  <a:pt x="175588" y="58827"/>
                </a:cubicBezTo>
                <a:cubicBezTo>
                  <a:pt x="174036" y="60439"/>
                  <a:pt x="172185" y="61245"/>
                  <a:pt x="170036" y="61245"/>
                </a:cubicBezTo>
                <a:cubicBezTo>
                  <a:pt x="167947" y="61245"/>
                  <a:pt x="165604" y="60215"/>
                  <a:pt x="163007" y="58156"/>
                </a:cubicBezTo>
                <a:cubicBezTo>
                  <a:pt x="160411" y="56096"/>
                  <a:pt x="158486" y="55067"/>
                  <a:pt x="157232" y="55067"/>
                </a:cubicBezTo>
                <a:cubicBezTo>
                  <a:pt x="156158" y="55067"/>
                  <a:pt x="154994" y="55662"/>
                  <a:pt x="153740" y="56852"/>
                </a:cubicBezTo>
                <a:cubicBezTo>
                  <a:pt x="151054" y="59294"/>
                  <a:pt x="148278" y="63313"/>
                  <a:pt x="145413" y="68909"/>
                </a:cubicBezTo>
                <a:lnTo>
                  <a:pt x="145413" y="108116"/>
                </a:lnTo>
                <a:cubicBezTo>
                  <a:pt x="145413" y="112639"/>
                  <a:pt x="145980" y="116062"/>
                  <a:pt x="147114" y="118385"/>
                </a:cubicBezTo>
                <a:cubicBezTo>
                  <a:pt x="147890" y="119993"/>
                  <a:pt x="149263" y="121333"/>
                  <a:pt x="151233" y="122406"/>
                </a:cubicBezTo>
                <a:cubicBezTo>
                  <a:pt x="153203" y="123476"/>
                  <a:pt x="156038" y="124012"/>
                  <a:pt x="159739" y="124012"/>
                </a:cubicBezTo>
                <a:lnTo>
                  <a:pt x="159739" y="127325"/>
                </a:lnTo>
                <a:lnTo>
                  <a:pt x="117745" y="127325"/>
                </a:lnTo>
                <a:lnTo>
                  <a:pt x="117745" y="124012"/>
                </a:lnTo>
                <a:cubicBezTo>
                  <a:pt x="121924" y="124012"/>
                  <a:pt x="125028" y="123357"/>
                  <a:pt x="127057" y="122047"/>
                </a:cubicBezTo>
                <a:cubicBezTo>
                  <a:pt x="128550" y="121094"/>
                  <a:pt x="129594" y="119575"/>
                  <a:pt x="130191" y="117489"/>
                </a:cubicBezTo>
                <a:cubicBezTo>
                  <a:pt x="130490" y="116476"/>
                  <a:pt x="130639" y="113588"/>
                  <a:pt x="130639" y="108824"/>
                </a:cubicBezTo>
                <a:lnTo>
                  <a:pt x="130639" y="77107"/>
                </a:lnTo>
                <a:cubicBezTo>
                  <a:pt x="130639" y="67577"/>
                  <a:pt x="130445" y="61904"/>
                  <a:pt x="130057" y="60089"/>
                </a:cubicBezTo>
                <a:cubicBezTo>
                  <a:pt x="129669" y="58272"/>
                  <a:pt x="128953" y="56947"/>
                  <a:pt x="127908" y="56113"/>
                </a:cubicBezTo>
                <a:cubicBezTo>
                  <a:pt x="126863" y="55279"/>
                  <a:pt x="125565" y="54862"/>
                  <a:pt x="124013" y="54862"/>
                </a:cubicBezTo>
                <a:cubicBezTo>
                  <a:pt x="122163" y="54862"/>
                  <a:pt x="120073" y="55309"/>
                  <a:pt x="117745" y="56203"/>
                </a:cubicBezTo>
                <a:lnTo>
                  <a:pt x="116850" y="52985"/>
                </a:lnTo>
                <a:lnTo>
                  <a:pt x="141652" y="42979"/>
                </a:lnTo>
                <a:lnTo>
                  <a:pt x="145413" y="42979"/>
                </a:lnTo>
                <a:close/>
                <a:moveTo>
                  <a:pt x="222594" y="42979"/>
                </a:moveTo>
                <a:cubicBezTo>
                  <a:pt x="235010" y="42979"/>
                  <a:pt x="244979" y="47690"/>
                  <a:pt x="252500" y="57112"/>
                </a:cubicBezTo>
                <a:cubicBezTo>
                  <a:pt x="258887" y="65161"/>
                  <a:pt x="262081" y="74404"/>
                  <a:pt x="262081" y="84841"/>
                </a:cubicBezTo>
                <a:cubicBezTo>
                  <a:pt x="262081" y="92176"/>
                  <a:pt x="260320" y="99600"/>
                  <a:pt x="256798" y="107114"/>
                </a:cubicBezTo>
                <a:cubicBezTo>
                  <a:pt x="253276" y="114626"/>
                  <a:pt x="248426" y="120290"/>
                  <a:pt x="242248" y="124107"/>
                </a:cubicBezTo>
                <a:cubicBezTo>
                  <a:pt x="236070" y="127923"/>
                  <a:pt x="229190" y="129832"/>
                  <a:pt x="221609" y="129832"/>
                </a:cubicBezTo>
                <a:cubicBezTo>
                  <a:pt x="209253" y="129832"/>
                  <a:pt x="199433" y="124912"/>
                  <a:pt x="192151" y="115072"/>
                </a:cubicBezTo>
                <a:cubicBezTo>
                  <a:pt x="186003" y="106784"/>
                  <a:pt x="182928" y="97482"/>
                  <a:pt x="182928" y="87166"/>
                </a:cubicBezTo>
                <a:cubicBezTo>
                  <a:pt x="182928" y="79652"/>
                  <a:pt x="184794" y="72183"/>
                  <a:pt x="188525" y="64759"/>
                </a:cubicBezTo>
                <a:cubicBezTo>
                  <a:pt x="192255" y="57335"/>
                  <a:pt x="197165" y="51849"/>
                  <a:pt x="203254" y="48301"/>
                </a:cubicBezTo>
                <a:cubicBezTo>
                  <a:pt x="209342" y="44753"/>
                  <a:pt x="215789" y="42979"/>
                  <a:pt x="222594" y="42979"/>
                </a:cubicBezTo>
                <a:moveTo>
                  <a:pt x="219818" y="48888"/>
                </a:moveTo>
                <a:cubicBezTo>
                  <a:pt x="216655" y="48888"/>
                  <a:pt x="213476" y="49828"/>
                  <a:pt x="210283" y="51706"/>
                </a:cubicBezTo>
                <a:cubicBezTo>
                  <a:pt x="207089" y="53584"/>
                  <a:pt x="204507" y="56879"/>
                  <a:pt x="202537" y="61589"/>
                </a:cubicBezTo>
                <a:cubicBezTo>
                  <a:pt x="200568" y="66299"/>
                  <a:pt x="199583" y="72350"/>
                  <a:pt x="199583" y="79743"/>
                </a:cubicBezTo>
                <a:cubicBezTo>
                  <a:pt x="199583" y="91667"/>
                  <a:pt x="201955" y="101951"/>
                  <a:pt x="206701" y="110598"/>
                </a:cubicBezTo>
                <a:cubicBezTo>
                  <a:pt x="211447" y="119242"/>
                  <a:pt x="217699" y="123564"/>
                  <a:pt x="225459" y="123564"/>
                </a:cubicBezTo>
                <a:cubicBezTo>
                  <a:pt x="231250" y="123564"/>
                  <a:pt x="236025" y="121179"/>
                  <a:pt x="239786" y="116409"/>
                </a:cubicBezTo>
                <a:cubicBezTo>
                  <a:pt x="243546" y="111639"/>
                  <a:pt x="245427" y="103442"/>
                  <a:pt x="245427" y="91817"/>
                </a:cubicBezTo>
                <a:cubicBezTo>
                  <a:pt x="245427" y="77269"/>
                  <a:pt x="242293" y="65821"/>
                  <a:pt x="236025" y="57473"/>
                </a:cubicBezTo>
                <a:cubicBezTo>
                  <a:pt x="231787" y="51750"/>
                  <a:pt x="226385" y="48888"/>
                  <a:pt x="219818" y="48888"/>
                </a:cubicBezTo>
                <a:close/>
                <a:moveTo>
                  <a:pt x="327176" y="42979"/>
                </a:moveTo>
                <a:lnTo>
                  <a:pt x="327176" y="70736"/>
                </a:lnTo>
                <a:lnTo>
                  <a:pt x="324221" y="70736"/>
                </a:lnTo>
                <a:cubicBezTo>
                  <a:pt x="321953" y="62030"/>
                  <a:pt x="319043" y="56108"/>
                  <a:pt x="315491" y="52971"/>
                </a:cubicBezTo>
                <a:cubicBezTo>
                  <a:pt x="311939" y="49831"/>
                  <a:pt x="307418" y="48262"/>
                  <a:pt x="301926" y="48262"/>
                </a:cubicBezTo>
                <a:cubicBezTo>
                  <a:pt x="297747" y="48262"/>
                  <a:pt x="294375" y="49365"/>
                  <a:pt x="291808" y="51572"/>
                </a:cubicBezTo>
                <a:cubicBezTo>
                  <a:pt x="289241" y="53777"/>
                  <a:pt x="287958" y="56221"/>
                  <a:pt x="287958" y="58906"/>
                </a:cubicBezTo>
                <a:cubicBezTo>
                  <a:pt x="287958" y="62245"/>
                  <a:pt x="288913" y="65106"/>
                  <a:pt x="290823" y="67490"/>
                </a:cubicBezTo>
                <a:cubicBezTo>
                  <a:pt x="292673" y="69936"/>
                  <a:pt x="296434" y="72529"/>
                  <a:pt x="302105" y="75272"/>
                </a:cubicBezTo>
                <a:lnTo>
                  <a:pt x="315178" y="81623"/>
                </a:lnTo>
                <a:cubicBezTo>
                  <a:pt x="327295" y="87525"/>
                  <a:pt x="333354" y="95307"/>
                  <a:pt x="333354" y="104968"/>
                </a:cubicBezTo>
                <a:cubicBezTo>
                  <a:pt x="333354" y="112420"/>
                  <a:pt x="330534" y="118428"/>
                  <a:pt x="324893" y="122990"/>
                </a:cubicBezTo>
                <a:cubicBezTo>
                  <a:pt x="319252" y="127551"/>
                  <a:pt x="312939" y="129832"/>
                  <a:pt x="305955" y="129832"/>
                </a:cubicBezTo>
                <a:cubicBezTo>
                  <a:pt x="300941" y="129832"/>
                  <a:pt x="295210" y="128936"/>
                  <a:pt x="288764" y="127146"/>
                </a:cubicBezTo>
                <a:cubicBezTo>
                  <a:pt x="286794" y="126549"/>
                  <a:pt x="285182" y="126250"/>
                  <a:pt x="283928" y="126250"/>
                </a:cubicBezTo>
                <a:cubicBezTo>
                  <a:pt x="282556" y="126250"/>
                  <a:pt x="281481" y="127026"/>
                  <a:pt x="280705" y="128578"/>
                </a:cubicBezTo>
                <a:lnTo>
                  <a:pt x="277750" y="128578"/>
                </a:lnTo>
                <a:lnTo>
                  <a:pt x="277750" y="99209"/>
                </a:lnTo>
                <a:lnTo>
                  <a:pt x="280705" y="99209"/>
                </a:lnTo>
                <a:cubicBezTo>
                  <a:pt x="282376" y="107596"/>
                  <a:pt x="285570" y="113916"/>
                  <a:pt x="290286" y="118169"/>
                </a:cubicBezTo>
                <a:cubicBezTo>
                  <a:pt x="295001" y="122422"/>
                  <a:pt x="300284" y="124549"/>
                  <a:pt x="306134" y="124549"/>
                </a:cubicBezTo>
                <a:cubicBezTo>
                  <a:pt x="310253" y="124549"/>
                  <a:pt x="313611" y="123342"/>
                  <a:pt x="316207" y="120928"/>
                </a:cubicBezTo>
                <a:cubicBezTo>
                  <a:pt x="318804" y="118512"/>
                  <a:pt x="320102" y="115605"/>
                  <a:pt x="320102" y="112206"/>
                </a:cubicBezTo>
                <a:cubicBezTo>
                  <a:pt x="320102" y="108091"/>
                  <a:pt x="318655" y="104633"/>
                  <a:pt x="315760" y="101831"/>
                </a:cubicBezTo>
                <a:cubicBezTo>
                  <a:pt x="312865" y="99029"/>
                  <a:pt x="307089" y="95482"/>
                  <a:pt x="298434" y="91190"/>
                </a:cubicBezTo>
                <a:cubicBezTo>
                  <a:pt x="289778" y="86896"/>
                  <a:pt x="284108" y="83020"/>
                  <a:pt x="281421" y="79561"/>
                </a:cubicBezTo>
                <a:cubicBezTo>
                  <a:pt x="278735" y="76162"/>
                  <a:pt x="277392" y="71869"/>
                  <a:pt x="277392" y="66681"/>
                </a:cubicBezTo>
                <a:cubicBezTo>
                  <a:pt x="277392" y="59944"/>
                  <a:pt x="279705" y="54309"/>
                  <a:pt x="284331" y="49778"/>
                </a:cubicBezTo>
                <a:cubicBezTo>
                  <a:pt x="288958" y="45245"/>
                  <a:pt x="294942" y="42979"/>
                  <a:pt x="302284" y="42979"/>
                </a:cubicBezTo>
                <a:cubicBezTo>
                  <a:pt x="305507" y="42979"/>
                  <a:pt x="309417" y="43665"/>
                  <a:pt x="314014" y="45038"/>
                </a:cubicBezTo>
                <a:cubicBezTo>
                  <a:pt x="317058" y="45934"/>
                  <a:pt x="319088" y="46381"/>
                  <a:pt x="320102" y="46381"/>
                </a:cubicBezTo>
                <a:cubicBezTo>
                  <a:pt x="321057" y="46381"/>
                  <a:pt x="321804" y="46172"/>
                  <a:pt x="322341" y="45754"/>
                </a:cubicBezTo>
                <a:cubicBezTo>
                  <a:pt x="322878" y="45337"/>
                  <a:pt x="323505" y="44411"/>
                  <a:pt x="324221" y="42979"/>
                </a:cubicBezTo>
                <a:lnTo>
                  <a:pt x="327176" y="42979"/>
                </a:lnTo>
                <a:close/>
                <a:moveTo>
                  <a:pt x="398509" y="42979"/>
                </a:moveTo>
                <a:lnTo>
                  <a:pt x="398509" y="70736"/>
                </a:lnTo>
                <a:lnTo>
                  <a:pt x="395554" y="70736"/>
                </a:lnTo>
                <a:cubicBezTo>
                  <a:pt x="393286" y="62030"/>
                  <a:pt x="390376" y="56108"/>
                  <a:pt x="386824" y="52971"/>
                </a:cubicBezTo>
                <a:cubicBezTo>
                  <a:pt x="383273" y="49831"/>
                  <a:pt x="378751" y="48262"/>
                  <a:pt x="373259" y="48262"/>
                </a:cubicBezTo>
                <a:cubicBezTo>
                  <a:pt x="369081" y="48262"/>
                  <a:pt x="365708" y="49365"/>
                  <a:pt x="363141" y="51572"/>
                </a:cubicBezTo>
                <a:cubicBezTo>
                  <a:pt x="360574" y="53777"/>
                  <a:pt x="359291" y="56221"/>
                  <a:pt x="359291" y="58906"/>
                </a:cubicBezTo>
                <a:cubicBezTo>
                  <a:pt x="359291" y="62245"/>
                  <a:pt x="360246" y="65106"/>
                  <a:pt x="362156" y="67490"/>
                </a:cubicBezTo>
                <a:cubicBezTo>
                  <a:pt x="364007" y="69936"/>
                  <a:pt x="367767" y="72529"/>
                  <a:pt x="373438" y="75272"/>
                </a:cubicBezTo>
                <a:lnTo>
                  <a:pt x="386511" y="81623"/>
                </a:lnTo>
                <a:cubicBezTo>
                  <a:pt x="398629" y="87525"/>
                  <a:pt x="404687" y="95307"/>
                  <a:pt x="404687" y="104968"/>
                </a:cubicBezTo>
                <a:cubicBezTo>
                  <a:pt x="404687" y="112420"/>
                  <a:pt x="401867" y="118428"/>
                  <a:pt x="396226" y="122990"/>
                </a:cubicBezTo>
                <a:cubicBezTo>
                  <a:pt x="390585" y="127551"/>
                  <a:pt x="384272" y="129832"/>
                  <a:pt x="377288" y="129832"/>
                </a:cubicBezTo>
                <a:cubicBezTo>
                  <a:pt x="372274" y="129832"/>
                  <a:pt x="366544" y="128936"/>
                  <a:pt x="360097" y="127146"/>
                </a:cubicBezTo>
                <a:cubicBezTo>
                  <a:pt x="358127" y="126549"/>
                  <a:pt x="356515" y="126250"/>
                  <a:pt x="355262" y="126250"/>
                </a:cubicBezTo>
                <a:cubicBezTo>
                  <a:pt x="353889" y="126250"/>
                  <a:pt x="352814" y="127026"/>
                  <a:pt x="352038" y="128578"/>
                </a:cubicBezTo>
                <a:lnTo>
                  <a:pt x="349084" y="128578"/>
                </a:lnTo>
                <a:lnTo>
                  <a:pt x="349084" y="99209"/>
                </a:lnTo>
                <a:lnTo>
                  <a:pt x="352038" y="99209"/>
                </a:lnTo>
                <a:cubicBezTo>
                  <a:pt x="353710" y="107596"/>
                  <a:pt x="356903" y="113916"/>
                  <a:pt x="361619" y="118169"/>
                </a:cubicBezTo>
                <a:cubicBezTo>
                  <a:pt x="366335" y="122422"/>
                  <a:pt x="371618" y="124549"/>
                  <a:pt x="377467" y="124549"/>
                </a:cubicBezTo>
                <a:cubicBezTo>
                  <a:pt x="381586" y="124549"/>
                  <a:pt x="384944" y="123342"/>
                  <a:pt x="387541" y="120928"/>
                </a:cubicBezTo>
                <a:cubicBezTo>
                  <a:pt x="390137" y="118512"/>
                  <a:pt x="391436" y="115605"/>
                  <a:pt x="391436" y="112206"/>
                </a:cubicBezTo>
                <a:cubicBezTo>
                  <a:pt x="391436" y="108091"/>
                  <a:pt x="389988" y="104633"/>
                  <a:pt x="387093" y="101831"/>
                </a:cubicBezTo>
                <a:cubicBezTo>
                  <a:pt x="384198" y="99029"/>
                  <a:pt x="378423" y="95482"/>
                  <a:pt x="369767" y="91190"/>
                </a:cubicBezTo>
                <a:cubicBezTo>
                  <a:pt x="361112" y="86896"/>
                  <a:pt x="355441" y="83020"/>
                  <a:pt x="352755" y="79561"/>
                </a:cubicBezTo>
                <a:cubicBezTo>
                  <a:pt x="350068" y="76162"/>
                  <a:pt x="348725" y="71869"/>
                  <a:pt x="348725" y="66681"/>
                </a:cubicBezTo>
                <a:cubicBezTo>
                  <a:pt x="348725" y="59944"/>
                  <a:pt x="351038" y="54309"/>
                  <a:pt x="355665" y="49778"/>
                </a:cubicBezTo>
                <a:cubicBezTo>
                  <a:pt x="360291" y="45245"/>
                  <a:pt x="366275" y="42979"/>
                  <a:pt x="373617" y="42979"/>
                </a:cubicBezTo>
                <a:cubicBezTo>
                  <a:pt x="376841" y="42979"/>
                  <a:pt x="380751" y="43665"/>
                  <a:pt x="385347" y="45038"/>
                </a:cubicBezTo>
                <a:cubicBezTo>
                  <a:pt x="388391" y="45934"/>
                  <a:pt x="390421" y="46381"/>
                  <a:pt x="391436" y="46381"/>
                </a:cubicBezTo>
                <a:cubicBezTo>
                  <a:pt x="392391" y="46381"/>
                  <a:pt x="393137" y="46172"/>
                  <a:pt x="393674" y="45754"/>
                </a:cubicBezTo>
                <a:cubicBezTo>
                  <a:pt x="394211" y="45337"/>
                  <a:pt x="394838" y="44411"/>
                  <a:pt x="395554" y="42979"/>
                </a:cubicBezTo>
                <a:lnTo>
                  <a:pt x="398509" y="42979"/>
                </a:lnTo>
                <a:close/>
                <a:moveTo>
                  <a:pt x="437698" y="0"/>
                </a:moveTo>
                <a:cubicBezTo>
                  <a:pt x="440205" y="0"/>
                  <a:pt x="442339" y="885"/>
                  <a:pt x="444100" y="2655"/>
                </a:cubicBezTo>
                <a:cubicBezTo>
                  <a:pt x="445861" y="4424"/>
                  <a:pt x="446741" y="6568"/>
                  <a:pt x="446741" y="9088"/>
                </a:cubicBezTo>
                <a:cubicBezTo>
                  <a:pt x="446741" y="11608"/>
                  <a:pt x="445861" y="13769"/>
                  <a:pt x="444100" y="15569"/>
                </a:cubicBezTo>
                <a:cubicBezTo>
                  <a:pt x="442339" y="17367"/>
                  <a:pt x="440205" y="18266"/>
                  <a:pt x="437698" y="18266"/>
                </a:cubicBezTo>
                <a:cubicBezTo>
                  <a:pt x="435191" y="18266"/>
                  <a:pt x="433042" y="17367"/>
                  <a:pt x="431251" y="15569"/>
                </a:cubicBezTo>
                <a:cubicBezTo>
                  <a:pt x="429460" y="13769"/>
                  <a:pt x="428565" y="11608"/>
                  <a:pt x="428565" y="9088"/>
                </a:cubicBezTo>
                <a:cubicBezTo>
                  <a:pt x="428565" y="6568"/>
                  <a:pt x="429445" y="4424"/>
                  <a:pt x="431206" y="2655"/>
                </a:cubicBezTo>
                <a:cubicBezTo>
                  <a:pt x="432967" y="885"/>
                  <a:pt x="435131" y="0"/>
                  <a:pt x="437698" y="0"/>
                </a:cubicBezTo>
                <a:moveTo>
                  <a:pt x="445130" y="42979"/>
                </a:moveTo>
                <a:lnTo>
                  <a:pt x="445130" y="108734"/>
                </a:lnTo>
                <a:cubicBezTo>
                  <a:pt x="445130" y="113856"/>
                  <a:pt x="445503" y="117266"/>
                  <a:pt x="446249" y="118964"/>
                </a:cubicBezTo>
                <a:cubicBezTo>
                  <a:pt x="446995" y="120661"/>
                  <a:pt x="448099" y="121927"/>
                  <a:pt x="449562" y="122761"/>
                </a:cubicBezTo>
                <a:cubicBezTo>
                  <a:pt x="451024" y="123595"/>
                  <a:pt x="453696" y="124012"/>
                  <a:pt x="457576" y="124012"/>
                </a:cubicBezTo>
                <a:lnTo>
                  <a:pt x="457576" y="127325"/>
                </a:lnTo>
                <a:lnTo>
                  <a:pt x="417731" y="127325"/>
                </a:lnTo>
                <a:lnTo>
                  <a:pt x="417731" y="124012"/>
                </a:lnTo>
                <a:cubicBezTo>
                  <a:pt x="421730" y="124012"/>
                  <a:pt x="424416" y="123625"/>
                  <a:pt x="425789" y="122850"/>
                </a:cubicBezTo>
                <a:cubicBezTo>
                  <a:pt x="427162" y="122076"/>
                  <a:pt x="428251" y="120796"/>
                  <a:pt x="429057" y="119009"/>
                </a:cubicBezTo>
                <a:cubicBezTo>
                  <a:pt x="429863" y="117222"/>
                  <a:pt x="430266" y="113797"/>
                  <a:pt x="430266" y="108734"/>
                </a:cubicBezTo>
                <a:lnTo>
                  <a:pt x="430266" y="77197"/>
                </a:lnTo>
                <a:cubicBezTo>
                  <a:pt x="430266" y="68321"/>
                  <a:pt x="429997" y="62574"/>
                  <a:pt x="429460" y="59955"/>
                </a:cubicBezTo>
                <a:cubicBezTo>
                  <a:pt x="429042" y="58048"/>
                  <a:pt x="428386" y="56723"/>
                  <a:pt x="427490" y="55979"/>
                </a:cubicBezTo>
                <a:cubicBezTo>
                  <a:pt x="426595" y="55234"/>
                  <a:pt x="425371" y="54862"/>
                  <a:pt x="423819" y="54862"/>
                </a:cubicBezTo>
                <a:cubicBezTo>
                  <a:pt x="422148" y="54862"/>
                  <a:pt x="420118" y="55309"/>
                  <a:pt x="417731" y="56203"/>
                </a:cubicBezTo>
                <a:lnTo>
                  <a:pt x="416477" y="52985"/>
                </a:lnTo>
                <a:lnTo>
                  <a:pt x="441190" y="42979"/>
                </a:lnTo>
                <a:lnTo>
                  <a:pt x="445130" y="42979"/>
                </a:lnTo>
                <a:close/>
                <a:moveTo>
                  <a:pt x="491721" y="60349"/>
                </a:moveTo>
                <a:cubicBezTo>
                  <a:pt x="501331" y="48769"/>
                  <a:pt x="510494" y="42979"/>
                  <a:pt x="519209" y="42979"/>
                </a:cubicBezTo>
                <a:cubicBezTo>
                  <a:pt x="523686" y="42979"/>
                  <a:pt x="527536" y="44096"/>
                  <a:pt x="530760" y="46331"/>
                </a:cubicBezTo>
                <a:cubicBezTo>
                  <a:pt x="533983" y="48564"/>
                  <a:pt x="536550" y="52241"/>
                  <a:pt x="538460" y="57364"/>
                </a:cubicBezTo>
                <a:cubicBezTo>
                  <a:pt x="539773" y="60936"/>
                  <a:pt x="540430" y="66416"/>
                  <a:pt x="540430" y="73803"/>
                </a:cubicBezTo>
                <a:lnTo>
                  <a:pt x="540430" y="108734"/>
                </a:lnTo>
                <a:cubicBezTo>
                  <a:pt x="540430" y="113916"/>
                  <a:pt x="540848" y="117431"/>
                  <a:pt x="541684" y="119277"/>
                </a:cubicBezTo>
                <a:cubicBezTo>
                  <a:pt x="542340" y="120766"/>
                  <a:pt x="543400" y="121927"/>
                  <a:pt x="544862" y="122761"/>
                </a:cubicBezTo>
                <a:cubicBezTo>
                  <a:pt x="546325" y="123595"/>
                  <a:pt x="549026" y="124012"/>
                  <a:pt x="552966" y="124012"/>
                </a:cubicBezTo>
                <a:lnTo>
                  <a:pt x="552966" y="127325"/>
                </a:lnTo>
                <a:lnTo>
                  <a:pt x="512404" y="127325"/>
                </a:lnTo>
                <a:lnTo>
                  <a:pt x="512404" y="124012"/>
                </a:lnTo>
                <a:lnTo>
                  <a:pt x="514106" y="124012"/>
                </a:lnTo>
                <a:cubicBezTo>
                  <a:pt x="517926" y="124012"/>
                  <a:pt x="520597" y="123432"/>
                  <a:pt x="522119" y="122274"/>
                </a:cubicBezTo>
                <a:cubicBezTo>
                  <a:pt x="523641" y="121116"/>
                  <a:pt x="524701" y="119409"/>
                  <a:pt x="525298" y="117154"/>
                </a:cubicBezTo>
                <a:cubicBezTo>
                  <a:pt x="525537" y="116262"/>
                  <a:pt x="525656" y="113470"/>
                  <a:pt x="525656" y="108779"/>
                </a:cubicBezTo>
                <a:lnTo>
                  <a:pt x="525656" y="75372"/>
                </a:lnTo>
                <a:cubicBezTo>
                  <a:pt x="525656" y="67950"/>
                  <a:pt x="524686" y="62561"/>
                  <a:pt x="522746" y="59205"/>
                </a:cubicBezTo>
                <a:cubicBezTo>
                  <a:pt x="520806" y="55849"/>
                  <a:pt x="517538" y="54171"/>
                  <a:pt x="512942" y="54171"/>
                </a:cubicBezTo>
                <a:cubicBezTo>
                  <a:pt x="505838" y="54171"/>
                  <a:pt x="498765" y="58032"/>
                  <a:pt x="491721" y="65752"/>
                </a:cubicBezTo>
                <a:lnTo>
                  <a:pt x="491721" y="108779"/>
                </a:lnTo>
                <a:cubicBezTo>
                  <a:pt x="491721" y="114302"/>
                  <a:pt x="492049" y="117717"/>
                  <a:pt x="492706" y="119023"/>
                </a:cubicBezTo>
                <a:cubicBezTo>
                  <a:pt x="493541" y="120744"/>
                  <a:pt x="494691" y="122006"/>
                  <a:pt x="496153" y="122808"/>
                </a:cubicBezTo>
                <a:cubicBezTo>
                  <a:pt x="497615" y="123611"/>
                  <a:pt x="500585" y="124012"/>
                  <a:pt x="505062" y="124012"/>
                </a:cubicBezTo>
                <a:lnTo>
                  <a:pt x="505062" y="127325"/>
                </a:lnTo>
                <a:lnTo>
                  <a:pt x="464501" y="127325"/>
                </a:lnTo>
                <a:lnTo>
                  <a:pt x="464501" y="124012"/>
                </a:lnTo>
                <a:lnTo>
                  <a:pt x="466292" y="124012"/>
                </a:lnTo>
                <a:cubicBezTo>
                  <a:pt x="470470" y="124012"/>
                  <a:pt x="473291" y="122955"/>
                  <a:pt x="474753" y="120841"/>
                </a:cubicBezTo>
                <a:cubicBezTo>
                  <a:pt x="476216" y="118726"/>
                  <a:pt x="476947" y="114690"/>
                  <a:pt x="476947" y="108734"/>
                </a:cubicBezTo>
                <a:lnTo>
                  <a:pt x="476947" y="78358"/>
                </a:lnTo>
                <a:cubicBezTo>
                  <a:pt x="476947" y="68531"/>
                  <a:pt x="476723" y="62546"/>
                  <a:pt x="476275" y="60403"/>
                </a:cubicBezTo>
                <a:cubicBezTo>
                  <a:pt x="475828" y="58257"/>
                  <a:pt x="475141" y="56798"/>
                  <a:pt x="474216" y="56023"/>
                </a:cubicBezTo>
                <a:cubicBezTo>
                  <a:pt x="473291" y="55249"/>
                  <a:pt x="472052" y="54862"/>
                  <a:pt x="470500" y="54862"/>
                </a:cubicBezTo>
                <a:cubicBezTo>
                  <a:pt x="468829" y="54862"/>
                  <a:pt x="466829" y="55309"/>
                  <a:pt x="464501" y="56203"/>
                </a:cubicBezTo>
                <a:lnTo>
                  <a:pt x="463158" y="52985"/>
                </a:lnTo>
                <a:lnTo>
                  <a:pt x="487871" y="42979"/>
                </a:lnTo>
                <a:lnTo>
                  <a:pt x="491721" y="42979"/>
                </a:lnTo>
                <a:lnTo>
                  <a:pt x="491721" y="60349"/>
                </a:lnTo>
                <a:close/>
                <a:moveTo>
                  <a:pt x="581439" y="97438"/>
                </a:moveTo>
                <a:cubicBezTo>
                  <a:pt x="576425" y="94994"/>
                  <a:pt x="572575" y="91582"/>
                  <a:pt x="569888" y="87200"/>
                </a:cubicBezTo>
                <a:cubicBezTo>
                  <a:pt x="567202" y="82818"/>
                  <a:pt x="565859" y="77974"/>
                  <a:pt x="565859" y="72667"/>
                </a:cubicBezTo>
                <a:cubicBezTo>
                  <a:pt x="565859" y="64560"/>
                  <a:pt x="568918" y="57585"/>
                  <a:pt x="575037" y="51742"/>
                </a:cubicBezTo>
                <a:cubicBezTo>
                  <a:pt x="581155" y="45900"/>
                  <a:pt x="588990" y="42979"/>
                  <a:pt x="598541" y="42979"/>
                </a:cubicBezTo>
                <a:cubicBezTo>
                  <a:pt x="606361" y="42979"/>
                  <a:pt x="613136" y="44889"/>
                  <a:pt x="618866" y="48709"/>
                </a:cubicBezTo>
                <a:lnTo>
                  <a:pt x="636237" y="48709"/>
                </a:lnTo>
                <a:cubicBezTo>
                  <a:pt x="638804" y="48709"/>
                  <a:pt x="640296" y="48783"/>
                  <a:pt x="640714" y="48930"/>
                </a:cubicBezTo>
                <a:cubicBezTo>
                  <a:pt x="641132" y="49078"/>
                  <a:pt x="641430" y="49329"/>
                  <a:pt x="641609" y="49683"/>
                </a:cubicBezTo>
                <a:cubicBezTo>
                  <a:pt x="641967" y="50215"/>
                  <a:pt x="642146" y="51159"/>
                  <a:pt x="642146" y="52517"/>
                </a:cubicBezTo>
                <a:cubicBezTo>
                  <a:pt x="642146" y="54051"/>
                  <a:pt x="641997" y="55113"/>
                  <a:pt x="641699" y="55705"/>
                </a:cubicBezTo>
                <a:cubicBezTo>
                  <a:pt x="641520" y="55999"/>
                  <a:pt x="641206" y="56235"/>
                  <a:pt x="640759" y="56412"/>
                </a:cubicBezTo>
                <a:cubicBezTo>
                  <a:pt x="640311" y="56590"/>
                  <a:pt x="638804" y="56678"/>
                  <a:pt x="636237" y="56678"/>
                </a:cubicBezTo>
                <a:lnTo>
                  <a:pt x="625582" y="56678"/>
                </a:lnTo>
                <a:cubicBezTo>
                  <a:pt x="628924" y="60985"/>
                  <a:pt x="630596" y="66488"/>
                  <a:pt x="630596" y="73187"/>
                </a:cubicBezTo>
                <a:cubicBezTo>
                  <a:pt x="630596" y="80843"/>
                  <a:pt x="627671" y="87392"/>
                  <a:pt x="621821" y="92835"/>
                </a:cubicBezTo>
                <a:cubicBezTo>
                  <a:pt x="615971" y="98278"/>
                  <a:pt x="608122" y="101000"/>
                  <a:pt x="598272" y="101000"/>
                </a:cubicBezTo>
                <a:cubicBezTo>
                  <a:pt x="594213" y="101000"/>
                  <a:pt x="590065" y="100391"/>
                  <a:pt x="585826" y="99173"/>
                </a:cubicBezTo>
                <a:cubicBezTo>
                  <a:pt x="583200" y="101439"/>
                  <a:pt x="581424" y="103423"/>
                  <a:pt x="580499" y="105124"/>
                </a:cubicBezTo>
                <a:cubicBezTo>
                  <a:pt x="579574" y="106824"/>
                  <a:pt x="579111" y="108270"/>
                  <a:pt x="579111" y="109462"/>
                </a:cubicBezTo>
                <a:cubicBezTo>
                  <a:pt x="579111" y="110476"/>
                  <a:pt x="579603" y="111461"/>
                  <a:pt x="580588" y="112416"/>
                </a:cubicBezTo>
                <a:cubicBezTo>
                  <a:pt x="581573" y="113370"/>
                  <a:pt x="583498" y="114055"/>
                  <a:pt x="586364" y="114473"/>
                </a:cubicBezTo>
                <a:cubicBezTo>
                  <a:pt x="588035" y="114712"/>
                  <a:pt x="592213" y="114921"/>
                  <a:pt x="598899" y="115100"/>
                </a:cubicBezTo>
                <a:cubicBezTo>
                  <a:pt x="611196" y="115396"/>
                  <a:pt x="619165" y="115813"/>
                  <a:pt x="622806" y="116350"/>
                </a:cubicBezTo>
                <a:cubicBezTo>
                  <a:pt x="628357" y="117126"/>
                  <a:pt x="632790" y="119185"/>
                  <a:pt x="636103" y="122526"/>
                </a:cubicBezTo>
                <a:cubicBezTo>
                  <a:pt x="639415" y="125865"/>
                  <a:pt x="641072" y="129980"/>
                  <a:pt x="641072" y="134871"/>
                </a:cubicBezTo>
                <a:cubicBezTo>
                  <a:pt x="641072" y="141611"/>
                  <a:pt x="637908" y="147934"/>
                  <a:pt x="631581" y="153839"/>
                </a:cubicBezTo>
                <a:cubicBezTo>
                  <a:pt x="622269" y="162547"/>
                  <a:pt x="610121" y="166901"/>
                  <a:pt x="595138" y="166901"/>
                </a:cubicBezTo>
                <a:cubicBezTo>
                  <a:pt x="583618" y="166901"/>
                  <a:pt x="573888" y="164308"/>
                  <a:pt x="565949" y="159122"/>
                </a:cubicBezTo>
                <a:cubicBezTo>
                  <a:pt x="561472" y="156141"/>
                  <a:pt x="559233" y="153041"/>
                  <a:pt x="559233" y="149821"/>
                </a:cubicBezTo>
                <a:cubicBezTo>
                  <a:pt x="559233" y="148392"/>
                  <a:pt x="559562" y="146963"/>
                  <a:pt x="560218" y="145532"/>
                </a:cubicBezTo>
                <a:cubicBezTo>
                  <a:pt x="561233" y="143325"/>
                  <a:pt x="563322" y="140255"/>
                  <a:pt x="566486" y="136320"/>
                </a:cubicBezTo>
                <a:cubicBezTo>
                  <a:pt x="566904" y="135785"/>
                  <a:pt x="569948" y="132566"/>
                  <a:pt x="575619" y="126664"/>
                </a:cubicBezTo>
                <a:cubicBezTo>
                  <a:pt x="572515" y="124812"/>
                  <a:pt x="570321" y="123154"/>
                  <a:pt x="569038" y="121689"/>
                </a:cubicBezTo>
                <a:cubicBezTo>
                  <a:pt x="567754" y="120225"/>
                  <a:pt x="567113" y="118567"/>
                  <a:pt x="567113" y="116714"/>
                </a:cubicBezTo>
                <a:cubicBezTo>
                  <a:pt x="567113" y="114621"/>
                  <a:pt x="567963" y="112170"/>
                  <a:pt x="569665" y="109361"/>
                </a:cubicBezTo>
                <a:cubicBezTo>
                  <a:pt x="571366" y="106552"/>
                  <a:pt x="575291" y="102577"/>
                  <a:pt x="581439" y="97438"/>
                </a:cubicBezTo>
                <a:moveTo>
                  <a:pt x="597019" y="47456"/>
                </a:moveTo>
                <a:cubicBezTo>
                  <a:pt x="592601" y="47456"/>
                  <a:pt x="588901" y="49207"/>
                  <a:pt x="585916" y="52711"/>
                </a:cubicBezTo>
                <a:cubicBezTo>
                  <a:pt x="582931" y="56212"/>
                  <a:pt x="581439" y="61584"/>
                  <a:pt x="581439" y="68828"/>
                </a:cubicBezTo>
                <a:cubicBezTo>
                  <a:pt x="581439" y="78209"/>
                  <a:pt x="583468" y="85481"/>
                  <a:pt x="587528" y="90644"/>
                </a:cubicBezTo>
                <a:cubicBezTo>
                  <a:pt x="590632" y="94564"/>
                  <a:pt x="594571" y="96523"/>
                  <a:pt x="599347" y="96523"/>
                </a:cubicBezTo>
                <a:cubicBezTo>
                  <a:pt x="603883" y="96523"/>
                  <a:pt x="607614" y="94831"/>
                  <a:pt x="610539" y="91447"/>
                </a:cubicBezTo>
                <a:cubicBezTo>
                  <a:pt x="613464" y="88064"/>
                  <a:pt x="614927" y="82750"/>
                  <a:pt x="614927" y="75507"/>
                </a:cubicBezTo>
                <a:cubicBezTo>
                  <a:pt x="614927" y="66068"/>
                  <a:pt x="612867" y="58676"/>
                  <a:pt x="608748" y="53332"/>
                </a:cubicBezTo>
                <a:cubicBezTo>
                  <a:pt x="605704" y="49414"/>
                  <a:pt x="601794" y="47456"/>
                  <a:pt x="597019" y="47456"/>
                </a:cubicBezTo>
                <a:moveTo>
                  <a:pt x="580544" y="127378"/>
                </a:moveTo>
                <a:cubicBezTo>
                  <a:pt x="577738" y="130416"/>
                  <a:pt x="575619" y="133246"/>
                  <a:pt x="574186" y="135867"/>
                </a:cubicBezTo>
                <a:cubicBezTo>
                  <a:pt x="572754" y="138490"/>
                  <a:pt x="572037" y="140904"/>
                  <a:pt x="572037" y="143109"/>
                </a:cubicBezTo>
                <a:cubicBezTo>
                  <a:pt x="572037" y="145968"/>
                  <a:pt x="573768" y="148471"/>
                  <a:pt x="577231" y="150616"/>
                </a:cubicBezTo>
                <a:cubicBezTo>
                  <a:pt x="583200" y="154309"/>
                  <a:pt x="591825" y="156156"/>
                  <a:pt x="603107" y="156156"/>
                </a:cubicBezTo>
                <a:cubicBezTo>
                  <a:pt x="613852" y="156156"/>
                  <a:pt x="621776" y="154264"/>
                  <a:pt x="626880" y="150479"/>
                </a:cubicBezTo>
                <a:cubicBezTo>
                  <a:pt x="631984" y="146696"/>
                  <a:pt x="634536" y="142660"/>
                  <a:pt x="634536" y="138371"/>
                </a:cubicBezTo>
                <a:cubicBezTo>
                  <a:pt x="634536" y="135273"/>
                  <a:pt x="633013" y="133068"/>
                  <a:pt x="629969" y="131757"/>
                </a:cubicBezTo>
                <a:cubicBezTo>
                  <a:pt x="626865" y="130445"/>
                  <a:pt x="620717" y="129671"/>
                  <a:pt x="611524" y="129434"/>
                </a:cubicBezTo>
                <a:cubicBezTo>
                  <a:pt x="598093" y="129076"/>
                  <a:pt x="587766" y="128391"/>
                  <a:pt x="580544" y="127378"/>
                </a:cubicBezTo>
                <a:close/>
                <a:moveTo>
                  <a:pt x="743505" y="115505"/>
                </a:moveTo>
                <a:cubicBezTo>
                  <a:pt x="735088" y="122012"/>
                  <a:pt x="729805" y="125773"/>
                  <a:pt x="727656" y="126787"/>
                </a:cubicBezTo>
                <a:cubicBezTo>
                  <a:pt x="724433" y="128339"/>
                  <a:pt x="721001" y="129115"/>
                  <a:pt x="717359" y="129115"/>
                </a:cubicBezTo>
                <a:cubicBezTo>
                  <a:pt x="711689" y="129115"/>
                  <a:pt x="707018" y="127175"/>
                  <a:pt x="703346" y="123295"/>
                </a:cubicBezTo>
                <a:cubicBezTo>
                  <a:pt x="699675" y="119415"/>
                  <a:pt x="697840" y="114312"/>
                  <a:pt x="697840" y="107984"/>
                </a:cubicBezTo>
                <a:cubicBezTo>
                  <a:pt x="697840" y="103985"/>
                  <a:pt x="698735" y="100523"/>
                  <a:pt x="700526" y="97598"/>
                </a:cubicBezTo>
                <a:cubicBezTo>
                  <a:pt x="702973" y="93539"/>
                  <a:pt x="707226" y="89718"/>
                  <a:pt x="713285" y="86137"/>
                </a:cubicBezTo>
                <a:cubicBezTo>
                  <a:pt x="719344" y="82555"/>
                  <a:pt x="729417" y="78197"/>
                  <a:pt x="743505" y="73064"/>
                </a:cubicBezTo>
                <a:lnTo>
                  <a:pt x="743505" y="69840"/>
                </a:lnTo>
                <a:cubicBezTo>
                  <a:pt x="743505" y="61663"/>
                  <a:pt x="742206" y="56051"/>
                  <a:pt x="739610" y="53007"/>
                </a:cubicBezTo>
                <a:cubicBezTo>
                  <a:pt x="737013" y="49963"/>
                  <a:pt x="733238" y="48441"/>
                  <a:pt x="728283" y="48441"/>
                </a:cubicBezTo>
                <a:cubicBezTo>
                  <a:pt x="724522" y="48441"/>
                  <a:pt x="721538" y="49452"/>
                  <a:pt x="719329" y="51474"/>
                </a:cubicBezTo>
                <a:cubicBezTo>
                  <a:pt x="717061" y="53496"/>
                  <a:pt x="715927" y="55816"/>
                  <a:pt x="715927" y="58433"/>
                </a:cubicBezTo>
                <a:lnTo>
                  <a:pt x="716106" y="63606"/>
                </a:lnTo>
                <a:cubicBezTo>
                  <a:pt x="716106" y="66341"/>
                  <a:pt x="715404" y="68452"/>
                  <a:pt x="714002" y="69938"/>
                </a:cubicBezTo>
                <a:cubicBezTo>
                  <a:pt x="712599" y="71425"/>
                  <a:pt x="710763" y="72169"/>
                  <a:pt x="708495" y="72169"/>
                </a:cubicBezTo>
                <a:cubicBezTo>
                  <a:pt x="706286" y="72169"/>
                  <a:pt x="704481" y="71395"/>
                  <a:pt x="703078" y="69849"/>
                </a:cubicBezTo>
                <a:cubicBezTo>
                  <a:pt x="701675" y="68301"/>
                  <a:pt x="700974" y="66187"/>
                  <a:pt x="700974" y="63508"/>
                </a:cubicBezTo>
                <a:cubicBezTo>
                  <a:pt x="700974" y="58392"/>
                  <a:pt x="703600" y="53691"/>
                  <a:pt x="708853" y="49406"/>
                </a:cubicBezTo>
                <a:cubicBezTo>
                  <a:pt x="714106" y="45121"/>
                  <a:pt x="721478" y="42979"/>
                  <a:pt x="730969" y="42979"/>
                </a:cubicBezTo>
                <a:cubicBezTo>
                  <a:pt x="738252" y="42979"/>
                  <a:pt x="744221" y="44201"/>
                  <a:pt x="748877" y="46644"/>
                </a:cubicBezTo>
                <a:cubicBezTo>
                  <a:pt x="752399" y="48493"/>
                  <a:pt x="754996" y="51385"/>
                  <a:pt x="756667" y="55321"/>
                </a:cubicBezTo>
                <a:cubicBezTo>
                  <a:pt x="757741" y="57884"/>
                  <a:pt x="758279" y="63131"/>
                  <a:pt x="758279" y="71060"/>
                </a:cubicBezTo>
                <a:lnTo>
                  <a:pt x="758279" y="98874"/>
                </a:lnTo>
                <a:cubicBezTo>
                  <a:pt x="758279" y="106684"/>
                  <a:pt x="758428" y="111469"/>
                  <a:pt x="758726" y="113228"/>
                </a:cubicBezTo>
                <a:cubicBezTo>
                  <a:pt x="759025" y="114987"/>
                  <a:pt x="759517" y="116165"/>
                  <a:pt x="760204" y="116762"/>
                </a:cubicBezTo>
                <a:cubicBezTo>
                  <a:pt x="760890" y="117357"/>
                  <a:pt x="761681" y="117654"/>
                  <a:pt x="762577" y="117654"/>
                </a:cubicBezTo>
                <a:cubicBezTo>
                  <a:pt x="763532" y="117654"/>
                  <a:pt x="764367" y="117445"/>
                  <a:pt x="765084" y="117028"/>
                </a:cubicBezTo>
                <a:cubicBezTo>
                  <a:pt x="766337" y="116252"/>
                  <a:pt x="768755" y="114073"/>
                  <a:pt x="772336" y="110491"/>
                </a:cubicBezTo>
                <a:lnTo>
                  <a:pt x="772336" y="115505"/>
                </a:lnTo>
                <a:cubicBezTo>
                  <a:pt x="765651" y="124459"/>
                  <a:pt x="759264" y="128936"/>
                  <a:pt x="753175" y="128936"/>
                </a:cubicBezTo>
                <a:cubicBezTo>
                  <a:pt x="750250" y="128936"/>
                  <a:pt x="747922" y="127922"/>
                  <a:pt x="746191" y="125892"/>
                </a:cubicBezTo>
                <a:cubicBezTo>
                  <a:pt x="744460" y="123862"/>
                  <a:pt x="743564" y="120400"/>
                  <a:pt x="743505" y="115505"/>
                </a:cubicBezTo>
                <a:moveTo>
                  <a:pt x="743505" y="109635"/>
                </a:moveTo>
                <a:lnTo>
                  <a:pt x="743505" y="78526"/>
                </a:lnTo>
                <a:cubicBezTo>
                  <a:pt x="734491" y="82091"/>
                  <a:pt x="728671" y="84616"/>
                  <a:pt x="726045" y="86103"/>
                </a:cubicBezTo>
                <a:cubicBezTo>
                  <a:pt x="721329" y="88718"/>
                  <a:pt x="717956" y="91452"/>
                  <a:pt x="715927" y="94304"/>
                </a:cubicBezTo>
                <a:cubicBezTo>
                  <a:pt x="713897" y="97156"/>
                  <a:pt x="712882" y="100276"/>
                  <a:pt x="712882" y="103664"/>
                </a:cubicBezTo>
                <a:cubicBezTo>
                  <a:pt x="712882" y="107943"/>
                  <a:pt x="714166" y="111494"/>
                  <a:pt x="716733" y="114316"/>
                </a:cubicBezTo>
                <a:cubicBezTo>
                  <a:pt x="719299" y="117139"/>
                  <a:pt x="722254" y="118550"/>
                  <a:pt x="725597" y="118550"/>
                </a:cubicBezTo>
                <a:cubicBezTo>
                  <a:pt x="730134" y="118550"/>
                  <a:pt x="736103" y="115578"/>
                  <a:pt x="743505" y="109635"/>
                </a:cubicBezTo>
                <a:close/>
                <a:moveTo>
                  <a:pt x="802360" y="60349"/>
                </a:moveTo>
                <a:cubicBezTo>
                  <a:pt x="811970" y="48769"/>
                  <a:pt x="821133" y="42979"/>
                  <a:pt x="829848" y="42979"/>
                </a:cubicBezTo>
                <a:cubicBezTo>
                  <a:pt x="834325" y="42979"/>
                  <a:pt x="838176" y="44096"/>
                  <a:pt x="841399" y="46331"/>
                </a:cubicBezTo>
                <a:cubicBezTo>
                  <a:pt x="844622" y="48564"/>
                  <a:pt x="847189" y="52241"/>
                  <a:pt x="849099" y="57364"/>
                </a:cubicBezTo>
                <a:cubicBezTo>
                  <a:pt x="850413" y="60936"/>
                  <a:pt x="851069" y="66416"/>
                  <a:pt x="851069" y="73803"/>
                </a:cubicBezTo>
                <a:lnTo>
                  <a:pt x="851069" y="108734"/>
                </a:lnTo>
                <a:cubicBezTo>
                  <a:pt x="851069" y="113916"/>
                  <a:pt x="851487" y="117431"/>
                  <a:pt x="852323" y="119277"/>
                </a:cubicBezTo>
                <a:cubicBezTo>
                  <a:pt x="852979" y="120766"/>
                  <a:pt x="854039" y="121927"/>
                  <a:pt x="855501" y="122761"/>
                </a:cubicBezTo>
                <a:cubicBezTo>
                  <a:pt x="856964" y="123595"/>
                  <a:pt x="859665" y="124012"/>
                  <a:pt x="863605" y="124012"/>
                </a:cubicBezTo>
                <a:lnTo>
                  <a:pt x="863605" y="127325"/>
                </a:lnTo>
                <a:lnTo>
                  <a:pt x="823043" y="127325"/>
                </a:lnTo>
                <a:lnTo>
                  <a:pt x="823043" y="124012"/>
                </a:lnTo>
                <a:lnTo>
                  <a:pt x="824745" y="124012"/>
                </a:lnTo>
                <a:cubicBezTo>
                  <a:pt x="828565" y="124012"/>
                  <a:pt x="831236" y="123432"/>
                  <a:pt x="832758" y="122274"/>
                </a:cubicBezTo>
                <a:cubicBezTo>
                  <a:pt x="834281" y="121116"/>
                  <a:pt x="835340" y="119409"/>
                  <a:pt x="835937" y="117154"/>
                </a:cubicBezTo>
                <a:cubicBezTo>
                  <a:pt x="836176" y="116262"/>
                  <a:pt x="836295" y="113470"/>
                  <a:pt x="836295" y="108779"/>
                </a:cubicBezTo>
                <a:lnTo>
                  <a:pt x="836295" y="75372"/>
                </a:lnTo>
                <a:cubicBezTo>
                  <a:pt x="836295" y="67950"/>
                  <a:pt x="835325" y="62561"/>
                  <a:pt x="833385" y="59205"/>
                </a:cubicBezTo>
                <a:cubicBezTo>
                  <a:pt x="831445" y="55849"/>
                  <a:pt x="828177" y="54171"/>
                  <a:pt x="823581" y="54171"/>
                </a:cubicBezTo>
                <a:cubicBezTo>
                  <a:pt x="816477" y="54171"/>
                  <a:pt x="809404" y="58032"/>
                  <a:pt x="802360" y="65752"/>
                </a:cubicBezTo>
                <a:lnTo>
                  <a:pt x="802360" y="108779"/>
                </a:lnTo>
                <a:cubicBezTo>
                  <a:pt x="802360" y="114302"/>
                  <a:pt x="802688" y="117717"/>
                  <a:pt x="803345" y="119023"/>
                </a:cubicBezTo>
                <a:cubicBezTo>
                  <a:pt x="804181" y="120744"/>
                  <a:pt x="805330" y="122006"/>
                  <a:pt x="806792" y="122808"/>
                </a:cubicBezTo>
                <a:cubicBezTo>
                  <a:pt x="808255" y="123611"/>
                  <a:pt x="811224" y="124012"/>
                  <a:pt x="815701" y="124012"/>
                </a:cubicBezTo>
                <a:lnTo>
                  <a:pt x="815701" y="127325"/>
                </a:lnTo>
                <a:lnTo>
                  <a:pt x="775140" y="127325"/>
                </a:lnTo>
                <a:lnTo>
                  <a:pt x="775140" y="124012"/>
                </a:lnTo>
                <a:lnTo>
                  <a:pt x="776931" y="124012"/>
                </a:lnTo>
                <a:cubicBezTo>
                  <a:pt x="781109" y="124012"/>
                  <a:pt x="783930" y="122955"/>
                  <a:pt x="785392" y="120841"/>
                </a:cubicBezTo>
                <a:cubicBezTo>
                  <a:pt x="786855" y="118726"/>
                  <a:pt x="787586" y="114690"/>
                  <a:pt x="787586" y="108734"/>
                </a:cubicBezTo>
                <a:lnTo>
                  <a:pt x="787586" y="78358"/>
                </a:lnTo>
                <a:cubicBezTo>
                  <a:pt x="787586" y="68531"/>
                  <a:pt x="787362" y="62546"/>
                  <a:pt x="786914" y="60403"/>
                </a:cubicBezTo>
                <a:cubicBezTo>
                  <a:pt x="786467" y="58257"/>
                  <a:pt x="785780" y="56798"/>
                  <a:pt x="784855" y="56023"/>
                </a:cubicBezTo>
                <a:cubicBezTo>
                  <a:pt x="783930" y="55249"/>
                  <a:pt x="782691" y="54862"/>
                  <a:pt x="781139" y="54862"/>
                </a:cubicBezTo>
                <a:cubicBezTo>
                  <a:pt x="779468" y="54862"/>
                  <a:pt x="777468" y="55309"/>
                  <a:pt x="775140" y="56203"/>
                </a:cubicBezTo>
                <a:lnTo>
                  <a:pt x="773797" y="52985"/>
                </a:lnTo>
                <a:lnTo>
                  <a:pt x="798510" y="42979"/>
                </a:lnTo>
                <a:lnTo>
                  <a:pt x="802360" y="42979"/>
                </a:lnTo>
                <a:lnTo>
                  <a:pt x="802360" y="60349"/>
                </a:lnTo>
                <a:close/>
                <a:moveTo>
                  <a:pt x="928073" y="118102"/>
                </a:moveTo>
                <a:cubicBezTo>
                  <a:pt x="924073" y="122281"/>
                  <a:pt x="920163" y="125280"/>
                  <a:pt x="916343" y="127101"/>
                </a:cubicBezTo>
                <a:cubicBezTo>
                  <a:pt x="912523" y="128921"/>
                  <a:pt x="908404" y="129832"/>
                  <a:pt x="903987" y="129832"/>
                </a:cubicBezTo>
                <a:cubicBezTo>
                  <a:pt x="895033" y="129832"/>
                  <a:pt x="887213" y="126094"/>
                  <a:pt x="880527" y="118620"/>
                </a:cubicBezTo>
                <a:cubicBezTo>
                  <a:pt x="873842" y="111143"/>
                  <a:pt x="870499" y="101536"/>
                  <a:pt x="870499" y="89799"/>
                </a:cubicBezTo>
                <a:cubicBezTo>
                  <a:pt x="870499" y="78064"/>
                  <a:pt x="874200" y="67327"/>
                  <a:pt x="881602" y="57588"/>
                </a:cubicBezTo>
                <a:cubicBezTo>
                  <a:pt x="889004" y="47848"/>
                  <a:pt x="898525" y="42979"/>
                  <a:pt x="910165" y="42979"/>
                </a:cubicBezTo>
                <a:cubicBezTo>
                  <a:pt x="917388" y="42979"/>
                  <a:pt x="923357" y="45277"/>
                  <a:pt x="928073" y="49873"/>
                </a:cubicBezTo>
                <a:lnTo>
                  <a:pt x="928073" y="34708"/>
                </a:lnTo>
                <a:cubicBezTo>
                  <a:pt x="928073" y="25297"/>
                  <a:pt x="927849" y="19512"/>
                  <a:pt x="927401" y="17354"/>
                </a:cubicBezTo>
                <a:cubicBezTo>
                  <a:pt x="926953" y="15196"/>
                  <a:pt x="926252" y="13727"/>
                  <a:pt x="925297" y="12950"/>
                </a:cubicBezTo>
                <a:cubicBezTo>
                  <a:pt x="924342" y="12170"/>
                  <a:pt x="923148" y="11780"/>
                  <a:pt x="921715" y="11780"/>
                </a:cubicBezTo>
                <a:cubicBezTo>
                  <a:pt x="920163" y="11780"/>
                  <a:pt x="918104" y="12259"/>
                  <a:pt x="915537" y="13218"/>
                </a:cubicBezTo>
                <a:lnTo>
                  <a:pt x="914373" y="10070"/>
                </a:lnTo>
                <a:lnTo>
                  <a:pt x="938817" y="0"/>
                </a:lnTo>
                <a:lnTo>
                  <a:pt x="942847" y="0"/>
                </a:lnTo>
                <a:lnTo>
                  <a:pt x="942847" y="94822"/>
                </a:lnTo>
                <a:cubicBezTo>
                  <a:pt x="942847" y="104432"/>
                  <a:pt x="943071" y="110297"/>
                  <a:pt x="943518" y="112416"/>
                </a:cubicBezTo>
                <a:cubicBezTo>
                  <a:pt x="943966" y="114535"/>
                  <a:pt x="944682" y="116013"/>
                  <a:pt x="945667" y="116849"/>
                </a:cubicBezTo>
                <a:cubicBezTo>
                  <a:pt x="946652" y="117684"/>
                  <a:pt x="947801" y="118102"/>
                  <a:pt x="949114" y="118102"/>
                </a:cubicBezTo>
                <a:cubicBezTo>
                  <a:pt x="950726" y="118102"/>
                  <a:pt x="952875" y="117595"/>
                  <a:pt x="955561" y="116580"/>
                </a:cubicBezTo>
                <a:lnTo>
                  <a:pt x="956546" y="119714"/>
                </a:lnTo>
                <a:lnTo>
                  <a:pt x="932192" y="129832"/>
                </a:lnTo>
                <a:lnTo>
                  <a:pt x="928073" y="129832"/>
                </a:lnTo>
                <a:lnTo>
                  <a:pt x="928073" y="118102"/>
                </a:lnTo>
                <a:moveTo>
                  <a:pt x="928073" y="111854"/>
                </a:moveTo>
                <a:lnTo>
                  <a:pt x="928073" y="69698"/>
                </a:lnTo>
                <a:cubicBezTo>
                  <a:pt x="927715" y="65648"/>
                  <a:pt x="926640" y="61956"/>
                  <a:pt x="924849" y="58623"/>
                </a:cubicBezTo>
                <a:cubicBezTo>
                  <a:pt x="923059" y="55288"/>
                  <a:pt x="920686" y="52772"/>
                  <a:pt x="917731" y="51076"/>
                </a:cubicBezTo>
                <a:cubicBezTo>
                  <a:pt x="914776" y="49379"/>
                  <a:pt x="911896" y="48530"/>
                  <a:pt x="909090" y="48530"/>
                </a:cubicBezTo>
                <a:cubicBezTo>
                  <a:pt x="903837" y="48530"/>
                  <a:pt x="899152" y="50882"/>
                  <a:pt x="895033" y="55587"/>
                </a:cubicBezTo>
                <a:cubicBezTo>
                  <a:pt x="889601" y="61778"/>
                  <a:pt x="886885" y="70828"/>
                  <a:pt x="886885" y="82737"/>
                </a:cubicBezTo>
                <a:cubicBezTo>
                  <a:pt x="886885" y="94765"/>
                  <a:pt x="889511" y="103980"/>
                  <a:pt x="894764" y="110382"/>
                </a:cubicBezTo>
                <a:cubicBezTo>
                  <a:pt x="900017" y="116782"/>
                  <a:pt x="905867" y="119982"/>
                  <a:pt x="912314" y="119982"/>
                </a:cubicBezTo>
                <a:cubicBezTo>
                  <a:pt x="917746" y="119982"/>
                  <a:pt x="922999" y="117273"/>
                  <a:pt x="928073" y="111854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overtaking">
            <a:extLst xmlns:a="http://schemas.openxmlformats.org/drawingml/2006/main">
              <a:ext uri="{FF2B5EF4-FFF2-40B4-BE49-F238E27FC236}">
                <a16:creationId xmlns:a16="http://schemas.microsoft.com/office/drawing/2014/main" id="{C4831809-F47B-420B-85C7-FD2D9D7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94" y="487335"/>
            <a:ext cx="774808" cy="166901"/>
          </a:xfrm>
          <a:custGeom xmlns:a="http://schemas.openxmlformats.org/drawingml/2006/main">
            <a:pathLst>
              <a:path w="774808" h="166901">
                <a:moveTo>
                  <a:pt x="39666" y="42979"/>
                </a:moveTo>
                <a:cubicBezTo>
                  <a:pt x="52082" y="42979"/>
                  <a:pt x="62051" y="47690"/>
                  <a:pt x="69572" y="57112"/>
                </a:cubicBezTo>
                <a:cubicBezTo>
                  <a:pt x="75959" y="65161"/>
                  <a:pt x="79153" y="74404"/>
                  <a:pt x="79153" y="84841"/>
                </a:cubicBezTo>
                <a:cubicBezTo>
                  <a:pt x="79153" y="92176"/>
                  <a:pt x="77392" y="99600"/>
                  <a:pt x="73870" y="107114"/>
                </a:cubicBezTo>
                <a:cubicBezTo>
                  <a:pt x="70348" y="114626"/>
                  <a:pt x="65498" y="120290"/>
                  <a:pt x="59320" y="124107"/>
                </a:cubicBezTo>
                <a:cubicBezTo>
                  <a:pt x="53141" y="127923"/>
                  <a:pt x="46262" y="129832"/>
                  <a:pt x="38681" y="129832"/>
                </a:cubicBezTo>
                <a:cubicBezTo>
                  <a:pt x="26324" y="129832"/>
                  <a:pt x="16505" y="124912"/>
                  <a:pt x="9223" y="115072"/>
                </a:cubicBezTo>
                <a:cubicBezTo>
                  <a:pt x="3074" y="106784"/>
                  <a:pt x="0" y="97482"/>
                  <a:pt x="0" y="87166"/>
                </a:cubicBezTo>
                <a:cubicBezTo>
                  <a:pt x="0" y="79652"/>
                  <a:pt x="1865" y="72183"/>
                  <a:pt x="5596" y="64759"/>
                </a:cubicBezTo>
                <a:cubicBezTo>
                  <a:pt x="9327" y="57335"/>
                  <a:pt x="14237" y="51849"/>
                  <a:pt x="20325" y="48301"/>
                </a:cubicBezTo>
                <a:cubicBezTo>
                  <a:pt x="26414" y="44753"/>
                  <a:pt x="32861" y="42979"/>
                  <a:pt x="39666" y="42979"/>
                </a:cubicBezTo>
                <a:moveTo>
                  <a:pt x="36890" y="48888"/>
                </a:moveTo>
                <a:cubicBezTo>
                  <a:pt x="33726" y="48888"/>
                  <a:pt x="30548" y="49828"/>
                  <a:pt x="27354" y="51706"/>
                </a:cubicBezTo>
                <a:cubicBezTo>
                  <a:pt x="24161" y="53584"/>
                  <a:pt x="21579" y="56879"/>
                  <a:pt x="19609" y="61589"/>
                </a:cubicBezTo>
                <a:cubicBezTo>
                  <a:pt x="17639" y="66299"/>
                  <a:pt x="16654" y="72350"/>
                  <a:pt x="16654" y="79743"/>
                </a:cubicBezTo>
                <a:cubicBezTo>
                  <a:pt x="16654" y="91667"/>
                  <a:pt x="19027" y="101951"/>
                  <a:pt x="23773" y="110598"/>
                </a:cubicBezTo>
                <a:cubicBezTo>
                  <a:pt x="28518" y="119242"/>
                  <a:pt x="34771" y="123564"/>
                  <a:pt x="42531" y="123564"/>
                </a:cubicBezTo>
                <a:cubicBezTo>
                  <a:pt x="48321" y="123564"/>
                  <a:pt x="53097" y="121179"/>
                  <a:pt x="56857" y="116409"/>
                </a:cubicBezTo>
                <a:cubicBezTo>
                  <a:pt x="60618" y="111639"/>
                  <a:pt x="62498" y="103442"/>
                  <a:pt x="62498" y="91817"/>
                </a:cubicBezTo>
                <a:cubicBezTo>
                  <a:pt x="62498" y="77269"/>
                  <a:pt x="59364" y="65821"/>
                  <a:pt x="53097" y="57473"/>
                </a:cubicBezTo>
                <a:cubicBezTo>
                  <a:pt x="48859" y="51750"/>
                  <a:pt x="43456" y="48888"/>
                  <a:pt x="36890" y="48888"/>
                </a:cubicBezTo>
                <a:close/>
                <a:moveTo>
                  <a:pt x="87032" y="45307"/>
                </a:moveTo>
                <a:lnTo>
                  <a:pt x="125623" y="45307"/>
                </a:lnTo>
                <a:lnTo>
                  <a:pt x="125623" y="48620"/>
                </a:lnTo>
                <a:lnTo>
                  <a:pt x="123116" y="48620"/>
                </a:lnTo>
                <a:cubicBezTo>
                  <a:pt x="120788" y="48620"/>
                  <a:pt x="119012" y="49187"/>
                  <a:pt x="117789" y="50321"/>
                </a:cubicBezTo>
                <a:cubicBezTo>
                  <a:pt x="116565" y="51455"/>
                  <a:pt x="115953" y="52977"/>
                  <a:pt x="115953" y="54887"/>
                </a:cubicBezTo>
                <a:cubicBezTo>
                  <a:pt x="115953" y="56977"/>
                  <a:pt x="116580" y="59454"/>
                  <a:pt x="117833" y="62319"/>
                </a:cubicBezTo>
                <a:lnTo>
                  <a:pt x="136905" y="107626"/>
                </a:lnTo>
                <a:lnTo>
                  <a:pt x="156067" y="60618"/>
                </a:lnTo>
                <a:cubicBezTo>
                  <a:pt x="157440" y="57275"/>
                  <a:pt x="158126" y="54738"/>
                  <a:pt x="158126" y="53007"/>
                </a:cubicBezTo>
                <a:cubicBezTo>
                  <a:pt x="158126" y="52171"/>
                  <a:pt x="157887" y="51485"/>
                  <a:pt x="157410" y="50948"/>
                </a:cubicBezTo>
                <a:cubicBezTo>
                  <a:pt x="156753" y="50052"/>
                  <a:pt x="155917" y="49441"/>
                  <a:pt x="154903" y="49112"/>
                </a:cubicBezTo>
                <a:cubicBezTo>
                  <a:pt x="153888" y="48784"/>
                  <a:pt x="151828" y="48620"/>
                  <a:pt x="148724" y="48620"/>
                </a:cubicBezTo>
                <a:lnTo>
                  <a:pt x="148724" y="45307"/>
                </a:lnTo>
                <a:lnTo>
                  <a:pt x="175497" y="45307"/>
                </a:lnTo>
                <a:lnTo>
                  <a:pt x="175497" y="48620"/>
                </a:lnTo>
                <a:cubicBezTo>
                  <a:pt x="172393" y="48859"/>
                  <a:pt x="170244" y="49485"/>
                  <a:pt x="169050" y="50500"/>
                </a:cubicBezTo>
                <a:cubicBezTo>
                  <a:pt x="166961" y="52291"/>
                  <a:pt x="165080" y="55275"/>
                  <a:pt x="163409" y="59454"/>
                </a:cubicBezTo>
                <a:lnTo>
                  <a:pt x="134309" y="129832"/>
                </a:lnTo>
                <a:lnTo>
                  <a:pt x="130638" y="129832"/>
                </a:lnTo>
                <a:lnTo>
                  <a:pt x="101358" y="60618"/>
                </a:lnTo>
                <a:cubicBezTo>
                  <a:pt x="100045" y="57395"/>
                  <a:pt x="98791" y="55081"/>
                  <a:pt x="97598" y="53679"/>
                </a:cubicBezTo>
                <a:cubicBezTo>
                  <a:pt x="96404" y="52276"/>
                  <a:pt x="94882" y="51097"/>
                  <a:pt x="93031" y="50142"/>
                </a:cubicBezTo>
                <a:cubicBezTo>
                  <a:pt x="92016" y="49605"/>
                  <a:pt x="90017" y="49097"/>
                  <a:pt x="87032" y="48620"/>
                </a:cubicBezTo>
                <a:lnTo>
                  <a:pt x="87032" y="45307"/>
                </a:lnTo>
                <a:close/>
                <a:moveTo>
                  <a:pt x="196717" y="76287"/>
                </a:moveTo>
                <a:cubicBezTo>
                  <a:pt x="196658" y="88437"/>
                  <a:pt x="199612" y="97966"/>
                  <a:pt x="205582" y="104875"/>
                </a:cubicBezTo>
                <a:cubicBezTo>
                  <a:pt x="211551" y="111783"/>
                  <a:pt x="218565" y="115237"/>
                  <a:pt x="226623" y="115237"/>
                </a:cubicBezTo>
                <a:cubicBezTo>
                  <a:pt x="231996" y="115237"/>
                  <a:pt x="236667" y="113759"/>
                  <a:pt x="240636" y="110805"/>
                </a:cubicBezTo>
                <a:cubicBezTo>
                  <a:pt x="244606" y="107850"/>
                  <a:pt x="247934" y="102791"/>
                  <a:pt x="250620" y="95628"/>
                </a:cubicBezTo>
                <a:lnTo>
                  <a:pt x="253396" y="97419"/>
                </a:lnTo>
                <a:cubicBezTo>
                  <a:pt x="252142" y="105596"/>
                  <a:pt x="248501" y="113043"/>
                  <a:pt x="242472" y="119759"/>
                </a:cubicBezTo>
                <a:cubicBezTo>
                  <a:pt x="236443" y="126474"/>
                  <a:pt x="228892" y="129832"/>
                  <a:pt x="219818" y="129832"/>
                </a:cubicBezTo>
                <a:cubicBezTo>
                  <a:pt x="209969" y="129832"/>
                  <a:pt x="201538" y="126005"/>
                  <a:pt x="194524" y="118351"/>
                </a:cubicBezTo>
                <a:cubicBezTo>
                  <a:pt x="187510" y="110696"/>
                  <a:pt x="184003" y="100404"/>
                  <a:pt x="184003" y="87477"/>
                </a:cubicBezTo>
                <a:cubicBezTo>
                  <a:pt x="184003" y="73479"/>
                  <a:pt x="187599" y="62564"/>
                  <a:pt x="194792" y="54731"/>
                </a:cubicBezTo>
                <a:cubicBezTo>
                  <a:pt x="201985" y="46896"/>
                  <a:pt x="211014" y="42979"/>
                  <a:pt x="221878" y="42979"/>
                </a:cubicBezTo>
                <a:cubicBezTo>
                  <a:pt x="231071" y="42979"/>
                  <a:pt x="238622" y="46001"/>
                  <a:pt x="244531" y="52045"/>
                </a:cubicBezTo>
                <a:cubicBezTo>
                  <a:pt x="250441" y="58087"/>
                  <a:pt x="253396" y="66168"/>
                  <a:pt x="253396" y="76287"/>
                </a:cubicBezTo>
                <a:lnTo>
                  <a:pt x="196717" y="76287"/>
                </a:lnTo>
                <a:moveTo>
                  <a:pt x="196717" y="71094"/>
                </a:moveTo>
                <a:lnTo>
                  <a:pt x="234682" y="71094"/>
                </a:lnTo>
                <a:cubicBezTo>
                  <a:pt x="234384" y="65841"/>
                  <a:pt x="233757" y="62140"/>
                  <a:pt x="232802" y="59991"/>
                </a:cubicBezTo>
                <a:cubicBezTo>
                  <a:pt x="231309" y="56648"/>
                  <a:pt x="229086" y="54022"/>
                  <a:pt x="226131" y="52112"/>
                </a:cubicBezTo>
                <a:cubicBezTo>
                  <a:pt x="223176" y="50202"/>
                  <a:pt x="220087" y="49247"/>
                  <a:pt x="216864" y="49247"/>
                </a:cubicBezTo>
                <a:cubicBezTo>
                  <a:pt x="211909" y="49247"/>
                  <a:pt x="207477" y="51172"/>
                  <a:pt x="203567" y="55022"/>
                </a:cubicBezTo>
                <a:cubicBezTo>
                  <a:pt x="199657" y="58872"/>
                  <a:pt x="197374" y="64229"/>
                  <a:pt x="196717" y="71094"/>
                </a:cubicBezTo>
                <a:close/>
                <a:moveTo>
                  <a:pt x="288344" y="42979"/>
                </a:moveTo>
                <a:lnTo>
                  <a:pt x="288344" y="61424"/>
                </a:lnTo>
                <a:cubicBezTo>
                  <a:pt x="295208" y="49127"/>
                  <a:pt x="302252" y="42979"/>
                  <a:pt x="309475" y="42979"/>
                </a:cubicBezTo>
                <a:cubicBezTo>
                  <a:pt x="312758" y="42979"/>
                  <a:pt x="315474" y="43979"/>
                  <a:pt x="317623" y="45978"/>
                </a:cubicBezTo>
                <a:cubicBezTo>
                  <a:pt x="319772" y="47978"/>
                  <a:pt x="320847" y="50291"/>
                  <a:pt x="320847" y="52918"/>
                </a:cubicBezTo>
                <a:cubicBezTo>
                  <a:pt x="320847" y="55246"/>
                  <a:pt x="320071" y="57215"/>
                  <a:pt x="318518" y="58827"/>
                </a:cubicBezTo>
                <a:cubicBezTo>
                  <a:pt x="316966" y="60439"/>
                  <a:pt x="315116" y="61245"/>
                  <a:pt x="312967" y="61245"/>
                </a:cubicBezTo>
                <a:cubicBezTo>
                  <a:pt x="310878" y="61245"/>
                  <a:pt x="308535" y="60215"/>
                  <a:pt x="305938" y="58156"/>
                </a:cubicBezTo>
                <a:cubicBezTo>
                  <a:pt x="303342" y="56096"/>
                  <a:pt x="301417" y="55067"/>
                  <a:pt x="300163" y="55067"/>
                </a:cubicBezTo>
                <a:cubicBezTo>
                  <a:pt x="299089" y="55067"/>
                  <a:pt x="297925" y="55662"/>
                  <a:pt x="296671" y="56852"/>
                </a:cubicBezTo>
                <a:cubicBezTo>
                  <a:pt x="293985" y="59294"/>
                  <a:pt x="291209" y="63313"/>
                  <a:pt x="288344" y="68909"/>
                </a:cubicBezTo>
                <a:lnTo>
                  <a:pt x="288344" y="108116"/>
                </a:lnTo>
                <a:cubicBezTo>
                  <a:pt x="288344" y="112639"/>
                  <a:pt x="288911" y="116062"/>
                  <a:pt x="290045" y="118385"/>
                </a:cubicBezTo>
                <a:cubicBezTo>
                  <a:pt x="290821" y="119993"/>
                  <a:pt x="292194" y="121333"/>
                  <a:pt x="294164" y="122406"/>
                </a:cubicBezTo>
                <a:cubicBezTo>
                  <a:pt x="296134" y="123476"/>
                  <a:pt x="298969" y="124012"/>
                  <a:pt x="302670" y="124012"/>
                </a:cubicBezTo>
                <a:lnTo>
                  <a:pt x="302670" y="127325"/>
                </a:lnTo>
                <a:lnTo>
                  <a:pt x="260676" y="127325"/>
                </a:lnTo>
                <a:lnTo>
                  <a:pt x="260676" y="124012"/>
                </a:lnTo>
                <a:cubicBezTo>
                  <a:pt x="264855" y="124012"/>
                  <a:pt x="267959" y="123357"/>
                  <a:pt x="269988" y="122047"/>
                </a:cubicBezTo>
                <a:cubicBezTo>
                  <a:pt x="271481" y="121094"/>
                  <a:pt x="272525" y="119575"/>
                  <a:pt x="273122" y="117489"/>
                </a:cubicBezTo>
                <a:cubicBezTo>
                  <a:pt x="273421" y="116476"/>
                  <a:pt x="273570" y="113588"/>
                  <a:pt x="273570" y="108824"/>
                </a:cubicBezTo>
                <a:lnTo>
                  <a:pt x="273570" y="77107"/>
                </a:lnTo>
                <a:cubicBezTo>
                  <a:pt x="273570" y="67577"/>
                  <a:pt x="273376" y="61904"/>
                  <a:pt x="272988" y="60089"/>
                </a:cubicBezTo>
                <a:cubicBezTo>
                  <a:pt x="272600" y="58272"/>
                  <a:pt x="271884" y="56947"/>
                  <a:pt x="270839" y="56113"/>
                </a:cubicBezTo>
                <a:cubicBezTo>
                  <a:pt x="269794" y="55279"/>
                  <a:pt x="268496" y="54862"/>
                  <a:pt x="266944" y="54862"/>
                </a:cubicBezTo>
                <a:cubicBezTo>
                  <a:pt x="265094" y="54862"/>
                  <a:pt x="263004" y="55309"/>
                  <a:pt x="260676" y="56203"/>
                </a:cubicBezTo>
                <a:lnTo>
                  <a:pt x="259781" y="52985"/>
                </a:lnTo>
                <a:lnTo>
                  <a:pt x="284583" y="42979"/>
                </a:lnTo>
                <a:lnTo>
                  <a:pt x="288344" y="42979"/>
                </a:lnTo>
                <a:close/>
                <a:moveTo>
                  <a:pt x="349229" y="18266"/>
                </a:moveTo>
                <a:lnTo>
                  <a:pt x="349229" y="45307"/>
                </a:lnTo>
                <a:lnTo>
                  <a:pt x="368390" y="45307"/>
                </a:lnTo>
                <a:lnTo>
                  <a:pt x="368390" y="51575"/>
                </a:lnTo>
                <a:lnTo>
                  <a:pt x="349229" y="51575"/>
                </a:lnTo>
                <a:lnTo>
                  <a:pt x="349229" y="104688"/>
                </a:lnTo>
                <a:cubicBezTo>
                  <a:pt x="349229" y="109995"/>
                  <a:pt x="349990" y="113573"/>
                  <a:pt x="351512" y="115421"/>
                </a:cubicBezTo>
                <a:cubicBezTo>
                  <a:pt x="353034" y="117268"/>
                  <a:pt x="354989" y="118192"/>
                  <a:pt x="357377" y="118192"/>
                </a:cubicBezTo>
                <a:cubicBezTo>
                  <a:pt x="359347" y="118192"/>
                  <a:pt x="361257" y="117580"/>
                  <a:pt x="363108" y="116356"/>
                </a:cubicBezTo>
                <a:cubicBezTo>
                  <a:pt x="364958" y="115132"/>
                  <a:pt x="366391" y="113327"/>
                  <a:pt x="367405" y="110939"/>
                </a:cubicBezTo>
                <a:lnTo>
                  <a:pt x="370897" y="110939"/>
                </a:lnTo>
                <a:cubicBezTo>
                  <a:pt x="368808" y="116806"/>
                  <a:pt x="365853" y="121242"/>
                  <a:pt x="362033" y="124249"/>
                </a:cubicBezTo>
                <a:cubicBezTo>
                  <a:pt x="358213" y="127255"/>
                  <a:pt x="354273" y="128757"/>
                  <a:pt x="350214" y="128757"/>
                </a:cubicBezTo>
                <a:cubicBezTo>
                  <a:pt x="347468" y="128757"/>
                  <a:pt x="344782" y="127995"/>
                  <a:pt x="342155" y="126471"/>
                </a:cubicBezTo>
                <a:cubicBezTo>
                  <a:pt x="339529" y="124947"/>
                  <a:pt x="337589" y="122766"/>
                  <a:pt x="336335" y="119929"/>
                </a:cubicBezTo>
                <a:cubicBezTo>
                  <a:pt x="335082" y="117090"/>
                  <a:pt x="334455" y="112712"/>
                  <a:pt x="334455" y="106795"/>
                </a:cubicBezTo>
                <a:lnTo>
                  <a:pt x="334455" y="51575"/>
                </a:lnTo>
                <a:lnTo>
                  <a:pt x="321472" y="51575"/>
                </a:lnTo>
                <a:lnTo>
                  <a:pt x="321472" y="48620"/>
                </a:lnTo>
                <a:cubicBezTo>
                  <a:pt x="324755" y="47303"/>
                  <a:pt x="328113" y="45073"/>
                  <a:pt x="331545" y="41929"/>
                </a:cubicBezTo>
                <a:cubicBezTo>
                  <a:pt x="334977" y="38786"/>
                  <a:pt x="338037" y="35059"/>
                  <a:pt x="340723" y="30748"/>
                </a:cubicBezTo>
                <a:cubicBezTo>
                  <a:pt x="342096" y="28474"/>
                  <a:pt x="344006" y="24314"/>
                  <a:pt x="346453" y="18266"/>
                </a:cubicBezTo>
                <a:lnTo>
                  <a:pt x="349229" y="18266"/>
                </a:lnTo>
                <a:close/>
                <a:moveTo>
                  <a:pt x="422861" y="115505"/>
                </a:moveTo>
                <a:cubicBezTo>
                  <a:pt x="414444" y="122012"/>
                  <a:pt x="409161" y="125773"/>
                  <a:pt x="407012" y="126787"/>
                </a:cubicBezTo>
                <a:cubicBezTo>
                  <a:pt x="403789" y="128339"/>
                  <a:pt x="400357" y="129115"/>
                  <a:pt x="396715" y="129115"/>
                </a:cubicBezTo>
                <a:cubicBezTo>
                  <a:pt x="391045" y="129115"/>
                  <a:pt x="386374" y="127175"/>
                  <a:pt x="382703" y="123295"/>
                </a:cubicBezTo>
                <a:cubicBezTo>
                  <a:pt x="379031" y="119415"/>
                  <a:pt x="377196" y="114312"/>
                  <a:pt x="377196" y="107984"/>
                </a:cubicBezTo>
                <a:cubicBezTo>
                  <a:pt x="377196" y="103985"/>
                  <a:pt x="378091" y="100523"/>
                  <a:pt x="379882" y="97598"/>
                </a:cubicBezTo>
                <a:cubicBezTo>
                  <a:pt x="382329" y="93539"/>
                  <a:pt x="386583" y="89718"/>
                  <a:pt x="392641" y="86137"/>
                </a:cubicBezTo>
                <a:cubicBezTo>
                  <a:pt x="398700" y="82555"/>
                  <a:pt x="408773" y="78197"/>
                  <a:pt x="422861" y="73064"/>
                </a:cubicBezTo>
                <a:lnTo>
                  <a:pt x="422861" y="69840"/>
                </a:lnTo>
                <a:cubicBezTo>
                  <a:pt x="422861" y="61663"/>
                  <a:pt x="421563" y="56051"/>
                  <a:pt x="418966" y="53007"/>
                </a:cubicBezTo>
                <a:cubicBezTo>
                  <a:pt x="416369" y="49963"/>
                  <a:pt x="412594" y="48441"/>
                  <a:pt x="407639" y="48441"/>
                </a:cubicBezTo>
                <a:cubicBezTo>
                  <a:pt x="403879" y="48441"/>
                  <a:pt x="400894" y="49452"/>
                  <a:pt x="398685" y="51474"/>
                </a:cubicBezTo>
                <a:cubicBezTo>
                  <a:pt x="396417" y="53496"/>
                  <a:pt x="395283" y="55816"/>
                  <a:pt x="395283" y="58433"/>
                </a:cubicBezTo>
                <a:lnTo>
                  <a:pt x="395462" y="63606"/>
                </a:lnTo>
                <a:cubicBezTo>
                  <a:pt x="395462" y="66341"/>
                  <a:pt x="394760" y="68452"/>
                  <a:pt x="393358" y="69938"/>
                </a:cubicBezTo>
                <a:cubicBezTo>
                  <a:pt x="391955" y="71425"/>
                  <a:pt x="390119" y="72169"/>
                  <a:pt x="387851" y="72169"/>
                </a:cubicBezTo>
                <a:cubicBezTo>
                  <a:pt x="385642" y="72169"/>
                  <a:pt x="383837" y="71395"/>
                  <a:pt x="382434" y="69849"/>
                </a:cubicBezTo>
                <a:cubicBezTo>
                  <a:pt x="381031" y="68301"/>
                  <a:pt x="380330" y="66187"/>
                  <a:pt x="380330" y="63508"/>
                </a:cubicBezTo>
                <a:cubicBezTo>
                  <a:pt x="380330" y="58392"/>
                  <a:pt x="382956" y="53691"/>
                  <a:pt x="388209" y="49406"/>
                </a:cubicBezTo>
                <a:cubicBezTo>
                  <a:pt x="393462" y="45121"/>
                  <a:pt x="400834" y="42979"/>
                  <a:pt x="410325" y="42979"/>
                </a:cubicBezTo>
                <a:cubicBezTo>
                  <a:pt x="417608" y="42979"/>
                  <a:pt x="423577" y="44201"/>
                  <a:pt x="428233" y="46644"/>
                </a:cubicBezTo>
                <a:cubicBezTo>
                  <a:pt x="431755" y="48493"/>
                  <a:pt x="434352" y="51385"/>
                  <a:pt x="436023" y="55321"/>
                </a:cubicBezTo>
                <a:cubicBezTo>
                  <a:pt x="437098" y="57884"/>
                  <a:pt x="437635" y="63131"/>
                  <a:pt x="437635" y="71060"/>
                </a:cubicBezTo>
                <a:lnTo>
                  <a:pt x="437635" y="98874"/>
                </a:lnTo>
                <a:cubicBezTo>
                  <a:pt x="437635" y="106684"/>
                  <a:pt x="437784" y="111469"/>
                  <a:pt x="438082" y="113228"/>
                </a:cubicBezTo>
                <a:cubicBezTo>
                  <a:pt x="438381" y="114987"/>
                  <a:pt x="438873" y="116165"/>
                  <a:pt x="439560" y="116762"/>
                </a:cubicBezTo>
                <a:cubicBezTo>
                  <a:pt x="440246" y="117357"/>
                  <a:pt x="441037" y="117654"/>
                  <a:pt x="441933" y="117654"/>
                </a:cubicBezTo>
                <a:cubicBezTo>
                  <a:pt x="442888" y="117654"/>
                  <a:pt x="443723" y="117445"/>
                  <a:pt x="444440" y="117028"/>
                </a:cubicBezTo>
                <a:cubicBezTo>
                  <a:pt x="445693" y="116252"/>
                  <a:pt x="448111" y="114073"/>
                  <a:pt x="451692" y="110491"/>
                </a:cubicBezTo>
                <a:lnTo>
                  <a:pt x="451692" y="115505"/>
                </a:lnTo>
                <a:cubicBezTo>
                  <a:pt x="445007" y="124459"/>
                  <a:pt x="438620" y="128936"/>
                  <a:pt x="432531" y="128936"/>
                </a:cubicBezTo>
                <a:cubicBezTo>
                  <a:pt x="429606" y="128936"/>
                  <a:pt x="427278" y="127922"/>
                  <a:pt x="425547" y="125892"/>
                </a:cubicBezTo>
                <a:cubicBezTo>
                  <a:pt x="423816" y="123862"/>
                  <a:pt x="422921" y="120400"/>
                  <a:pt x="422861" y="115505"/>
                </a:cubicBezTo>
                <a:moveTo>
                  <a:pt x="422861" y="109635"/>
                </a:moveTo>
                <a:lnTo>
                  <a:pt x="422861" y="78526"/>
                </a:lnTo>
                <a:cubicBezTo>
                  <a:pt x="413847" y="82091"/>
                  <a:pt x="408027" y="84616"/>
                  <a:pt x="405401" y="86103"/>
                </a:cubicBezTo>
                <a:cubicBezTo>
                  <a:pt x="400685" y="88718"/>
                  <a:pt x="397312" y="91452"/>
                  <a:pt x="395283" y="94304"/>
                </a:cubicBezTo>
                <a:cubicBezTo>
                  <a:pt x="393253" y="97156"/>
                  <a:pt x="392238" y="100276"/>
                  <a:pt x="392238" y="103664"/>
                </a:cubicBezTo>
                <a:cubicBezTo>
                  <a:pt x="392238" y="107943"/>
                  <a:pt x="393522" y="111494"/>
                  <a:pt x="396089" y="114316"/>
                </a:cubicBezTo>
                <a:cubicBezTo>
                  <a:pt x="398655" y="117139"/>
                  <a:pt x="401610" y="118550"/>
                  <a:pt x="404953" y="118550"/>
                </a:cubicBezTo>
                <a:cubicBezTo>
                  <a:pt x="409490" y="118550"/>
                  <a:pt x="415459" y="115578"/>
                  <a:pt x="422861" y="109635"/>
                </a:cubicBezTo>
                <a:close/>
                <a:moveTo>
                  <a:pt x="482074" y="0"/>
                </a:moveTo>
                <a:lnTo>
                  <a:pt x="482074" y="81570"/>
                </a:lnTo>
                <a:lnTo>
                  <a:pt x="502937" y="62588"/>
                </a:lnTo>
                <a:cubicBezTo>
                  <a:pt x="507354" y="58529"/>
                  <a:pt x="509921" y="55962"/>
                  <a:pt x="510637" y="54887"/>
                </a:cubicBezTo>
                <a:cubicBezTo>
                  <a:pt x="511115" y="54171"/>
                  <a:pt x="511353" y="53455"/>
                  <a:pt x="511353" y="52739"/>
                </a:cubicBezTo>
                <a:cubicBezTo>
                  <a:pt x="511353" y="51545"/>
                  <a:pt x="510861" y="50515"/>
                  <a:pt x="509876" y="49649"/>
                </a:cubicBezTo>
                <a:cubicBezTo>
                  <a:pt x="508891" y="48784"/>
                  <a:pt x="507264" y="48291"/>
                  <a:pt x="504996" y="48172"/>
                </a:cubicBezTo>
                <a:lnTo>
                  <a:pt x="504996" y="45307"/>
                </a:lnTo>
                <a:lnTo>
                  <a:pt x="540633" y="45307"/>
                </a:lnTo>
                <a:lnTo>
                  <a:pt x="540633" y="48172"/>
                </a:lnTo>
                <a:cubicBezTo>
                  <a:pt x="535738" y="48291"/>
                  <a:pt x="531664" y="49038"/>
                  <a:pt x="528411" y="50411"/>
                </a:cubicBezTo>
                <a:cubicBezTo>
                  <a:pt x="525157" y="51783"/>
                  <a:pt x="521591" y="54231"/>
                  <a:pt x="517711" y="57753"/>
                </a:cubicBezTo>
                <a:lnTo>
                  <a:pt x="496669" y="77183"/>
                </a:lnTo>
                <a:lnTo>
                  <a:pt x="517711" y="103725"/>
                </a:lnTo>
                <a:cubicBezTo>
                  <a:pt x="523561" y="111053"/>
                  <a:pt x="527500" y="115699"/>
                  <a:pt x="529530" y="117666"/>
                </a:cubicBezTo>
                <a:cubicBezTo>
                  <a:pt x="532395" y="120466"/>
                  <a:pt x="534902" y="122283"/>
                  <a:pt x="537051" y="123119"/>
                </a:cubicBezTo>
                <a:cubicBezTo>
                  <a:pt x="538543" y="123714"/>
                  <a:pt x="541140" y="124012"/>
                  <a:pt x="544841" y="124012"/>
                </a:cubicBezTo>
                <a:lnTo>
                  <a:pt x="544841" y="127325"/>
                </a:lnTo>
                <a:lnTo>
                  <a:pt x="504996" y="127325"/>
                </a:lnTo>
                <a:lnTo>
                  <a:pt x="504996" y="124012"/>
                </a:lnTo>
                <a:cubicBezTo>
                  <a:pt x="507264" y="123952"/>
                  <a:pt x="508802" y="123610"/>
                  <a:pt x="509607" y="122985"/>
                </a:cubicBezTo>
                <a:cubicBezTo>
                  <a:pt x="510413" y="122358"/>
                  <a:pt x="510816" y="121479"/>
                  <a:pt x="510816" y="120349"/>
                </a:cubicBezTo>
                <a:cubicBezTo>
                  <a:pt x="510816" y="118978"/>
                  <a:pt x="509622" y="116774"/>
                  <a:pt x="507235" y="113737"/>
                </a:cubicBezTo>
                <a:lnTo>
                  <a:pt x="482074" y="81660"/>
                </a:lnTo>
                <a:lnTo>
                  <a:pt x="482074" y="108821"/>
                </a:lnTo>
                <a:cubicBezTo>
                  <a:pt x="482074" y="114122"/>
                  <a:pt x="482447" y="117608"/>
                  <a:pt x="483193" y="119277"/>
                </a:cubicBezTo>
                <a:cubicBezTo>
                  <a:pt x="483940" y="120945"/>
                  <a:pt x="484999" y="122136"/>
                  <a:pt x="486372" y="122850"/>
                </a:cubicBezTo>
                <a:cubicBezTo>
                  <a:pt x="487745" y="123565"/>
                  <a:pt x="490730" y="123952"/>
                  <a:pt x="495326" y="124012"/>
                </a:cubicBezTo>
                <a:lnTo>
                  <a:pt x="495326" y="127325"/>
                </a:lnTo>
                <a:lnTo>
                  <a:pt x="453601" y="127325"/>
                </a:lnTo>
                <a:lnTo>
                  <a:pt x="453601" y="124012"/>
                </a:lnTo>
                <a:cubicBezTo>
                  <a:pt x="457779" y="124012"/>
                  <a:pt x="460913" y="123504"/>
                  <a:pt x="463002" y="122489"/>
                </a:cubicBezTo>
                <a:cubicBezTo>
                  <a:pt x="464256" y="121835"/>
                  <a:pt x="465211" y="120821"/>
                  <a:pt x="465868" y="119448"/>
                </a:cubicBezTo>
                <a:cubicBezTo>
                  <a:pt x="466763" y="117480"/>
                  <a:pt x="467211" y="114080"/>
                  <a:pt x="467211" y="109249"/>
                </a:cubicBezTo>
                <a:lnTo>
                  <a:pt x="467211" y="34626"/>
                </a:lnTo>
                <a:cubicBezTo>
                  <a:pt x="467211" y="25143"/>
                  <a:pt x="467002" y="19342"/>
                  <a:pt x="466584" y="17225"/>
                </a:cubicBezTo>
                <a:cubicBezTo>
                  <a:pt x="466166" y="15106"/>
                  <a:pt x="465480" y="13644"/>
                  <a:pt x="464524" y="12840"/>
                </a:cubicBezTo>
                <a:cubicBezTo>
                  <a:pt x="463569" y="12035"/>
                  <a:pt x="462316" y="11632"/>
                  <a:pt x="460764" y="11632"/>
                </a:cubicBezTo>
                <a:cubicBezTo>
                  <a:pt x="459510" y="11632"/>
                  <a:pt x="457630" y="12139"/>
                  <a:pt x="455123" y="13154"/>
                </a:cubicBezTo>
                <a:lnTo>
                  <a:pt x="453601" y="10020"/>
                </a:lnTo>
                <a:lnTo>
                  <a:pt x="477955" y="0"/>
                </a:lnTo>
                <a:lnTo>
                  <a:pt x="482074" y="0"/>
                </a:lnTo>
                <a:close/>
                <a:moveTo>
                  <a:pt x="570360" y="0"/>
                </a:moveTo>
                <a:cubicBezTo>
                  <a:pt x="572867" y="0"/>
                  <a:pt x="575001" y="885"/>
                  <a:pt x="576762" y="2655"/>
                </a:cubicBezTo>
                <a:cubicBezTo>
                  <a:pt x="578523" y="4424"/>
                  <a:pt x="579403" y="6568"/>
                  <a:pt x="579403" y="9088"/>
                </a:cubicBezTo>
                <a:cubicBezTo>
                  <a:pt x="579403" y="11608"/>
                  <a:pt x="578523" y="13769"/>
                  <a:pt x="576762" y="15569"/>
                </a:cubicBezTo>
                <a:cubicBezTo>
                  <a:pt x="575001" y="17367"/>
                  <a:pt x="572867" y="18266"/>
                  <a:pt x="570360" y="18266"/>
                </a:cubicBezTo>
                <a:cubicBezTo>
                  <a:pt x="567853" y="18266"/>
                  <a:pt x="565704" y="17367"/>
                  <a:pt x="563913" y="15569"/>
                </a:cubicBezTo>
                <a:cubicBezTo>
                  <a:pt x="562122" y="13769"/>
                  <a:pt x="561227" y="11608"/>
                  <a:pt x="561227" y="9088"/>
                </a:cubicBezTo>
                <a:cubicBezTo>
                  <a:pt x="561227" y="6568"/>
                  <a:pt x="562107" y="4424"/>
                  <a:pt x="563868" y="2655"/>
                </a:cubicBezTo>
                <a:cubicBezTo>
                  <a:pt x="565629" y="885"/>
                  <a:pt x="567793" y="0"/>
                  <a:pt x="570360" y="0"/>
                </a:cubicBezTo>
                <a:moveTo>
                  <a:pt x="577791" y="42979"/>
                </a:moveTo>
                <a:lnTo>
                  <a:pt x="577791" y="108734"/>
                </a:lnTo>
                <a:cubicBezTo>
                  <a:pt x="577791" y="113856"/>
                  <a:pt x="578164" y="117266"/>
                  <a:pt x="578911" y="118964"/>
                </a:cubicBezTo>
                <a:cubicBezTo>
                  <a:pt x="579657" y="120661"/>
                  <a:pt x="580761" y="121927"/>
                  <a:pt x="582224" y="122761"/>
                </a:cubicBezTo>
                <a:cubicBezTo>
                  <a:pt x="583686" y="123595"/>
                  <a:pt x="586357" y="124012"/>
                  <a:pt x="590237" y="124012"/>
                </a:cubicBezTo>
                <a:lnTo>
                  <a:pt x="590237" y="127325"/>
                </a:lnTo>
                <a:lnTo>
                  <a:pt x="550392" y="127325"/>
                </a:lnTo>
                <a:lnTo>
                  <a:pt x="550392" y="124012"/>
                </a:lnTo>
                <a:cubicBezTo>
                  <a:pt x="554392" y="124012"/>
                  <a:pt x="557078" y="123625"/>
                  <a:pt x="558451" y="122850"/>
                </a:cubicBezTo>
                <a:cubicBezTo>
                  <a:pt x="559824" y="122076"/>
                  <a:pt x="560913" y="120796"/>
                  <a:pt x="561719" y="119009"/>
                </a:cubicBezTo>
                <a:cubicBezTo>
                  <a:pt x="562525" y="117222"/>
                  <a:pt x="562928" y="113797"/>
                  <a:pt x="562928" y="108734"/>
                </a:cubicBezTo>
                <a:lnTo>
                  <a:pt x="562928" y="77197"/>
                </a:lnTo>
                <a:cubicBezTo>
                  <a:pt x="562928" y="68321"/>
                  <a:pt x="562659" y="62574"/>
                  <a:pt x="562122" y="59955"/>
                </a:cubicBezTo>
                <a:cubicBezTo>
                  <a:pt x="561704" y="58048"/>
                  <a:pt x="561048" y="56723"/>
                  <a:pt x="560152" y="55979"/>
                </a:cubicBezTo>
                <a:cubicBezTo>
                  <a:pt x="559257" y="55234"/>
                  <a:pt x="558033" y="54862"/>
                  <a:pt x="556481" y="54862"/>
                </a:cubicBezTo>
                <a:cubicBezTo>
                  <a:pt x="554810" y="54862"/>
                  <a:pt x="552780" y="55309"/>
                  <a:pt x="550392" y="56203"/>
                </a:cubicBezTo>
                <a:lnTo>
                  <a:pt x="549139" y="52985"/>
                </a:lnTo>
                <a:lnTo>
                  <a:pt x="573852" y="42979"/>
                </a:lnTo>
                <a:lnTo>
                  <a:pt x="577791" y="42979"/>
                </a:lnTo>
                <a:close/>
                <a:moveTo>
                  <a:pt x="624383" y="60349"/>
                </a:moveTo>
                <a:cubicBezTo>
                  <a:pt x="633993" y="48769"/>
                  <a:pt x="643156" y="42979"/>
                  <a:pt x="651871" y="42979"/>
                </a:cubicBezTo>
                <a:cubicBezTo>
                  <a:pt x="656348" y="42979"/>
                  <a:pt x="660198" y="44096"/>
                  <a:pt x="663422" y="46331"/>
                </a:cubicBezTo>
                <a:cubicBezTo>
                  <a:pt x="666645" y="48564"/>
                  <a:pt x="669212" y="52241"/>
                  <a:pt x="671122" y="57364"/>
                </a:cubicBezTo>
                <a:cubicBezTo>
                  <a:pt x="672435" y="60936"/>
                  <a:pt x="673092" y="66416"/>
                  <a:pt x="673092" y="73803"/>
                </a:cubicBezTo>
                <a:lnTo>
                  <a:pt x="673092" y="108734"/>
                </a:lnTo>
                <a:cubicBezTo>
                  <a:pt x="673092" y="113916"/>
                  <a:pt x="673510" y="117431"/>
                  <a:pt x="674345" y="119277"/>
                </a:cubicBezTo>
                <a:cubicBezTo>
                  <a:pt x="675002" y="120766"/>
                  <a:pt x="676062" y="121927"/>
                  <a:pt x="677524" y="122761"/>
                </a:cubicBezTo>
                <a:cubicBezTo>
                  <a:pt x="678986" y="123595"/>
                  <a:pt x="681688" y="124012"/>
                  <a:pt x="685627" y="124012"/>
                </a:cubicBezTo>
                <a:lnTo>
                  <a:pt x="685627" y="127325"/>
                </a:lnTo>
                <a:lnTo>
                  <a:pt x="645066" y="127325"/>
                </a:lnTo>
                <a:lnTo>
                  <a:pt x="645066" y="124012"/>
                </a:lnTo>
                <a:lnTo>
                  <a:pt x="646767" y="124012"/>
                </a:lnTo>
                <a:cubicBezTo>
                  <a:pt x="650588" y="124012"/>
                  <a:pt x="653259" y="123432"/>
                  <a:pt x="654781" y="122274"/>
                </a:cubicBezTo>
                <a:cubicBezTo>
                  <a:pt x="656303" y="121116"/>
                  <a:pt x="657363" y="119409"/>
                  <a:pt x="657960" y="117154"/>
                </a:cubicBezTo>
                <a:cubicBezTo>
                  <a:pt x="658198" y="116262"/>
                  <a:pt x="658318" y="113470"/>
                  <a:pt x="658318" y="108779"/>
                </a:cubicBezTo>
                <a:lnTo>
                  <a:pt x="658318" y="75372"/>
                </a:lnTo>
                <a:cubicBezTo>
                  <a:pt x="658318" y="67950"/>
                  <a:pt x="657348" y="62561"/>
                  <a:pt x="655408" y="59205"/>
                </a:cubicBezTo>
                <a:cubicBezTo>
                  <a:pt x="653468" y="55849"/>
                  <a:pt x="650200" y="54171"/>
                  <a:pt x="645603" y="54171"/>
                </a:cubicBezTo>
                <a:cubicBezTo>
                  <a:pt x="638500" y="54171"/>
                  <a:pt x="631426" y="58032"/>
                  <a:pt x="624383" y="65752"/>
                </a:cubicBezTo>
                <a:lnTo>
                  <a:pt x="624383" y="108779"/>
                </a:lnTo>
                <a:cubicBezTo>
                  <a:pt x="624383" y="114302"/>
                  <a:pt x="624711" y="117717"/>
                  <a:pt x="625367" y="119023"/>
                </a:cubicBezTo>
                <a:cubicBezTo>
                  <a:pt x="626203" y="120744"/>
                  <a:pt x="627352" y="122006"/>
                  <a:pt x="628815" y="122808"/>
                </a:cubicBezTo>
                <a:cubicBezTo>
                  <a:pt x="630277" y="123611"/>
                  <a:pt x="633247" y="124012"/>
                  <a:pt x="637724" y="124012"/>
                </a:cubicBezTo>
                <a:lnTo>
                  <a:pt x="637724" y="127325"/>
                </a:lnTo>
                <a:lnTo>
                  <a:pt x="597163" y="127325"/>
                </a:lnTo>
                <a:lnTo>
                  <a:pt x="597163" y="124012"/>
                </a:lnTo>
                <a:lnTo>
                  <a:pt x="598953" y="124012"/>
                </a:lnTo>
                <a:cubicBezTo>
                  <a:pt x="603132" y="124012"/>
                  <a:pt x="605952" y="122955"/>
                  <a:pt x="607415" y="120841"/>
                </a:cubicBezTo>
                <a:cubicBezTo>
                  <a:pt x="608877" y="118726"/>
                  <a:pt x="609609" y="114690"/>
                  <a:pt x="609609" y="108734"/>
                </a:cubicBezTo>
                <a:lnTo>
                  <a:pt x="609609" y="78358"/>
                </a:lnTo>
                <a:cubicBezTo>
                  <a:pt x="609609" y="68531"/>
                  <a:pt x="609385" y="62546"/>
                  <a:pt x="608937" y="60403"/>
                </a:cubicBezTo>
                <a:cubicBezTo>
                  <a:pt x="608489" y="58257"/>
                  <a:pt x="607803" y="56798"/>
                  <a:pt x="606878" y="56023"/>
                </a:cubicBezTo>
                <a:cubicBezTo>
                  <a:pt x="605952" y="55249"/>
                  <a:pt x="604714" y="54862"/>
                  <a:pt x="603162" y="54862"/>
                </a:cubicBezTo>
                <a:cubicBezTo>
                  <a:pt x="601490" y="54862"/>
                  <a:pt x="599491" y="55309"/>
                  <a:pt x="597163" y="56203"/>
                </a:cubicBezTo>
                <a:lnTo>
                  <a:pt x="595820" y="52985"/>
                </a:lnTo>
                <a:lnTo>
                  <a:pt x="620532" y="42979"/>
                </a:lnTo>
                <a:lnTo>
                  <a:pt x="624383" y="42979"/>
                </a:lnTo>
                <a:lnTo>
                  <a:pt x="624383" y="60349"/>
                </a:lnTo>
                <a:close/>
                <a:moveTo>
                  <a:pt x="714101" y="97438"/>
                </a:moveTo>
                <a:cubicBezTo>
                  <a:pt x="709087" y="94994"/>
                  <a:pt x="705236" y="91582"/>
                  <a:pt x="702550" y="87200"/>
                </a:cubicBezTo>
                <a:cubicBezTo>
                  <a:pt x="699864" y="82818"/>
                  <a:pt x="698521" y="77974"/>
                  <a:pt x="698521" y="72667"/>
                </a:cubicBezTo>
                <a:cubicBezTo>
                  <a:pt x="698521" y="64560"/>
                  <a:pt x="701580" y="57585"/>
                  <a:pt x="707699" y="51742"/>
                </a:cubicBezTo>
                <a:cubicBezTo>
                  <a:pt x="713817" y="45900"/>
                  <a:pt x="721652" y="42979"/>
                  <a:pt x="731203" y="42979"/>
                </a:cubicBezTo>
                <a:cubicBezTo>
                  <a:pt x="739022" y="42979"/>
                  <a:pt x="745798" y="44889"/>
                  <a:pt x="751528" y="48709"/>
                </a:cubicBezTo>
                <a:lnTo>
                  <a:pt x="768899" y="48709"/>
                </a:lnTo>
                <a:cubicBezTo>
                  <a:pt x="771465" y="48709"/>
                  <a:pt x="772958" y="48783"/>
                  <a:pt x="773376" y="48930"/>
                </a:cubicBezTo>
                <a:cubicBezTo>
                  <a:pt x="773793" y="49078"/>
                  <a:pt x="774092" y="49329"/>
                  <a:pt x="774271" y="49683"/>
                </a:cubicBezTo>
                <a:cubicBezTo>
                  <a:pt x="774629" y="50215"/>
                  <a:pt x="774808" y="51159"/>
                  <a:pt x="774808" y="52517"/>
                </a:cubicBezTo>
                <a:cubicBezTo>
                  <a:pt x="774808" y="54051"/>
                  <a:pt x="774659" y="55113"/>
                  <a:pt x="774361" y="55705"/>
                </a:cubicBezTo>
                <a:cubicBezTo>
                  <a:pt x="774181" y="55999"/>
                  <a:pt x="773868" y="56235"/>
                  <a:pt x="773420" y="56412"/>
                </a:cubicBezTo>
                <a:cubicBezTo>
                  <a:pt x="772973" y="56590"/>
                  <a:pt x="771465" y="56678"/>
                  <a:pt x="768899" y="56678"/>
                </a:cubicBezTo>
                <a:lnTo>
                  <a:pt x="758243" y="56678"/>
                </a:lnTo>
                <a:cubicBezTo>
                  <a:pt x="761586" y="60985"/>
                  <a:pt x="763258" y="66488"/>
                  <a:pt x="763258" y="73187"/>
                </a:cubicBezTo>
                <a:cubicBezTo>
                  <a:pt x="763258" y="80843"/>
                  <a:pt x="760333" y="87392"/>
                  <a:pt x="754483" y="92835"/>
                </a:cubicBezTo>
                <a:cubicBezTo>
                  <a:pt x="748633" y="98278"/>
                  <a:pt x="740783" y="101000"/>
                  <a:pt x="730934" y="101000"/>
                </a:cubicBezTo>
                <a:cubicBezTo>
                  <a:pt x="726875" y="101000"/>
                  <a:pt x="722726" y="100391"/>
                  <a:pt x="718488" y="99173"/>
                </a:cubicBezTo>
                <a:cubicBezTo>
                  <a:pt x="715862" y="101439"/>
                  <a:pt x="714086" y="103423"/>
                  <a:pt x="713161" y="105124"/>
                </a:cubicBezTo>
                <a:cubicBezTo>
                  <a:pt x="712235" y="106824"/>
                  <a:pt x="711773" y="108270"/>
                  <a:pt x="711773" y="109462"/>
                </a:cubicBezTo>
                <a:cubicBezTo>
                  <a:pt x="711773" y="110476"/>
                  <a:pt x="712265" y="111461"/>
                  <a:pt x="713250" y="112416"/>
                </a:cubicBezTo>
                <a:cubicBezTo>
                  <a:pt x="714235" y="113370"/>
                  <a:pt x="716160" y="114055"/>
                  <a:pt x="719025" y="114473"/>
                </a:cubicBezTo>
                <a:cubicBezTo>
                  <a:pt x="720697" y="114712"/>
                  <a:pt x="724875" y="114921"/>
                  <a:pt x="731561" y="115100"/>
                </a:cubicBezTo>
                <a:cubicBezTo>
                  <a:pt x="743858" y="115396"/>
                  <a:pt x="751826" y="115813"/>
                  <a:pt x="755468" y="116350"/>
                </a:cubicBezTo>
                <a:cubicBezTo>
                  <a:pt x="761019" y="117126"/>
                  <a:pt x="765451" y="119185"/>
                  <a:pt x="768764" y="122526"/>
                </a:cubicBezTo>
                <a:cubicBezTo>
                  <a:pt x="772077" y="125865"/>
                  <a:pt x="773734" y="129980"/>
                  <a:pt x="773734" y="134871"/>
                </a:cubicBezTo>
                <a:cubicBezTo>
                  <a:pt x="773734" y="141611"/>
                  <a:pt x="770570" y="147934"/>
                  <a:pt x="764243" y="153839"/>
                </a:cubicBezTo>
                <a:cubicBezTo>
                  <a:pt x="754931" y="162547"/>
                  <a:pt x="742783" y="166901"/>
                  <a:pt x="727800" y="166901"/>
                </a:cubicBezTo>
                <a:cubicBezTo>
                  <a:pt x="716279" y="166901"/>
                  <a:pt x="706550" y="164308"/>
                  <a:pt x="698610" y="159122"/>
                </a:cubicBezTo>
                <a:cubicBezTo>
                  <a:pt x="694133" y="156141"/>
                  <a:pt x="691895" y="153041"/>
                  <a:pt x="691895" y="149821"/>
                </a:cubicBezTo>
                <a:cubicBezTo>
                  <a:pt x="691895" y="148392"/>
                  <a:pt x="692223" y="146963"/>
                  <a:pt x="692880" y="145532"/>
                </a:cubicBezTo>
                <a:cubicBezTo>
                  <a:pt x="693895" y="143325"/>
                  <a:pt x="695984" y="140255"/>
                  <a:pt x="699148" y="136320"/>
                </a:cubicBezTo>
                <a:cubicBezTo>
                  <a:pt x="699566" y="135785"/>
                  <a:pt x="702610" y="132566"/>
                  <a:pt x="708281" y="126664"/>
                </a:cubicBezTo>
                <a:cubicBezTo>
                  <a:pt x="705177" y="124812"/>
                  <a:pt x="702983" y="123154"/>
                  <a:pt x="701700" y="121689"/>
                </a:cubicBezTo>
                <a:cubicBezTo>
                  <a:pt x="700416" y="120225"/>
                  <a:pt x="699774" y="118567"/>
                  <a:pt x="699774" y="116714"/>
                </a:cubicBezTo>
                <a:cubicBezTo>
                  <a:pt x="699774" y="114621"/>
                  <a:pt x="700625" y="112170"/>
                  <a:pt x="702326" y="109361"/>
                </a:cubicBezTo>
                <a:cubicBezTo>
                  <a:pt x="704028" y="106552"/>
                  <a:pt x="707952" y="102577"/>
                  <a:pt x="714101" y="97438"/>
                </a:cubicBezTo>
                <a:moveTo>
                  <a:pt x="729680" y="47456"/>
                </a:moveTo>
                <a:cubicBezTo>
                  <a:pt x="725263" y="47456"/>
                  <a:pt x="721562" y="49207"/>
                  <a:pt x="718578" y="52711"/>
                </a:cubicBezTo>
                <a:cubicBezTo>
                  <a:pt x="715593" y="56212"/>
                  <a:pt x="714101" y="61584"/>
                  <a:pt x="714101" y="68828"/>
                </a:cubicBezTo>
                <a:cubicBezTo>
                  <a:pt x="714101" y="78209"/>
                  <a:pt x="716130" y="85481"/>
                  <a:pt x="720189" y="90644"/>
                </a:cubicBezTo>
                <a:cubicBezTo>
                  <a:pt x="723293" y="94564"/>
                  <a:pt x="727233" y="96523"/>
                  <a:pt x="732009" y="96523"/>
                </a:cubicBezTo>
                <a:cubicBezTo>
                  <a:pt x="736545" y="96523"/>
                  <a:pt x="740276" y="94831"/>
                  <a:pt x="743201" y="91447"/>
                </a:cubicBezTo>
                <a:cubicBezTo>
                  <a:pt x="746126" y="88064"/>
                  <a:pt x="747588" y="82750"/>
                  <a:pt x="747588" y="75507"/>
                </a:cubicBezTo>
                <a:cubicBezTo>
                  <a:pt x="747588" y="66068"/>
                  <a:pt x="745529" y="58676"/>
                  <a:pt x="741410" y="53332"/>
                </a:cubicBezTo>
                <a:cubicBezTo>
                  <a:pt x="738366" y="49414"/>
                  <a:pt x="734456" y="47456"/>
                  <a:pt x="729680" y="47456"/>
                </a:cubicBezTo>
                <a:moveTo>
                  <a:pt x="713205" y="127378"/>
                </a:moveTo>
                <a:cubicBezTo>
                  <a:pt x="710400" y="130416"/>
                  <a:pt x="708281" y="133246"/>
                  <a:pt x="706848" y="135867"/>
                </a:cubicBezTo>
                <a:cubicBezTo>
                  <a:pt x="705415" y="138490"/>
                  <a:pt x="704699" y="140904"/>
                  <a:pt x="704699" y="143109"/>
                </a:cubicBezTo>
                <a:cubicBezTo>
                  <a:pt x="704699" y="145968"/>
                  <a:pt x="706430" y="148471"/>
                  <a:pt x="709892" y="150616"/>
                </a:cubicBezTo>
                <a:cubicBezTo>
                  <a:pt x="715862" y="154309"/>
                  <a:pt x="724487" y="156156"/>
                  <a:pt x="735769" y="156156"/>
                </a:cubicBezTo>
                <a:cubicBezTo>
                  <a:pt x="746514" y="156156"/>
                  <a:pt x="754438" y="154264"/>
                  <a:pt x="759542" y="150479"/>
                </a:cubicBezTo>
                <a:cubicBezTo>
                  <a:pt x="764646" y="146696"/>
                  <a:pt x="767197" y="142660"/>
                  <a:pt x="767197" y="138371"/>
                </a:cubicBezTo>
                <a:cubicBezTo>
                  <a:pt x="767197" y="135273"/>
                  <a:pt x="765675" y="133068"/>
                  <a:pt x="762631" y="131757"/>
                </a:cubicBezTo>
                <a:cubicBezTo>
                  <a:pt x="759527" y="130445"/>
                  <a:pt x="753379" y="129671"/>
                  <a:pt x="744186" y="129434"/>
                </a:cubicBezTo>
                <a:cubicBezTo>
                  <a:pt x="730755" y="129076"/>
                  <a:pt x="720428" y="128391"/>
                  <a:pt x="713205" y="127378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TS">
            <a:extLst xmlns:a="http://schemas.openxmlformats.org/drawingml/2006/main">
              <a:ext uri="{FF2B5EF4-FFF2-40B4-BE49-F238E27FC236}">
                <a16:creationId xmlns:a16="http://schemas.microsoft.com/office/drawing/2014/main" id="{FE8CA1CC-D597-491C-B0F9-1E1427C0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08" y="605168"/>
            <a:ext cx="210329" cy="126787"/>
          </a:xfrm>
          <a:custGeom xmlns:a="http://schemas.openxmlformats.org/drawingml/2006/main">
            <a:pathLst>
              <a:path w="210329" h="126787">
                <a:moveTo>
                  <a:pt x="109059" y="2686"/>
                </a:moveTo>
                <a:lnTo>
                  <a:pt x="109059" y="35637"/>
                </a:lnTo>
                <a:lnTo>
                  <a:pt x="105835" y="35637"/>
                </a:lnTo>
                <a:cubicBezTo>
                  <a:pt x="103925" y="28029"/>
                  <a:pt x="101806" y="22564"/>
                  <a:pt x="99478" y="19240"/>
                </a:cubicBezTo>
                <a:cubicBezTo>
                  <a:pt x="97150" y="15916"/>
                  <a:pt x="93956" y="13265"/>
                  <a:pt x="89897" y="11288"/>
                </a:cubicBezTo>
                <a:cubicBezTo>
                  <a:pt x="87629" y="10209"/>
                  <a:pt x="83659" y="9670"/>
                  <a:pt x="77989" y="9670"/>
                </a:cubicBezTo>
                <a:lnTo>
                  <a:pt x="68945" y="9670"/>
                </a:lnTo>
                <a:lnTo>
                  <a:pt x="68945" y="103328"/>
                </a:lnTo>
                <a:cubicBezTo>
                  <a:pt x="68945" y="109568"/>
                  <a:pt x="69288" y="113468"/>
                  <a:pt x="69975" y="115030"/>
                </a:cubicBezTo>
                <a:cubicBezTo>
                  <a:pt x="70661" y="116589"/>
                  <a:pt x="72004" y="117954"/>
                  <a:pt x="74004" y="119123"/>
                </a:cubicBezTo>
                <a:cubicBezTo>
                  <a:pt x="76004" y="120293"/>
                  <a:pt x="78735" y="120878"/>
                  <a:pt x="82197" y="120878"/>
                </a:cubicBezTo>
                <a:lnTo>
                  <a:pt x="86226" y="120878"/>
                </a:lnTo>
                <a:lnTo>
                  <a:pt x="86226" y="124101"/>
                </a:lnTo>
                <a:lnTo>
                  <a:pt x="22653" y="124101"/>
                </a:lnTo>
                <a:lnTo>
                  <a:pt x="22653" y="120878"/>
                </a:lnTo>
                <a:lnTo>
                  <a:pt x="26683" y="120878"/>
                </a:lnTo>
                <a:cubicBezTo>
                  <a:pt x="30205" y="120878"/>
                  <a:pt x="33040" y="120248"/>
                  <a:pt x="35189" y="118989"/>
                </a:cubicBezTo>
                <a:cubicBezTo>
                  <a:pt x="36741" y="118148"/>
                  <a:pt x="37965" y="116708"/>
                  <a:pt x="38860" y="114669"/>
                </a:cubicBezTo>
                <a:cubicBezTo>
                  <a:pt x="39517" y="113229"/>
                  <a:pt x="39845" y="109448"/>
                  <a:pt x="39845" y="103328"/>
                </a:cubicBezTo>
                <a:lnTo>
                  <a:pt x="39845" y="9670"/>
                </a:lnTo>
                <a:lnTo>
                  <a:pt x="31070" y="9670"/>
                </a:lnTo>
                <a:cubicBezTo>
                  <a:pt x="22892" y="9670"/>
                  <a:pt x="16953" y="11407"/>
                  <a:pt x="13252" y="14880"/>
                </a:cubicBezTo>
                <a:cubicBezTo>
                  <a:pt x="8059" y="19732"/>
                  <a:pt x="4775" y="26651"/>
                  <a:pt x="3402" y="35637"/>
                </a:cubicBezTo>
                <a:lnTo>
                  <a:pt x="0" y="35637"/>
                </a:lnTo>
                <a:lnTo>
                  <a:pt x="0" y="2686"/>
                </a:lnTo>
                <a:lnTo>
                  <a:pt x="109059" y="2686"/>
                </a:lnTo>
                <a:close/>
                <a:moveTo>
                  <a:pt x="201822" y="0"/>
                </a:moveTo>
                <a:lnTo>
                  <a:pt x="202807" y="40472"/>
                </a:lnTo>
                <a:lnTo>
                  <a:pt x="199136" y="40472"/>
                </a:lnTo>
                <a:cubicBezTo>
                  <a:pt x="197405" y="30350"/>
                  <a:pt x="193152" y="22208"/>
                  <a:pt x="186377" y="16047"/>
                </a:cubicBezTo>
                <a:cubicBezTo>
                  <a:pt x="179602" y="9886"/>
                  <a:pt x="172274" y="6805"/>
                  <a:pt x="164395" y="6805"/>
                </a:cubicBezTo>
                <a:cubicBezTo>
                  <a:pt x="158306" y="6805"/>
                  <a:pt x="153486" y="8427"/>
                  <a:pt x="149934" y="11671"/>
                </a:cubicBezTo>
                <a:cubicBezTo>
                  <a:pt x="146383" y="14913"/>
                  <a:pt x="144607" y="18647"/>
                  <a:pt x="144607" y="22872"/>
                </a:cubicBezTo>
                <a:cubicBezTo>
                  <a:pt x="144607" y="25548"/>
                  <a:pt x="145234" y="27929"/>
                  <a:pt x="146487" y="30012"/>
                </a:cubicBezTo>
                <a:cubicBezTo>
                  <a:pt x="148218" y="32809"/>
                  <a:pt x="150994" y="35575"/>
                  <a:pt x="154814" y="38312"/>
                </a:cubicBezTo>
                <a:cubicBezTo>
                  <a:pt x="157620" y="40276"/>
                  <a:pt x="164096" y="43758"/>
                  <a:pt x="174244" y="48757"/>
                </a:cubicBezTo>
                <a:cubicBezTo>
                  <a:pt x="188451" y="55718"/>
                  <a:pt x="198032" y="62295"/>
                  <a:pt x="202986" y="68486"/>
                </a:cubicBezTo>
                <a:cubicBezTo>
                  <a:pt x="207881" y="74676"/>
                  <a:pt x="210329" y="81759"/>
                  <a:pt x="210329" y="89735"/>
                </a:cubicBezTo>
                <a:cubicBezTo>
                  <a:pt x="210329" y="99853"/>
                  <a:pt x="206374" y="108558"/>
                  <a:pt x="198465" y="115850"/>
                </a:cubicBezTo>
                <a:cubicBezTo>
                  <a:pt x="190555" y="123141"/>
                  <a:pt x="180512" y="126787"/>
                  <a:pt x="168335" y="126787"/>
                </a:cubicBezTo>
                <a:cubicBezTo>
                  <a:pt x="164514" y="126787"/>
                  <a:pt x="160903" y="126399"/>
                  <a:pt x="157500" y="125623"/>
                </a:cubicBezTo>
                <a:cubicBezTo>
                  <a:pt x="154098" y="124847"/>
                  <a:pt x="149830" y="123385"/>
                  <a:pt x="144696" y="121236"/>
                </a:cubicBezTo>
                <a:cubicBezTo>
                  <a:pt x="141831" y="120042"/>
                  <a:pt x="139473" y="119445"/>
                  <a:pt x="137623" y="119445"/>
                </a:cubicBezTo>
                <a:cubicBezTo>
                  <a:pt x="136071" y="119445"/>
                  <a:pt x="134429" y="120050"/>
                  <a:pt x="132698" y="121258"/>
                </a:cubicBezTo>
                <a:cubicBezTo>
                  <a:pt x="130967" y="122467"/>
                  <a:pt x="129564" y="124310"/>
                  <a:pt x="128490" y="126787"/>
                </a:cubicBezTo>
                <a:lnTo>
                  <a:pt x="125177" y="126787"/>
                </a:lnTo>
                <a:lnTo>
                  <a:pt x="125177" y="80943"/>
                </a:lnTo>
                <a:lnTo>
                  <a:pt x="128490" y="80943"/>
                </a:lnTo>
                <a:cubicBezTo>
                  <a:pt x="131116" y="93807"/>
                  <a:pt x="136175" y="103619"/>
                  <a:pt x="143667" y="110379"/>
                </a:cubicBezTo>
                <a:cubicBezTo>
                  <a:pt x="151158" y="117140"/>
                  <a:pt x="159232" y="120520"/>
                  <a:pt x="167887" y="120520"/>
                </a:cubicBezTo>
                <a:cubicBezTo>
                  <a:pt x="174573" y="120520"/>
                  <a:pt x="179900" y="118705"/>
                  <a:pt x="183870" y="115075"/>
                </a:cubicBezTo>
                <a:cubicBezTo>
                  <a:pt x="187839" y="111444"/>
                  <a:pt x="189824" y="107219"/>
                  <a:pt x="189824" y="102399"/>
                </a:cubicBezTo>
                <a:cubicBezTo>
                  <a:pt x="189824" y="99543"/>
                  <a:pt x="189063" y="96777"/>
                  <a:pt x="187541" y="94100"/>
                </a:cubicBezTo>
                <a:cubicBezTo>
                  <a:pt x="186019" y="91421"/>
                  <a:pt x="183706" y="88877"/>
                  <a:pt x="180602" y="86467"/>
                </a:cubicBezTo>
                <a:cubicBezTo>
                  <a:pt x="177497" y="84057"/>
                  <a:pt x="172006" y="80918"/>
                  <a:pt x="164126" y="77051"/>
                </a:cubicBezTo>
                <a:cubicBezTo>
                  <a:pt x="153083" y="71636"/>
                  <a:pt x="145144" y="67021"/>
                  <a:pt x="140309" y="63206"/>
                </a:cubicBezTo>
                <a:cubicBezTo>
                  <a:pt x="135474" y="59391"/>
                  <a:pt x="131758" y="55130"/>
                  <a:pt x="129161" y="50422"/>
                </a:cubicBezTo>
                <a:cubicBezTo>
                  <a:pt x="126565" y="45713"/>
                  <a:pt x="125266" y="40529"/>
                  <a:pt x="125266" y="34867"/>
                </a:cubicBezTo>
                <a:cubicBezTo>
                  <a:pt x="125266" y="25212"/>
                  <a:pt x="128818" y="16987"/>
                  <a:pt x="135922" y="10193"/>
                </a:cubicBezTo>
                <a:cubicBezTo>
                  <a:pt x="143025" y="3398"/>
                  <a:pt x="151979" y="0"/>
                  <a:pt x="162783" y="0"/>
                </a:cubicBezTo>
                <a:cubicBezTo>
                  <a:pt x="166723" y="0"/>
                  <a:pt x="170543" y="483"/>
                  <a:pt x="174244" y="1449"/>
                </a:cubicBezTo>
                <a:cubicBezTo>
                  <a:pt x="177050" y="2173"/>
                  <a:pt x="180467" y="3515"/>
                  <a:pt x="184496" y="5476"/>
                </a:cubicBezTo>
                <a:cubicBezTo>
                  <a:pt x="188526" y="7436"/>
                  <a:pt x="191346" y="8417"/>
                  <a:pt x="192958" y="8417"/>
                </a:cubicBezTo>
                <a:cubicBezTo>
                  <a:pt x="194510" y="8417"/>
                  <a:pt x="195734" y="7934"/>
                  <a:pt x="196629" y="6970"/>
                </a:cubicBezTo>
                <a:cubicBezTo>
                  <a:pt x="197524" y="6004"/>
                  <a:pt x="198360" y="3680"/>
                  <a:pt x="199136" y="0"/>
                </a:cubicBezTo>
                <a:lnTo>
                  <a:pt x="201822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2">
            <a:extLst xmlns:a="http://schemas.openxmlformats.org/drawingml/2006/main">
              <a:ext uri="{FF2B5EF4-FFF2-40B4-BE49-F238E27FC236}">
                <a16:creationId xmlns:a16="http://schemas.microsoft.com/office/drawing/2014/main" id="{552B1D94-816E-4C53-A28A-18316FD0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790" y="684858"/>
            <a:ext cx="52171" cy="82615"/>
          </a:xfrm>
          <a:custGeom xmlns:a="http://schemas.openxmlformats.org/drawingml/2006/main">
            <a:pathLst>
              <a:path w="52171" h="82615">
                <a:moveTo>
                  <a:pt x="47635" y="82615"/>
                </a:moveTo>
                <a:lnTo>
                  <a:pt x="0" y="82615"/>
                </a:lnTo>
                <a:lnTo>
                  <a:pt x="0" y="81301"/>
                </a:lnTo>
                <a:cubicBezTo>
                  <a:pt x="14605" y="63926"/>
                  <a:pt x="23469" y="52237"/>
                  <a:pt x="26593" y="46234"/>
                </a:cubicBezTo>
                <a:cubicBezTo>
                  <a:pt x="29717" y="40230"/>
                  <a:pt x="31279" y="34365"/>
                  <a:pt x="31279" y="28639"/>
                </a:cubicBezTo>
                <a:cubicBezTo>
                  <a:pt x="31279" y="24465"/>
                  <a:pt x="29986" y="20996"/>
                  <a:pt x="27399" y="18232"/>
                </a:cubicBezTo>
                <a:cubicBezTo>
                  <a:pt x="24812" y="15469"/>
                  <a:pt x="21649" y="14087"/>
                  <a:pt x="17908" y="14087"/>
                </a:cubicBezTo>
                <a:cubicBezTo>
                  <a:pt x="11779" y="14087"/>
                  <a:pt x="7024" y="17147"/>
                  <a:pt x="3641" y="23267"/>
                </a:cubicBezTo>
                <a:lnTo>
                  <a:pt x="1433" y="22493"/>
                </a:lnTo>
                <a:cubicBezTo>
                  <a:pt x="3582" y="14836"/>
                  <a:pt x="6845" y="9173"/>
                  <a:pt x="11222" y="5505"/>
                </a:cubicBezTo>
                <a:cubicBezTo>
                  <a:pt x="15600" y="1835"/>
                  <a:pt x="20654" y="0"/>
                  <a:pt x="26384" y="0"/>
                </a:cubicBezTo>
                <a:cubicBezTo>
                  <a:pt x="30483" y="0"/>
                  <a:pt x="34224" y="955"/>
                  <a:pt x="37606" y="2865"/>
                </a:cubicBezTo>
                <a:cubicBezTo>
                  <a:pt x="40989" y="4775"/>
                  <a:pt x="43635" y="7392"/>
                  <a:pt x="45546" y="10715"/>
                </a:cubicBezTo>
                <a:cubicBezTo>
                  <a:pt x="47456" y="14038"/>
                  <a:pt x="48411" y="17152"/>
                  <a:pt x="48411" y="20057"/>
                </a:cubicBezTo>
                <a:cubicBezTo>
                  <a:pt x="48411" y="25350"/>
                  <a:pt x="46938" y="30722"/>
                  <a:pt x="43994" y="36174"/>
                </a:cubicBezTo>
                <a:cubicBezTo>
                  <a:pt x="39974" y="43536"/>
                  <a:pt x="31199" y="53803"/>
                  <a:pt x="17669" y="66975"/>
                </a:cubicBezTo>
                <a:lnTo>
                  <a:pt x="35159" y="66975"/>
                </a:lnTo>
                <a:cubicBezTo>
                  <a:pt x="39457" y="66975"/>
                  <a:pt x="42253" y="66796"/>
                  <a:pt x="43546" y="66438"/>
                </a:cubicBezTo>
                <a:cubicBezTo>
                  <a:pt x="44839" y="66080"/>
                  <a:pt x="45904" y="65473"/>
                  <a:pt x="46739" y="64617"/>
                </a:cubicBezTo>
                <a:cubicBezTo>
                  <a:pt x="47575" y="63762"/>
                  <a:pt x="48669" y="61961"/>
                  <a:pt x="50023" y="59215"/>
                </a:cubicBezTo>
                <a:lnTo>
                  <a:pt x="52171" y="59215"/>
                </a:lnTo>
                <a:lnTo>
                  <a:pt x="47635" y="82615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853FA-B7A2-4F17-AD73-3404978A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33" y="148576"/>
            <a:ext cx="99329" cy="565134"/>
          </a:xfrm>
          <a:custGeom xmlns:a="http://schemas.openxmlformats.org/drawingml/2006/main">
            <a:pathLst>
              <a:path w="99329" h="565134">
                <a:moveTo>
                  <a:pt x="99329" y="165548"/>
                </a:moveTo>
                <a:lnTo>
                  <a:pt x="49664" y="0"/>
                </a:lnTo>
                <a:lnTo>
                  <a:pt x="0" y="165548"/>
                </a:lnTo>
                <a:lnTo>
                  <a:pt x="33110" y="121402"/>
                </a:lnTo>
                <a:lnTo>
                  <a:pt x="33110" y="565134"/>
                </a:lnTo>
                <a:lnTo>
                  <a:pt x="66219" y="565134"/>
                </a:lnTo>
                <a:lnTo>
                  <a:pt x="66219" y="121402"/>
                </a:lnTo>
                <a:lnTo>
                  <a:pt x="99329" y="165548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287E9-0D81-4F94-9A16-1D1A07E7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843" y="2047282"/>
            <a:ext cx="129891" cy="129891"/>
          </a:xfrm>
          <a:custGeom xmlns:a="http://schemas.openxmlformats.org/drawingml/2006/main">
            <a:pathLst>
              <a:path w="129891" h="129891">
                <a:moveTo>
                  <a:pt x="0" y="64946"/>
                </a:moveTo>
                <a:cubicBezTo>
                  <a:pt x="0" y="29085"/>
                  <a:pt x="29136" y="0"/>
                  <a:pt x="64946" y="0"/>
                </a:cubicBezTo>
                <a:cubicBezTo>
                  <a:pt x="100806" y="0"/>
                  <a:pt x="129891" y="29085"/>
                  <a:pt x="129891" y="64946"/>
                </a:cubicBezTo>
                <a:cubicBezTo>
                  <a:pt x="129891" y="100806"/>
                  <a:pt x="100806" y="129891"/>
                  <a:pt x="64946" y="129891"/>
                </a:cubicBezTo>
                <a:cubicBezTo>
                  <a:pt x="29136" y="129891"/>
                  <a:pt x="0" y="100806"/>
                  <a:pt x="0" y="64946"/>
                </a:cubicBezTo>
                <a:close/>
                <a:moveTo>
                  <a:pt x="0" y="64946"/>
                </a:moveTo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17567-C5EE-4F54-8699-DDFD304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843" y="2047282"/>
            <a:ext cx="129891" cy="129891"/>
          </a:xfrm>
          <a:custGeom xmlns:a="http://schemas.openxmlformats.org/drawingml/2006/main">
            <a:pathLst>
              <a:path w="129891" h="129891" fill="none">
                <a:moveTo>
                  <a:pt x="0" y="64946"/>
                </a:moveTo>
                <a:cubicBezTo>
                  <a:pt x="0" y="29085"/>
                  <a:pt x="29136" y="0"/>
                  <a:pt x="64946" y="0"/>
                </a:cubicBezTo>
                <a:cubicBezTo>
                  <a:pt x="100806" y="0"/>
                  <a:pt x="129891" y="29085"/>
                  <a:pt x="129891" y="64946"/>
                </a:cubicBezTo>
                <a:cubicBezTo>
                  <a:pt x="129891" y="100806"/>
                  <a:pt x="100806" y="129891"/>
                  <a:pt x="64946" y="129891"/>
                </a:cubicBezTo>
                <a:cubicBezTo>
                  <a:pt x="29136" y="129891"/>
                  <a:pt x="0" y="100806"/>
                  <a:pt x="0" y="64946"/>
                </a:cubicBezTo>
                <a:close/>
                <a:moveTo>
                  <a:pt x="0" y="64946"/>
                </a:moveTo>
              </a:path>
            </a:pathLst>
          </a:custGeom>
          <a:noFill xmlns:a="http://schemas.openxmlformats.org/drawingml/2006/main"/>
          <a:ln xmlns:a="http://schemas.openxmlformats.org/drawingml/2006/main" w="10188" cap="flat">
            <a:solidFill>
              <a:srgbClr val="0000FF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23F7A-B2C9-4A48-B2D6-267EC736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217" y="1309957"/>
            <a:ext cx="99329" cy="664382"/>
          </a:xfrm>
          <a:custGeom xmlns:a="http://schemas.openxmlformats.org/drawingml/2006/main">
            <a:pathLst>
              <a:path w="99329" h="664382">
                <a:moveTo>
                  <a:pt x="63356" y="399546"/>
                </a:moveTo>
                <a:lnTo>
                  <a:pt x="63754" y="366436"/>
                </a:lnTo>
                <a:lnTo>
                  <a:pt x="30644" y="366039"/>
                </a:lnTo>
                <a:lnTo>
                  <a:pt x="30247" y="399149"/>
                </a:lnTo>
                <a:lnTo>
                  <a:pt x="63356" y="399546"/>
                </a:lnTo>
                <a:close/>
                <a:moveTo>
                  <a:pt x="62562" y="465765"/>
                </a:moveTo>
                <a:lnTo>
                  <a:pt x="62959" y="432655"/>
                </a:lnTo>
                <a:lnTo>
                  <a:pt x="29850" y="432258"/>
                </a:lnTo>
                <a:lnTo>
                  <a:pt x="29452" y="465368"/>
                </a:lnTo>
                <a:lnTo>
                  <a:pt x="62562" y="465765"/>
                </a:lnTo>
                <a:close/>
                <a:moveTo>
                  <a:pt x="28658" y="531587"/>
                </a:moveTo>
                <a:lnTo>
                  <a:pt x="61767" y="531984"/>
                </a:lnTo>
                <a:lnTo>
                  <a:pt x="62164" y="498875"/>
                </a:lnTo>
                <a:lnTo>
                  <a:pt x="29055" y="498477"/>
                </a:lnTo>
                <a:lnTo>
                  <a:pt x="28658" y="531587"/>
                </a:lnTo>
                <a:close/>
                <a:moveTo>
                  <a:pt x="60962" y="598203"/>
                </a:moveTo>
                <a:lnTo>
                  <a:pt x="61370" y="565094"/>
                </a:lnTo>
                <a:lnTo>
                  <a:pt x="28260" y="564696"/>
                </a:lnTo>
                <a:lnTo>
                  <a:pt x="27853" y="597806"/>
                </a:lnTo>
                <a:lnTo>
                  <a:pt x="60962" y="598203"/>
                </a:lnTo>
                <a:close/>
                <a:moveTo>
                  <a:pt x="60127" y="664382"/>
                </a:moveTo>
                <a:lnTo>
                  <a:pt x="60534" y="631313"/>
                </a:lnTo>
                <a:lnTo>
                  <a:pt x="27455" y="630875"/>
                </a:lnTo>
                <a:lnTo>
                  <a:pt x="27017" y="663984"/>
                </a:lnTo>
                <a:lnTo>
                  <a:pt x="60127" y="664382"/>
                </a:lnTo>
                <a:close/>
                <a:moveTo>
                  <a:pt x="0" y="164947"/>
                </a:moveTo>
                <a:lnTo>
                  <a:pt x="33623" y="121223"/>
                </a:lnTo>
                <a:lnTo>
                  <a:pt x="33466" y="134272"/>
                </a:lnTo>
                <a:lnTo>
                  <a:pt x="66576" y="134669"/>
                </a:lnTo>
                <a:lnTo>
                  <a:pt x="66733" y="121580"/>
                </a:lnTo>
                <a:lnTo>
                  <a:pt x="99329" y="166149"/>
                </a:lnTo>
                <a:lnTo>
                  <a:pt x="51651" y="0"/>
                </a:lnTo>
                <a:lnTo>
                  <a:pt x="0" y="164947"/>
                </a:lnTo>
                <a:close/>
                <a:moveTo>
                  <a:pt x="51975" y="101402"/>
                </a:moveTo>
                <a:lnTo>
                  <a:pt x="48896" y="101361"/>
                </a:lnTo>
                <a:lnTo>
                  <a:pt x="50459" y="99329"/>
                </a:lnTo>
                <a:lnTo>
                  <a:pt x="51975" y="101402"/>
                </a:lnTo>
                <a:close/>
                <a:moveTo>
                  <a:pt x="32672" y="200491"/>
                </a:moveTo>
                <a:lnTo>
                  <a:pt x="65781" y="200888"/>
                </a:lnTo>
                <a:lnTo>
                  <a:pt x="66178" y="167779"/>
                </a:lnTo>
                <a:lnTo>
                  <a:pt x="33069" y="167382"/>
                </a:lnTo>
                <a:lnTo>
                  <a:pt x="32672" y="200491"/>
                </a:lnTo>
                <a:close/>
                <a:moveTo>
                  <a:pt x="64986" y="267108"/>
                </a:moveTo>
                <a:lnTo>
                  <a:pt x="65384" y="233998"/>
                </a:lnTo>
                <a:lnTo>
                  <a:pt x="32274" y="233601"/>
                </a:lnTo>
                <a:lnTo>
                  <a:pt x="31877" y="266710"/>
                </a:lnTo>
                <a:lnTo>
                  <a:pt x="64986" y="267108"/>
                </a:lnTo>
                <a:close/>
                <a:moveTo>
                  <a:pt x="64151" y="333327"/>
                </a:moveTo>
                <a:lnTo>
                  <a:pt x="64589" y="300217"/>
                </a:lnTo>
                <a:lnTo>
                  <a:pt x="31480" y="299820"/>
                </a:lnTo>
                <a:lnTo>
                  <a:pt x="31082" y="332929"/>
                </a:lnTo>
                <a:lnTo>
                  <a:pt x="64151" y="333327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2DABB-8AF9-4827-8F88-801C6D6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821" y="1840984"/>
            <a:ext cx="129891" cy="122251"/>
          </a:xfrm>
          <a:custGeom xmlns:a="http://schemas.openxmlformats.org/drawingml/2006/main">
            <a:pathLst>
              <a:path w="129891" h="122251">
                <a:moveTo>
                  <a:pt x="64946" y="0"/>
                </a:moveTo>
                <a:cubicBezTo>
                  <a:pt x="100847" y="0"/>
                  <a:pt x="129891" y="27374"/>
                  <a:pt x="129891" y="61125"/>
                </a:cubicBezTo>
                <a:cubicBezTo>
                  <a:pt x="129891" y="94877"/>
                  <a:pt x="100847" y="122251"/>
                  <a:pt x="64946" y="122251"/>
                </a:cubicBezTo>
                <a:cubicBezTo>
                  <a:pt x="29096" y="122251"/>
                  <a:pt x="0" y="94877"/>
                  <a:pt x="0" y="61125"/>
                </a:cubicBezTo>
                <a:cubicBezTo>
                  <a:pt x="0" y="27374"/>
                  <a:pt x="29096" y="0"/>
                  <a:pt x="64946" y="0"/>
                </a:cubicBezTo>
                <a:close/>
                <a:moveTo>
                  <a:pt x="64946" y="0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EE8FB-9339-4A2E-9C5F-C07812D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821" y="1840984"/>
            <a:ext cx="129891" cy="122251"/>
          </a:xfrm>
          <a:custGeom xmlns:a="http://schemas.openxmlformats.org/drawingml/2006/main">
            <a:pathLst>
              <a:path w="129891" h="122251" fill="none">
                <a:moveTo>
                  <a:pt x="64946" y="0"/>
                </a:moveTo>
                <a:cubicBezTo>
                  <a:pt x="100847" y="0"/>
                  <a:pt x="129891" y="27374"/>
                  <a:pt x="129891" y="61125"/>
                </a:cubicBezTo>
                <a:cubicBezTo>
                  <a:pt x="129891" y="94877"/>
                  <a:pt x="100847" y="122251"/>
                  <a:pt x="64946" y="122251"/>
                </a:cubicBezTo>
                <a:cubicBezTo>
                  <a:pt x="29096" y="122251"/>
                  <a:pt x="0" y="94877"/>
                  <a:pt x="0" y="61125"/>
                </a:cubicBezTo>
                <a:cubicBezTo>
                  <a:pt x="0" y="27374"/>
                  <a:pt x="29096" y="0"/>
                  <a:pt x="64946" y="0"/>
                </a:cubicBezTo>
                <a:close/>
                <a:moveTo>
                  <a:pt x="6494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188" cap="flat">
            <a:solidFill>
              <a:srgbClr val="FF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0D4C4-16F6-4613-9C30-7167738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593" y="1073097"/>
            <a:ext cx="774224" cy="1037501"/>
          </a:xfrm>
          <a:custGeom xmlns:a="http://schemas.openxmlformats.org/drawingml/2006/main">
            <a:pathLst>
              <a:path w="774224" h="1037501">
                <a:moveTo>
                  <a:pt x="388920" y="427358"/>
                </a:moveTo>
                <a:lnTo>
                  <a:pt x="379293" y="428081"/>
                </a:lnTo>
                <a:lnTo>
                  <a:pt x="355536" y="430424"/>
                </a:lnTo>
                <a:lnTo>
                  <a:pt x="358796" y="463371"/>
                </a:lnTo>
                <a:lnTo>
                  <a:pt x="382319" y="461028"/>
                </a:lnTo>
                <a:lnTo>
                  <a:pt x="381962" y="461069"/>
                </a:lnTo>
                <a:lnTo>
                  <a:pt x="391345" y="460355"/>
                </a:lnTo>
                <a:lnTo>
                  <a:pt x="388920" y="427358"/>
                </a:lnTo>
                <a:close/>
                <a:moveTo>
                  <a:pt x="301572" y="481596"/>
                </a:moveTo>
                <a:lnTo>
                  <a:pt x="318850" y="473354"/>
                </a:lnTo>
                <a:lnTo>
                  <a:pt x="329710" y="470176"/>
                </a:lnTo>
                <a:lnTo>
                  <a:pt x="320358" y="438381"/>
                </a:lnTo>
                <a:lnTo>
                  <a:pt x="306829" y="442364"/>
                </a:lnTo>
                <a:lnTo>
                  <a:pt x="287289" y="451757"/>
                </a:lnTo>
                <a:lnTo>
                  <a:pt x="301572" y="481596"/>
                </a:lnTo>
                <a:close/>
                <a:moveTo>
                  <a:pt x="249677" y="514951"/>
                </a:moveTo>
                <a:lnTo>
                  <a:pt x="256729" y="508908"/>
                </a:lnTo>
                <a:lnTo>
                  <a:pt x="274911" y="496807"/>
                </a:lnTo>
                <a:lnTo>
                  <a:pt x="256563" y="469229"/>
                </a:lnTo>
                <a:lnTo>
                  <a:pt x="237024" y="482238"/>
                </a:lnTo>
                <a:lnTo>
                  <a:pt x="228150" y="489757"/>
                </a:lnTo>
                <a:lnTo>
                  <a:pt x="249677" y="514951"/>
                </a:lnTo>
                <a:close/>
                <a:moveTo>
                  <a:pt x="203079" y="559440"/>
                </a:moveTo>
                <a:lnTo>
                  <a:pt x="225919" y="535448"/>
                </a:lnTo>
                <a:lnTo>
                  <a:pt x="201928" y="512638"/>
                </a:lnTo>
                <a:lnTo>
                  <a:pt x="179087" y="536599"/>
                </a:lnTo>
                <a:lnTo>
                  <a:pt x="203079" y="559440"/>
                </a:lnTo>
                <a:close/>
                <a:moveTo>
                  <a:pt x="163959" y="609226"/>
                </a:moveTo>
                <a:lnTo>
                  <a:pt x="170267" y="599783"/>
                </a:lnTo>
                <a:lnTo>
                  <a:pt x="182907" y="583757"/>
                </a:lnTo>
                <a:lnTo>
                  <a:pt x="157000" y="563178"/>
                </a:lnTo>
                <a:lnTo>
                  <a:pt x="143543" y="580059"/>
                </a:lnTo>
                <a:lnTo>
                  <a:pt x="136381" y="590797"/>
                </a:lnTo>
                <a:lnTo>
                  <a:pt x="163959" y="609226"/>
                </a:lnTo>
                <a:close/>
                <a:moveTo>
                  <a:pt x="129739" y="664422"/>
                </a:moveTo>
                <a:lnTo>
                  <a:pt x="144469" y="638335"/>
                </a:lnTo>
                <a:lnTo>
                  <a:pt x="145539" y="636763"/>
                </a:lnTo>
                <a:lnTo>
                  <a:pt x="118033" y="618334"/>
                </a:lnTo>
                <a:lnTo>
                  <a:pt x="116281" y="620962"/>
                </a:lnTo>
                <a:lnTo>
                  <a:pt x="100928" y="648102"/>
                </a:lnTo>
                <a:lnTo>
                  <a:pt x="129739" y="664422"/>
                </a:lnTo>
                <a:close/>
                <a:moveTo>
                  <a:pt x="100602" y="722563"/>
                </a:moveTo>
                <a:lnTo>
                  <a:pt x="114855" y="692673"/>
                </a:lnTo>
                <a:lnTo>
                  <a:pt x="84964" y="678430"/>
                </a:lnTo>
                <a:lnTo>
                  <a:pt x="70681" y="708310"/>
                </a:lnTo>
                <a:lnTo>
                  <a:pt x="100602" y="722563"/>
                </a:lnTo>
                <a:close/>
                <a:moveTo>
                  <a:pt x="77242" y="782129"/>
                </a:moveTo>
                <a:lnTo>
                  <a:pt x="80080" y="773565"/>
                </a:lnTo>
                <a:lnTo>
                  <a:pt x="88550" y="752209"/>
                </a:lnTo>
                <a:lnTo>
                  <a:pt x="57743" y="739994"/>
                </a:lnTo>
                <a:lnTo>
                  <a:pt x="48758" y="762671"/>
                </a:lnTo>
                <a:lnTo>
                  <a:pt x="45773" y="771983"/>
                </a:lnTo>
                <a:lnTo>
                  <a:pt x="77242" y="782129"/>
                </a:lnTo>
                <a:close/>
                <a:moveTo>
                  <a:pt x="58578" y="844498"/>
                </a:moveTo>
                <a:lnTo>
                  <a:pt x="63895" y="823685"/>
                </a:lnTo>
                <a:lnTo>
                  <a:pt x="67095" y="813650"/>
                </a:lnTo>
                <a:lnTo>
                  <a:pt x="35585" y="803503"/>
                </a:lnTo>
                <a:lnTo>
                  <a:pt x="31918" y="814842"/>
                </a:lnTo>
                <a:lnTo>
                  <a:pt x="26508" y="836450"/>
                </a:lnTo>
                <a:lnTo>
                  <a:pt x="58578" y="844498"/>
                </a:lnTo>
                <a:close/>
                <a:moveTo>
                  <a:pt x="50826" y="875529"/>
                </a:moveTo>
                <a:lnTo>
                  <a:pt x="18266" y="869641"/>
                </a:lnTo>
                <a:lnTo>
                  <a:pt x="12296" y="902200"/>
                </a:lnTo>
                <a:lnTo>
                  <a:pt x="44937" y="908129"/>
                </a:lnTo>
                <a:lnTo>
                  <a:pt x="50826" y="875529"/>
                </a:lnTo>
                <a:close/>
                <a:moveTo>
                  <a:pt x="39956" y="939680"/>
                </a:moveTo>
                <a:lnTo>
                  <a:pt x="7009" y="936023"/>
                </a:lnTo>
                <a:lnTo>
                  <a:pt x="3352" y="968929"/>
                </a:lnTo>
                <a:lnTo>
                  <a:pt x="36298" y="972596"/>
                </a:lnTo>
                <a:lnTo>
                  <a:pt x="39956" y="939680"/>
                </a:lnTo>
                <a:close/>
                <a:moveTo>
                  <a:pt x="33150" y="1037501"/>
                </a:moveTo>
                <a:lnTo>
                  <a:pt x="34383" y="1004432"/>
                </a:lnTo>
                <a:lnTo>
                  <a:pt x="1273" y="1003199"/>
                </a:lnTo>
                <a:lnTo>
                  <a:pt x="0" y="1036268"/>
                </a:lnTo>
                <a:lnTo>
                  <a:pt x="33150" y="1037501"/>
                </a:lnTo>
                <a:close/>
                <a:moveTo>
                  <a:pt x="715233" y="117002"/>
                </a:moveTo>
                <a:lnTo>
                  <a:pt x="743814" y="123921"/>
                </a:lnTo>
                <a:lnTo>
                  <a:pt x="744886" y="119449"/>
                </a:lnTo>
                <a:lnTo>
                  <a:pt x="774224" y="170326"/>
                </a:lnTo>
                <a:lnTo>
                  <a:pt x="744812" y="0"/>
                </a:lnTo>
                <a:lnTo>
                  <a:pt x="675568" y="158345"/>
                </a:lnTo>
                <a:lnTo>
                  <a:pt x="715233" y="117002"/>
                </a:lnTo>
                <a:close/>
                <a:moveTo>
                  <a:pt x="697817" y="157989"/>
                </a:moveTo>
                <a:lnTo>
                  <a:pt x="698367" y="156715"/>
                </a:lnTo>
                <a:lnTo>
                  <a:pt x="690177" y="175735"/>
                </a:lnTo>
                <a:lnTo>
                  <a:pt x="720576" y="188826"/>
                </a:lnTo>
                <a:lnTo>
                  <a:pt x="728971" y="169164"/>
                </a:lnTo>
                <a:lnTo>
                  <a:pt x="733188" y="156756"/>
                </a:lnTo>
                <a:lnTo>
                  <a:pt x="701790" y="146242"/>
                </a:lnTo>
                <a:lnTo>
                  <a:pt x="697817" y="157989"/>
                </a:lnTo>
                <a:close/>
                <a:moveTo>
                  <a:pt x="676800" y="204546"/>
                </a:moveTo>
                <a:lnTo>
                  <a:pt x="663401" y="229852"/>
                </a:lnTo>
                <a:lnTo>
                  <a:pt x="661998" y="231889"/>
                </a:lnTo>
                <a:lnTo>
                  <a:pt x="689178" y="250746"/>
                </a:lnTo>
                <a:lnTo>
                  <a:pt x="691766" y="246967"/>
                </a:lnTo>
                <a:lnTo>
                  <a:pt x="706049" y="220031"/>
                </a:lnTo>
                <a:lnTo>
                  <a:pt x="676800" y="204546"/>
                </a:lnTo>
                <a:close/>
                <a:moveTo>
                  <a:pt x="670311" y="277968"/>
                </a:moveTo>
                <a:lnTo>
                  <a:pt x="643090" y="259110"/>
                </a:lnTo>
                <a:lnTo>
                  <a:pt x="624232" y="286321"/>
                </a:lnTo>
                <a:lnTo>
                  <a:pt x="651535" y="305189"/>
                </a:lnTo>
                <a:lnTo>
                  <a:pt x="670311" y="277968"/>
                </a:lnTo>
                <a:close/>
                <a:moveTo>
                  <a:pt x="604693" y="310405"/>
                </a:moveTo>
                <a:lnTo>
                  <a:pt x="592386" y="324183"/>
                </a:lnTo>
                <a:lnTo>
                  <a:pt x="582769" y="333286"/>
                </a:lnTo>
                <a:lnTo>
                  <a:pt x="605528" y="357318"/>
                </a:lnTo>
                <a:lnTo>
                  <a:pt x="616276" y="347090"/>
                </a:lnTo>
                <a:lnTo>
                  <a:pt x="629367" y="332410"/>
                </a:lnTo>
                <a:lnTo>
                  <a:pt x="604693" y="310405"/>
                </a:lnTo>
                <a:close/>
                <a:moveTo>
                  <a:pt x="559368" y="354496"/>
                </a:moveTo>
                <a:lnTo>
                  <a:pt x="536368" y="372645"/>
                </a:lnTo>
                <a:lnTo>
                  <a:pt x="534531" y="373832"/>
                </a:lnTo>
                <a:lnTo>
                  <a:pt x="552319" y="401695"/>
                </a:lnTo>
                <a:lnTo>
                  <a:pt x="555466" y="399739"/>
                </a:lnTo>
                <a:lnTo>
                  <a:pt x="579855" y="380485"/>
                </a:lnTo>
                <a:lnTo>
                  <a:pt x="559368" y="354496"/>
                </a:lnTo>
                <a:close/>
                <a:moveTo>
                  <a:pt x="506637" y="391701"/>
                </a:moveTo>
                <a:lnTo>
                  <a:pt x="506281" y="391925"/>
                </a:lnTo>
                <a:lnTo>
                  <a:pt x="478622" y="405750"/>
                </a:lnTo>
                <a:lnTo>
                  <a:pt x="493424" y="435355"/>
                </a:lnTo>
                <a:lnTo>
                  <a:pt x="522632" y="420797"/>
                </a:lnTo>
                <a:lnTo>
                  <a:pt x="524547" y="419564"/>
                </a:lnTo>
                <a:lnTo>
                  <a:pt x="506671" y="391754"/>
                </a:lnTo>
                <a:lnTo>
                  <a:pt x="507035" y="391549"/>
                </a:lnTo>
                <a:lnTo>
                  <a:pt x="506660" y="391736"/>
                </a:lnTo>
                <a:lnTo>
                  <a:pt x="506637" y="391701"/>
                </a:lnTo>
                <a:close/>
                <a:moveTo>
                  <a:pt x="444076" y="418623"/>
                </a:moveTo>
                <a:lnTo>
                  <a:pt x="419401" y="424057"/>
                </a:lnTo>
                <a:lnTo>
                  <a:pt x="426492" y="456372"/>
                </a:lnTo>
                <a:lnTo>
                  <a:pt x="453234" y="450524"/>
                </a:lnTo>
                <a:lnTo>
                  <a:pt x="460630" y="447855"/>
                </a:lnTo>
                <a:lnTo>
                  <a:pt x="449495" y="416692"/>
                </a:lnTo>
                <a:lnTo>
                  <a:pt x="444076" y="418623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38536-E645-4C34-A772-ACE002B8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79" y="1881734"/>
            <a:ext cx="1037542" cy="774173"/>
          </a:xfrm>
          <a:custGeom xmlns:a="http://schemas.openxmlformats.org/drawingml/2006/main">
            <a:pathLst>
              <a:path w="1037542" h="774173">
                <a:moveTo>
                  <a:pt x="57305" y="2109"/>
                </a:moveTo>
                <a:lnTo>
                  <a:pt x="1233" y="0"/>
                </a:lnTo>
                <a:lnTo>
                  <a:pt x="0" y="33110"/>
                </a:lnTo>
                <a:lnTo>
                  <a:pt x="54743" y="35152"/>
                </a:lnTo>
                <a:lnTo>
                  <a:pt x="108622" y="41116"/>
                </a:lnTo>
                <a:lnTo>
                  <a:pt x="129372" y="44886"/>
                </a:lnTo>
                <a:lnTo>
                  <a:pt x="135301" y="12296"/>
                </a:lnTo>
                <a:lnTo>
                  <a:pt x="113489" y="8354"/>
                </a:lnTo>
                <a:lnTo>
                  <a:pt x="57305" y="2109"/>
                </a:lnTo>
                <a:close/>
                <a:moveTo>
                  <a:pt x="274820" y="48747"/>
                </a:moveTo>
                <a:lnTo>
                  <a:pt x="233998" y="35575"/>
                </a:lnTo>
                <a:lnTo>
                  <a:pt x="223851" y="67095"/>
                </a:lnTo>
                <a:lnTo>
                  <a:pt x="263587" y="79932"/>
                </a:lnTo>
                <a:lnTo>
                  <a:pt x="311862" y="99081"/>
                </a:lnTo>
                <a:lnTo>
                  <a:pt x="344818" y="114814"/>
                </a:lnTo>
                <a:lnTo>
                  <a:pt x="359071" y="84923"/>
                </a:lnTo>
                <a:lnTo>
                  <a:pt x="324810" y="68562"/>
                </a:lnTo>
                <a:lnTo>
                  <a:pt x="274820" y="48747"/>
                </a:lnTo>
                <a:close/>
                <a:moveTo>
                  <a:pt x="457442" y="143583"/>
                </a:moveTo>
                <a:lnTo>
                  <a:pt x="446694" y="136422"/>
                </a:lnTo>
                <a:lnTo>
                  <a:pt x="428275" y="163918"/>
                </a:lnTo>
                <a:lnTo>
                  <a:pt x="437970" y="170394"/>
                </a:lnTo>
                <a:lnTo>
                  <a:pt x="472396" y="197687"/>
                </a:lnTo>
                <a:lnTo>
                  <a:pt x="503068" y="226848"/>
                </a:lnTo>
                <a:lnTo>
                  <a:pt x="522550" y="249636"/>
                </a:lnTo>
                <a:lnTo>
                  <a:pt x="547734" y="228150"/>
                </a:lnTo>
                <a:lnTo>
                  <a:pt x="527247" y="204148"/>
                </a:lnTo>
                <a:lnTo>
                  <a:pt x="494494" y="172954"/>
                </a:lnTo>
                <a:lnTo>
                  <a:pt x="457442" y="143583"/>
                </a:lnTo>
                <a:close/>
                <a:moveTo>
                  <a:pt x="573198" y="349727"/>
                </a:moveTo>
                <a:lnTo>
                  <a:pt x="576473" y="382309"/>
                </a:lnTo>
                <a:lnTo>
                  <a:pt x="576432" y="381911"/>
                </a:lnTo>
                <a:lnTo>
                  <a:pt x="579061" y="417170"/>
                </a:lnTo>
                <a:lnTo>
                  <a:pt x="586977" y="453183"/>
                </a:lnTo>
                <a:lnTo>
                  <a:pt x="589646" y="460671"/>
                </a:lnTo>
                <a:lnTo>
                  <a:pt x="620799" y="449445"/>
                </a:lnTo>
                <a:lnTo>
                  <a:pt x="618851" y="443989"/>
                </a:lnTo>
                <a:lnTo>
                  <a:pt x="611868" y="412231"/>
                </a:lnTo>
                <a:lnTo>
                  <a:pt x="609420" y="379252"/>
                </a:lnTo>
                <a:lnTo>
                  <a:pt x="605844" y="343433"/>
                </a:lnTo>
                <a:lnTo>
                  <a:pt x="599110" y="320348"/>
                </a:lnTo>
                <a:lnTo>
                  <a:pt x="567315" y="329659"/>
                </a:lnTo>
                <a:lnTo>
                  <a:pt x="573198" y="349727"/>
                </a:lnTo>
                <a:close/>
                <a:moveTo>
                  <a:pt x="690401" y="616307"/>
                </a:moveTo>
                <a:lnTo>
                  <a:pt x="721605" y="644047"/>
                </a:lnTo>
                <a:lnTo>
                  <a:pt x="732272" y="651484"/>
                </a:lnTo>
                <a:lnTo>
                  <a:pt x="751169" y="624263"/>
                </a:lnTo>
                <a:lnTo>
                  <a:pt x="742216" y="618054"/>
                </a:lnTo>
                <a:lnTo>
                  <a:pt x="713308" y="592334"/>
                </a:lnTo>
                <a:lnTo>
                  <a:pt x="687513" y="565056"/>
                </a:lnTo>
                <a:lnTo>
                  <a:pt x="664836" y="536291"/>
                </a:lnTo>
                <a:lnTo>
                  <a:pt x="663658" y="534490"/>
                </a:lnTo>
                <a:lnTo>
                  <a:pt x="635806" y="552359"/>
                </a:lnTo>
                <a:lnTo>
                  <a:pt x="637751" y="555426"/>
                </a:lnTo>
                <a:lnTo>
                  <a:pt x="662426" y="586742"/>
                </a:lnTo>
                <a:lnTo>
                  <a:pt x="690401" y="616307"/>
                </a:lnTo>
                <a:close/>
                <a:moveTo>
                  <a:pt x="909321" y="742734"/>
                </a:moveTo>
                <a:lnTo>
                  <a:pt x="918036" y="744845"/>
                </a:lnTo>
                <a:lnTo>
                  <a:pt x="867134" y="774173"/>
                </a:lnTo>
                <a:lnTo>
                  <a:pt x="1037542" y="744802"/>
                </a:lnTo>
                <a:lnTo>
                  <a:pt x="879156" y="675568"/>
                </a:lnTo>
                <a:lnTo>
                  <a:pt x="914693" y="709638"/>
                </a:lnTo>
                <a:lnTo>
                  <a:pt x="880419" y="698152"/>
                </a:lnTo>
                <a:lnTo>
                  <a:pt x="843063" y="682112"/>
                </a:lnTo>
                <a:lnTo>
                  <a:pt x="832986" y="676760"/>
                </a:lnTo>
                <a:lnTo>
                  <a:pt x="817470" y="706049"/>
                </a:lnTo>
                <a:lnTo>
                  <a:pt x="828697" y="711978"/>
                </a:lnTo>
                <a:lnTo>
                  <a:pt x="868367" y="729012"/>
                </a:lnTo>
                <a:lnTo>
                  <a:pt x="909321" y="74273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OS">
            <a:extLst xmlns:a="http://schemas.openxmlformats.org/drawingml/2006/main">
              <a:ext uri="{FF2B5EF4-FFF2-40B4-BE49-F238E27FC236}">
                <a16:creationId xmlns:a16="http://schemas.microsoft.com/office/drawing/2014/main" id="{927FB584-338D-46AB-8C7E-0660814F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07" y="1972848"/>
            <a:ext cx="230146" cy="126787"/>
          </a:xfrm>
          <a:custGeom xmlns:a="http://schemas.openxmlformats.org/drawingml/2006/main">
            <a:pathLst>
              <a:path w="230146" h="126787">
                <a:moveTo>
                  <a:pt x="63662" y="895"/>
                </a:moveTo>
                <a:cubicBezTo>
                  <a:pt x="83003" y="179"/>
                  <a:pt x="98717" y="5820"/>
                  <a:pt x="110805" y="17818"/>
                </a:cubicBezTo>
                <a:cubicBezTo>
                  <a:pt x="122892" y="29817"/>
                  <a:pt x="128936" y="44829"/>
                  <a:pt x="128936" y="62856"/>
                </a:cubicBezTo>
                <a:cubicBezTo>
                  <a:pt x="128936" y="78257"/>
                  <a:pt x="124429" y="91807"/>
                  <a:pt x="115416" y="103507"/>
                </a:cubicBezTo>
                <a:cubicBezTo>
                  <a:pt x="103477" y="119027"/>
                  <a:pt x="86614" y="126787"/>
                  <a:pt x="64826" y="126787"/>
                </a:cubicBezTo>
                <a:cubicBezTo>
                  <a:pt x="42979" y="126787"/>
                  <a:pt x="26086" y="119385"/>
                  <a:pt x="14147" y="104582"/>
                </a:cubicBezTo>
                <a:cubicBezTo>
                  <a:pt x="4716" y="92882"/>
                  <a:pt x="0" y="79003"/>
                  <a:pt x="0" y="62946"/>
                </a:cubicBezTo>
                <a:cubicBezTo>
                  <a:pt x="0" y="44919"/>
                  <a:pt x="6133" y="29891"/>
                  <a:pt x="18400" y="17863"/>
                </a:cubicBezTo>
                <a:cubicBezTo>
                  <a:pt x="30667" y="5835"/>
                  <a:pt x="45754" y="179"/>
                  <a:pt x="63662" y="895"/>
                </a:cubicBezTo>
                <a:moveTo>
                  <a:pt x="64737" y="6626"/>
                </a:moveTo>
                <a:cubicBezTo>
                  <a:pt x="53634" y="6626"/>
                  <a:pt x="45187" y="12292"/>
                  <a:pt x="39397" y="23624"/>
                </a:cubicBezTo>
                <a:cubicBezTo>
                  <a:pt x="34681" y="32929"/>
                  <a:pt x="32324" y="46290"/>
                  <a:pt x="32324" y="63707"/>
                </a:cubicBezTo>
                <a:cubicBezTo>
                  <a:pt x="32324" y="84404"/>
                  <a:pt x="35965" y="99703"/>
                  <a:pt x="43247" y="109604"/>
                </a:cubicBezTo>
                <a:cubicBezTo>
                  <a:pt x="48321" y="116523"/>
                  <a:pt x="55425" y="119982"/>
                  <a:pt x="64558" y="119982"/>
                </a:cubicBezTo>
                <a:cubicBezTo>
                  <a:pt x="70706" y="119982"/>
                  <a:pt x="75840" y="118491"/>
                  <a:pt x="79958" y="115508"/>
                </a:cubicBezTo>
                <a:cubicBezTo>
                  <a:pt x="85211" y="111692"/>
                  <a:pt x="89300" y="105594"/>
                  <a:pt x="92225" y="97214"/>
                </a:cubicBezTo>
                <a:cubicBezTo>
                  <a:pt x="95150" y="88833"/>
                  <a:pt x="96613" y="77903"/>
                  <a:pt x="96613" y="64423"/>
                </a:cubicBezTo>
                <a:cubicBezTo>
                  <a:pt x="96613" y="48377"/>
                  <a:pt x="95120" y="36373"/>
                  <a:pt x="92136" y="28412"/>
                </a:cubicBezTo>
                <a:cubicBezTo>
                  <a:pt x="89151" y="20448"/>
                  <a:pt x="85346" y="14827"/>
                  <a:pt x="80719" y="11548"/>
                </a:cubicBezTo>
                <a:cubicBezTo>
                  <a:pt x="76093" y="8267"/>
                  <a:pt x="70766" y="6626"/>
                  <a:pt x="64737" y="6626"/>
                </a:cubicBezTo>
                <a:close/>
                <a:moveTo>
                  <a:pt x="221640" y="0"/>
                </a:moveTo>
                <a:lnTo>
                  <a:pt x="222625" y="40472"/>
                </a:lnTo>
                <a:lnTo>
                  <a:pt x="218954" y="40472"/>
                </a:lnTo>
                <a:cubicBezTo>
                  <a:pt x="217223" y="30350"/>
                  <a:pt x="212970" y="22208"/>
                  <a:pt x="206194" y="16047"/>
                </a:cubicBezTo>
                <a:cubicBezTo>
                  <a:pt x="199419" y="9886"/>
                  <a:pt x="192092" y="6805"/>
                  <a:pt x="184213" y="6805"/>
                </a:cubicBezTo>
                <a:cubicBezTo>
                  <a:pt x="178124" y="6805"/>
                  <a:pt x="173304" y="8427"/>
                  <a:pt x="169752" y="11671"/>
                </a:cubicBezTo>
                <a:cubicBezTo>
                  <a:pt x="166200" y="14913"/>
                  <a:pt x="164424" y="18647"/>
                  <a:pt x="164424" y="22872"/>
                </a:cubicBezTo>
                <a:cubicBezTo>
                  <a:pt x="164424" y="25548"/>
                  <a:pt x="165051" y="27929"/>
                  <a:pt x="166305" y="30012"/>
                </a:cubicBezTo>
                <a:cubicBezTo>
                  <a:pt x="168036" y="32809"/>
                  <a:pt x="170812" y="35575"/>
                  <a:pt x="174632" y="38312"/>
                </a:cubicBezTo>
                <a:cubicBezTo>
                  <a:pt x="177437" y="40276"/>
                  <a:pt x="183914" y="43758"/>
                  <a:pt x="194062" y="48757"/>
                </a:cubicBezTo>
                <a:cubicBezTo>
                  <a:pt x="208269" y="55718"/>
                  <a:pt x="217849" y="62295"/>
                  <a:pt x="222804" y="68486"/>
                </a:cubicBezTo>
                <a:cubicBezTo>
                  <a:pt x="227699" y="74676"/>
                  <a:pt x="230146" y="81759"/>
                  <a:pt x="230146" y="89735"/>
                </a:cubicBezTo>
                <a:cubicBezTo>
                  <a:pt x="230146" y="99853"/>
                  <a:pt x="226191" y="108558"/>
                  <a:pt x="218282" y="115850"/>
                </a:cubicBezTo>
                <a:cubicBezTo>
                  <a:pt x="210373" y="123141"/>
                  <a:pt x="200330" y="126787"/>
                  <a:pt x="188152" y="126787"/>
                </a:cubicBezTo>
                <a:cubicBezTo>
                  <a:pt x="184332" y="126787"/>
                  <a:pt x="180721" y="126399"/>
                  <a:pt x="177318" y="125623"/>
                </a:cubicBezTo>
                <a:cubicBezTo>
                  <a:pt x="173916" y="124847"/>
                  <a:pt x="169648" y="123385"/>
                  <a:pt x="164514" y="121236"/>
                </a:cubicBezTo>
                <a:cubicBezTo>
                  <a:pt x="161649" y="120042"/>
                  <a:pt x="159291" y="119445"/>
                  <a:pt x="157440" y="119445"/>
                </a:cubicBezTo>
                <a:cubicBezTo>
                  <a:pt x="155888" y="119445"/>
                  <a:pt x="154247" y="120050"/>
                  <a:pt x="152516" y="121258"/>
                </a:cubicBezTo>
                <a:cubicBezTo>
                  <a:pt x="150785" y="122467"/>
                  <a:pt x="149382" y="124310"/>
                  <a:pt x="148307" y="126787"/>
                </a:cubicBezTo>
                <a:lnTo>
                  <a:pt x="144994" y="126787"/>
                </a:lnTo>
                <a:lnTo>
                  <a:pt x="144994" y="80943"/>
                </a:lnTo>
                <a:lnTo>
                  <a:pt x="148307" y="80943"/>
                </a:lnTo>
                <a:cubicBezTo>
                  <a:pt x="150934" y="93807"/>
                  <a:pt x="155993" y="103619"/>
                  <a:pt x="163484" y="110379"/>
                </a:cubicBezTo>
                <a:cubicBezTo>
                  <a:pt x="170976" y="117140"/>
                  <a:pt x="179049" y="120520"/>
                  <a:pt x="187705" y="120520"/>
                </a:cubicBezTo>
                <a:cubicBezTo>
                  <a:pt x="194390" y="120520"/>
                  <a:pt x="199718" y="118705"/>
                  <a:pt x="203687" y="115075"/>
                </a:cubicBezTo>
                <a:cubicBezTo>
                  <a:pt x="207657" y="111444"/>
                  <a:pt x="209642" y="107219"/>
                  <a:pt x="209642" y="102399"/>
                </a:cubicBezTo>
                <a:cubicBezTo>
                  <a:pt x="209642" y="99543"/>
                  <a:pt x="208881" y="96777"/>
                  <a:pt x="207358" y="94100"/>
                </a:cubicBezTo>
                <a:cubicBezTo>
                  <a:pt x="205836" y="91421"/>
                  <a:pt x="203523" y="88877"/>
                  <a:pt x="200419" y="86467"/>
                </a:cubicBezTo>
                <a:cubicBezTo>
                  <a:pt x="197315" y="84057"/>
                  <a:pt x="191823" y="80918"/>
                  <a:pt x="183944" y="77051"/>
                </a:cubicBezTo>
                <a:cubicBezTo>
                  <a:pt x="172901" y="71636"/>
                  <a:pt x="164962" y="67021"/>
                  <a:pt x="160127" y="63206"/>
                </a:cubicBezTo>
                <a:cubicBezTo>
                  <a:pt x="155291" y="59391"/>
                  <a:pt x="151576" y="55130"/>
                  <a:pt x="148979" y="50422"/>
                </a:cubicBezTo>
                <a:cubicBezTo>
                  <a:pt x="146382" y="45713"/>
                  <a:pt x="145084" y="40529"/>
                  <a:pt x="145084" y="34867"/>
                </a:cubicBezTo>
                <a:cubicBezTo>
                  <a:pt x="145084" y="25212"/>
                  <a:pt x="148636" y="16987"/>
                  <a:pt x="155739" y="10193"/>
                </a:cubicBezTo>
                <a:cubicBezTo>
                  <a:pt x="162843" y="3398"/>
                  <a:pt x="171796" y="0"/>
                  <a:pt x="182601" y="0"/>
                </a:cubicBezTo>
                <a:cubicBezTo>
                  <a:pt x="186541" y="0"/>
                  <a:pt x="190361" y="483"/>
                  <a:pt x="194062" y="1449"/>
                </a:cubicBezTo>
                <a:cubicBezTo>
                  <a:pt x="196867" y="2173"/>
                  <a:pt x="200285" y="3515"/>
                  <a:pt x="204314" y="5476"/>
                </a:cubicBezTo>
                <a:cubicBezTo>
                  <a:pt x="208343" y="7436"/>
                  <a:pt x="211164" y="8417"/>
                  <a:pt x="212776" y="8417"/>
                </a:cubicBezTo>
                <a:cubicBezTo>
                  <a:pt x="214328" y="8417"/>
                  <a:pt x="215551" y="7934"/>
                  <a:pt x="216447" y="6970"/>
                </a:cubicBezTo>
                <a:cubicBezTo>
                  <a:pt x="217342" y="6004"/>
                  <a:pt x="218178" y="3680"/>
                  <a:pt x="218954" y="0"/>
                </a:cubicBezTo>
                <a:lnTo>
                  <a:pt x="221640" y="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TS">
            <a:extLst xmlns:a="http://schemas.openxmlformats.org/drawingml/2006/main">
              <a:ext uri="{FF2B5EF4-FFF2-40B4-BE49-F238E27FC236}">
                <a16:creationId xmlns:a16="http://schemas.microsoft.com/office/drawing/2014/main" id="{BA078590-4E1A-4CC2-ADFA-3242B25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626" y="1529689"/>
            <a:ext cx="210329" cy="126787"/>
          </a:xfrm>
          <a:custGeom xmlns:a="http://schemas.openxmlformats.org/drawingml/2006/main">
            <a:pathLst>
              <a:path w="210329" h="126787">
                <a:moveTo>
                  <a:pt x="109059" y="2686"/>
                </a:moveTo>
                <a:lnTo>
                  <a:pt x="109059" y="35637"/>
                </a:lnTo>
                <a:lnTo>
                  <a:pt x="105835" y="35637"/>
                </a:lnTo>
                <a:cubicBezTo>
                  <a:pt x="103925" y="28029"/>
                  <a:pt x="101806" y="22564"/>
                  <a:pt x="99478" y="19240"/>
                </a:cubicBezTo>
                <a:cubicBezTo>
                  <a:pt x="97150" y="15916"/>
                  <a:pt x="93956" y="13265"/>
                  <a:pt x="89897" y="11288"/>
                </a:cubicBezTo>
                <a:cubicBezTo>
                  <a:pt x="87629" y="10209"/>
                  <a:pt x="83659" y="9670"/>
                  <a:pt x="77989" y="9670"/>
                </a:cubicBezTo>
                <a:lnTo>
                  <a:pt x="68945" y="9670"/>
                </a:lnTo>
                <a:lnTo>
                  <a:pt x="68945" y="103328"/>
                </a:lnTo>
                <a:cubicBezTo>
                  <a:pt x="68945" y="109568"/>
                  <a:pt x="69288" y="113468"/>
                  <a:pt x="69975" y="115030"/>
                </a:cubicBezTo>
                <a:cubicBezTo>
                  <a:pt x="70661" y="116589"/>
                  <a:pt x="72004" y="117954"/>
                  <a:pt x="74004" y="119123"/>
                </a:cubicBezTo>
                <a:cubicBezTo>
                  <a:pt x="76004" y="120293"/>
                  <a:pt x="78735" y="120878"/>
                  <a:pt x="82197" y="120878"/>
                </a:cubicBezTo>
                <a:lnTo>
                  <a:pt x="86226" y="120878"/>
                </a:lnTo>
                <a:lnTo>
                  <a:pt x="86226" y="124101"/>
                </a:lnTo>
                <a:lnTo>
                  <a:pt x="22653" y="124101"/>
                </a:lnTo>
                <a:lnTo>
                  <a:pt x="22653" y="120878"/>
                </a:lnTo>
                <a:lnTo>
                  <a:pt x="26683" y="120878"/>
                </a:lnTo>
                <a:cubicBezTo>
                  <a:pt x="30205" y="120878"/>
                  <a:pt x="33040" y="120248"/>
                  <a:pt x="35189" y="118989"/>
                </a:cubicBezTo>
                <a:cubicBezTo>
                  <a:pt x="36741" y="118148"/>
                  <a:pt x="37965" y="116708"/>
                  <a:pt x="38860" y="114669"/>
                </a:cubicBezTo>
                <a:cubicBezTo>
                  <a:pt x="39517" y="113229"/>
                  <a:pt x="39845" y="109448"/>
                  <a:pt x="39845" y="103328"/>
                </a:cubicBezTo>
                <a:lnTo>
                  <a:pt x="39845" y="9670"/>
                </a:lnTo>
                <a:lnTo>
                  <a:pt x="31070" y="9670"/>
                </a:lnTo>
                <a:cubicBezTo>
                  <a:pt x="22892" y="9670"/>
                  <a:pt x="16953" y="11407"/>
                  <a:pt x="13252" y="14880"/>
                </a:cubicBezTo>
                <a:cubicBezTo>
                  <a:pt x="8059" y="19732"/>
                  <a:pt x="4775" y="26651"/>
                  <a:pt x="3402" y="35637"/>
                </a:cubicBezTo>
                <a:lnTo>
                  <a:pt x="0" y="35637"/>
                </a:lnTo>
                <a:lnTo>
                  <a:pt x="0" y="2686"/>
                </a:lnTo>
                <a:lnTo>
                  <a:pt x="109059" y="2686"/>
                </a:lnTo>
                <a:close/>
                <a:moveTo>
                  <a:pt x="201823" y="0"/>
                </a:moveTo>
                <a:lnTo>
                  <a:pt x="202808" y="40472"/>
                </a:lnTo>
                <a:lnTo>
                  <a:pt x="199136" y="40472"/>
                </a:lnTo>
                <a:cubicBezTo>
                  <a:pt x="197405" y="30350"/>
                  <a:pt x="193152" y="22208"/>
                  <a:pt x="186377" y="16047"/>
                </a:cubicBezTo>
                <a:cubicBezTo>
                  <a:pt x="179602" y="9886"/>
                  <a:pt x="172275" y="6805"/>
                  <a:pt x="164395" y="6805"/>
                </a:cubicBezTo>
                <a:cubicBezTo>
                  <a:pt x="158307" y="6805"/>
                  <a:pt x="153486" y="8427"/>
                  <a:pt x="149935" y="11671"/>
                </a:cubicBezTo>
                <a:cubicBezTo>
                  <a:pt x="146383" y="14913"/>
                  <a:pt x="144607" y="18647"/>
                  <a:pt x="144607" y="22872"/>
                </a:cubicBezTo>
                <a:cubicBezTo>
                  <a:pt x="144607" y="25548"/>
                  <a:pt x="145234" y="27929"/>
                  <a:pt x="146487" y="30012"/>
                </a:cubicBezTo>
                <a:cubicBezTo>
                  <a:pt x="148219" y="32809"/>
                  <a:pt x="150994" y="35575"/>
                  <a:pt x="154815" y="38312"/>
                </a:cubicBezTo>
                <a:cubicBezTo>
                  <a:pt x="157620" y="40276"/>
                  <a:pt x="164097" y="43758"/>
                  <a:pt x="174245" y="48757"/>
                </a:cubicBezTo>
                <a:cubicBezTo>
                  <a:pt x="188451" y="55718"/>
                  <a:pt x="198032" y="62295"/>
                  <a:pt x="202987" y="68486"/>
                </a:cubicBezTo>
                <a:cubicBezTo>
                  <a:pt x="207881" y="74676"/>
                  <a:pt x="210329" y="81759"/>
                  <a:pt x="210329" y="89735"/>
                </a:cubicBezTo>
                <a:cubicBezTo>
                  <a:pt x="210329" y="99853"/>
                  <a:pt x="206374" y="108558"/>
                  <a:pt x="198465" y="115850"/>
                </a:cubicBezTo>
                <a:cubicBezTo>
                  <a:pt x="190556" y="123141"/>
                  <a:pt x="180512" y="126787"/>
                  <a:pt x="168335" y="126787"/>
                </a:cubicBezTo>
                <a:cubicBezTo>
                  <a:pt x="164515" y="126787"/>
                  <a:pt x="160903" y="126399"/>
                  <a:pt x="157501" y="125623"/>
                </a:cubicBezTo>
                <a:cubicBezTo>
                  <a:pt x="154098" y="124847"/>
                  <a:pt x="149830" y="123385"/>
                  <a:pt x="144697" y="121236"/>
                </a:cubicBezTo>
                <a:cubicBezTo>
                  <a:pt x="141831" y="120042"/>
                  <a:pt x="139474" y="119445"/>
                  <a:pt x="137623" y="119445"/>
                </a:cubicBezTo>
                <a:cubicBezTo>
                  <a:pt x="136071" y="119445"/>
                  <a:pt x="134429" y="120050"/>
                  <a:pt x="132698" y="121258"/>
                </a:cubicBezTo>
                <a:cubicBezTo>
                  <a:pt x="130967" y="122467"/>
                  <a:pt x="129565" y="124310"/>
                  <a:pt x="128490" y="126787"/>
                </a:cubicBezTo>
                <a:lnTo>
                  <a:pt x="125177" y="126787"/>
                </a:lnTo>
                <a:lnTo>
                  <a:pt x="125177" y="80943"/>
                </a:lnTo>
                <a:lnTo>
                  <a:pt x="128490" y="80943"/>
                </a:lnTo>
                <a:cubicBezTo>
                  <a:pt x="131117" y="93807"/>
                  <a:pt x="136175" y="103619"/>
                  <a:pt x="143667" y="110379"/>
                </a:cubicBezTo>
                <a:cubicBezTo>
                  <a:pt x="151158" y="117140"/>
                  <a:pt x="159232" y="120520"/>
                  <a:pt x="167887" y="120520"/>
                </a:cubicBezTo>
                <a:cubicBezTo>
                  <a:pt x="174573" y="120520"/>
                  <a:pt x="179900" y="118705"/>
                  <a:pt x="183870" y="115075"/>
                </a:cubicBezTo>
                <a:cubicBezTo>
                  <a:pt x="187840" y="111444"/>
                  <a:pt x="189824" y="107219"/>
                  <a:pt x="189824" y="102399"/>
                </a:cubicBezTo>
                <a:cubicBezTo>
                  <a:pt x="189824" y="99543"/>
                  <a:pt x="189063" y="96777"/>
                  <a:pt x="187541" y="94100"/>
                </a:cubicBezTo>
                <a:cubicBezTo>
                  <a:pt x="186019" y="91421"/>
                  <a:pt x="183706" y="88877"/>
                  <a:pt x="180602" y="86467"/>
                </a:cubicBezTo>
                <a:cubicBezTo>
                  <a:pt x="177498" y="84057"/>
                  <a:pt x="172006" y="80918"/>
                  <a:pt x="164127" y="77051"/>
                </a:cubicBezTo>
                <a:cubicBezTo>
                  <a:pt x="153083" y="71636"/>
                  <a:pt x="145144" y="67021"/>
                  <a:pt x="140309" y="63206"/>
                </a:cubicBezTo>
                <a:cubicBezTo>
                  <a:pt x="135474" y="59391"/>
                  <a:pt x="131758" y="55130"/>
                  <a:pt x="129162" y="50422"/>
                </a:cubicBezTo>
                <a:cubicBezTo>
                  <a:pt x="126565" y="45713"/>
                  <a:pt x="125267" y="40529"/>
                  <a:pt x="125267" y="34867"/>
                </a:cubicBezTo>
                <a:cubicBezTo>
                  <a:pt x="125267" y="25212"/>
                  <a:pt x="128818" y="16987"/>
                  <a:pt x="135922" y="10193"/>
                </a:cubicBezTo>
                <a:cubicBezTo>
                  <a:pt x="143025" y="3398"/>
                  <a:pt x="151979" y="0"/>
                  <a:pt x="162784" y="0"/>
                </a:cubicBezTo>
                <a:cubicBezTo>
                  <a:pt x="166723" y="0"/>
                  <a:pt x="170544" y="483"/>
                  <a:pt x="174245" y="1449"/>
                </a:cubicBezTo>
                <a:cubicBezTo>
                  <a:pt x="177050" y="2173"/>
                  <a:pt x="180468" y="3515"/>
                  <a:pt x="184497" y="5476"/>
                </a:cubicBezTo>
                <a:cubicBezTo>
                  <a:pt x="188526" y="7436"/>
                  <a:pt x="191347" y="8417"/>
                  <a:pt x="192958" y="8417"/>
                </a:cubicBezTo>
                <a:cubicBezTo>
                  <a:pt x="194510" y="8417"/>
                  <a:pt x="195734" y="7934"/>
                  <a:pt x="196629" y="6970"/>
                </a:cubicBezTo>
                <a:cubicBezTo>
                  <a:pt x="197525" y="6004"/>
                  <a:pt x="198360" y="3680"/>
                  <a:pt x="199136" y="0"/>
                </a:cubicBezTo>
                <a:lnTo>
                  <a:pt x="201823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1">
            <a:extLst xmlns:a="http://schemas.openxmlformats.org/drawingml/2006/main">
              <a:ext uri="{FF2B5EF4-FFF2-40B4-BE49-F238E27FC236}">
                <a16:creationId xmlns:a16="http://schemas.microsoft.com/office/drawing/2014/main" id="{E375C118-1FBA-4D70-A8C0-31AF934A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190" y="1609379"/>
            <a:ext cx="43695" cy="82615"/>
          </a:xfrm>
          <a:custGeom xmlns:a="http://schemas.openxmlformats.org/drawingml/2006/main">
            <a:pathLst>
              <a:path w="43695" h="82615">
                <a:moveTo>
                  <a:pt x="31757" y="0"/>
                </a:moveTo>
                <a:lnTo>
                  <a:pt x="31757" y="66140"/>
                </a:lnTo>
                <a:cubicBezTo>
                  <a:pt x="31757" y="71156"/>
                  <a:pt x="31975" y="74357"/>
                  <a:pt x="32413" y="75741"/>
                </a:cubicBezTo>
                <a:cubicBezTo>
                  <a:pt x="32851" y="77125"/>
                  <a:pt x="33766" y="78258"/>
                  <a:pt x="35159" y="79141"/>
                </a:cubicBezTo>
                <a:cubicBezTo>
                  <a:pt x="36552" y="80024"/>
                  <a:pt x="38780" y="80466"/>
                  <a:pt x="41845" y="80466"/>
                </a:cubicBezTo>
                <a:lnTo>
                  <a:pt x="43695" y="80466"/>
                </a:lnTo>
                <a:lnTo>
                  <a:pt x="43695" y="82615"/>
                </a:lnTo>
                <a:lnTo>
                  <a:pt x="1074" y="82615"/>
                </a:lnTo>
                <a:lnTo>
                  <a:pt x="1074" y="80466"/>
                </a:lnTo>
                <a:lnTo>
                  <a:pt x="3223" y="80466"/>
                </a:lnTo>
                <a:cubicBezTo>
                  <a:pt x="6686" y="80466"/>
                  <a:pt x="9153" y="80065"/>
                  <a:pt x="10625" y="79263"/>
                </a:cubicBezTo>
                <a:cubicBezTo>
                  <a:pt x="12098" y="78459"/>
                  <a:pt x="13093" y="77356"/>
                  <a:pt x="13610" y="75952"/>
                </a:cubicBezTo>
                <a:cubicBezTo>
                  <a:pt x="14127" y="74546"/>
                  <a:pt x="14386" y="71276"/>
                  <a:pt x="14386" y="66140"/>
                </a:cubicBezTo>
                <a:lnTo>
                  <a:pt x="14386" y="24235"/>
                </a:lnTo>
                <a:cubicBezTo>
                  <a:pt x="14386" y="20495"/>
                  <a:pt x="14207" y="18157"/>
                  <a:pt x="13849" y="17221"/>
                </a:cubicBezTo>
                <a:cubicBezTo>
                  <a:pt x="13491" y="16286"/>
                  <a:pt x="12824" y="15490"/>
                  <a:pt x="11849" y="14834"/>
                </a:cubicBezTo>
                <a:cubicBezTo>
                  <a:pt x="10874" y="14177"/>
                  <a:pt x="9750" y="13849"/>
                  <a:pt x="8476" y="13849"/>
                </a:cubicBezTo>
                <a:cubicBezTo>
                  <a:pt x="6447" y="13849"/>
                  <a:pt x="3980" y="14485"/>
                  <a:pt x="1074" y="15759"/>
                </a:cubicBezTo>
                <a:lnTo>
                  <a:pt x="0" y="13610"/>
                </a:lnTo>
                <a:lnTo>
                  <a:pt x="29787" y="0"/>
                </a:lnTo>
                <a:lnTo>
                  <a:pt x="31757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A55E9-4E9B-4BB6-85F8-66885766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233" y="847697"/>
            <a:ext cx="129891" cy="122251"/>
          </a:xfrm>
          <a:custGeom xmlns:a="http://schemas.openxmlformats.org/drawingml/2006/main">
            <a:pathLst>
              <a:path w="129891" h="122251">
                <a:moveTo>
                  <a:pt x="0" y="61125"/>
                </a:moveTo>
                <a:cubicBezTo>
                  <a:pt x="0" y="27374"/>
                  <a:pt x="29136" y="0"/>
                  <a:pt x="64946" y="0"/>
                </a:cubicBezTo>
                <a:cubicBezTo>
                  <a:pt x="100806" y="0"/>
                  <a:pt x="129891" y="27374"/>
                  <a:pt x="129891" y="61125"/>
                </a:cubicBezTo>
                <a:cubicBezTo>
                  <a:pt x="129891" y="94877"/>
                  <a:pt x="100806" y="122251"/>
                  <a:pt x="64946" y="122251"/>
                </a:cubicBezTo>
                <a:cubicBezTo>
                  <a:pt x="29136" y="122251"/>
                  <a:pt x="0" y="94877"/>
                  <a:pt x="0" y="61125"/>
                </a:cubicBezTo>
                <a:close/>
                <a:moveTo>
                  <a:pt x="0" y="61125"/>
                </a:move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C8E50-B75A-41E7-9023-756D8925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233" y="847697"/>
            <a:ext cx="129891" cy="122251"/>
          </a:xfrm>
          <a:custGeom xmlns:a="http://schemas.openxmlformats.org/drawingml/2006/main">
            <a:pathLst>
              <a:path w="129891" h="122251" fill="none">
                <a:moveTo>
                  <a:pt x="0" y="61125"/>
                </a:moveTo>
                <a:cubicBezTo>
                  <a:pt x="0" y="27374"/>
                  <a:pt x="29136" y="0"/>
                  <a:pt x="64946" y="0"/>
                </a:cubicBezTo>
                <a:cubicBezTo>
                  <a:pt x="100806" y="0"/>
                  <a:pt x="129891" y="27374"/>
                  <a:pt x="129891" y="61125"/>
                </a:cubicBezTo>
                <a:cubicBezTo>
                  <a:pt x="129891" y="94877"/>
                  <a:pt x="100806" y="122251"/>
                  <a:pt x="64946" y="122251"/>
                </a:cubicBezTo>
                <a:cubicBezTo>
                  <a:pt x="29136" y="122251"/>
                  <a:pt x="0" y="94877"/>
                  <a:pt x="0" y="61125"/>
                </a:cubicBezTo>
                <a:close/>
                <a:moveTo>
                  <a:pt x="0" y="61125"/>
                </a:moveTo>
              </a:path>
            </a:pathLst>
          </a:custGeom>
          <a:noFill xmlns:a="http://schemas.openxmlformats.org/drawingml/2006/main"/>
          <a:ln xmlns:a="http://schemas.openxmlformats.org/drawingml/2006/main" w="10188" cap="flat">
            <a:solidFill>
              <a:srgbClr val="008000"/>
            </a:solidFill>
            <a:miter/>
          </a:ln>
        </p:spPr>
      </p:sp>
      <p:sp>
        <p:nvSpPr>
          <p:cNvPr id="66" name="Text T">
            <a:extLst xmlns:a="http://schemas.openxmlformats.org/drawingml/2006/main">
              <a:ext uri="{FF2B5EF4-FFF2-40B4-BE49-F238E27FC236}">
                <a16:creationId xmlns:a16="http://schemas.microsoft.com/office/drawing/2014/main" id="{E3E0210F-53E9-44E1-BC68-10B7DD69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92" y="286946"/>
            <a:ext cx="101895" cy="121415"/>
          </a:xfrm>
          <a:custGeom xmlns:a="http://schemas.openxmlformats.org/drawingml/2006/main">
            <a:pathLst>
              <a:path w="101895" h="121415">
                <a:moveTo>
                  <a:pt x="100552" y="0"/>
                </a:moveTo>
                <a:lnTo>
                  <a:pt x="101895" y="28473"/>
                </a:lnTo>
                <a:lnTo>
                  <a:pt x="98493" y="28473"/>
                </a:lnTo>
                <a:cubicBezTo>
                  <a:pt x="97836" y="23459"/>
                  <a:pt x="96941" y="19878"/>
                  <a:pt x="95807" y="17729"/>
                </a:cubicBezTo>
                <a:cubicBezTo>
                  <a:pt x="93956" y="14267"/>
                  <a:pt x="91494" y="11715"/>
                  <a:pt x="88420" y="10073"/>
                </a:cubicBezTo>
                <a:cubicBezTo>
                  <a:pt x="85346" y="8432"/>
                  <a:pt x="81301" y="7611"/>
                  <a:pt x="76287" y="7611"/>
                </a:cubicBezTo>
                <a:lnTo>
                  <a:pt x="59185" y="7611"/>
                </a:lnTo>
                <a:lnTo>
                  <a:pt x="59185" y="100373"/>
                </a:lnTo>
                <a:cubicBezTo>
                  <a:pt x="59185" y="107835"/>
                  <a:pt x="59991" y="112491"/>
                  <a:pt x="61603" y="114341"/>
                </a:cubicBezTo>
                <a:cubicBezTo>
                  <a:pt x="63871" y="116849"/>
                  <a:pt x="67363" y="118102"/>
                  <a:pt x="72079" y="118102"/>
                </a:cubicBezTo>
                <a:lnTo>
                  <a:pt x="76287" y="118102"/>
                </a:lnTo>
                <a:lnTo>
                  <a:pt x="76287" y="121415"/>
                </a:lnTo>
                <a:lnTo>
                  <a:pt x="24802" y="121415"/>
                </a:lnTo>
                <a:lnTo>
                  <a:pt x="24802" y="118102"/>
                </a:lnTo>
                <a:lnTo>
                  <a:pt x="29100" y="118102"/>
                </a:lnTo>
                <a:cubicBezTo>
                  <a:pt x="34234" y="118102"/>
                  <a:pt x="37875" y="116550"/>
                  <a:pt x="40024" y="113446"/>
                </a:cubicBezTo>
                <a:cubicBezTo>
                  <a:pt x="41337" y="111536"/>
                  <a:pt x="41994" y="107178"/>
                  <a:pt x="41994" y="100373"/>
                </a:cubicBezTo>
                <a:lnTo>
                  <a:pt x="41994" y="7611"/>
                </a:lnTo>
                <a:lnTo>
                  <a:pt x="27399" y="7611"/>
                </a:lnTo>
                <a:cubicBezTo>
                  <a:pt x="21728" y="7611"/>
                  <a:pt x="17699" y="8029"/>
                  <a:pt x="15311" y="8864"/>
                </a:cubicBezTo>
                <a:cubicBezTo>
                  <a:pt x="12207" y="9999"/>
                  <a:pt x="9551" y="12177"/>
                  <a:pt x="7342" y="15401"/>
                </a:cubicBezTo>
                <a:cubicBezTo>
                  <a:pt x="5134" y="18624"/>
                  <a:pt x="3820" y="22982"/>
                  <a:pt x="3402" y="28473"/>
                </a:cubicBezTo>
                <a:lnTo>
                  <a:pt x="0" y="28473"/>
                </a:lnTo>
                <a:lnTo>
                  <a:pt x="1433" y="0"/>
                </a:lnTo>
                <a:lnTo>
                  <a:pt x="1005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wo-way">
            <a:extLst xmlns:a="http://schemas.openxmlformats.org/drawingml/2006/main">
              <a:ext uri="{FF2B5EF4-FFF2-40B4-BE49-F238E27FC236}">
                <a16:creationId xmlns:a16="http://schemas.microsoft.com/office/drawing/2014/main" id="{BF9A895F-5D1B-4712-8595-225653BB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011" y="324015"/>
            <a:ext cx="588416" cy="123922"/>
          </a:xfrm>
          <a:custGeom xmlns:a="http://schemas.openxmlformats.org/drawingml/2006/main">
            <a:pathLst>
              <a:path w="588416" h="123922">
                <a:moveTo>
                  <a:pt x="0" y="2328"/>
                </a:moveTo>
                <a:lnTo>
                  <a:pt x="34383" y="2328"/>
                </a:lnTo>
                <a:lnTo>
                  <a:pt x="34383" y="5641"/>
                </a:lnTo>
                <a:cubicBezTo>
                  <a:pt x="31219" y="5880"/>
                  <a:pt x="29145" y="6447"/>
                  <a:pt x="28160" y="7342"/>
                </a:cubicBezTo>
                <a:cubicBezTo>
                  <a:pt x="27175" y="8238"/>
                  <a:pt x="26683" y="9521"/>
                  <a:pt x="26683" y="11192"/>
                </a:cubicBezTo>
                <a:cubicBezTo>
                  <a:pt x="26683" y="13043"/>
                  <a:pt x="27190" y="15281"/>
                  <a:pt x="28205" y="17908"/>
                </a:cubicBezTo>
                <a:lnTo>
                  <a:pt x="45754" y="65095"/>
                </a:lnTo>
                <a:lnTo>
                  <a:pt x="63394" y="26683"/>
                </a:lnTo>
                <a:lnTo>
                  <a:pt x="58738" y="14595"/>
                </a:lnTo>
                <a:cubicBezTo>
                  <a:pt x="57305" y="11013"/>
                  <a:pt x="55425" y="8536"/>
                  <a:pt x="53097" y="7163"/>
                </a:cubicBezTo>
                <a:cubicBezTo>
                  <a:pt x="51783" y="6327"/>
                  <a:pt x="49336" y="5820"/>
                  <a:pt x="45754" y="5641"/>
                </a:cubicBezTo>
                <a:lnTo>
                  <a:pt x="45754" y="2328"/>
                </a:lnTo>
                <a:lnTo>
                  <a:pt x="84794" y="2328"/>
                </a:lnTo>
                <a:lnTo>
                  <a:pt x="84794" y="5641"/>
                </a:lnTo>
                <a:cubicBezTo>
                  <a:pt x="80496" y="5820"/>
                  <a:pt x="77451" y="6596"/>
                  <a:pt x="75661" y="7969"/>
                </a:cubicBezTo>
                <a:cubicBezTo>
                  <a:pt x="74467" y="8924"/>
                  <a:pt x="73870" y="10446"/>
                  <a:pt x="73870" y="12535"/>
                </a:cubicBezTo>
                <a:cubicBezTo>
                  <a:pt x="73870" y="13729"/>
                  <a:pt x="74109" y="14953"/>
                  <a:pt x="74586" y="16207"/>
                </a:cubicBezTo>
                <a:lnTo>
                  <a:pt x="93210" y="63304"/>
                </a:lnTo>
                <a:lnTo>
                  <a:pt x="110491" y="17908"/>
                </a:lnTo>
                <a:cubicBezTo>
                  <a:pt x="111685" y="14684"/>
                  <a:pt x="112282" y="12118"/>
                  <a:pt x="112282" y="10207"/>
                </a:cubicBezTo>
                <a:cubicBezTo>
                  <a:pt x="112282" y="9073"/>
                  <a:pt x="111700" y="8059"/>
                  <a:pt x="110536" y="7163"/>
                </a:cubicBezTo>
                <a:cubicBezTo>
                  <a:pt x="109372" y="6268"/>
                  <a:pt x="107089" y="5760"/>
                  <a:pt x="103686" y="5641"/>
                </a:cubicBezTo>
                <a:lnTo>
                  <a:pt x="103686" y="2328"/>
                </a:lnTo>
                <a:lnTo>
                  <a:pt x="129563" y="2328"/>
                </a:lnTo>
                <a:lnTo>
                  <a:pt x="129563" y="5641"/>
                </a:lnTo>
                <a:cubicBezTo>
                  <a:pt x="124370" y="6417"/>
                  <a:pt x="120549" y="9939"/>
                  <a:pt x="118102" y="16207"/>
                </a:cubicBezTo>
                <a:lnTo>
                  <a:pt x="90703" y="86853"/>
                </a:lnTo>
                <a:lnTo>
                  <a:pt x="87032" y="86853"/>
                </a:lnTo>
                <a:lnTo>
                  <a:pt x="66528" y="34473"/>
                </a:lnTo>
                <a:lnTo>
                  <a:pt x="42621" y="86853"/>
                </a:lnTo>
                <a:lnTo>
                  <a:pt x="39308" y="86853"/>
                </a:lnTo>
                <a:lnTo>
                  <a:pt x="12983" y="17908"/>
                </a:lnTo>
                <a:cubicBezTo>
                  <a:pt x="11252" y="13550"/>
                  <a:pt x="9551" y="10610"/>
                  <a:pt x="7879" y="9088"/>
                </a:cubicBezTo>
                <a:cubicBezTo>
                  <a:pt x="6208" y="7566"/>
                  <a:pt x="3582" y="6417"/>
                  <a:pt x="0" y="5641"/>
                </a:cubicBezTo>
                <a:lnTo>
                  <a:pt x="0" y="2328"/>
                </a:lnTo>
                <a:close/>
                <a:moveTo>
                  <a:pt x="177077" y="0"/>
                </a:moveTo>
                <a:cubicBezTo>
                  <a:pt x="189494" y="0"/>
                  <a:pt x="199462" y="4711"/>
                  <a:pt x="206983" y="14133"/>
                </a:cubicBezTo>
                <a:cubicBezTo>
                  <a:pt x="213371" y="22182"/>
                  <a:pt x="216564" y="31425"/>
                  <a:pt x="216564" y="41862"/>
                </a:cubicBezTo>
                <a:cubicBezTo>
                  <a:pt x="216564" y="49197"/>
                  <a:pt x="214803" y="56621"/>
                  <a:pt x="211281" y="64135"/>
                </a:cubicBezTo>
                <a:cubicBezTo>
                  <a:pt x="207759" y="71647"/>
                  <a:pt x="202909" y="77311"/>
                  <a:pt x="196731" y="81128"/>
                </a:cubicBezTo>
                <a:cubicBezTo>
                  <a:pt x="190553" y="84945"/>
                  <a:pt x="183673" y="86853"/>
                  <a:pt x="176092" y="86853"/>
                </a:cubicBezTo>
                <a:cubicBezTo>
                  <a:pt x="163736" y="86853"/>
                  <a:pt x="153917" y="81933"/>
                  <a:pt x="146634" y="72093"/>
                </a:cubicBezTo>
                <a:cubicBezTo>
                  <a:pt x="140486" y="63805"/>
                  <a:pt x="137412" y="54503"/>
                  <a:pt x="137412" y="44188"/>
                </a:cubicBezTo>
                <a:cubicBezTo>
                  <a:pt x="137412" y="36674"/>
                  <a:pt x="139277" y="29205"/>
                  <a:pt x="143008" y="21780"/>
                </a:cubicBezTo>
                <a:cubicBezTo>
                  <a:pt x="146739" y="14356"/>
                  <a:pt x="151648" y="8870"/>
                  <a:pt x="157737" y="5322"/>
                </a:cubicBezTo>
                <a:cubicBezTo>
                  <a:pt x="163826" y="1774"/>
                  <a:pt x="170272" y="0"/>
                  <a:pt x="177077" y="0"/>
                </a:cubicBezTo>
                <a:moveTo>
                  <a:pt x="174302" y="5910"/>
                </a:moveTo>
                <a:cubicBezTo>
                  <a:pt x="171138" y="5910"/>
                  <a:pt x="167959" y="6849"/>
                  <a:pt x="164766" y="8727"/>
                </a:cubicBezTo>
                <a:cubicBezTo>
                  <a:pt x="161572" y="10606"/>
                  <a:pt x="158991" y="13900"/>
                  <a:pt x="157021" y="18610"/>
                </a:cubicBezTo>
                <a:cubicBezTo>
                  <a:pt x="155051" y="23320"/>
                  <a:pt x="154066" y="29372"/>
                  <a:pt x="154066" y="36764"/>
                </a:cubicBezTo>
                <a:cubicBezTo>
                  <a:pt x="154066" y="48688"/>
                  <a:pt x="156439" y="58973"/>
                  <a:pt x="161184" y="67619"/>
                </a:cubicBezTo>
                <a:cubicBezTo>
                  <a:pt x="165930" y="76263"/>
                  <a:pt x="172183" y="80585"/>
                  <a:pt x="179943" y="80585"/>
                </a:cubicBezTo>
                <a:cubicBezTo>
                  <a:pt x="185733" y="80585"/>
                  <a:pt x="190508" y="78200"/>
                  <a:pt x="194269" y="73430"/>
                </a:cubicBezTo>
                <a:cubicBezTo>
                  <a:pt x="198030" y="68661"/>
                  <a:pt x="199910" y="60463"/>
                  <a:pt x="199910" y="48838"/>
                </a:cubicBezTo>
                <a:cubicBezTo>
                  <a:pt x="199910" y="34290"/>
                  <a:pt x="196776" y="22842"/>
                  <a:pt x="190508" y="14494"/>
                </a:cubicBezTo>
                <a:cubicBezTo>
                  <a:pt x="186270" y="8771"/>
                  <a:pt x="180868" y="5910"/>
                  <a:pt x="174302" y="5910"/>
                </a:cubicBezTo>
                <a:close/>
                <a:moveTo>
                  <a:pt x="230353" y="36353"/>
                </a:moveTo>
                <a:lnTo>
                  <a:pt x="276645" y="36353"/>
                </a:lnTo>
                <a:lnTo>
                  <a:pt x="276645" y="49873"/>
                </a:lnTo>
                <a:lnTo>
                  <a:pt x="230353" y="49873"/>
                </a:lnTo>
                <a:lnTo>
                  <a:pt x="230353" y="36353"/>
                </a:lnTo>
                <a:close/>
                <a:moveTo>
                  <a:pt x="285150" y="2328"/>
                </a:moveTo>
                <a:lnTo>
                  <a:pt x="319533" y="2328"/>
                </a:lnTo>
                <a:lnTo>
                  <a:pt x="319533" y="5641"/>
                </a:lnTo>
                <a:cubicBezTo>
                  <a:pt x="316369" y="5880"/>
                  <a:pt x="314295" y="6447"/>
                  <a:pt x="313310" y="7342"/>
                </a:cubicBezTo>
                <a:cubicBezTo>
                  <a:pt x="312325" y="8238"/>
                  <a:pt x="311832" y="9521"/>
                  <a:pt x="311832" y="11192"/>
                </a:cubicBezTo>
                <a:cubicBezTo>
                  <a:pt x="311832" y="13043"/>
                  <a:pt x="312340" y="15281"/>
                  <a:pt x="313354" y="17908"/>
                </a:cubicBezTo>
                <a:lnTo>
                  <a:pt x="330904" y="65095"/>
                </a:lnTo>
                <a:lnTo>
                  <a:pt x="348543" y="26683"/>
                </a:lnTo>
                <a:lnTo>
                  <a:pt x="343887" y="14595"/>
                </a:lnTo>
                <a:cubicBezTo>
                  <a:pt x="342455" y="11013"/>
                  <a:pt x="340574" y="8536"/>
                  <a:pt x="338246" y="7163"/>
                </a:cubicBezTo>
                <a:cubicBezTo>
                  <a:pt x="336933" y="6327"/>
                  <a:pt x="334486" y="5820"/>
                  <a:pt x="330904" y="5641"/>
                </a:cubicBezTo>
                <a:lnTo>
                  <a:pt x="330904" y="2328"/>
                </a:lnTo>
                <a:lnTo>
                  <a:pt x="369943" y="2328"/>
                </a:lnTo>
                <a:lnTo>
                  <a:pt x="369943" y="5641"/>
                </a:lnTo>
                <a:cubicBezTo>
                  <a:pt x="365645" y="5820"/>
                  <a:pt x="362601" y="6596"/>
                  <a:pt x="360810" y="7969"/>
                </a:cubicBezTo>
                <a:cubicBezTo>
                  <a:pt x="359616" y="8924"/>
                  <a:pt x="359019" y="10446"/>
                  <a:pt x="359019" y="12535"/>
                </a:cubicBezTo>
                <a:cubicBezTo>
                  <a:pt x="359019" y="13729"/>
                  <a:pt x="359258" y="14953"/>
                  <a:pt x="359736" y="16207"/>
                </a:cubicBezTo>
                <a:lnTo>
                  <a:pt x="378360" y="63304"/>
                </a:lnTo>
                <a:lnTo>
                  <a:pt x="395641" y="17908"/>
                </a:lnTo>
                <a:cubicBezTo>
                  <a:pt x="396835" y="14684"/>
                  <a:pt x="397432" y="12118"/>
                  <a:pt x="397432" y="10207"/>
                </a:cubicBezTo>
                <a:cubicBezTo>
                  <a:pt x="397432" y="9073"/>
                  <a:pt x="396850" y="8059"/>
                  <a:pt x="395686" y="7163"/>
                </a:cubicBezTo>
                <a:cubicBezTo>
                  <a:pt x="394522" y="6268"/>
                  <a:pt x="392238" y="5760"/>
                  <a:pt x="388836" y="5641"/>
                </a:cubicBezTo>
                <a:lnTo>
                  <a:pt x="388836" y="2328"/>
                </a:lnTo>
                <a:lnTo>
                  <a:pt x="414713" y="2328"/>
                </a:lnTo>
                <a:lnTo>
                  <a:pt x="414713" y="5641"/>
                </a:lnTo>
                <a:cubicBezTo>
                  <a:pt x="409519" y="6417"/>
                  <a:pt x="405699" y="9939"/>
                  <a:pt x="403252" y="16207"/>
                </a:cubicBezTo>
                <a:lnTo>
                  <a:pt x="375853" y="86853"/>
                </a:lnTo>
                <a:lnTo>
                  <a:pt x="372182" y="86853"/>
                </a:lnTo>
                <a:lnTo>
                  <a:pt x="351677" y="34473"/>
                </a:lnTo>
                <a:lnTo>
                  <a:pt x="327770" y="86853"/>
                </a:lnTo>
                <a:lnTo>
                  <a:pt x="324457" y="86853"/>
                </a:lnTo>
                <a:lnTo>
                  <a:pt x="298133" y="17908"/>
                </a:lnTo>
                <a:cubicBezTo>
                  <a:pt x="296402" y="13550"/>
                  <a:pt x="294700" y="10610"/>
                  <a:pt x="293029" y="9088"/>
                </a:cubicBezTo>
                <a:cubicBezTo>
                  <a:pt x="291358" y="7566"/>
                  <a:pt x="288731" y="6417"/>
                  <a:pt x="285150" y="5641"/>
                </a:cubicBezTo>
                <a:lnTo>
                  <a:pt x="285150" y="2328"/>
                </a:lnTo>
                <a:close/>
                <a:moveTo>
                  <a:pt x="468584" y="72527"/>
                </a:moveTo>
                <a:cubicBezTo>
                  <a:pt x="460168" y="79033"/>
                  <a:pt x="454885" y="82794"/>
                  <a:pt x="452736" y="83809"/>
                </a:cubicBezTo>
                <a:cubicBezTo>
                  <a:pt x="449512" y="85361"/>
                  <a:pt x="446080" y="86137"/>
                  <a:pt x="442439" y="86137"/>
                </a:cubicBezTo>
                <a:cubicBezTo>
                  <a:pt x="436768" y="86137"/>
                  <a:pt x="432097" y="84197"/>
                  <a:pt x="428426" y="80317"/>
                </a:cubicBezTo>
                <a:cubicBezTo>
                  <a:pt x="424755" y="76437"/>
                  <a:pt x="422919" y="71333"/>
                  <a:pt x="422919" y="65005"/>
                </a:cubicBezTo>
                <a:cubicBezTo>
                  <a:pt x="422919" y="61006"/>
                  <a:pt x="423815" y="57544"/>
                  <a:pt x="425606" y="54619"/>
                </a:cubicBezTo>
                <a:cubicBezTo>
                  <a:pt x="428053" y="50560"/>
                  <a:pt x="432306" y="46739"/>
                  <a:pt x="438365" y="43158"/>
                </a:cubicBezTo>
                <a:cubicBezTo>
                  <a:pt x="444424" y="39576"/>
                  <a:pt x="454497" y="35219"/>
                  <a:pt x="468584" y="30085"/>
                </a:cubicBezTo>
                <a:lnTo>
                  <a:pt x="468584" y="26862"/>
                </a:lnTo>
                <a:cubicBezTo>
                  <a:pt x="468584" y="18684"/>
                  <a:pt x="467286" y="13073"/>
                  <a:pt x="464689" y="10028"/>
                </a:cubicBezTo>
                <a:cubicBezTo>
                  <a:pt x="462093" y="6984"/>
                  <a:pt x="458317" y="5462"/>
                  <a:pt x="453363" y="5462"/>
                </a:cubicBezTo>
                <a:cubicBezTo>
                  <a:pt x="449602" y="5462"/>
                  <a:pt x="446617" y="6473"/>
                  <a:pt x="444409" y="8495"/>
                </a:cubicBezTo>
                <a:cubicBezTo>
                  <a:pt x="442140" y="10517"/>
                  <a:pt x="441006" y="12837"/>
                  <a:pt x="441006" y="15454"/>
                </a:cubicBezTo>
                <a:lnTo>
                  <a:pt x="441185" y="20628"/>
                </a:lnTo>
                <a:cubicBezTo>
                  <a:pt x="441185" y="23362"/>
                  <a:pt x="440484" y="25473"/>
                  <a:pt x="439081" y="26960"/>
                </a:cubicBezTo>
                <a:cubicBezTo>
                  <a:pt x="437678" y="28446"/>
                  <a:pt x="435843" y="29190"/>
                  <a:pt x="433575" y="29190"/>
                </a:cubicBezTo>
                <a:cubicBezTo>
                  <a:pt x="431366" y="29190"/>
                  <a:pt x="429560" y="28417"/>
                  <a:pt x="428157" y="26870"/>
                </a:cubicBezTo>
                <a:cubicBezTo>
                  <a:pt x="426755" y="25322"/>
                  <a:pt x="426053" y="23208"/>
                  <a:pt x="426053" y="20530"/>
                </a:cubicBezTo>
                <a:cubicBezTo>
                  <a:pt x="426053" y="15413"/>
                  <a:pt x="428680" y="10712"/>
                  <a:pt x="433933" y="6427"/>
                </a:cubicBezTo>
                <a:cubicBezTo>
                  <a:pt x="439186" y="2142"/>
                  <a:pt x="446558" y="0"/>
                  <a:pt x="456049" y="0"/>
                </a:cubicBezTo>
                <a:cubicBezTo>
                  <a:pt x="463331" y="0"/>
                  <a:pt x="469301" y="1222"/>
                  <a:pt x="473957" y="3666"/>
                </a:cubicBezTo>
                <a:cubicBezTo>
                  <a:pt x="477479" y="5514"/>
                  <a:pt x="480075" y="8406"/>
                  <a:pt x="481747" y="12342"/>
                </a:cubicBezTo>
                <a:cubicBezTo>
                  <a:pt x="482821" y="14905"/>
                  <a:pt x="483358" y="20152"/>
                  <a:pt x="483358" y="28082"/>
                </a:cubicBezTo>
                <a:lnTo>
                  <a:pt x="483358" y="55895"/>
                </a:lnTo>
                <a:cubicBezTo>
                  <a:pt x="483358" y="63705"/>
                  <a:pt x="483508" y="68490"/>
                  <a:pt x="483806" y="70249"/>
                </a:cubicBezTo>
                <a:cubicBezTo>
                  <a:pt x="484104" y="72008"/>
                  <a:pt x="484597" y="73186"/>
                  <a:pt x="485283" y="73783"/>
                </a:cubicBezTo>
                <a:cubicBezTo>
                  <a:pt x="485970" y="74378"/>
                  <a:pt x="486761" y="74676"/>
                  <a:pt x="487656" y="74676"/>
                </a:cubicBezTo>
                <a:cubicBezTo>
                  <a:pt x="488611" y="74676"/>
                  <a:pt x="489447" y="74467"/>
                  <a:pt x="490163" y="74049"/>
                </a:cubicBezTo>
                <a:cubicBezTo>
                  <a:pt x="491417" y="73273"/>
                  <a:pt x="493834" y="71094"/>
                  <a:pt x="497416" y="67512"/>
                </a:cubicBezTo>
                <a:lnTo>
                  <a:pt x="497416" y="72527"/>
                </a:lnTo>
                <a:cubicBezTo>
                  <a:pt x="490730" y="81481"/>
                  <a:pt x="484343" y="85958"/>
                  <a:pt x="478255" y="85958"/>
                </a:cubicBezTo>
                <a:cubicBezTo>
                  <a:pt x="475330" y="85958"/>
                  <a:pt x="473002" y="84943"/>
                  <a:pt x="471270" y="82913"/>
                </a:cubicBezTo>
                <a:cubicBezTo>
                  <a:pt x="469539" y="80884"/>
                  <a:pt x="468644" y="77421"/>
                  <a:pt x="468584" y="72527"/>
                </a:cubicBezTo>
                <a:moveTo>
                  <a:pt x="468584" y="66656"/>
                </a:moveTo>
                <a:lnTo>
                  <a:pt x="468584" y="35547"/>
                </a:lnTo>
                <a:cubicBezTo>
                  <a:pt x="459571" y="39112"/>
                  <a:pt x="453751" y="41638"/>
                  <a:pt x="451124" y="43124"/>
                </a:cubicBezTo>
                <a:cubicBezTo>
                  <a:pt x="446408" y="45740"/>
                  <a:pt x="443036" y="48473"/>
                  <a:pt x="441006" y="51325"/>
                </a:cubicBezTo>
                <a:cubicBezTo>
                  <a:pt x="438977" y="54178"/>
                  <a:pt x="437962" y="57298"/>
                  <a:pt x="437962" y="60685"/>
                </a:cubicBezTo>
                <a:cubicBezTo>
                  <a:pt x="437962" y="64964"/>
                  <a:pt x="439245" y="68515"/>
                  <a:pt x="441812" y="71337"/>
                </a:cubicBezTo>
                <a:cubicBezTo>
                  <a:pt x="444379" y="74160"/>
                  <a:pt x="447334" y="75571"/>
                  <a:pt x="450677" y="75571"/>
                </a:cubicBezTo>
                <a:cubicBezTo>
                  <a:pt x="455213" y="75571"/>
                  <a:pt x="461182" y="72599"/>
                  <a:pt x="468584" y="66656"/>
                </a:cubicBezTo>
                <a:close/>
                <a:moveTo>
                  <a:pt x="498877" y="2328"/>
                </a:moveTo>
                <a:lnTo>
                  <a:pt x="537110" y="2328"/>
                </a:lnTo>
                <a:lnTo>
                  <a:pt x="537110" y="5641"/>
                </a:lnTo>
                <a:lnTo>
                  <a:pt x="535230" y="5641"/>
                </a:lnTo>
                <a:cubicBezTo>
                  <a:pt x="532544" y="5641"/>
                  <a:pt x="530529" y="6223"/>
                  <a:pt x="529186" y="7387"/>
                </a:cubicBezTo>
                <a:cubicBezTo>
                  <a:pt x="527843" y="8551"/>
                  <a:pt x="527171" y="9999"/>
                  <a:pt x="527171" y="11730"/>
                </a:cubicBezTo>
                <a:cubicBezTo>
                  <a:pt x="527171" y="14058"/>
                  <a:pt x="528156" y="17281"/>
                  <a:pt x="530126" y="21400"/>
                </a:cubicBezTo>
                <a:lnTo>
                  <a:pt x="550093" y="62767"/>
                </a:lnTo>
                <a:lnTo>
                  <a:pt x="568449" y="17460"/>
                </a:lnTo>
                <a:cubicBezTo>
                  <a:pt x="569463" y="15013"/>
                  <a:pt x="569971" y="12595"/>
                  <a:pt x="569971" y="10207"/>
                </a:cubicBezTo>
                <a:cubicBezTo>
                  <a:pt x="569971" y="9133"/>
                  <a:pt x="569762" y="8327"/>
                  <a:pt x="569344" y="7790"/>
                </a:cubicBezTo>
                <a:cubicBezTo>
                  <a:pt x="568867" y="7133"/>
                  <a:pt x="568120" y="6611"/>
                  <a:pt x="567106" y="6223"/>
                </a:cubicBezTo>
                <a:cubicBezTo>
                  <a:pt x="566091" y="5835"/>
                  <a:pt x="564300" y="5641"/>
                  <a:pt x="561733" y="5641"/>
                </a:cubicBezTo>
                <a:lnTo>
                  <a:pt x="561733" y="2328"/>
                </a:lnTo>
                <a:lnTo>
                  <a:pt x="588416" y="2328"/>
                </a:lnTo>
                <a:lnTo>
                  <a:pt x="588416" y="5641"/>
                </a:lnTo>
                <a:cubicBezTo>
                  <a:pt x="586207" y="5880"/>
                  <a:pt x="584506" y="6357"/>
                  <a:pt x="583312" y="7074"/>
                </a:cubicBezTo>
                <a:cubicBezTo>
                  <a:pt x="582118" y="7790"/>
                  <a:pt x="580805" y="9133"/>
                  <a:pt x="579372" y="11103"/>
                </a:cubicBezTo>
                <a:cubicBezTo>
                  <a:pt x="578835" y="11939"/>
                  <a:pt x="577820" y="14237"/>
                  <a:pt x="576328" y="17997"/>
                </a:cubicBezTo>
                <a:lnTo>
                  <a:pt x="542930" y="99836"/>
                </a:lnTo>
                <a:cubicBezTo>
                  <a:pt x="539707" y="107775"/>
                  <a:pt x="535483" y="113774"/>
                  <a:pt x="530260" y="117833"/>
                </a:cubicBezTo>
                <a:cubicBezTo>
                  <a:pt x="525037" y="121893"/>
                  <a:pt x="520008" y="123922"/>
                  <a:pt x="515173" y="123922"/>
                </a:cubicBezTo>
                <a:cubicBezTo>
                  <a:pt x="511651" y="123922"/>
                  <a:pt x="508756" y="122919"/>
                  <a:pt x="506488" y="120914"/>
                </a:cubicBezTo>
                <a:cubicBezTo>
                  <a:pt x="504219" y="118909"/>
                  <a:pt x="503085" y="116609"/>
                  <a:pt x="503085" y="114014"/>
                </a:cubicBezTo>
                <a:cubicBezTo>
                  <a:pt x="503085" y="111537"/>
                  <a:pt x="503906" y="109539"/>
                  <a:pt x="505547" y="108021"/>
                </a:cubicBezTo>
                <a:cubicBezTo>
                  <a:pt x="507189" y="106504"/>
                  <a:pt x="509442" y="105746"/>
                  <a:pt x="512308" y="105746"/>
                </a:cubicBezTo>
                <a:cubicBezTo>
                  <a:pt x="514278" y="105746"/>
                  <a:pt x="516964" y="106402"/>
                  <a:pt x="520366" y="107716"/>
                </a:cubicBezTo>
                <a:cubicBezTo>
                  <a:pt x="522754" y="108611"/>
                  <a:pt x="524246" y="109059"/>
                  <a:pt x="524843" y="109059"/>
                </a:cubicBezTo>
                <a:cubicBezTo>
                  <a:pt x="526634" y="109059"/>
                  <a:pt x="528589" y="108127"/>
                  <a:pt x="530708" y="106263"/>
                </a:cubicBezTo>
                <a:cubicBezTo>
                  <a:pt x="532827" y="104402"/>
                  <a:pt x="534961" y="100798"/>
                  <a:pt x="537110" y="95451"/>
                </a:cubicBezTo>
                <a:lnTo>
                  <a:pt x="542930" y="81122"/>
                </a:lnTo>
                <a:lnTo>
                  <a:pt x="513472" y="19251"/>
                </a:lnTo>
                <a:cubicBezTo>
                  <a:pt x="512576" y="17400"/>
                  <a:pt x="511144" y="15102"/>
                  <a:pt x="509174" y="12356"/>
                </a:cubicBezTo>
                <a:cubicBezTo>
                  <a:pt x="507682" y="10267"/>
                  <a:pt x="506458" y="8864"/>
                  <a:pt x="505503" y="8148"/>
                </a:cubicBezTo>
                <a:cubicBezTo>
                  <a:pt x="504130" y="7193"/>
                  <a:pt x="501921" y="6357"/>
                  <a:pt x="498877" y="5641"/>
                </a:cubicBezTo>
                <a:lnTo>
                  <a:pt x="498877" y="2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crossing">
            <a:extLst xmlns:a="http://schemas.openxmlformats.org/drawingml/2006/main">
              <a:ext uri="{FF2B5EF4-FFF2-40B4-BE49-F238E27FC236}">
                <a16:creationId xmlns:a16="http://schemas.microsoft.com/office/drawing/2014/main" id="{E9985BFD-7855-481D-B9A4-123A3EC5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34" y="502616"/>
            <a:ext cx="601612" cy="166901"/>
          </a:xfrm>
          <a:custGeom xmlns:a="http://schemas.openxmlformats.org/drawingml/2006/main">
            <a:pathLst>
              <a:path w="601612" h="166901">
                <a:moveTo>
                  <a:pt x="69124" y="96165"/>
                </a:moveTo>
                <a:cubicBezTo>
                  <a:pt x="66916" y="106969"/>
                  <a:pt x="62588" y="115282"/>
                  <a:pt x="56141" y="121102"/>
                </a:cubicBezTo>
                <a:cubicBezTo>
                  <a:pt x="49694" y="126922"/>
                  <a:pt x="42561" y="129832"/>
                  <a:pt x="34741" y="129832"/>
                </a:cubicBezTo>
                <a:cubicBezTo>
                  <a:pt x="25429" y="129832"/>
                  <a:pt x="17311" y="125926"/>
                  <a:pt x="10387" y="118116"/>
                </a:cubicBezTo>
                <a:cubicBezTo>
                  <a:pt x="3462" y="110304"/>
                  <a:pt x="0" y="99748"/>
                  <a:pt x="0" y="86450"/>
                </a:cubicBezTo>
                <a:cubicBezTo>
                  <a:pt x="0" y="73569"/>
                  <a:pt x="3835" y="63105"/>
                  <a:pt x="11506" y="55055"/>
                </a:cubicBezTo>
                <a:cubicBezTo>
                  <a:pt x="19176" y="47004"/>
                  <a:pt x="28384" y="42979"/>
                  <a:pt x="39129" y="42979"/>
                </a:cubicBezTo>
                <a:cubicBezTo>
                  <a:pt x="47187" y="42979"/>
                  <a:pt x="53813" y="45106"/>
                  <a:pt x="59006" y="49361"/>
                </a:cubicBezTo>
                <a:cubicBezTo>
                  <a:pt x="64200" y="53614"/>
                  <a:pt x="66796" y="58032"/>
                  <a:pt x="66796" y="62613"/>
                </a:cubicBezTo>
                <a:cubicBezTo>
                  <a:pt x="66796" y="64874"/>
                  <a:pt x="66065" y="66704"/>
                  <a:pt x="64602" y="68103"/>
                </a:cubicBezTo>
                <a:cubicBezTo>
                  <a:pt x="63140" y="69500"/>
                  <a:pt x="61096" y="70199"/>
                  <a:pt x="58469" y="70199"/>
                </a:cubicBezTo>
                <a:cubicBezTo>
                  <a:pt x="54947" y="70199"/>
                  <a:pt x="52291" y="69064"/>
                  <a:pt x="50500" y="66796"/>
                </a:cubicBezTo>
                <a:cubicBezTo>
                  <a:pt x="49485" y="65543"/>
                  <a:pt x="48814" y="63155"/>
                  <a:pt x="48485" y="59633"/>
                </a:cubicBezTo>
                <a:cubicBezTo>
                  <a:pt x="48157" y="56111"/>
                  <a:pt x="46948" y="53425"/>
                  <a:pt x="44859" y="51575"/>
                </a:cubicBezTo>
                <a:cubicBezTo>
                  <a:pt x="42770" y="49784"/>
                  <a:pt x="39875" y="48888"/>
                  <a:pt x="36174" y="48888"/>
                </a:cubicBezTo>
                <a:cubicBezTo>
                  <a:pt x="30205" y="48888"/>
                  <a:pt x="25399" y="51097"/>
                  <a:pt x="21758" y="55514"/>
                </a:cubicBezTo>
                <a:cubicBezTo>
                  <a:pt x="16923" y="61364"/>
                  <a:pt x="14505" y="69094"/>
                  <a:pt x="14505" y="78705"/>
                </a:cubicBezTo>
                <a:cubicBezTo>
                  <a:pt x="14505" y="88494"/>
                  <a:pt x="16908" y="97135"/>
                  <a:pt x="21713" y="104626"/>
                </a:cubicBezTo>
                <a:cubicBezTo>
                  <a:pt x="26518" y="112118"/>
                  <a:pt x="33010" y="115864"/>
                  <a:pt x="41188" y="115864"/>
                </a:cubicBezTo>
                <a:cubicBezTo>
                  <a:pt x="47038" y="115864"/>
                  <a:pt x="52291" y="113864"/>
                  <a:pt x="56947" y="109864"/>
                </a:cubicBezTo>
                <a:cubicBezTo>
                  <a:pt x="60230" y="107119"/>
                  <a:pt x="63424" y="102134"/>
                  <a:pt x="66528" y="94911"/>
                </a:cubicBezTo>
                <a:lnTo>
                  <a:pt x="69124" y="96165"/>
                </a:lnTo>
                <a:close/>
                <a:moveTo>
                  <a:pt x="104878" y="42979"/>
                </a:moveTo>
                <a:lnTo>
                  <a:pt x="104878" y="61424"/>
                </a:lnTo>
                <a:cubicBezTo>
                  <a:pt x="111743" y="49127"/>
                  <a:pt x="118787" y="42979"/>
                  <a:pt x="126010" y="42979"/>
                </a:cubicBezTo>
                <a:cubicBezTo>
                  <a:pt x="129293" y="42979"/>
                  <a:pt x="132009" y="43979"/>
                  <a:pt x="134158" y="45978"/>
                </a:cubicBezTo>
                <a:cubicBezTo>
                  <a:pt x="136306" y="47978"/>
                  <a:pt x="137381" y="50291"/>
                  <a:pt x="137381" y="52918"/>
                </a:cubicBezTo>
                <a:cubicBezTo>
                  <a:pt x="137381" y="55246"/>
                  <a:pt x="136605" y="57215"/>
                  <a:pt x="135053" y="58827"/>
                </a:cubicBezTo>
                <a:cubicBezTo>
                  <a:pt x="133501" y="60439"/>
                  <a:pt x="131650" y="61245"/>
                  <a:pt x="129502" y="61245"/>
                </a:cubicBezTo>
                <a:cubicBezTo>
                  <a:pt x="127412" y="61245"/>
                  <a:pt x="125069" y="60215"/>
                  <a:pt x="122473" y="58156"/>
                </a:cubicBezTo>
                <a:cubicBezTo>
                  <a:pt x="119876" y="56096"/>
                  <a:pt x="117951" y="55067"/>
                  <a:pt x="116697" y="55067"/>
                </a:cubicBezTo>
                <a:cubicBezTo>
                  <a:pt x="115623" y="55067"/>
                  <a:pt x="114459" y="55662"/>
                  <a:pt x="113205" y="56852"/>
                </a:cubicBezTo>
                <a:cubicBezTo>
                  <a:pt x="110519" y="59294"/>
                  <a:pt x="107744" y="63313"/>
                  <a:pt x="104878" y="68909"/>
                </a:cubicBezTo>
                <a:lnTo>
                  <a:pt x="104878" y="108116"/>
                </a:lnTo>
                <a:cubicBezTo>
                  <a:pt x="104878" y="112639"/>
                  <a:pt x="105445" y="116062"/>
                  <a:pt x="106580" y="118385"/>
                </a:cubicBezTo>
                <a:cubicBezTo>
                  <a:pt x="107356" y="119993"/>
                  <a:pt x="108728" y="121333"/>
                  <a:pt x="110698" y="122406"/>
                </a:cubicBezTo>
                <a:cubicBezTo>
                  <a:pt x="112668" y="123476"/>
                  <a:pt x="115504" y="124012"/>
                  <a:pt x="119205" y="124012"/>
                </a:cubicBezTo>
                <a:lnTo>
                  <a:pt x="119205" y="127325"/>
                </a:lnTo>
                <a:lnTo>
                  <a:pt x="77211" y="127325"/>
                </a:lnTo>
                <a:lnTo>
                  <a:pt x="77211" y="124012"/>
                </a:lnTo>
                <a:cubicBezTo>
                  <a:pt x="81389" y="124012"/>
                  <a:pt x="84493" y="123357"/>
                  <a:pt x="86523" y="122047"/>
                </a:cubicBezTo>
                <a:cubicBezTo>
                  <a:pt x="88015" y="121094"/>
                  <a:pt x="89060" y="119575"/>
                  <a:pt x="89657" y="117489"/>
                </a:cubicBezTo>
                <a:cubicBezTo>
                  <a:pt x="89955" y="116476"/>
                  <a:pt x="90104" y="113588"/>
                  <a:pt x="90104" y="108824"/>
                </a:cubicBezTo>
                <a:lnTo>
                  <a:pt x="90104" y="77107"/>
                </a:lnTo>
                <a:cubicBezTo>
                  <a:pt x="90104" y="67577"/>
                  <a:pt x="89910" y="61904"/>
                  <a:pt x="89522" y="60089"/>
                </a:cubicBezTo>
                <a:cubicBezTo>
                  <a:pt x="89134" y="58272"/>
                  <a:pt x="88418" y="56947"/>
                  <a:pt x="87373" y="56113"/>
                </a:cubicBezTo>
                <a:cubicBezTo>
                  <a:pt x="86329" y="55279"/>
                  <a:pt x="85030" y="54862"/>
                  <a:pt x="83478" y="54862"/>
                </a:cubicBezTo>
                <a:cubicBezTo>
                  <a:pt x="81628" y="54862"/>
                  <a:pt x="79539" y="55309"/>
                  <a:pt x="77211" y="56203"/>
                </a:cubicBezTo>
                <a:lnTo>
                  <a:pt x="76315" y="52985"/>
                </a:lnTo>
                <a:lnTo>
                  <a:pt x="101118" y="42979"/>
                </a:lnTo>
                <a:lnTo>
                  <a:pt x="104878" y="42979"/>
                </a:lnTo>
                <a:close/>
                <a:moveTo>
                  <a:pt x="182059" y="42979"/>
                </a:moveTo>
                <a:cubicBezTo>
                  <a:pt x="194476" y="42979"/>
                  <a:pt x="204444" y="47690"/>
                  <a:pt x="211966" y="57112"/>
                </a:cubicBezTo>
                <a:cubicBezTo>
                  <a:pt x="218353" y="65161"/>
                  <a:pt x="221546" y="74404"/>
                  <a:pt x="221546" y="84841"/>
                </a:cubicBezTo>
                <a:cubicBezTo>
                  <a:pt x="221546" y="92176"/>
                  <a:pt x="219785" y="99600"/>
                  <a:pt x="216263" y="107114"/>
                </a:cubicBezTo>
                <a:cubicBezTo>
                  <a:pt x="212742" y="114626"/>
                  <a:pt x="207892" y="120290"/>
                  <a:pt x="201713" y="124107"/>
                </a:cubicBezTo>
                <a:cubicBezTo>
                  <a:pt x="195535" y="127923"/>
                  <a:pt x="188656" y="129832"/>
                  <a:pt x="181075" y="129832"/>
                </a:cubicBezTo>
                <a:cubicBezTo>
                  <a:pt x="168718" y="129832"/>
                  <a:pt x="158899" y="124912"/>
                  <a:pt x="151616" y="115072"/>
                </a:cubicBezTo>
                <a:cubicBezTo>
                  <a:pt x="145468" y="106784"/>
                  <a:pt x="142394" y="97482"/>
                  <a:pt x="142394" y="87166"/>
                </a:cubicBezTo>
                <a:cubicBezTo>
                  <a:pt x="142394" y="79652"/>
                  <a:pt x="144259" y="72183"/>
                  <a:pt x="147990" y="64759"/>
                </a:cubicBezTo>
                <a:cubicBezTo>
                  <a:pt x="151721" y="57335"/>
                  <a:pt x="156630" y="51849"/>
                  <a:pt x="162719" y="48301"/>
                </a:cubicBezTo>
                <a:cubicBezTo>
                  <a:pt x="168808" y="44753"/>
                  <a:pt x="175255" y="42979"/>
                  <a:pt x="182059" y="42979"/>
                </a:cubicBezTo>
                <a:moveTo>
                  <a:pt x="179284" y="48888"/>
                </a:moveTo>
                <a:cubicBezTo>
                  <a:pt x="176120" y="48888"/>
                  <a:pt x="172941" y="49828"/>
                  <a:pt x="169748" y="51706"/>
                </a:cubicBezTo>
                <a:cubicBezTo>
                  <a:pt x="166554" y="53584"/>
                  <a:pt x="163973" y="56879"/>
                  <a:pt x="162003" y="61589"/>
                </a:cubicBezTo>
                <a:cubicBezTo>
                  <a:pt x="160033" y="66299"/>
                  <a:pt x="159048" y="72350"/>
                  <a:pt x="159048" y="79743"/>
                </a:cubicBezTo>
                <a:cubicBezTo>
                  <a:pt x="159048" y="91667"/>
                  <a:pt x="161421" y="101951"/>
                  <a:pt x="166166" y="110598"/>
                </a:cubicBezTo>
                <a:cubicBezTo>
                  <a:pt x="170912" y="119242"/>
                  <a:pt x="177165" y="123564"/>
                  <a:pt x="184925" y="123564"/>
                </a:cubicBezTo>
                <a:cubicBezTo>
                  <a:pt x="190715" y="123564"/>
                  <a:pt x="195490" y="121179"/>
                  <a:pt x="199251" y="116409"/>
                </a:cubicBezTo>
                <a:cubicBezTo>
                  <a:pt x="203012" y="111639"/>
                  <a:pt x="204892" y="103442"/>
                  <a:pt x="204892" y="91817"/>
                </a:cubicBezTo>
                <a:cubicBezTo>
                  <a:pt x="204892" y="77269"/>
                  <a:pt x="201758" y="65821"/>
                  <a:pt x="195490" y="57473"/>
                </a:cubicBezTo>
                <a:cubicBezTo>
                  <a:pt x="191252" y="51750"/>
                  <a:pt x="185850" y="48888"/>
                  <a:pt x="179284" y="48888"/>
                </a:cubicBezTo>
                <a:close/>
                <a:moveTo>
                  <a:pt x="286641" y="42979"/>
                </a:moveTo>
                <a:lnTo>
                  <a:pt x="286641" y="70736"/>
                </a:lnTo>
                <a:lnTo>
                  <a:pt x="283686" y="70736"/>
                </a:lnTo>
                <a:cubicBezTo>
                  <a:pt x="281418" y="62030"/>
                  <a:pt x="278508" y="56108"/>
                  <a:pt x="274956" y="52971"/>
                </a:cubicBezTo>
                <a:cubicBezTo>
                  <a:pt x="271405" y="49831"/>
                  <a:pt x="266883" y="48262"/>
                  <a:pt x="261391" y="48262"/>
                </a:cubicBezTo>
                <a:cubicBezTo>
                  <a:pt x="257213" y="48262"/>
                  <a:pt x="253840" y="49365"/>
                  <a:pt x="251273" y="51572"/>
                </a:cubicBezTo>
                <a:cubicBezTo>
                  <a:pt x="248706" y="53777"/>
                  <a:pt x="247423" y="56221"/>
                  <a:pt x="247423" y="58906"/>
                </a:cubicBezTo>
                <a:cubicBezTo>
                  <a:pt x="247423" y="62245"/>
                  <a:pt x="248378" y="65106"/>
                  <a:pt x="250288" y="67490"/>
                </a:cubicBezTo>
                <a:cubicBezTo>
                  <a:pt x="252139" y="69936"/>
                  <a:pt x="255899" y="72529"/>
                  <a:pt x="261570" y="75272"/>
                </a:cubicBezTo>
                <a:lnTo>
                  <a:pt x="274643" y="81623"/>
                </a:lnTo>
                <a:cubicBezTo>
                  <a:pt x="286761" y="87525"/>
                  <a:pt x="292819" y="95307"/>
                  <a:pt x="292819" y="104968"/>
                </a:cubicBezTo>
                <a:cubicBezTo>
                  <a:pt x="292819" y="112420"/>
                  <a:pt x="289999" y="118428"/>
                  <a:pt x="284358" y="122990"/>
                </a:cubicBezTo>
                <a:cubicBezTo>
                  <a:pt x="278717" y="127551"/>
                  <a:pt x="272404" y="129832"/>
                  <a:pt x="265420" y="129832"/>
                </a:cubicBezTo>
                <a:cubicBezTo>
                  <a:pt x="260406" y="129832"/>
                  <a:pt x="254676" y="128936"/>
                  <a:pt x="248229" y="127146"/>
                </a:cubicBezTo>
                <a:cubicBezTo>
                  <a:pt x="246259" y="126549"/>
                  <a:pt x="244647" y="126250"/>
                  <a:pt x="243394" y="126250"/>
                </a:cubicBezTo>
                <a:cubicBezTo>
                  <a:pt x="242021" y="126250"/>
                  <a:pt x="240946" y="127026"/>
                  <a:pt x="240170" y="128578"/>
                </a:cubicBezTo>
                <a:lnTo>
                  <a:pt x="237216" y="128578"/>
                </a:lnTo>
                <a:lnTo>
                  <a:pt x="237216" y="99209"/>
                </a:lnTo>
                <a:lnTo>
                  <a:pt x="240170" y="99209"/>
                </a:lnTo>
                <a:cubicBezTo>
                  <a:pt x="241842" y="107596"/>
                  <a:pt x="245035" y="113916"/>
                  <a:pt x="249751" y="118169"/>
                </a:cubicBezTo>
                <a:cubicBezTo>
                  <a:pt x="254467" y="122422"/>
                  <a:pt x="259750" y="124549"/>
                  <a:pt x="265599" y="124549"/>
                </a:cubicBezTo>
                <a:cubicBezTo>
                  <a:pt x="269718" y="124549"/>
                  <a:pt x="273076" y="123342"/>
                  <a:pt x="275673" y="120928"/>
                </a:cubicBezTo>
                <a:cubicBezTo>
                  <a:pt x="278269" y="118512"/>
                  <a:pt x="279568" y="115605"/>
                  <a:pt x="279568" y="112206"/>
                </a:cubicBezTo>
                <a:cubicBezTo>
                  <a:pt x="279568" y="108091"/>
                  <a:pt x="278120" y="104633"/>
                  <a:pt x="275225" y="101831"/>
                </a:cubicBezTo>
                <a:cubicBezTo>
                  <a:pt x="272330" y="99029"/>
                  <a:pt x="266555" y="95482"/>
                  <a:pt x="257899" y="91190"/>
                </a:cubicBezTo>
                <a:cubicBezTo>
                  <a:pt x="249244" y="86896"/>
                  <a:pt x="243573" y="83020"/>
                  <a:pt x="240887" y="79561"/>
                </a:cubicBezTo>
                <a:cubicBezTo>
                  <a:pt x="238200" y="76162"/>
                  <a:pt x="236857" y="71869"/>
                  <a:pt x="236857" y="66681"/>
                </a:cubicBezTo>
                <a:cubicBezTo>
                  <a:pt x="236857" y="59944"/>
                  <a:pt x="239170" y="54309"/>
                  <a:pt x="243797" y="49778"/>
                </a:cubicBezTo>
                <a:cubicBezTo>
                  <a:pt x="248423" y="45245"/>
                  <a:pt x="254407" y="42979"/>
                  <a:pt x="261749" y="42979"/>
                </a:cubicBezTo>
                <a:cubicBezTo>
                  <a:pt x="264973" y="42979"/>
                  <a:pt x="268883" y="43665"/>
                  <a:pt x="273479" y="45038"/>
                </a:cubicBezTo>
                <a:cubicBezTo>
                  <a:pt x="276523" y="45934"/>
                  <a:pt x="278553" y="46381"/>
                  <a:pt x="279568" y="46381"/>
                </a:cubicBezTo>
                <a:cubicBezTo>
                  <a:pt x="280523" y="46381"/>
                  <a:pt x="281269" y="46172"/>
                  <a:pt x="281806" y="45754"/>
                </a:cubicBezTo>
                <a:cubicBezTo>
                  <a:pt x="282343" y="45337"/>
                  <a:pt x="282970" y="44411"/>
                  <a:pt x="283686" y="42979"/>
                </a:cubicBezTo>
                <a:lnTo>
                  <a:pt x="286641" y="42979"/>
                </a:lnTo>
                <a:close/>
                <a:moveTo>
                  <a:pt x="357975" y="42979"/>
                </a:moveTo>
                <a:lnTo>
                  <a:pt x="357975" y="70736"/>
                </a:lnTo>
                <a:lnTo>
                  <a:pt x="355020" y="70736"/>
                </a:lnTo>
                <a:cubicBezTo>
                  <a:pt x="352752" y="62030"/>
                  <a:pt x="349842" y="56108"/>
                  <a:pt x="346290" y="52971"/>
                </a:cubicBezTo>
                <a:cubicBezTo>
                  <a:pt x="342738" y="49831"/>
                  <a:pt x="338216" y="48262"/>
                  <a:pt x="332725" y="48262"/>
                </a:cubicBezTo>
                <a:cubicBezTo>
                  <a:pt x="328546" y="48262"/>
                  <a:pt x="325174" y="49365"/>
                  <a:pt x="322607" y="51572"/>
                </a:cubicBezTo>
                <a:cubicBezTo>
                  <a:pt x="320040" y="53777"/>
                  <a:pt x="318757" y="56221"/>
                  <a:pt x="318757" y="58906"/>
                </a:cubicBezTo>
                <a:cubicBezTo>
                  <a:pt x="318757" y="62245"/>
                  <a:pt x="319712" y="65106"/>
                  <a:pt x="321622" y="67490"/>
                </a:cubicBezTo>
                <a:cubicBezTo>
                  <a:pt x="323472" y="69936"/>
                  <a:pt x="327233" y="72529"/>
                  <a:pt x="332904" y="75272"/>
                </a:cubicBezTo>
                <a:lnTo>
                  <a:pt x="345976" y="81623"/>
                </a:lnTo>
                <a:cubicBezTo>
                  <a:pt x="358094" y="87525"/>
                  <a:pt x="364153" y="95307"/>
                  <a:pt x="364153" y="104968"/>
                </a:cubicBezTo>
                <a:cubicBezTo>
                  <a:pt x="364153" y="112420"/>
                  <a:pt x="361332" y="118428"/>
                  <a:pt x="355691" y="122990"/>
                </a:cubicBezTo>
                <a:cubicBezTo>
                  <a:pt x="350050" y="127551"/>
                  <a:pt x="343738" y="129832"/>
                  <a:pt x="336754" y="129832"/>
                </a:cubicBezTo>
                <a:cubicBezTo>
                  <a:pt x="331740" y="129832"/>
                  <a:pt x="326009" y="128936"/>
                  <a:pt x="319562" y="127146"/>
                </a:cubicBezTo>
                <a:cubicBezTo>
                  <a:pt x="317593" y="126549"/>
                  <a:pt x="315981" y="126250"/>
                  <a:pt x="314727" y="126250"/>
                </a:cubicBezTo>
                <a:cubicBezTo>
                  <a:pt x="313354" y="126250"/>
                  <a:pt x="312280" y="127026"/>
                  <a:pt x="311504" y="128578"/>
                </a:cubicBezTo>
                <a:lnTo>
                  <a:pt x="308549" y="128578"/>
                </a:lnTo>
                <a:lnTo>
                  <a:pt x="308549" y="99209"/>
                </a:lnTo>
                <a:lnTo>
                  <a:pt x="311504" y="99209"/>
                </a:lnTo>
                <a:cubicBezTo>
                  <a:pt x="313175" y="107596"/>
                  <a:pt x="316369" y="113916"/>
                  <a:pt x="321085" y="118169"/>
                </a:cubicBezTo>
                <a:cubicBezTo>
                  <a:pt x="325800" y="122422"/>
                  <a:pt x="331083" y="124549"/>
                  <a:pt x="336933" y="124549"/>
                </a:cubicBezTo>
                <a:cubicBezTo>
                  <a:pt x="341052" y="124549"/>
                  <a:pt x="344409" y="123342"/>
                  <a:pt x="347006" y="120928"/>
                </a:cubicBezTo>
                <a:cubicBezTo>
                  <a:pt x="349603" y="118512"/>
                  <a:pt x="350901" y="115605"/>
                  <a:pt x="350901" y="112206"/>
                </a:cubicBezTo>
                <a:cubicBezTo>
                  <a:pt x="350901" y="108091"/>
                  <a:pt x="349454" y="104633"/>
                  <a:pt x="346558" y="101831"/>
                </a:cubicBezTo>
                <a:cubicBezTo>
                  <a:pt x="343663" y="99029"/>
                  <a:pt x="337888" y="95482"/>
                  <a:pt x="329233" y="91190"/>
                </a:cubicBezTo>
                <a:cubicBezTo>
                  <a:pt x="320577" y="86896"/>
                  <a:pt x="314906" y="83020"/>
                  <a:pt x="312220" y="79561"/>
                </a:cubicBezTo>
                <a:cubicBezTo>
                  <a:pt x="309534" y="76162"/>
                  <a:pt x="308191" y="71869"/>
                  <a:pt x="308191" y="66681"/>
                </a:cubicBezTo>
                <a:cubicBezTo>
                  <a:pt x="308191" y="59944"/>
                  <a:pt x="310504" y="54309"/>
                  <a:pt x="315130" y="49778"/>
                </a:cubicBezTo>
                <a:cubicBezTo>
                  <a:pt x="319756" y="45245"/>
                  <a:pt x="325741" y="42979"/>
                  <a:pt x="333083" y="42979"/>
                </a:cubicBezTo>
                <a:cubicBezTo>
                  <a:pt x="336306" y="42979"/>
                  <a:pt x="340216" y="43665"/>
                  <a:pt x="344812" y="45038"/>
                </a:cubicBezTo>
                <a:cubicBezTo>
                  <a:pt x="347857" y="45934"/>
                  <a:pt x="349886" y="46381"/>
                  <a:pt x="350901" y="46381"/>
                </a:cubicBezTo>
                <a:cubicBezTo>
                  <a:pt x="351856" y="46381"/>
                  <a:pt x="352602" y="46172"/>
                  <a:pt x="353140" y="45754"/>
                </a:cubicBezTo>
                <a:cubicBezTo>
                  <a:pt x="353677" y="45337"/>
                  <a:pt x="354304" y="44411"/>
                  <a:pt x="355020" y="42979"/>
                </a:cubicBezTo>
                <a:lnTo>
                  <a:pt x="357975" y="42979"/>
                </a:lnTo>
                <a:close/>
                <a:moveTo>
                  <a:pt x="397164" y="0"/>
                </a:moveTo>
                <a:cubicBezTo>
                  <a:pt x="399671" y="0"/>
                  <a:pt x="401805" y="885"/>
                  <a:pt x="403566" y="2655"/>
                </a:cubicBezTo>
                <a:cubicBezTo>
                  <a:pt x="405327" y="4424"/>
                  <a:pt x="406207" y="6568"/>
                  <a:pt x="406207" y="9088"/>
                </a:cubicBezTo>
                <a:cubicBezTo>
                  <a:pt x="406207" y="11608"/>
                  <a:pt x="405327" y="13769"/>
                  <a:pt x="403566" y="15569"/>
                </a:cubicBezTo>
                <a:cubicBezTo>
                  <a:pt x="401805" y="17367"/>
                  <a:pt x="399671" y="18266"/>
                  <a:pt x="397164" y="18266"/>
                </a:cubicBezTo>
                <a:cubicBezTo>
                  <a:pt x="394657" y="18266"/>
                  <a:pt x="392508" y="17367"/>
                  <a:pt x="390717" y="15569"/>
                </a:cubicBezTo>
                <a:cubicBezTo>
                  <a:pt x="388926" y="13769"/>
                  <a:pt x="388031" y="11608"/>
                  <a:pt x="388031" y="9088"/>
                </a:cubicBezTo>
                <a:cubicBezTo>
                  <a:pt x="388031" y="6568"/>
                  <a:pt x="388911" y="4424"/>
                  <a:pt x="390672" y="2655"/>
                </a:cubicBezTo>
                <a:cubicBezTo>
                  <a:pt x="392433" y="885"/>
                  <a:pt x="394597" y="0"/>
                  <a:pt x="397164" y="0"/>
                </a:cubicBezTo>
                <a:moveTo>
                  <a:pt x="404595" y="42979"/>
                </a:moveTo>
                <a:lnTo>
                  <a:pt x="404595" y="108734"/>
                </a:lnTo>
                <a:cubicBezTo>
                  <a:pt x="404595" y="113856"/>
                  <a:pt x="404968" y="117266"/>
                  <a:pt x="405715" y="118964"/>
                </a:cubicBezTo>
                <a:cubicBezTo>
                  <a:pt x="406461" y="120661"/>
                  <a:pt x="407565" y="121927"/>
                  <a:pt x="409028" y="122761"/>
                </a:cubicBezTo>
                <a:cubicBezTo>
                  <a:pt x="410490" y="123595"/>
                  <a:pt x="413161" y="124012"/>
                  <a:pt x="417041" y="124012"/>
                </a:cubicBezTo>
                <a:lnTo>
                  <a:pt x="417041" y="127325"/>
                </a:lnTo>
                <a:lnTo>
                  <a:pt x="377196" y="127325"/>
                </a:lnTo>
                <a:lnTo>
                  <a:pt x="377196" y="124012"/>
                </a:lnTo>
                <a:cubicBezTo>
                  <a:pt x="381196" y="124012"/>
                  <a:pt x="383882" y="123625"/>
                  <a:pt x="385255" y="122850"/>
                </a:cubicBezTo>
                <a:cubicBezTo>
                  <a:pt x="386628" y="122076"/>
                  <a:pt x="387717" y="120796"/>
                  <a:pt x="388523" y="119009"/>
                </a:cubicBezTo>
                <a:cubicBezTo>
                  <a:pt x="389329" y="117222"/>
                  <a:pt x="389732" y="113797"/>
                  <a:pt x="389732" y="108734"/>
                </a:cubicBezTo>
                <a:lnTo>
                  <a:pt x="389732" y="77197"/>
                </a:lnTo>
                <a:cubicBezTo>
                  <a:pt x="389732" y="68321"/>
                  <a:pt x="389463" y="62574"/>
                  <a:pt x="388926" y="59955"/>
                </a:cubicBezTo>
                <a:cubicBezTo>
                  <a:pt x="388508" y="58048"/>
                  <a:pt x="387852" y="56723"/>
                  <a:pt x="386956" y="55979"/>
                </a:cubicBezTo>
                <a:cubicBezTo>
                  <a:pt x="386061" y="55234"/>
                  <a:pt x="384837" y="54862"/>
                  <a:pt x="383285" y="54862"/>
                </a:cubicBezTo>
                <a:cubicBezTo>
                  <a:pt x="381614" y="54862"/>
                  <a:pt x="379584" y="55309"/>
                  <a:pt x="377196" y="56203"/>
                </a:cubicBezTo>
                <a:lnTo>
                  <a:pt x="375943" y="52985"/>
                </a:lnTo>
                <a:lnTo>
                  <a:pt x="400656" y="42979"/>
                </a:lnTo>
                <a:lnTo>
                  <a:pt x="404595" y="42979"/>
                </a:lnTo>
                <a:close/>
                <a:moveTo>
                  <a:pt x="451186" y="60349"/>
                </a:moveTo>
                <a:cubicBezTo>
                  <a:pt x="460797" y="48769"/>
                  <a:pt x="469960" y="42979"/>
                  <a:pt x="478675" y="42979"/>
                </a:cubicBezTo>
                <a:cubicBezTo>
                  <a:pt x="483152" y="42979"/>
                  <a:pt x="487002" y="44096"/>
                  <a:pt x="490225" y="46331"/>
                </a:cubicBezTo>
                <a:cubicBezTo>
                  <a:pt x="493449" y="48564"/>
                  <a:pt x="496016" y="52241"/>
                  <a:pt x="497926" y="57364"/>
                </a:cubicBezTo>
                <a:cubicBezTo>
                  <a:pt x="499239" y="60936"/>
                  <a:pt x="499896" y="66416"/>
                  <a:pt x="499896" y="73803"/>
                </a:cubicBezTo>
                <a:lnTo>
                  <a:pt x="499896" y="108734"/>
                </a:lnTo>
                <a:cubicBezTo>
                  <a:pt x="499896" y="113916"/>
                  <a:pt x="500313" y="117431"/>
                  <a:pt x="501149" y="119277"/>
                </a:cubicBezTo>
                <a:cubicBezTo>
                  <a:pt x="501806" y="120766"/>
                  <a:pt x="502865" y="121927"/>
                  <a:pt x="504328" y="122761"/>
                </a:cubicBezTo>
                <a:cubicBezTo>
                  <a:pt x="505790" y="123595"/>
                  <a:pt x="508491" y="124012"/>
                  <a:pt x="512431" y="124012"/>
                </a:cubicBezTo>
                <a:lnTo>
                  <a:pt x="512431" y="127325"/>
                </a:lnTo>
                <a:lnTo>
                  <a:pt x="471870" y="127325"/>
                </a:lnTo>
                <a:lnTo>
                  <a:pt x="471870" y="124012"/>
                </a:lnTo>
                <a:lnTo>
                  <a:pt x="473571" y="124012"/>
                </a:lnTo>
                <a:cubicBezTo>
                  <a:pt x="477391" y="124012"/>
                  <a:pt x="480063" y="123432"/>
                  <a:pt x="481585" y="122274"/>
                </a:cubicBezTo>
                <a:cubicBezTo>
                  <a:pt x="483107" y="121116"/>
                  <a:pt x="484167" y="119409"/>
                  <a:pt x="484763" y="117154"/>
                </a:cubicBezTo>
                <a:cubicBezTo>
                  <a:pt x="485002" y="116262"/>
                  <a:pt x="485122" y="113470"/>
                  <a:pt x="485122" y="108779"/>
                </a:cubicBezTo>
                <a:lnTo>
                  <a:pt x="485122" y="75372"/>
                </a:lnTo>
                <a:cubicBezTo>
                  <a:pt x="485122" y="67950"/>
                  <a:pt x="484152" y="62561"/>
                  <a:pt x="482212" y="59205"/>
                </a:cubicBezTo>
                <a:cubicBezTo>
                  <a:pt x="480272" y="55849"/>
                  <a:pt x="477003" y="54171"/>
                  <a:pt x="472407" y="54171"/>
                </a:cubicBezTo>
                <a:cubicBezTo>
                  <a:pt x="465304" y="54171"/>
                  <a:pt x="458230" y="58032"/>
                  <a:pt x="451186" y="65752"/>
                </a:cubicBezTo>
                <a:lnTo>
                  <a:pt x="451186" y="108779"/>
                </a:lnTo>
                <a:cubicBezTo>
                  <a:pt x="451186" y="114302"/>
                  <a:pt x="451515" y="117717"/>
                  <a:pt x="452171" y="119023"/>
                </a:cubicBezTo>
                <a:cubicBezTo>
                  <a:pt x="453007" y="120744"/>
                  <a:pt x="454156" y="122006"/>
                  <a:pt x="455619" y="122808"/>
                </a:cubicBezTo>
                <a:cubicBezTo>
                  <a:pt x="457081" y="123611"/>
                  <a:pt x="460051" y="124012"/>
                  <a:pt x="464528" y="124012"/>
                </a:cubicBezTo>
                <a:lnTo>
                  <a:pt x="464528" y="127325"/>
                </a:lnTo>
                <a:lnTo>
                  <a:pt x="423966" y="127325"/>
                </a:lnTo>
                <a:lnTo>
                  <a:pt x="423966" y="124012"/>
                </a:lnTo>
                <a:lnTo>
                  <a:pt x="425757" y="124012"/>
                </a:lnTo>
                <a:cubicBezTo>
                  <a:pt x="429936" y="124012"/>
                  <a:pt x="432756" y="122955"/>
                  <a:pt x="434219" y="120841"/>
                </a:cubicBezTo>
                <a:cubicBezTo>
                  <a:pt x="435681" y="118726"/>
                  <a:pt x="436412" y="114690"/>
                  <a:pt x="436412" y="108734"/>
                </a:cubicBezTo>
                <a:lnTo>
                  <a:pt x="436412" y="78358"/>
                </a:lnTo>
                <a:cubicBezTo>
                  <a:pt x="436412" y="68531"/>
                  <a:pt x="436189" y="62546"/>
                  <a:pt x="435741" y="60403"/>
                </a:cubicBezTo>
                <a:cubicBezTo>
                  <a:pt x="435293" y="58257"/>
                  <a:pt x="434607" y="56798"/>
                  <a:pt x="433681" y="56023"/>
                </a:cubicBezTo>
                <a:cubicBezTo>
                  <a:pt x="432756" y="55249"/>
                  <a:pt x="431518" y="54862"/>
                  <a:pt x="429966" y="54862"/>
                </a:cubicBezTo>
                <a:cubicBezTo>
                  <a:pt x="428294" y="54862"/>
                  <a:pt x="426294" y="55309"/>
                  <a:pt x="423966" y="56203"/>
                </a:cubicBezTo>
                <a:lnTo>
                  <a:pt x="422623" y="52985"/>
                </a:lnTo>
                <a:lnTo>
                  <a:pt x="447336" y="42979"/>
                </a:lnTo>
                <a:lnTo>
                  <a:pt x="451186" y="42979"/>
                </a:lnTo>
                <a:lnTo>
                  <a:pt x="451186" y="60349"/>
                </a:lnTo>
                <a:close/>
                <a:moveTo>
                  <a:pt x="540904" y="97438"/>
                </a:moveTo>
                <a:cubicBezTo>
                  <a:pt x="535890" y="94994"/>
                  <a:pt x="532040" y="91582"/>
                  <a:pt x="529354" y="87200"/>
                </a:cubicBezTo>
                <a:cubicBezTo>
                  <a:pt x="526668" y="82818"/>
                  <a:pt x="525325" y="77974"/>
                  <a:pt x="525325" y="72667"/>
                </a:cubicBezTo>
                <a:cubicBezTo>
                  <a:pt x="525325" y="64560"/>
                  <a:pt x="528384" y="57585"/>
                  <a:pt x="534502" y="51742"/>
                </a:cubicBezTo>
                <a:cubicBezTo>
                  <a:pt x="540621" y="45900"/>
                  <a:pt x="548456" y="42979"/>
                  <a:pt x="558006" y="42979"/>
                </a:cubicBezTo>
                <a:cubicBezTo>
                  <a:pt x="565826" y="42979"/>
                  <a:pt x="572601" y="44889"/>
                  <a:pt x="578332" y="48709"/>
                </a:cubicBezTo>
                <a:lnTo>
                  <a:pt x="595702" y="48709"/>
                </a:lnTo>
                <a:cubicBezTo>
                  <a:pt x="598269" y="48709"/>
                  <a:pt x="599762" y="48783"/>
                  <a:pt x="600179" y="48930"/>
                </a:cubicBezTo>
                <a:cubicBezTo>
                  <a:pt x="600597" y="49078"/>
                  <a:pt x="600896" y="49329"/>
                  <a:pt x="601075" y="49683"/>
                </a:cubicBezTo>
                <a:cubicBezTo>
                  <a:pt x="601433" y="50215"/>
                  <a:pt x="601612" y="51159"/>
                  <a:pt x="601612" y="52517"/>
                </a:cubicBezTo>
                <a:cubicBezTo>
                  <a:pt x="601612" y="54051"/>
                  <a:pt x="601463" y="55113"/>
                  <a:pt x="601164" y="55705"/>
                </a:cubicBezTo>
                <a:cubicBezTo>
                  <a:pt x="600985" y="55999"/>
                  <a:pt x="600672" y="56235"/>
                  <a:pt x="600224" y="56412"/>
                </a:cubicBezTo>
                <a:cubicBezTo>
                  <a:pt x="599776" y="56590"/>
                  <a:pt x="598269" y="56678"/>
                  <a:pt x="595702" y="56678"/>
                </a:cubicBezTo>
                <a:lnTo>
                  <a:pt x="585047" y="56678"/>
                </a:lnTo>
                <a:cubicBezTo>
                  <a:pt x="588390" y="60985"/>
                  <a:pt x="590061" y="66488"/>
                  <a:pt x="590061" y="73187"/>
                </a:cubicBezTo>
                <a:cubicBezTo>
                  <a:pt x="590061" y="80843"/>
                  <a:pt x="587137" y="87392"/>
                  <a:pt x="581287" y="92835"/>
                </a:cubicBezTo>
                <a:cubicBezTo>
                  <a:pt x="575437" y="98278"/>
                  <a:pt x="567587" y="101000"/>
                  <a:pt x="557738" y="101000"/>
                </a:cubicBezTo>
                <a:cubicBezTo>
                  <a:pt x="553679" y="101000"/>
                  <a:pt x="549530" y="100391"/>
                  <a:pt x="545292" y="99173"/>
                </a:cubicBezTo>
                <a:cubicBezTo>
                  <a:pt x="542665" y="101439"/>
                  <a:pt x="540890" y="103423"/>
                  <a:pt x="539964" y="105124"/>
                </a:cubicBezTo>
                <a:cubicBezTo>
                  <a:pt x="539039" y="106824"/>
                  <a:pt x="538576" y="108270"/>
                  <a:pt x="538576" y="109462"/>
                </a:cubicBezTo>
                <a:cubicBezTo>
                  <a:pt x="538576" y="110476"/>
                  <a:pt x="539069" y="111461"/>
                  <a:pt x="540054" y="112416"/>
                </a:cubicBezTo>
                <a:cubicBezTo>
                  <a:pt x="541039" y="113370"/>
                  <a:pt x="542964" y="114055"/>
                  <a:pt x="545829" y="114473"/>
                </a:cubicBezTo>
                <a:cubicBezTo>
                  <a:pt x="547501" y="114712"/>
                  <a:pt x="551679" y="114921"/>
                  <a:pt x="558365" y="115100"/>
                </a:cubicBezTo>
                <a:cubicBezTo>
                  <a:pt x="570661" y="115396"/>
                  <a:pt x="578630" y="115813"/>
                  <a:pt x="582272" y="116350"/>
                </a:cubicBezTo>
                <a:cubicBezTo>
                  <a:pt x="587823" y="117126"/>
                  <a:pt x="592255" y="119185"/>
                  <a:pt x="595568" y="122526"/>
                </a:cubicBezTo>
                <a:cubicBezTo>
                  <a:pt x="598881" y="125865"/>
                  <a:pt x="600538" y="129980"/>
                  <a:pt x="600538" y="134871"/>
                </a:cubicBezTo>
                <a:cubicBezTo>
                  <a:pt x="600538" y="141611"/>
                  <a:pt x="597374" y="147934"/>
                  <a:pt x="591046" y="153839"/>
                </a:cubicBezTo>
                <a:cubicBezTo>
                  <a:pt x="581734" y="162547"/>
                  <a:pt x="569587" y="166901"/>
                  <a:pt x="554604" y="166901"/>
                </a:cubicBezTo>
                <a:cubicBezTo>
                  <a:pt x="543083" y="166901"/>
                  <a:pt x="533353" y="164308"/>
                  <a:pt x="525414" y="159122"/>
                </a:cubicBezTo>
                <a:cubicBezTo>
                  <a:pt x="520937" y="156141"/>
                  <a:pt x="518699" y="153041"/>
                  <a:pt x="518699" y="149821"/>
                </a:cubicBezTo>
                <a:cubicBezTo>
                  <a:pt x="518699" y="148392"/>
                  <a:pt x="519027" y="146963"/>
                  <a:pt x="519684" y="145532"/>
                </a:cubicBezTo>
                <a:cubicBezTo>
                  <a:pt x="520698" y="143325"/>
                  <a:pt x="522788" y="140255"/>
                  <a:pt x="525951" y="136320"/>
                </a:cubicBezTo>
                <a:cubicBezTo>
                  <a:pt x="526369" y="135785"/>
                  <a:pt x="529414" y="132566"/>
                  <a:pt x="535084" y="126664"/>
                </a:cubicBezTo>
                <a:cubicBezTo>
                  <a:pt x="531980" y="124812"/>
                  <a:pt x="529787" y="123154"/>
                  <a:pt x="528503" y="121689"/>
                </a:cubicBezTo>
                <a:cubicBezTo>
                  <a:pt x="527220" y="120225"/>
                  <a:pt x="526578" y="118567"/>
                  <a:pt x="526578" y="116714"/>
                </a:cubicBezTo>
                <a:cubicBezTo>
                  <a:pt x="526578" y="114621"/>
                  <a:pt x="527429" y="112170"/>
                  <a:pt x="529130" y="109361"/>
                </a:cubicBezTo>
                <a:cubicBezTo>
                  <a:pt x="530831" y="106552"/>
                  <a:pt x="534756" y="102577"/>
                  <a:pt x="540904" y="97438"/>
                </a:cubicBezTo>
                <a:moveTo>
                  <a:pt x="556484" y="47456"/>
                </a:moveTo>
                <a:cubicBezTo>
                  <a:pt x="552067" y="47456"/>
                  <a:pt x="548366" y="49207"/>
                  <a:pt x="545381" y="52711"/>
                </a:cubicBezTo>
                <a:cubicBezTo>
                  <a:pt x="542397" y="56212"/>
                  <a:pt x="540904" y="61584"/>
                  <a:pt x="540904" y="68828"/>
                </a:cubicBezTo>
                <a:cubicBezTo>
                  <a:pt x="540904" y="78209"/>
                  <a:pt x="542934" y="85481"/>
                  <a:pt x="546993" y="90644"/>
                </a:cubicBezTo>
                <a:cubicBezTo>
                  <a:pt x="550097" y="94564"/>
                  <a:pt x="554037" y="96523"/>
                  <a:pt x="558812" y="96523"/>
                </a:cubicBezTo>
                <a:cubicBezTo>
                  <a:pt x="563349" y="96523"/>
                  <a:pt x="567080" y="94831"/>
                  <a:pt x="570005" y="91447"/>
                </a:cubicBezTo>
                <a:cubicBezTo>
                  <a:pt x="572930" y="88064"/>
                  <a:pt x="574392" y="82750"/>
                  <a:pt x="574392" y="75507"/>
                </a:cubicBezTo>
                <a:cubicBezTo>
                  <a:pt x="574392" y="66068"/>
                  <a:pt x="572333" y="58676"/>
                  <a:pt x="568214" y="53332"/>
                </a:cubicBezTo>
                <a:cubicBezTo>
                  <a:pt x="565170" y="49414"/>
                  <a:pt x="561260" y="47456"/>
                  <a:pt x="556484" y="47456"/>
                </a:cubicBezTo>
                <a:moveTo>
                  <a:pt x="540009" y="127378"/>
                </a:moveTo>
                <a:cubicBezTo>
                  <a:pt x="537204" y="130416"/>
                  <a:pt x="535084" y="133246"/>
                  <a:pt x="533652" y="135867"/>
                </a:cubicBezTo>
                <a:cubicBezTo>
                  <a:pt x="532219" y="138490"/>
                  <a:pt x="531503" y="140904"/>
                  <a:pt x="531503" y="143109"/>
                </a:cubicBezTo>
                <a:cubicBezTo>
                  <a:pt x="531503" y="145968"/>
                  <a:pt x="533234" y="148471"/>
                  <a:pt x="536696" y="150616"/>
                </a:cubicBezTo>
                <a:cubicBezTo>
                  <a:pt x="542665" y="154309"/>
                  <a:pt x="551291" y="156156"/>
                  <a:pt x="562573" y="156156"/>
                </a:cubicBezTo>
                <a:cubicBezTo>
                  <a:pt x="573318" y="156156"/>
                  <a:pt x="581242" y="154264"/>
                  <a:pt x="586346" y="150479"/>
                </a:cubicBezTo>
                <a:cubicBezTo>
                  <a:pt x="591449" y="146696"/>
                  <a:pt x="594001" y="142660"/>
                  <a:pt x="594001" y="138371"/>
                </a:cubicBezTo>
                <a:cubicBezTo>
                  <a:pt x="594001" y="135273"/>
                  <a:pt x="592479" y="133068"/>
                  <a:pt x="589435" y="131757"/>
                </a:cubicBezTo>
                <a:cubicBezTo>
                  <a:pt x="586331" y="130445"/>
                  <a:pt x="580182" y="129671"/>
                  <a:pt x="570990" y="129434"/>
                </a:cubicBezTo>
                <a:cubicBezTo>
                  <a:pt x="557559" y="129076"/>
                  <a:pt x="547232" y="128391"/>
                  <a:pt x="540009" y="127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TS">
            <a:extLst xmlns:a="http://schemas.openxmlformats.org/drawingml/2006/main">
              <a:ext uri="{FF2B5EF4-FFF2-40B4-BE49-F238E27FC236}">
                <a16:creationId xmlns:a16="http://schemas.microsoft.com/office/drawing/2014/main" id="{114520B1-1797-418E-889B-8FE4F78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299" y="536402"/>
            <a:ext cx="210329" cy="126787"/>
          </a:xfrm>
          <a:custGeom xmlns:a="http://schemas.openxmlformats.org/drawingml/2006/main">
            <a:pathLst>
              <a:path w="210329" h="126787">
                <a:moveTo>
                  <a:pt x="109059" y="2686"/>
                </a:moveTo>
                <a:lnTo>
                  <a:pt x="109059" y="35637"/>
                </a:lnTo>
                <a:lnTo>
                  <a:pt x="105835" y="35637"/>
                </a:lnTo>
                <a:cubicBezTo>
                  <a:pt x="103925" y="28029"/>
                  <a:pt x="101806" y="22564"/>
                  <a:pt x="99478" y="19240"/>
                </a:cubicBezTo>
                <a:cubicBezTo>
                  <a:pt x="97150" y="15916"/>
                  <a:pt x="93956" y="13265"/>
                  <a:pt x="89897" y="11288"/>
                </a:cubicBezTo>
                <a:cubicBezTo>
                  <a:pt x="87629" y="10209"/>
                  <a:pt x="83659" y="9670"/>
                  <a:pt x="77989" y="9670"/>
                </a:cubicBezTo>
                <a:lnTo>
                  <a:pt x="68945" y="9670"/>
                </a:lnTo>
                <a:lnTo>
                  <a:pt x="68945" y="103328"/>
                </a:lnTo>
                <a:cubicBezTo>
                  <a:pt x="68945" y="109568"/>
                  <a:pt x="69288" y="113468"/>
                  <a:pt x="69975" y="115030"/>
                </a:cubicBezTo>
                <a:cubicBezTo>
                  <a:pt x="70661" y="116589"/>
                  <a:pt x="72004" y="117954"/>
                  <a:pt x="74004" y="119123"/>
                </a:cubicBezTo>
                <a:cubicBezTo>
                  <a:pt x="76004" y="120293"/>
                  <a:pt x="78735" y="120878"/>
                  <a:pt x="82197" y="120878"/>
                </a:cubicBezTo>
                <a:lnTo>
                  <a:pt x="86226" y="120878"/>
                </a:lnTo>
                <a:lnTo>
                  <a:pt x="86226" y="124101"/>
                </a:lnTo>
                <a:lnTo>
                  <a:pt x="22653" y="124101"/>
                </a:lnTo>
                <a:lnTo>
                  <a:pt x="22653" y="120878"/>
                </a:lnTo>
                <a:lnTo>
                  <a:pt x="26683" y="120878"/>
                </a:lnTo>
                <a:cubicBezTo>
                  <a:pt x="30205" y="120878"/>
                  <a:pt x="33040" y="120248"/>
                  <a:pt x="35189" y="118989"/>
                </a:cubicBezTo>
                <a:cubicBezTo>
                  <a:pt x="36741" y="118148"/>
                  <a:pt x="37965" y="116708"/>
                  <a:pt x="38860" y="114669"/>
                </a:cubicBezTo>
                <a:cubicBezTo>
                  <a:pt x="39517" y="113229"/>
                  <a:pt x="39845" y="109448"/>
                  <a:pt x="39845" y="103328"/>
                </a:cubicBezTo>
                <a:lnTo>
                  <a:pt x="39845" y="9670"/>
                </a:lnTo>
                <a:lnTo>
                  <a:pt x="31070" y="9670"/>
                </a:lnTo>
                <a:cubicBezTo>
                  <a:pt x="22892" y="9670"/>
                  <a:pt x="16953" y="11407"/>
                  <a:pt x="13252" y="14880"/>
                </a:cubicBezTo>
                <a:cubicBezTo>
                  <a:pt x="8059" y="19732"/>
                  <a:pt x="4775" y="26651"/>
                  <a:pt x="3402" y="35637"/>
                </a:cubicBezTo>
                <a:lnTo>
                  <a:pt x="0" y="35637"/>
                </a:lnTo>
                <a:lnTo>
                  <a:pt x="0" y="2686"/>
                </a:lnTo>
                <a:lnTo>
                  <a:pt x="109059" y="2686"/>
                </a:lnTo>
                <a:close/>
                <a:moveTo>
                  <a:pt x="201823" y="0"/>
                </a:moveTo>
                <a:lnTo>
                  <a:pt x="202808" y="40472"/>
                </a:lnTo>
                <a:lnTo>
                  <a:pt x="199136" y="40472"/>
                </a:lnTo>
                <a:cubicBezTo>
                  <a:pt x="197405" y="30350"/>
                  <a:pt x="193152" y="22208"/>
                  <a:pt x="186377" y="16047"/>
                </a:cubicBezTo>
                <a:cubicBezTo>
                  <a:pt x="179602" y="9886"/>
                  <a:pt x="172275" y="6805"/>
                  <a:pt x="164395" y="6805"/>
                </a:cubicBezTo>
                <a:cubicBezTo>
                  <a:pt x="158307" y="6805"/>
                  <a:pt x="153486" y="8427"/>
                  <a:pt x="149935" y="11671"/>
                </a:cubicBezTo>
                <a:cubicBezTo>
                  <a:pt x="146383" y="14913"/>
                  <a:pt x="144607" y="18647"/>
                  <a:pt x="144607" y="22872"/>
                </a:cubicBezTo>
                <a:cubicBezTo>
                  <a:pt x="144607" y="25548"/>
                  <a:pt x="145234" y="27929"/>
                  <a:pt x="146487" y="30012"/>
                </a:cubicBezTo>
                <a:cubicBezTo>
                  <a:pt x="148219" y="32809"/>
                  <a:pt x="150994" y="35575"/>
                  <a:pt x="154815" y="38312"/>
                </a:cubicBezTo>
                <a:cubicBezTo>
                  <a:pt x="157620" y="40276"/>
                  <a:pt x="164097" y="43758"/>
                  <a:pt x="174245" y="48757"/>
                </a:cubicBezTo>
                <a:cubicBezTo>
                  <a:pt x="188451" y="55718"/>
                  <a:pt x="198032" y="62295"/>
                  <a:pt x="202987" y="68486"/>
                </a:cubicBezTo>
                <a:cubicBezTo>
                  <a:pt x="207881" y="74676"/>
                  <a:pt x="210329" y="81759"/>
                  <a:pt x="210329" y="89735"/>
                </a:cubicBezTo>
                <a:cubicBezTo>
                  <a:pt x="210329" y="99853"/>
                  <a:pt x="206374" y="108558"/>
                  <a:pt x="198465" y="115850"/>
                </a:cubicBezTo>
                <a:cubicBezTo>
                  <a:pt x="190556" y="123141"/>
                  <a:pt x="180512" y="126787"/>
                  <a:pt x="168335" y="126787"/>
                </a:cubicBezTo>
                <a:cubicBezTo>
                  <a:pt x="164515" y="126787"/>
                  <a:pt x="160903" y="126399"/>
                  <a:pt x="157501" y="125623"/>
                </a:cubicBezTo>
                <a:cubicBezTo>
                  <a:pt x="154098" y="124847"/>
                  <a:pt x="149830" y="123385"/>
                  <a:pt x="144697" y="121236"/>
                </a:cubicBezTo>
                <a:cubicBezTo>
                  <a:pt x="141831" y="120042"/>
                  <a:pt x="139474" y="119445"/>
                  <a:pt x="137623" y="119445"/>
                </a:cubicBezTo>
                <a:cubicBezTo>
                  <a:pt x="136071" y="119445"/>
                  <a:pt x="134429" y="120050"/>
                  <a:pt x="132698" y="121258"/>
                </a:cubicBezTo>
                <a:cubicBezTo>
                  <a:pt x="130967" y="122467"/>
                  <a:pt x="129565" y="124310"/>
                  <a:pt x="128490" y="126787"/>
                </a:cubicBezTo>
                <a:lnTo>
                  <a:pt x="125177" y="126787"/>
                </a:lnTo>
                <a:lnTo>
                  <a:pt x="125177" y="80943"/>
                </a:lnTo>
                <a:lnTo>
                  <a:pt x="128490" y="80943"/>
                </a:lnTo>
                <a:cubicBezTo>
                  <a:pt x="131117" y="93807"/>
                  <a:pt x="136175" y="103619"/>
                  <a:pt x="143667" y="110379"/>
                </a:cubicBezTo>
                <a:cubicBezTo>
                  <a:pt x="151158" y="117140"/>
                  <a:pt x="159232" y="120520"/>
                  <a:pt x="167887" y="120520"/>
                </a:cubicBezTo>
                <a:cubicBezTo>
                  <a:pt x="174573" y="120520"/>
                  <a:pt x="179900" y="118705"/>
                  <a:pt x="183870" y="115075"/>
                </a:cubicBezTo>
                <a:cubicBezTo>
                  <a:pt x="187840" y="111444"/>
                  <a:pt x="189824" y="107219"/>
                  <a:pt x="189824" y="102399"/>
                </a:cubicBezTo>
                <a:cubicBezTo>
                  <a:pt x="189824" y="99543"/>
                  <a:pt x="189063" y="96777"/>
                  <a:pt x="187541" y="94100"/>
                </a:cubicBezTo>
                <a:cubicBezTo>
                  <a:pt x="186019" y="91421"/>
                  <a:pt x="183706" y="88877"/>
                  <a:pt x="180602" y="86467"/>
                </a:cubicBezTo>
                <a:cubicBezTo>
                  <a:pt x="177498" y="84057"/>
                  <a:pt x="172006" y="80918"/>
                  <a:pt x="164127" y="77051"/>
                </a:cubicBezTo>
                <a:cubicBezTo>
                  <a:pt x="153083" y="71636"/>
                  <a:pt x="145144" y="67021"/>
                  <a:pt x="140309" y="63206"/>
                </a:cubicBezTo>
                <a:cubicBezTo>
                  <a:pt x="135474" y="59391"/>
                  <a:pt x="131758" y="55130"/>
                  <a:pt x="129162" y="50422"/>
                </a:cubicBezTo>
                <a:cubicBezTo>
                  <a:pt x="126565" y="45713"/>
                  <a:pt x="125267" y="40529"/>
                  <a:pt x="125267" y="34867"/>
                </a:cubicBezTo>
                <a:cubicBezTo>
                  <a:pt x="125267" y="25212"/>
                  <a:pt x="128818" y="16987"/>
                  <a:pt x="135922" y="10193"/>
                </a:cubicBezTo>
                <a:cubicBezTo>
                  <a:pt x="143025" y="3398"/>
                  <a:pt x="151979" y="0"/>
                  <a:pt x="162784" y="0"/>
                </a:cubicBezTo>
                <a:cubicBezTo>
                  <a:pt x="166723" y="0"/>
                  <a:pt x="170544" y="483"/>
                  <a:pt x="174245" y="1449"/>
                </a:cubicBezTo>
                <a:cubicBezTo>
                  <a:pt x="177050" y="2173"/>
                  <a:pt x="180468" y="3515"/>
                  <a:pt x="184497" y="5476"/>
                </a:cubicBezTo>
                <a:cubicBezTo>
                  <a:pt x="188526" y="7436"/>
                  <a:pt x="191347" y="8417"/>
                  <a:pt x="192958" y="8417"/>
                </a:cubicBezTo>
                <a:cubicBezTo>
                  <a:pt x="194510" y="8417"/>
                  <a:pt x="195734" y="7934"/>
                  <a:pt x="196629" y="6970"/>
                </a:cubicBezTo>
                <a:cubicBezTo>
                  <a:pt x="197525" y="6004"/>
                  <a:pt x="198360" y="3680"/>
                  <a:pt x="199136" y="0"/>
                </a:cubicBezTo>
                <a:lnTo>
                  <a:pt x="201823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2">
            <a:extLst xmlns:a="http://schemas.openxmlformats.org/drawingml/2006/main">
              <a:ext uri="{FF2B5EF4-FFF2-40B4-BE49-F238E27FC236}">
                <a16:creationId xmlns:a16="http://schemas.microsoft.com/office/drawing/2014/main" id="{CFFB7DA4-9A71-4991-8AED-A3244B61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834" y="616092"/>
            <a:ext cx="52171" cy="82615"/>
          </a:xfrm>
          <a:custGeom xmlns:a="http://schemas.openxmlformats.org/drawingml/2006/main">
            <a:pathLst>
              <a:path w="52171" h="82615">
                <a:moveTo>
                  <a:pt x="47635" y="82615"/>
                </a:moveTo>
                <a:lnTo>
                  <a:pt x="0" y="82615"/>
                </a:lnTo>
                <a:lnTo>
                  <a:pt x="0" y="81301"/>
                </a:lnTo>
                <a:cubicBezTo>
                  <a:pt x="14605" y="63926"/>
                  <a:pt x="23469" y="52237"/>
                  <a:pt x="26593" y="46234"/>
                </a:cubicBezTo>
                <a:cubicBezTo>
                  <a:pt x="29717" y="40230"/>
                  <a:pt x="31279" y="34365"/>
                  <a:pt x="31279" y="28639"/>
                </a:cubicBezTo>
                <a:cubicBezTo>
                  <a:pt x="31279" y="24465"/>
                  <a:pt x="29986" y="20996"/>
                  <a:pt x="27399" y="18232"/>
                </a:cubicBezTo>
                <a:cubicBezTo>
                  <a:pt x="24812" y="15469"/>
                  <a:pt x="21649" y="14087"/>
                  <a:pt x="17908" y="14087"/>
                </a:cubicBezTo>
                <a:cubicBezTo>
                  <a:pt x="11779" y="14087"/>
                  <a:pt x="7024" y="17147"/>
                  <a:pt x="3641" y="23267"/>
                </a:cubicBezTo>
                <a:lnTo>
                  <a:pt x="1433" y="22493"/>
                </a:lnTo>
                <a:cubicBezTo>
                  <a:pt x="3582" y="14836"/>
                  <a:pt x="6845" y="9173"/>
                  <a:pt x="11222" y="5505"/>
                </a:cubicBezTo>
                <a:cubicBezTo>
                  <a:pt x="15600" y="1835"/>
                  <a:pt x="20654" y="0"/>
                  <a:pt x="26384" y="0"/>
                </a:cubicBezTo>
                <a:cubicBezTo>
                  <a:pt x="30483" y="0"/>
                  <a:pt x="34224" y="955"/>
                  <a:pt x="37606" y="2865"/>
                </a:cubicBezTo>
                <a:cubicBezTo>
                  <a:pt x="40989" y="4775"/>
                  <a:pt x="43635" y="7392"/>
                  <a:pt x="45546" y="10715"/>
                </a:cubicBezTo>
                <a:cubicBezTo>
                  <a:pt x="47456" y="14038"/>
                  <a:pt x="48411" y="17152"/>
                  <a:pt x="48411" y="20057"/>
                </a:cubicBezTo>
                <a:cubicBezTo>
                  <a:pt x="48411" y="25350"/>
                  <a:pt x="46938" y="30722"/>
                  <a:pt x="43994" y="36174"/>
                </a:cubicBezTo>
                <a:cubicBezTo>
                  <a:pt x="39974" y="43536"/>
                  <a:pt x="31199" y="53803"/>
                  <a:pt x="17669" y="66975"/>
                </a:cubicBezTo>
                <a:lnTo>
                  <a:pt x="35159" y="66975"/>
                </a:lnTo>
                <a:cubicBezTo>
                  <a:pt x="39457" y="66975"/>
                  <a:pt x="42253" y="66796"/>
                  <a:pt x="43546" y="66438"/>
                </a:cubicBezTo>
                <a:cubicBezTo>
                  <a:pt x="44839" y="66080"/>
                  <a:pt x="45904" y="65473"/>
                  <a:pt x="46739" y="64617"/>
                </a:cubicBezTo>
                <a:cubicBezTo>
                  <a:pt x="47575" y="63762"/>
                  <a:pt x="48669" y="61961"/>
                  <a:pt x="50023" y="59215"/>
                </a:cubicBezTo>
                <a:lnTo>
                  <a:pt x="52171" y="59215"/>
                </a:lnTo>
                <a:lnTo>
                  <a:pt x="47635" y="82615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A6CF2-44EE-4997-AFB4-07B7AA02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081" y="855338"/>
            <a:ext cx="653522" cy="99329"/>
          </a:xfrm>
          <a:custGeom xmlns:a="http://schemas.openxmlformats.org/drawingml/2006/main">
            <a:pathLst>
              <a:path w="653522" h="99329">
                <a:moveTo>
                  <a:pt x="165548" y="0"/>
                </a:moveTo>
                <a:lnTo>
                  <a:pt x="0" y="49664"/>
                </a:lnTo>
                <a:lnTo>
                  <a:pt x="165548" y="99329"/>
                </a:lnTo>
                <a:lnTo>
                  <a:pt x="121402" y="66219"/>
                </a:lnTo>
                <a:lnTo>
                  <a:pt x="653522" y="66219"/>
                </a:lnTo>
                <a:lnTo>
                  <a:pt x="653522" y="33110"/>
                </a:lnTo>
                <a:lnTo>
                  <a:pt x="121402" y="33110"/>
                </a:lnTo>
                <a:lnTo>
                  <a:pt x="165548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(a)Illustrationofambiguouscrossings.">
            <a:extLst xmlns:a="http://schemas.openxmlformats.org/drawingml/2006/main">
              <a:ext uri="{FF2B5EF4-FFF2-40B4-BE49-F238E27FC236}">
                <a16:creationId xmlns:a16="http://schemas.microsoft.com/office/drawing/2014/main" id="{72F61E37-4474-4A5A-AB0D-266CA4D1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6" y="2879813"/>
            <a:ext cx="4056904" cy="242199"/>
          </a:xfrm>
          <a:custGeom xmlns:a="http://schemas.openxmlformats.org/drawingml/2006/main">
            <a:pathLst>
              <a:path w="4056904" h="242199">
                <a:moveTo>
                  <a:pt x="0" y="116832"/>
                </a:moveTo>
                <a:cubicBezTo>
                  <a:pt x="0" y="128365"/>
                  <a:pt x="1024" y="187548"/>
                  <a:pt x="54319" y="233669"/>
                </a:cubicBezTo>
                <a:lnTo>
                  <a:pt x="60211" y="229313"/>
                </a:lnTo>
                <a:cubicBezTo>
                  <a:pt x="51754" y="219575"/>
                  <a:pt x="21268" y="184217"/>
                  <a:pt x="21268" y="116832"/>
                </a:cubicBezTo>
                <a:cubicBezTo>
                  <a:pt x="21268" y="49448"/>
                  <a:pt x="52012" y="14090"/>
                  <a:pt x="60211" y="4867"/>
                </a:cubicBezTo>
                <a:lnTo>
                  <a:pt x="54319" y="254"/>
                </a:lnTo>
                <a:cubicBezTo>
                  <a:pt x="23829" y="26389"/>
                  <a:pt x="0" y="69179"/>
                  <a:pt x="0" y="116832"/>
                </a:cubicBezTo>
                <a:close/>
                <a:moveTo>
                  <a:pt x="141945" y="123662"/>
                </a:moveTo>
                <a:lnTo>
                  <a:pt x="140920" y="154172"/>
                </a:lnTo>
                <a:cubicBezTo>
                  <a:pt x="140920" y="157503"/>
                  <a:pt x="139380" y="159298"/>
                  <a:pt x="137331" y="160838"/>
                </a:cubicBezTo>
                <a:cubicBezTo>
                  <a:pt x="130157" y="166221"/>
                  <a:pt x="121447" y="170835"/>
                  <a:pt x="113761" y="170835"/>
                </a:cubicBezTo>
                <a:cubicBezTo>
                  <a:pt x="102232" y="170835"/>
                  <a:pt x="94800" y="163145"/>
                  <a:pt x="94800" y="155197"/>
                </a:cubicBezTo>
                <a:cubicBezTo>
                  <a:pt x="94800" y="143660"/>
                  <a:pt x="100179" y="134941"/>
                  <a:pt x="120165" y="129558"/>
                </a:cubicBezTo>
                <a:lnTo>
                  <a:pt x="141945" y="123662"/>
                </a:lnTo>
                <a:moveTo>
                  <a:pt x="141945" y="169040"/>
                </a:moveTo>
                <a:cubicBezTo>
                  <a:pt x="144916" y="179033"/>
                  <a:pt x="152551" y="183900"/>
                  <a:pt x="161930" y="183900"/>
                </a:cubicBezTo>
                <a:cubicBezTo>
                  <a:pt x="168385" y="183900"/>
                  <a:pt x="176278" y="182364"/>
                  <a:pt x="182322" y="175960"/>
                </a:cubicBezTo>
                <a:lnTo>
                  <a:pt x="180426" y="169603"/>
                </a:lnTo>
                <a:cubicBezTo>
                  <a:pt x="177607" y="170581"/>
                  <a:pt x="175457" y="170936"/>
                  <a:pt x="173510" y="170936"/>
                </a:cubicBezTo>
                <a:cubicBezTo>
                  <a:pt x="170946" y="170936"/>
                  <a:pt x="167564" y="170475"/>
                  <a:pt x="165977" y="169040"/>
                </a:cubicBezTo>
                <a:cubicBezTo>
                  <a:pt x="163365" y="166683"/>
                  <a:pt x="161723" y="160428"/>
                  <a:pt x="161723" y="149043"/>
                </a:cubicBezTo>
                <a:cubicBezTo>
                  <a:pt x="161723" y="141607"/>
                  <a:pt x="162442" y="113153"/>
                  <a:pt x="162442" y="110331"/>
                </a:cubicBezTo>
                <a:cubicBezTo>
                  <a:pt x="162442" y="75724"/>
                  <a:pt x="139638" y="68804"/>
                  <a:pt x="120165" y="68804"/>
                </a:cubicBezTo>
                <a:cubicBezTo>
                  <a:pt x="100691" y="68804"/>
                  <a:pt x="88908" y="78284"/>
                  <a:pt x="82500" y="83668"/>
                </a:cubicBezTo>
                <a:lnTo>
                  <a:pt x="81734" y="84696"/>
                </a:lnTo>
                <a:lnTo>
                  <a:pt x="86089" y="101871"/>
                </a:lnTo>
                <a:lnTo>
                  <a:pt x="89420" y="102129"/>
                </a:lnTo>
                <a:cubicBezTo>
                  <a:pt x="96594" y="90592"/>
                  <a:pt x="105305" y="80337"/>
                  <a:pt x="117604" y="80337"/>
                </a:cubicBezTo>
                <a:cubicBezTo>
                  <a:pt x="126826" y="80337"/>
                  <a:pt x="142199" y="81619"/>
                  <a:pt x="142199" y="110589"/>
                </a:cubicBezTo>
                <a:cubicBezTo>
                  <a:pt x="142199" y="112383"/>
                  <a:pt x="141174" y="113408"/>
                  <a:pt x="140404" y="113666"/>
                </a:cubicBezTo>
                <a:lnTo>
                  <a:pt x="116580" y="119049"/>
                </a:lnTo>
                <a:cubicBezTo>
                  <a:pt x="90444" y="124945"/>
                  <a:pt x="74048" y="138788"/>
                  <a:pt x="74048" y="156221"/>
                </a:cubicBezTo>
                <a:cubicBezTo>
                  <a:pt x="74048" y="175190"/>
                  <a:pt x="87113" y="183900"/>
                  <a:pt x="106075" y="183900"/>
                </a:cubicBezTo>
                <a:cubicBezTo>
                  <a:pt x="120165" y="183900"/>
                  <a:pt x="127339" y="180573"/>
                  <a:pt x="140920" y="169040"/>
                </a:cubicBezTo>
                <a:lnTo>
                  <a:pt x="141945" y="169040"/>
                </a:lnTo>
                <a:close/>
                <a:moveTo>
                  <a:pt x="251348" y="116832"/>
                </a:moveTo>
                <a:cubicBezTo>
                  <a:pt x="251348" y="105303"/>
                  <a:pt x="250324" y="46117"/>
                  <a:pt x="197029" y="0"/>
                </a:cubicBezTo>
                <a:lnTo>
                  <a:pt x="191137" y="4355"/>
                </a:lnTo>
                <a:cubicBezTo>
                  <a:pt x="199590" y="14090"/>
                  <a:pt x="230080" y="49448"/>
                  <a:pt x="230080" y="116832"/>
                </a:cubicBezTo>
                <a:cubicBezTo>
                  <a:pt x="230080" y="184217"/>
                  <a:pt x="199336" y="219575"/>
                  <a:pt x="191137" y="228801"/>
                </a:cubicBezTo>
                <a:lnTo>
                  <a:pt x="197029" y="233411"/>
                </a:lnTo>
                <a:cubicBezTo>
                  <a:pt x="227520" y="207279"/>
                  <a:pt x="251348" y="164490"/>
                  <a:pt x="251348" y="116832"/>
                </a:cubicBezTo>
                <a:close/>
                <a:moveTo>
                  <a:pt x="353320" y="67303"/>
                </a:moveTo>
                <a:lnTo>
                  <a:pt x="353320" y="130109"/>
                </a:lnTo>
                <a:cubicBezTo>
                  <a:pt x="353320" y="149336"/>
                  <a:pt x="352807" y="167539"/>
                  <a:pt x="350759" y="181383"/>
                </a:cubicBezTo>
                <a:lnTo>
                  <a:pt x="351271" y="182149"/>
                </a:lnTo>
                <a:cubicBezTo>
                  <a:pt x="354344" y="181637"/>
                  <a:pt x="361264" y="181383"/>
                  <a:pt x="364337" y="181383"/>
                </a:cubicBezTo>
                <a:cubicBezTo>
                  <a:pt x="367413" y="181383"/>
                  <a:pt x="374329" y="181637"/>
                  <a:pt x="377406" y="182149"/>
                </a:cubicBezTo>
                <a:lnTo>
                  <a:pt x="377918" y="181383"/>
                </a:lnTo>
                <a:cubicBezTo>
                  <a:pt x="375866" y="166769"/>
                  <a:pt x="375354" y="149336"/>
                  <a:pt x="375354" y="130109"/>
                </a:cubicBezTo>
                <a:lnTo>
                  <a:pt x="375354" y="67303"/>
                </a:lnTo>
                <a:cubicBezTo>
                  <a:pt x="375354" y="48075"/>
                  <a:pt x="375866" y="29615"/>
                  <a:pt x="377918" y="16029"/>
                </a:cubicBezTo>
                <a:lnTo>
                  <a:pt x="377406" y="15259"/>
                </a:lnTo>
                <a:cubicBezTo>
                  <a:pt x="374329" y="15771"/>
                  <a:pt x="367413" y="16029"/>
                  <a:pt x="364337" y="16029"/>
                </a:cubicBezTo>
                <a:cubicBezTo>
                  <a:pt x="361264" y="16029"/>
                  <a:pt x="354344" y="15771"/>
                  <a:pt x="351271" y="15259"/>
                </a:cubicBezTo>
                <a:lnTo>
                  <a:pt x="350759" y="16029"/>
                </a:lnTo>
                <a:cubicBezTo>
                  <a:pt x="352807" y="30643"/>
                  <a:pt x="353320" y="48075"/>
                  <a:pt x="353320" y="67303"/>
                </a:cubicBezTo>
                <a:close/>
                <a:moveTo>
                  <a:pt x="425062" y="130125"/>
                </a:moveTo>
                <a:cubicBezTo>
                  <a:pt x="425062" y="149195"/>
                  <a:pt x="424702" y="167645"/>
                  <a:pt x="422755" y="181383"/>
                </a:cubicBezTo>
                <a:lnTo>
                  <a:pt x="423267" y="182149"/>
                </a:lnTo>
                <a:cubicBezTo>
                  <a:pt x="426340" y="181637"/>
                  <a:pt x="432236" y="181383"/>
                  <a:pt x="435309" y="181383"/>
                </a:cubicBezTo>
                <a:cubicBezTo>
                  <a:pt x="438385" y="181383"/>
                  <a:pt x="444277" y="181637"/>
                  <a:pt x="447350" y="182149"/>
                </a:cubicBezTo>
                <a:lnTo>
                  <a:pt x="447862" y="181383"/>
                </a:lnTo>
                <a:cubicBezTo>
                  <a:pt x="445864" y="166773"/>
                  <a:pt x="445559" y="149399"/>
                  <a:pt x="445559" y="130125"/>
                </a:cubicBezTo>
                <a:lnTo>
                  <a:pt x="445559" y="53244"/>
                </a:lnTo>
                <a:cubicBezTo>
                  <a:pt x="445559" y="34025"/>
                  <a:pt x="446634" y="21260"/>
                  <a:pt x="447862" y="5063"/>
                </a:cubicBezTo>
                <a:cubicBezTo>
                  <a:pt x="447862" y="3268"/>
                  <a:pt x="447147" y="2498"/>
                  <a:pt x="445559" y="2498"/>
                </a:cubicBezTo>
                <a:cubicBezTo>
                  <a:pt x="439152" y="5063"/>
                  <a:pt x="433670" y="6857"/>
                  <a:pt x="423267" y="7627"/>
                </a:cubicBezTo>
                <a:lnTo>
                  <a:pt x="422755" y="8394"/>
                </a:lnTo>
                <a:cubicBezTo>
                  <a:pt x="424753" y="19364"/>
                  <a:pt x="425062" y="38380"/>
                  <a:pt x="425062" y="57857"/>
                </a:cubicBezTo>
                <a:lnTo>
                  <a:pt x="425062" y="130125"/>
                </a:lnTo>
                <a:close/>
                <a:moveTo>
                  <a:pt x="489628" y="130125"/>
                </a:moveTo>
                <a:cubicBezTo>
                  <a:pt x="489628" y="149195"/>
                  <a:pt x="489268" y="167645"/>
                  <a:pt x="487321" y="181383"/>
                </a:cubicBezTo>
                <a:lnTo>
                  <a:pt x="487833" y="182149"/>
                </a:lnTo>
                <a:cubicBezTo>
                  <a:pt x="490906" y="181637"/>
                  <a:pt x="496802" y="181383"/>
                  <a:pt x="499875" y="181383"/>
                </a:cubicBezTo>
                <a:cubicBezTo>
                  <a:pt x="502951" y="181383"/>
                  <a:pt x="508843" y="181637"/>
                  <a:pt x="511916" y="182149"/>
                </a:cubicBezTo>
                <a:lnTo>
                  <a:pt x="512428" y="181383"/>
                </a:lnTo>
                <a:cubicBezTo>
                  <a:pt x="510430" y="166773"/>
                  <a:pt x="510125" y="149399"/>
                  <a:pt x="510125" y="130125"/>
                </a:cubicBezTo>
                <a:lnTo>
                  <a:pt x="510125" y="53244"/>
                </a:lnTo>
                <a:cubicBezTo>
                  <a:pt x="510125" y="34025"/>
                  <a:pt x="511201" y="21260"/>
                  <a:pt x="512428" y="5063"/>
                </a:cubicBezTo>
                <a:cubicBezTo>
                  <a:pt x="512428" y="3268"/>
                  <a:pt x="511713" y="2498"/>
                  <a:pt x="510125" y="2498"/>
                </a:cubicBezTo>
                <a:cubicBezTo>
                  <a:pt x="503718" y="5063"/>
                  <a:pt x="498237" y="6857"/>
                  <a:pt x="487833" y="7627"/>
                </a:cubicBezTo>
                <a:lnTo>
                  <a:pt x="487321" y="8394"/>
                </a:lnTo>
                <a:cubicBezTo>
                  <a:pt x="489319" y="19364"/>
                  <a:pt x="489628" y="38380"/>
                  <a:pt x="489628" y="57857"/>
                </a:cubicBezTo>
                <a:lnTo>
                  <a:pt x="489628" y="130125"/>
                </a:lnTo>
                <a:close/>
                <a:moveTo>
                  <a:pt x="624652" y="157836"/>
                </a:moveTo>
                <a:lnTo>
                  <a:pt x="625676" y="158602"/>
                </a:lnTo>
                <a:lnTo>
                  <a:pt x="626958" y="181383"/>
                </a:lnTo>
                <a:cubicBezTo>
                  <a:pt x="626958" y="181895"/>
                  <a:pt x="627267" y="182149"/>
                  <a:pt x="627982" y="182149"/>
                </a:cubicBezTo>
                <a:cubicBezTo>
                  <a:pt x="631364" y="181691"/>
                  <a:pt x="634390" y="181383"/>
                  <a:pt x="638128" y="181383"/>
                </a:cubicBezTo>
                <a:cubicBezTo>
                  <a:pt x="641306" y="181383"/>
                  <a:pt x="646174" y="181641"/>
                  <a:pt x="649504" y="182149"/>
                </a:cubicBezTo>
                <a:lnTo>
                  <a:pt x="650017" y="181383"/>
                </a:lnTo>
                <a:cubicBezTo>
                  <a:pt x="647968" y="170377"/>
                  <a:pt x="645661" y="151436"/>
                  <a:pt x="645661" y="132240"/>
                </a:cubicBezTo>
                <a:lnTo>
                  <a:pt x="645661" y="117649"/>
                </a:lnTo>
                <a:cubicBezTo>
                  <a:pt x="645661" y="98450"/>
                  <a:pt x="645919" y="85142"/>
                  <a:pt x="647968" y="71576"/>
                </a:cubicBezTo>
                <a:lnTo>
                  <a:pt x="647456" y="70805"/>
                </a:lnTo>
                <a:cubicBezTo>
                  <a:pt x="644379" y="71318"/>
                  <a:pt x="638487" y="71576"/>
                  <a:pt x="635415" y="71576"/>
                </a:cubicBezTo>
                <a:cubicBezTo>
                  <a:pt x="632338" y="71576"/>
                  <a:pt x="626446" y="71318"/>
                  <a:pt x="623373" y="70805"/>
                </a:cubicBezTo>
                <a:lnTo>
                  <a:pt x="622857" y="71576"/>
                </a:lnTo>
                <a:cubicBezTo>
                  <a:pt x="624859" y="86217"/>
                  <a:pt x="625164" y="98196"/>
                  <a:pt x="625164" y="117649"/>
                </a:cubicBezTo>
                <a:lnTo>
                  <a:pt x="625164" y="142733"/>
                </a:lnTo>
                <a:cubicBezTo>
                  <a:pt x="617376" y="155842"/>
                  <a:pt x="602617" y="169552"/>
                  <a:pt x="590064" y="169552"/>
                </a:cubicBezTo>
                <a:cubicBezTo>
                  <a:pt x="581248" y="169552"/>
                  <a:pt x="572897" y="166741"/>
                  <a:pt x="572897" y="142948"/>
                </a:cubicBezTo>
                <a:lnTo>
                  <a:pt x="572897" y="117622"/>
                </a:lnTo>
                <a:cubicBezTo>
                  <a:pt x="572897" y="98434"/>
                  <a:pt x="573151" y="85134"/>
                  <a:pt x="575204" y="71576"/>
                </a:cubicBezTo>
                <a:lnTo>
                  <a:pt x="574692" y="70805"/>
                </a:lnTo>
                <a:cubicBezTo>
                  <a:pt x="571615" y="71318"/>
                  <a:pt x="565723" y="71576"/>
                  <a:pt x="562646" y="71576"/>
                </a:cubicBezTo>
                <a:cubicBezTo>
                  <a:pt x="559574" y="71576"/>
                  <a:pt x="553682" y="71318"/>
                  <a:pt x="550605" y="70805"/>
                </a:cubicBezTo>
                <a:lnTo>
                  <a:pt x="550093" y="71576"/>
                </a:lnTo>
                <a:cubicBezTo>
                  <a:pt x="552142" y="86154"/>
                  <a:pt x="552400" y="98180"/>
                  <a:pt x="552400" y="117622"/>
                </a:cubicBezTo>
                <a:lnTo>
                  <a:pt x="552400" y="148320"/>
                </a:lnTo>
                <a:cubicBezTo>
                  <a:pt x="552400" y="165971"/>
                  <a:pt x="560598" y="183900"/>
                  <a:pt x="585963" y="183900"/>
                </a:cubicBezTo>
                <a:cubicBezTo>
                  <a:pt x="601847" y="183900"/>
                  <a:pt x="616195" y="170835"/>
                  <a:pt x="624652" y="157785"/>
                </a:cubicBezTo>
                <a:lnTo>
                  <a:pt x="624652" y="157836"/>
                </a:lnTo>
                <a:close/>
                <a:moveTo>
                  <a:pt x="681531" y="155451"/>
                </a:moveTo>
                <a:lnTo>
                  <a:pt x="677175" y="176984"/>
                </a:lnTo>
                <a:cubicBezTo>
                  <a:pt x="691781" y="182110"/>
                  <a:pt x="706129" y="183900"/>
                  <a:pt x="715864" y="183900"/>
                </a:cubicBezTo>
                <a:cubicBezTo>
                  <a:pt x="751222" y="183900"/>
                  <a:pt x="759420" y="162887"/>
                  <a:pt x="759420" y="148785"/>
                </a:cubicBezTo>
                <a:cubicBezTo>
                  <a:pt x="759420" y="127763"/>
                  <a:pt x="742766" y="119561"/>
                  <a:pt x="724575" y="115202"/>
                </a:cubicBezTo>
                <a:cubicBezTo>
                  <a:pt x="714891" y="112895"/>
                  <a:pt x="700750" y="108024"/>
                  <a:pt x="700750" y="95205"/>
                </a:cubicBezTo>
                <a:cubicBezTo>
                  <a:pt x="700750" y="84692"/>
                  <a:pt x="709202" y="79055"/>
                  <a:pt x="720219" y="79055"/>
                </a:cubicBezTo>
                <a:cubicBezTo>
                  <a:pt x="733543" y="79055"/>
                  <a:pt x="741741" y="89563"/>
                  <a:pt x="747637" y="96487"/>
                </a:cubicBezTo>
                <a:lnTo>
                  <a:pt x="751222" y="96229"/>
                </a:lnTo>
                <a:lnTo>
                  <a:pt x="756347" y="77260"/>
                </a:lnTo>
                <a:lnTo>
                  <a:pt x="755835" y="76494"/>
                </a:lnTo>
                <a:cubicBezTo>
                  <a:pt x="748403" y="72651"/>
                  <a:pt x="734313" y="68804"/>
                  <a:pt x="721244" y="68804"/>
                </a:cubicBezTo>
                <a:cubicBezTo>
                  <a:pt x="702286" y="68804"/>
                  <a:pt x="682555" y="78797"/>
                  <a:pt x="682555" y="100076"/>
                </a:cubicBezTo>
                <a:cubicBezTo>
                  <a:pt x="682555" y="120586"/>
                  <a:pt x="697880" y="127353"/>
                  <a:pt x="713303" y="131610"/>
                </a:cubicBezTo>
                <a:cubicBezTo>
                  <a:pt x="728163" y="135711"/>
                  <a:pt x="739181" y="139813"/>
                  <a:pt x="739181" y="152374"/>
                </a:cubicBezTo>
                <a:cubicBezTo>
                  <a:pt x="739181" y="165963"/>
                  <a:pt x="729188" y="173653"/>
                  <a:pt x="715610" y="173653"/>
                </a:cubicBezTo>
                <a:cubicBezTo>
                  <a:pt x="703311" y="173653"/>
                  <a:pt x="692548" y="165193"/>
                  <a:pt x="685374" y="155197"/>
                </a:cubicBezTo>
                <a:lnTo>
                  <a:pt x="681531" y="155451"/>
                </a:lnTo>
                <a:close/>
                <a:moveTo>
                  <a:pt x="794521" y="71556"/>
                </a:moveTo>
                <a:cubicBezTo>
                  <a:pt x="789294" y="71556"/>
                  <a:pt x="783864" y="71454"/>
                  <a:pt x="780685" y="71044"/>
                </a:cubicBezTo>
                <a:cubicBezTo>
                  <a:pt x="778945" y="75247"/>
                  <a:pt x="777561" y="77706"/>
                  <a:pt x="775051" y="81549"/>
                </a:cubicBezTo>
                <a:lnTo>
                  <a:pt x="776330" y="83343"/>
                </a:lnTo>
                <a:cubicBezTo>
                  <a:pt x="780740" y="83034"/>
                  <a:pt x="788680" y="82882"/>
                  <a:pt x="794521" y="82831"/>
                </a:cubicBezTo>
                <a:lnTo>
                  <a:pt x="794521" y="117884"/>
                </a:lnTo>
                <a:cubicBezTo>
                  <a:pt x="794521" y="133237"/>
                  <a:pt x="793755" y="151662"/>
                  <a:pt x="793755" y="159337"/>
                </a:cubicBezTo>
                <a:cubicBezTo>
                  <a:pt x="793755" y="175976"/>
                  <a:pt x="804514" y="183900"/>
                  <a:pt x="816301" y="183900"/>
                </a:cubicBezTo>
                <a:cubicBezTo>
                  <a:pt x="827064" y="183900"/>
                  <a:pt x="835262" y="181344"/>
                  <a:pt x="846021" y="174443"/>
                </a:cubicBezTo>
                <a:lnTo>
                  <a:pt x="842897" y="168137"/>
                </a:lnTo>
                <a:cubicBezTo>
                  <a:pt x="835004" y="170854"/>
                  <a:pt x="829112" y="171112"/>
                  <a:pt x="822705" y="170088"/>
                </a:cubicBezTo>
                <a:cubicBezTo>
                  <a:pt x="816610" y="169114"/>
                  <a:pt x="814252" y="162969"/>
                  <a:pt x="814252" y="149102"/>
                </a:cubicBezTo>
                <a:cubicBezTo>
                  <a:pt x="814252" y="141427"/>
                  <a:pt x="815019" y="130422"/>
                  <a:pt x="815019" y="115073"/>
                </a:cubicBezTo>
                <a:lnTo>
                  <a:pt x="815019" y="82831"/>
                </a:lnTo>
                <a:lnTo>
                  <a:pt x="824757" y="82831"/>
                </a:lnTo>
                <a:cubicBezTo>
                  <a:pt x="830907" y="82831"/>
                  <a:pt x="839821" y="83034"/>
                  <a:pt x="843202" y="83343"/>
                </a:cubicBezTo>
                <a:cubicBezTo>
                  <a:pt x="843973" y="79246"/>
                  <a:pt x="844743" y="76631"/>
                  <a:pt x="846279" y="72838"/>
                </a:cubicBezTo>
                <a:lnTo>
                  <a:pt x="844997" y="71044"/>
                </a:lnTo>
                <a:cubicBezTo>
                  <a:pt x="840384" y="71251"/>
                  <a:pt x="832956" y="71556"/>
                  <a:pt x="827064" y="71556"/>
                </a:cubicBezTo>
                <a:lnTo>
                  <a:pt x="815019" y="71556"/>
                </a:lnTo>
                <a:cubicBezTo>
                  <a:pt x="815019" y="52392"/>
                  <a:pt x="815175" y="49010"/>
                  <a:pt x="816301" y="34150"/>
                </a:cubicBezTo>
                <a:cubicBezTo>
                  <a:pt x="816301" y="32304"/>
                  <a:pt x="815585" y="31589"/>
                  <a:pt x="813994" y="31589"/>
                </a:cubicBezTo>
                <a:cubicBezTo>
                  <a:pt x="807590" y="34150"/>
                  <a:pt x="804412" y="36867"/>
                  <a:pt x="796061" y="37993"/>
                </a:cubicBezTo>
                <a:lnTo>
                  <a:pt x="795549" y="38763"/>
                </a:lnTo>
                <a:cubicBezTo>
                  <a:pt x="795037" y="47681"/>
                  <a:pt x="794521" y="56696"/>
                  <a:pt x="794521" y="71556"/>
                </a:cubicBezTo>
                <a:close/>
                <a:moveTo>
                  <a:pt x="900083" y="95717"/>
                </a:moveTo>
                <a:lnTo>
                  <a:pt x="900083" y="72393"/>
                </a:lnTo>
                <a:cubicBezTo>
                  <a:pt x="900083" y="70395"/>
                  <a:pt x="899774" y="69832"/>
                  <a:pt x="898547" y="69832"/>
                </a:cubicBezTo>
                <a:cubicBezTo>
                  <a:pt x="892808" y="70958"/>
                  <a:pt x="883636" y="71161"/>
                  <a:pt x="877791" y="70598"/>
                </a:cubicBezTo>
                <a:lnTo>
                  <a:pt x="877279" y="71368"/>
                </a:lnTo>
                <a:cubicBezTo>
                  <a:pt x="879073" y="82436"/>
                  <a:pt x="879585" y="101875"/>
                  <a:pt x="879585" y="121109"/>
                </a:cubicBezTo>
                <a:lnTo>
                  <a:pt x="879585" y="135215"/>
                </a:lnTo>
                <a:cubicBezTo>
                  <a:pt x="879585" y="154450"/>
                  <a:pt x="879281" y="167582"/>
                  <a:pt x="877279" y="181383"/>
                </a:cubicBezTo>
                <a:lnTo>
                  <a:pt x="877791" y="182149"/>
                </a:lnTo>
                <a:cubicBezTo>
                  <a:pt x="880868" y="181637"/>
                  <a:pt x="886759" y="181383"/>
                  <a:pt x="889836" y="181383"/>
                </a:cubicBezTo>
                <a:cubicBezTo>
                  <a:pt x="892909" y="181383"/>
                  <a:pt x="898801" y="181637"/>
                  <a:pt x="901878" y="182149"/>
                </a:cubicBezTo>
                <a:lnTo>
                  <a:pt x="902390" y="181383"/>
                </a:lnTo>
                <a:cubicBezTo>
                  <a:pt x="900494" y="166761"/>
                  <a:pt x="900083" y="154708"/>
                  <a:pt x="900083" y="135215"/>
                </a:cubicBezTo>
                <a:lnTo>
                  <a:pt x="900083" y="121880"/>
                </a:lnTo>
                <a:cubicBezTo>
                  <a:pt x="900083" y="111105"/>
                  <a:pt x="903312" y="104951"/>
                  <a:pt x="908794" y="96487"/>
                </a:cubicBezTo>
                <a:cubicBezTo>
                  <a:pt x="912535" y="90795"/>
                  <a:pt x="918274" y="87511"/>
                  <a:pt x="923142" y="87511"/>
                </a:cubicBezTo>
                <a:cubicBezTo>
                  <a:pt x="928267" y="87511"/>
                  <a:pt x="933134" y="88023"/>
                  <a:pt x="936465" y="91100"/>
                </a:cubicBezTo>
                <a:lnTo>
                  <a:pt x="938514" y="90588"/>
                </a:lnTo>
                <a:lnTo>
                  <a:pt x="943639" y="71623"/>
                </a:lnTo>
                <a:lnTo>
                  <a:pt x="942615" y="70598"/>
                </a:lnTo>
                <a:cubicBezTo>
                  <a:pt x="938260" y="69320"/>
                  <a:pt x="938002" y="68804"/>
                  <a:pt x="933392" y="68804"/>
                </a:cubicBezTo>
                <a:cubicBezTo>
                  <a:pt x="919557" y="68804"/>
                  <a:pt x="912125" y="76748"/>
                  <a:pt x="900853" y="96229"/>
                </a:cubicBezTo>
                <a:lnTo>
                  <a:pt x="900083" y="95717"/>
                </a:lnTo>
                <a:close/>
                <a:moveTo>
                  <a:pt x="1027680" y="123662"/>
                </a:moveTo>
                <a:lnTo>
                  <a:pt x="1026655" y="154172"/>
                </a:lnTo>
                <a:cubicBezTo>
                  <a:pt x="1026655" y="157503"/>
                  <a:pt x="1025115" y="159298"/>
                  <a:pt x="1023066" y="160838"/>
                </a:cubicBezTo>
                <a:cubicBezTo>
                  <a:pt x="1015892" y="166221"/>
                  <a:pt x="1007182" y="170835"/>
                  <a:pt x="999496" y="170835"/>
                </a:cubicBezTo>
                <a:cubicBezTo>
                  <a:pt x="987967" y="170835"/>
                  <a:pt x="980535" y="163145"/>
                  <a:pt x="980535" y="155197"/>
                </a:cubicBezTo>
                <a:cubicBezTo>
                  <a:pt x="980535" y="143660"/>
                  <a:pt x="985914" y="134941"/>
                  <a:pt x="1005900" y="129558"/>
                </a:cubicBezTo>
                <a:lnTo>
                  <a:pt x="1027680" y="123662"/>
                </a:lnTo>
                <a:moveTo>
                  <a:pt x="1027680" y="169040"/>
                </a:moveTo>
                <a:cubicBezTo>
                  <a:pt x="1030651" y="179033"/>
                  <a:pt x="1038286" y="183900"/>
                  <a:pt x="1047665" y="183900"/>
                </a:cubicBezTo>
                <a:cubicBezTo>
                  <a:pt x="1054120" y="183900"/>
                  <a:pt x="1062013" y="182364"/>
                  <a:pt x="1068057" y="175960"/>
                </a:cubicBezTo>
                <a:lnTo>
                  <a:pt x="1066161" y="169603"/>
                </a:lnTo>
                <a:cubicBezTo>
                  <a:pt x="1063342" y="170581"/>
                  <a:pt x="1061192" y="170936"/>
                  <a:pt x="1059245" y="170936"/>
                </a:cubicBezTo>
                <a:cubicBezTo>
                  <a:pt x="1056681" y="170936"/>
                  <a:pt x="1053299" y="170475"/>
                  <a:pt x="1051712" y="169040"/>
                </a:cubicBezTo>
                <a:cubicBezTo>
                  <a:pt x="1049100" y="166683"/>
                  <a:pt x="1047458" y="160428"/>
                  <a:pt x="1047458" y="149043"/>
                </a:cubicBezTo>
                <a:cubicBezTo>
                  <a:pt x="1047458" y="141607"/>
                  <a:pt x="1048177" y="113153"/>
                  <a:pt x="1048177" y="110331"/>
                </a:cubicBezTo>
                <a:cubicBezTo>
                  <a:pt x="1048177" y="75724"/>
                  <a:pt x="1025373" y="68804"/>
                  <a:pt x="1005900" y="68804"/>
                </a:cubicBezTo>
                <a:cubicBezTo>
                  <a:pt x="986426" y="68804"/>
                  <a:pt x="974643" y="78284"/>
                  <a:pt x="968235" y="83668"/>
                </a:cubicBezTo>
                <a:lnTo>
                  <a:pt x="967469" y="84696"/>
                </a:lnTo>
                <a:lnTo>
                  <a:pt x="971824" y="101871"/>
                </a:lnTo>
                <a:lnTo>
                  <a:pt x="975155" y="102129"/>
                </a:lnTo>
                <a:cubicBezTo>
                  <a:pt x="982329" y="90592"/>
                  <a:pt x="991040" y="80337"/>
                  <a:pt x="1003339" y="80337"/>
                </a:cubicBezTo>
                <a:cubicBezTo>
                  <a:pt x="1012561" y="80337"/>
                  <a:pt x="1027934" y="81619"/>
                  <a:pt x="1027934" y="110589"/>
                </a:cubicBezTo>
                <a:cubicBezTo>
                  <a:pt x="1027934" y="112383"/>
                  <a:pt x="1026909" y="113408"/>
                  <a:pt x="1026139" y="113666"/>
                </a:cubicBezTo>
                <a:lnTo>
                  <a:pt x="1002315" y="119049"/>
                </a:lnTo>
                <a:cubicBezTo>
                  <a:pt x="976179" y="124945"/>
                  <a:pt x="959783" y="138788"/>
                  <a:pt x="959783" y="156221"/>
                </a:cubicBezTo>
                <a:cubicBezTo>
                  <a:pt x="959783" y="175190"/>
                  <a:pt x="972848" y="183900"/>
                  <a:pt x="991810" y="183900"/>
                </a:cubicBezTo>
                <a:cubicBezTo>
                  <a:pt x="1005900" y="183900"/>
                  <a:pt x="1013074" y="180573"/>
                  <a:pt x="1026655" y="169040"/>
                </a:cubicBezTo>
                <a:lnTo>
                  <a:pt x="1027680" y="169040"/>
                </a:lnTo>
                <a:close/>
                <a:moveTo>
                  <a:pt x="1095830" y="71556"/>
                </a:moveTo>
                <a:cubicBezTo>
                  <a:pt x="1090603" y="71556"/>
                  <a:pt x="1085172" y="71454"/>
                  <a:pt x="1081994" y="71044"/>
                </a:cubicBezTo>
                <a:cubicBezTo>
                  <a:pt x="1080254" y="75247"/>
                  <a:pt x="1078870" y="77706"/>
                  <a:pt x="1076360" y="81549"/>
                </a:cubicBezTo>
                <a:lnTo>
                  <a:pt x="1077639" y="83343"/>
                </a:lnTo>
                <a:cubicBezTo>
                  <a:pt x="1082049" y="83034"/>
                  <a:pt x="1089989" y="82882"/>
                  <a:pt x="1095830" y="82831"/>
                </a:cubicBezTo>
                <a:lnTo>
                  <a:pt x="1095830" y="117884"/>
                </a:lnTo>
                <a:cubicBezTo>
                  <a:pt x="1095830" y="133237"/>
                  <a:pt x="1095063" y="151662"/>
                  <a:pt x="1095063" y="159337"/>
                </a:cubicBezTo>
                <a:cubicBezTo>
                  <a:pt x="1095063" y="175976"/>
                  <a:pt x="1105823" y="183900"/>
                  <a:pt x="1117610" y="183900"/>
                </a:cubicBezTo>
                <a:cubicBezTo>
                  <a:pt x="1128373" y="183900"/>
                  <a:pt x="1136571" y="181344"/>
                  <a:pt x="1147330" y="174443"/>
                </a:cubicBezTo>
                <a:lnTo>
                  <a:pt x="1144206" y="168137"/>
                </a:lnTo>
                <a:cubicBezTo>
                  <a:pt x="1136313" y="170854"/>
                  <a:pt x="1130421" y="171112"/>
                  <a:pt x="1124014" y="170088"/>
                </a:cubicBezTo>
                <a:cubicBezTo>
                  <a:pt x="1117919" y="169114"/>
                  <a:pt x="1115561" y="162969"/>
                  <a:pt x="1115561" y="149102"/>
                </a:cubicBezTo>
                <a:cubicBezTo>
                  <a:pt x="1115561" y="141427"/>
                  <a:pt x="1116327" y="130422"/>
                  <a:pt x="1116327" y="115073"/>
                </a:cubicBezTo>
                <a:lnTo>
                  <a:pt x="1116327" y="82831"/>
                </a:lnTo>
                <a:lnTo>
                  <a:pt x="1126066" y="82831"/>
                </a:lnTo>
                <a:cubicBezTo>
                  <a:pt x="1132216" y="82831"/>
                  <a:pt x="1141129" y="83034"/>
                  <a:pt x="1144511" y="83343"/>
                </a:cubicBezTo>
                <a:cubicBezTo>
                  <a:pt x="1145281" y="79246"/>
                  <a:pt x="1146052" y="76631"/>
                  <a:pt x="1147588" y="72838"/>
                </a:cubicBezTo>
                <a:lnTo>
                  <a:pt x="1146306" y="71044"/>
                </a:lnTo>
                <a:cubicBezTo>
                  <a:pt x="1141692" y="71251"/>
                  <a:pt x="1134264" y="71556"/>
                  <a:pt x="1128373" y="71556"/>
                </a:cubicBezTo>
                <a:lnTo>
                  <a:pt x="1116327" y="71556"/>
                </a:lnTo>
                <a:cubicBezTo>
                  <a:pt x="1116327" y="52392"/>
                  <a:pt x="1116484" y="49010"/>
                  <a:pt x="1117610" y="34150"/>
                </a:cubicBezTo>
                <a:cubicBezTo>
                  <a:pt x="1117610" y="32304"/>
                  <a:pt x="1116894" y="31589"/>
                  <a:pt x="1115303" y="31589"/>
                </a:cubicBezTo>
                <a:cubicBezTo>
                  <a:pt x="1108899" y="34150"/>
                  <a:pt x="1105721" y="36867"/>
                  <a:pt x="1097370" y="37993"/>
                </a:cubicBezTo>
                <a:lnTo>
                  <a:pt x="1096858" y="38763"/>
                </a:lnTo>
                <a:cubicBezTo>
                  <a:pt x="1096346" y="47681"/>
                  <a:pt x="1095830" y="56696"/>
                  <a:pt x="1095830" y="71556"/>
                </a:cubicBezTo>
                <a:close/>
                <a:moveTo>
                  <a:pt x="1179100" y="28328"/>
                </a:moveTo>
                <a:cubicBezTo>
                  <a:pt x="1179100" y="35244"/>
                  <a:pt x="1185249" y="41394"/>
                  <a:pt x="1192169" y="41394"/>
                </a:cubicBezTo>
                <a:cubicBezTo>
                  <a:pt x="1199085" y="41394"/>
                  <a:pt x="1205235" y="35244"/>
                  <a:pt x="1205235" y="28328"/>
                </a:cubicBezTo>
                <a:cubicBezTo>
                  <a:pt x="1205235" y="21409"/>
                  <a:pt x="1199085" y="15259"/>
                  <a:pt x="1192169" y="15259"/>
                </a:cubicBezTo>
                <a:cubicBezTo>
                  <a:pt x="1185249" y="15259"/>
                  <a:pt x="1179100" y="21409"/>
                  <a:pt x="1179100" y="28328"/>
                </a:cubicBezTo>
                <a:moveTo>
                  <a:pt x="1181664" y="121234"/>
                </a:moveTo>
                <a:lnTo>
                  <a:pt x="1181664" y="135313"/>
                </a:lnTo>
                <a:cubicBezTo>
                  <a:pt x="1181664" y="154508"/>
                  <a:pt x="1181203" y="167562"/>
                  <a:pt x="1179358" y="181383"/>
                </a:cubicBezTo>
                <a:lnTo>
                  <a:pt x="1179870" y="182149"/>
                </a:lnTo>
                <a:cubicBezTo>
                  <a:pt x="1182943" y="181641"/>
                  <a:pt x="1188838" y="181383"/>
                  <a:pt x="1191911" y="181383"/>
                </a:cubicBezTo>
                <a:cubicBezTo>
                  <a:pt x="1194988" y="181383"/>
                  <a:pt x="1200880" y="181641"/>
                  <a:pt x="1203953" y="182149"/>
                </a:cubicBezTo>
                <a:lnTo>
                  <a:pt x="1204465" y="181383"/>
                </a:lnTo>
                <a:cubicBezTo>
                  <a:pt x="1202623" y="166847"/>
                  <a:pt x="1202162" y="154763"/>
                  <a:pt x="1202162" y="135313"/>
                </a:cubicBezTo>
                <a:lnTo>
                  <a:pt x="1202162" y="117141"/>
                </a:lnTo>
                <a:cubicBezTo>
                  <a:pt x="1202162" y="97945"/>
                  <a:pt x="1202827" y="88731"/>
                  <a:pt x="1204465" y="73116"/>
                </a:cubicBezTo>
                <a:cubicBezTo>
                  <a:pt x="1204465" y="70813"/>
                  <a:pt x="1204160" y="70555"/>
                  <a:pt x="1202162" y="70555"/>
                </a:cubicBezTo>
                <a:cubicBezTo>
                  <a:pt x="1196317" y="71122"/>
                  <a:pt x="1185300" y="71275"/>
                  <a:pt x="1179870" y="70813"/>
                </a:cubicBezTo>
                <a:lnTo>
                  <a:pt x="1179358" y="71580"/>
                </a:lnTo>
                <a:cubicBezTo>
                  <a:pt x="1180945" y="82534"/>
                  <a:pt x="1181664" y="102039"/>
                  <a:pt x="1181664" y="121234"/>
                </a:cubicBezTo>
                <a:close/>
                <a:moveTo>
                  <a:pt x="1234957" y="128788"/>
                </a:moveTo>
                <a:cubicBezTo>
                  <a:pt x="1234957" y="159552"/>
                  <a:pt x="1255196" y="183900"/>
                  <a:pt x="1289276" y="183900"/>
                </a:cubicBezTo>
                <a:cubicBezTo>
                  <a:pt x="1323093" y="183900"/>
                  <a:pt x="1343591" y="160068"/>
                  <a:pt x="1343591" y="126481"/>
                </a:cubicBezTo>
                <a:cubicBezTo>
                  <a:pt x="1343591" y="91616"/>
                  <a:pt x="1324887" y="68804"/>
                  <a:pt x="1290300" y="68804"/>
                </a:cubicBezTo>
                <a:cubicBezTo>
                  <a:pt x="1256733" y="68804"/>
                  <a:pt x="1234957" y="92386"/>
                  <a:pt x="1234957" y="128788"/>
                </a:cubicBezTo>
                <a:moveTo>
                  <a:pt x="1288505" y="79055"/>
                </a:moveTo>
                <a:cubicBezTo>
                  <a:pt x="1315665" y="79055"/>
                  <a:pt x="1321044" y="100076"/>
                  <a:pt x="1321044" y="131098"/>
                </a:cubicBezTo>
                <a:cubicBezTo>
                  <a:pt x="1321044" y="155451"/>
                  <a:pt x="1308745" y="173653"/>
                  <a:pt x="1291578" y="173653"/>
                </a:cubicBezTo>
                <a:cubicBezTo>
                  <a:pt x="1264423" y="173653"/>
                  <a:pt x="1257503" y="144172"/>
                  <a:pt x="1257503" y="124432"/>
                </a:cubicBezTo>
                <a:cubicBezTo>
                  <a:pt x="1257503" y="102129"/>
                  <a:pt x="1264423" y="79055"/>
                  <a:pt x="1288505" y="79055"/>
                </a:cubicBezTo>
                <a:close/>
                <a:moveTo>
                  <a:pt x="1471186" y="135215"/>
                </a:moveTo>
                <a:cubicBezTo>
                  <a:pt x="1471186" y="127009"/>
                  <a:pt x="1471698" y="117520"/>
                  <a:pt x="1471698" y="109314"/>
                </a:cubicBezTo>
                <a:cubicBezTo>
                  <a:pt x="1471698" y="82640"/>
                  <a:pt x="1462988" y="68804"/>
                  <a:pt x="1439929" y="68804"/>
                </a:cubicBezTo>
                <a:cubicBezTo>
                  <a:pt x="1430191" y="68804"/>
                  <a:pt x="1412000" y="72651"/>
                  <a:pt x="1395603" y="91874"/>
                </a:cubicBezTo>
                <a:lnTo>
                  <a:pt x="1395091" y="91104"/>
                </a:lnTo>
                <a:lnTo>
                  <a:pt x="1395091" y="72393"/>
                </a:lnTo>
                <a:cubicBezTo>
                  <a:pt x="1395040" y="70395"/>
                  <a:pt x="1394782" y="69832"/>
                  <a:pt x="1393554" y="69832"/>
                </a:cubicBezTo>
                <a:cubicBezTo>
                  <a:pt x="1387815" y="70958"/>
                  <a:pt x="1378640" y="71161"/>
                  <a:pt x="1372799" y="70598"/>
                </a:cubicBezTo>
                <a:lnTo>
                  <a:pt x="1372287" y="71368"/>
                </a:lnTo>
                <a:cubicBezTo>
                  <a:pt x="1374081" y="82436"/>
                  <a:pt x="1374593" y="101875"/>
                  <a:pt x="1374593" y="121109"/>
                </a:cubicBezTo>
                <a:lnTo>
                  <a:pt x="1374593" y="135215"/>
                </a:lnTo>
                <a:cubicBezTo>
                  <a:pt x="1374593" y="154454"/>
                  <a:pt x="1374335" y="167531"/>
                  <a:pt x="1372287" y="181383"/>
                </a:cubicBezTo>
                <a:lnTo>
                  <a:pt x="1372799" y="182149"/>
                </a:lnTo>
                <a:cubicBezTo>
                  <a:pt x="1375876" y="181637"/>
                  <a:pt x="1381767" y="181383"/>
                  <a:pt x="1384840" y="181383"/>
                </a:cubicBezTo>
                <a:cubicBezTo>
                  <a:pt x="1387917" y="181383"/>
                  <a:pt x="1393809" y="181637"/>
                  <a:pt x="1396885" y="182149"/>
                </a:cubicBezTo>
                <a:lnTo>
                  <a:pt x="1397397" y="181383"/>
                </a:lnTo>
                <a:cubicBezTo>
                  <a:pt x="1395345" y="166761"/>
                  <a:pt x="1395091" y="154708"/>
                  <a:pt x="1395091" y="135215"/>
                </a:cubicBezTo>
                <a:lnTo>
                  <a:pt x="1395091" y="105209"/>
                </a:lnTo>
                <a:cubicBezTo>
                  <a:pt x="1408157" y="89821"/>
                  <a:pt x="1423017" y="84180"/>
                  <a:pt x="1432243" y="84180"/>
                </a:cubicBezTo>
                <a:cubicBezTo>
                  <a:pt x="1445309" y="84180"/>
                  <a:pt x="1450688" y="89309"/>
                  <a:pt x="1450688" y="110081"/>
                </a:cubicBezTo>
                <a:lnTo>
                  <a:pt x="1450688" y="135215"/>
                </a:lnTo>
                <a:cubicBezTo>
                  <a:pt x="1450688" y="154454"/>
                  <a:pt x="1450227" y="167582"/>
                  <a:pt x="1448382" y="181383"/>
                </a:cubicBezTo>
                <a:lnTo>
                  <a:pt x="1448894" y="182149"/>
                </a:lnTo>
                <a:cubicBezTo>
                  <a:pt x="1451971" y="181637"/>
                  <a:pt x="1457862" y="181383"/>
                  <a:pt x="1460939" y="181383"/>
                </a:cubicBezTo>
                <a:cubicBezTo>
                  <a:pt x="1464012" y="181383"/>
                  <a:pt x="1469904" y="181637"/>
                  <a:pt x="1472980" y="182149"/>
                </a:cubicBezTo>
                <a:lnTo>
                  <a:pt x="1473493" y="181383"/>
                </a:lnTo>
                <a:cubicBezTo>
                  <a:pt x="1471495" y="166761"/>
                  <a:pt x="1471186" y="154708"/>
                  <a:pt x="1471186" y="135215"/>
                </a:cubicBezTo>
                <a:close/>
                <a:moveTo>
                  <a:pt x="1565218" y="128788"/>
                </a:moveTo>
                <a:cubicBezTo>
                  <a:pt x="1565218" y="159552"/>
                  <a:pt x="1585457" y="183900"/>
                  <a:pt x="1619537" y="183900"/>
                </a:cubicBezTo>
                <a:cubicBezTo>
                  <a:pt x="1653354" y="183900"/>
                  <a:pt x="1673852" y="160068"/>
                  <a:pt x="1673852" y="126481"/>
                </a:cubicBezTo>
                <a:cubicBezTo>
                  <a:pt x="1673852" y="91616"/>
                  <a:pt x="1655148" y="68804"/>
                  <a:pt x="1620561" y="68804"/>
                </a:cubicBezTo>
                <a:cubicBezTo>
                  <a:pt x="1586994" y="68804"/>
                  <a:pt x="1565218" y="92386"/>
                  <a:pt x="1565218" y="128788"/>
                </a:cubicBezTo>
                <a:moveTo>
                  <a:pt x="1618766" y="79055"/>
                </a:moveTo>
                <a:cubicBezTo>
                  <a:pt x="1645926" y="79055"/>
                  <a:pt x="1651305" y="100076"/>
                  <a:pt x="1651305" y="131098"/>
                </a:cubicBezTo>
                <a:cubicBezTo>
                  <a:pt x="1651305" y="155451"/>
                  <a:pt x="1639006" y="173653"/>
                  <a:pt x="1621839" y="173653"/>
                </a:cubicBezTo>
                <a:cubicBezTo>
                  <a:pt x="1594684" y="173653"/>
                  <a:pt x="1587764" y="144172"/>
                  <a:pt x="1587764" y="124432"/>
                </a:cubicBezTo>
                <a:cubicBezTo>
                  <a:pt x="1587764" y="102129"/>
                  <a:pt x="1594684" y="79055"/>
                  <a:pt x="1618766" y="79055"/>
                </a:cubicBezTo>
                <a:close/>
                <a:moveTo>
                  <a:pt x="1708955" y="71556"/>
                </a:moveTo>
                <a:cubicBezTo>
                  <a:pt x="1703369" y="71556"/>
                  <a:pt x="1697477" y="71505"/>
                  <a:pt x="1694091" y="71044"/>
                </a:cubicBezTo>
                <a:cubicBezTo>
                  <a:pt x="1692352" y="75196"/>
                  <a:pt x="1690968" y="77706"/>
                  <a:pt x="1688458" y="81549"/>
                </a:cubicBezTo>
                <a:lnTo>
                  <a:pt x="1689736" y="83343"/>
                </a:lnTo>
                <a:cubicBezTo>
                  <a:pt x="1694349" y="83034"/>
                  <a:pt x="1702806" y="82831"/>
                  <a:pt x="1708697" y="82831"/>
                </a:cubicBezTo>
                <a:lnTo>
                  <a:pt x="1708955" y="82831"/>
                </a:lnTo>
                <a:lnTo>
                  <a:pt x="1708955" y="130441"/>
                </a:lnTo>
                <a:cubicBezTo>
                  <a:pt x="1708955" y="149641"/>
                  <a:pt x="1708596" y="167664"/>
                  <a:pt x="1706391" y="181383"/>
                </a:cubicBezTo>
                <a:lnTo>
                  <a:pt x="1706903" y="182149"/>
                </a:lnTo>
                <a:cubicBezTo>
                  <a:pt x="1709980" y="181641"/>
                  <a:pt x="1716129" y="181383"/>
                  <a:pt x="1719202" y="181383"/>
                </a:cubicBezTo>
                <a:cubicBezTo>
                  <a:pt x="1722275" y="181383"/>
                  <a:pt x="1728425" y="181641"/>
                  <a:pt x="1731502" y="182149"/>
                </a:cubicBezTo>
                <a:lnTo>
                  <a:pt x="1732014" y="181383"/>
                </a:lnTo>
                <a:cubicBezTo>
                  <a:pt x="1729860" y="166792"/>
                  <a:pt x="1729449" y="149641"/>
                  <a:pt x="1729449" y="130441"/>
                </a:cubicBezTo>
                <a:lnTo>
                  <a:pt x="1729449" y="82831"/>
                </a:lnTo>
                <a:lnTo>
                  <a:pt x="1738163" y="82831"/>
                </a:lnTo>
                <a:cubicBezTo>
                  <a:pt x="1744313" y="82831"/>
                  <a:pt x="1753227" y="83034"/>
                  <a:pt x="1756609" y="83343"/>
                </a:cubicBezTo>
                <a:cubicBezTo>
                  <a:pt x="1757379" y="79246"/>
                  <a:pt x="1758149" y="76631"/>
                  <a:pt x="1759685" y="72838"/>
                </a:cubicBezTo>
                <a:lnTo>
                  <a:pt x="1758403" y="71044"/>
                </a:lnTo>
                <a:cubicBezTo>
                  <a:pt x="1754099" y="71247"/>
                  <a:pt x="1746362" y="71556"/>
                  <a:pt x="1740470" y="71556"/>
                </a:cubicBezTo>
                <a:lnTo>
                  <a:pt x="1729449" y="71556"/>
                </a:lnTo>
                <a:lnTo>
                  <a:pt x="1729449" y="69242"/>
                </a:lnTo>
                <a:cubicBezTo>
                  <a:pt x="1729449" y="59972"/>
                  <a:pt x="1728171" y="46586"/>
                  <a:pt x="1728171" y="41953"/>
                </a:cubicBezTo>
                <a:cubicBezTo>
                  <a:pt x="1728171" y="27742"/>
                  <a:pt x="1737342" y="18128"/>
                  <a:pt x="1751999" y="18128"/>
                </a:cubicBezTo>
                <a:cubicBezTo>
                  <a:pt x="1758606" y="18128"/>
                  <a:pt x="1764041" y="21940"/>
                  <a:pt x="1766859" y="27019"/>
                </a:cubicBezTo>
                <a:lnTo>
                  <a:pt x="1769678" y="26769"/>
                </a:lnTo>
                <a:cubicBezTo>
                  <a:pt x="1771469" y="19907"/>
                  <a:pt x="1774237" y="11263"/>
                  <a:pt x="1776852" y="5829"/>
                </a:cubicBezTo>
                <a:lnTo>
                  <a:pt x="1776594" y="5063"/>
                </a:lnTo>
                <a:cubicBezTo>
                  <a:pt x="1774545" y="3781"/>
                  <a:pt x="1769932" y="2498"/>
                  <a:pt x="1765065" y="2498"/>
                </a:cubicBezTo>
                <a:cubicBezTo>
                  <a:pt x="1748922" y="2498"/>
                  <a:pt x="1732729" y="9981"/>
                  <a:pt x="1723045" y="22194"/>
                </a:cubicBezTo>
                <a:cubicBezTo>
                  <a:pt x="1713311" y="34486"/>
                  <a:pt x="1708955" y="46586"/>
                  <a:pt x="1708955" y="61516"/>
                </a:cubicBezTo>
                <a:lnTo>
                  <a:pt x="1708955" y="71556"/>
                </a:lnTo>
                <a:close/>
                <a:moveTo>
                  <a:pt x="1907521" y="123662"/>
                </a:moveTo>
                <a:lnTo>
                  <a:pt x="1906497" y="154172"/>
                </a:lnTo>
                <a:cubicBezTo>
                  <a:pt x="1906497" y="157503"/>
                  <a:pt x="1904957" y="159298"/>
                  <a:pt x="1902908" y="160838"/>
                </a:cubicBezTo>
                <a:cubicBezTo>
                  <a:pt x="1895734" y="166221"/>
                  <a:pt x="1887024" y="170835"/>
                  <a:pt x="1879338" y="170835"/>
                </a:cubicBezTo>
                <a:cubicBezTo>
                  <a:pt x="1867808" y="170835"/>
                  <a:pt x="1860376" y="163145"/>
                  <a:pt x="1860376" y="155197"/>
                </a:cubicBezTo>
                <a:cubicBezTo>
                  <a:pt x="1860376" y="143660"/>
                  <a:pt x="1865756" y="134941"/>
                  <a:pt x="1885741" y="129558"/>
                </a:cubicBezTo>
                <a:lnTo>
                  <a:pt x="1907521" y="123662"/>
                </a:lnTo>
                <a:moveTo>
                  <a:pt x="1907521" y="169040"/>
                </a:moveTo>
                <a:cubicBezTo>
                  <a:pt x="1910493" y="179033"/>
                  <a:pt x="1918128" y="183900"/>
                  <a:pt x="1927507" y="183900"/>
                </a:cubicBezTo>
                <a:cubicBezTo>
                  <a:pt x="1933962" y="183900"/>
                  <a:pt x="1941855" y="182364"/>
                  <a:pt x="1947899" y="175960"/>
                </a:cubicBezTo>
                <a:lnTo>
                  <a:pt x="1946003" y="169603"/>
                </a:lnTo>
                <a:cubicBezTo>
                  <a:pt x="1943184" y="170581"/>
                  <a:pt x="1941034" y="170936"/>
                  <a:pt x="1939087" y="170936"/>
                </a:cubicBezTo>
                <a:cubicBezTo>
                  <a:pt x="1936522" y="170936"/>
                  <a:pt x="1933141" y="170475"/>
                  <a:pt x="1931553" y="169040"/>
                </a:cubicBezTo>
                <a:cubicBezTo>
                  <a:pt x="1928942" y="166683"/>
                  <a:pt x="1927300" y="160428"/>
                  <a:pt x="1927300" y="149043"/>
                </a:cubicBezTo>
                <a:cubicBezTo>
                  <a:pt x="1927300" y="141607"/>
                  <a:pt x="1928019" y="113153"/>
                  <a:pt x="1928019" y="110331"/>
                </a:cubicBezTo>
                <a:cubicBezTo>
                  <a:pt x="1928019" y="75724"/>
                  <a:pt x="1905215" y="68804"/>
                  <a:pt x="1885741" y="68804"/>
                </a:cubicBezTo>
                <a:cubicBezTo>
                  <a:pt x="1866268" y="68804"/>
                  <a:pt x="1854485" y="78284"/>
                  <a:pt x="1848077" y="83668"/>
                </a:cubicBezTo>
                <a:lnTo>
                  <a:pt x="1847311" y="84696"/>
                </a:lnTo>
                <a:lnTo>
                  <a:pt x="1851666" y="101871"/>
                </a:lnTo>
                <a:lnTo>
                  <a:pt x="1854997" y="102129"/>
                </a:lnTo>
                <a:cubicBezTo>
                  <a:pt x="1862171" y="90592"/>
                  <a:pt x="1870881" y="80337"/>
                  <a:pt x="1883181" y="80337"/>
                </a:cubicBezTo>
                <a:cubicBezTo>
                  <a:pt x="1892403" y="80337"/>
                  <a:pt x="1907776" y="81619"/>
                  <a:pt x="1907776" y="110589"/>
                </a:cubicBezTo>
                <a:cubicBezTo>
                  <a:pt x="1907776" y="112383"/>
                  <a:pt x="1906751" y="113408"/>
                  <a:pt x="1905981" y="113666"/>
                </a:cubicBezTo>
                <a:lnTo>
                  <a:pt x="1882156" y="119049"/>
                </a:lnTo>
                <a:cubicBezTo>
                  <a:pt x="1856021" y="124945"/>
                  <a:pt x="1839625" y="138788"/>
                  <a:pt x="1839625" y="156221"/>
                </a:cubicBezTo>
                <a:cubicBezTo>
                  <a:pt x="1839625" y="175190"/>
                  <a:pt x="1852690" y="183900"/>
                  <a:pt x="1871652" y="183900"/>
                </a:cubicBezTo>
                <a:cubicBezTo>
                  <a:pt x="1885741" y="183900"/>
                  <a:pt x="1892915" y="180573"/>
                  <a:pt x="1906497" y="169040"/>
                </a:cubicBezTo>
                <a:lnTo>
                  <a:pt x="1907521" y="169040"/>
                </a:lnTo>
                <a:close/>
                <a:moveTo>
                  <a:pt x="1992838" y="91104"/>
                </a:moveTo>
                <a:lnTo>
                  <a:pt x="1992838" y="72393"/>
                </a:lnTo>
                <a:cubicBezTo>
                  <a:pt x="1992838" y="70395"/>
                  <a:pt x="1992534" y="69832"/>
                  <a:pt x="1991302" y="69832"/>
                </a:cubicBezTo>
                <a:cubicBezTo>
                  <a:pt x="1985563" y="70958"/>
                  <a:pt x="1976391" y="71161"/>
                  <a:pt x="1970550" y="70598"/>
                </a:cubicBezTo>
                <a:lnTo>
                  <a:pt x="1970038" y="71368"/>
                </a:lnTo>
                <a:cubicBezTo>
                  <a:pt x="1971829" y="82436"/>
                  <a:pt x="1972341" y="101875"/>
                  <a:pt x="1972341" y="121109"/>
                </a:cubicBezTo>
                <a:lnTo>
                  <a:pt x="1972341" y="135215"/>
                </a:lnTo>
                <a:cubicBezTo>
                  <a:pt x="1972341" y="154454"/>
                  <a:pt x="1972087" y="167531"/>
                  <a:pt x="1970038" y="181383"/>
                </a:cubicBezTo>
                <a:lnTo>
                  <a:pt x="1970550" y="182149"/>
                </a:lnTo>
                <a:cubicBezTo>
                  <a:pt x="1973623" y="181637"/>
                  <a:pt x="1979515" y="181383"/>
                  <a:pt x="1982592" y="181383"/>
                </a:cubicBezTo>
                <a:cubicBezTo>
                  <a:pt x="1985664" y="181383"/>
                  <a:pt x="1991560" y="181637"/>
                  <a:pt x="1994633" y="182149"/>
                </a:cubicBezTo>
                <a:lnTo>
                  <a:pt x="1995145" y="181383"/>
                </a:lnTo>
                <a:cubicBezTo>
                  <a:pt x="1993096" y="166761"/>
                  <a:pt x="1992838" y="154708"/>
                  <a:pt x="1992838" y="135215"/>
                </a:cubicBezTo>
                <a:lnTo>
                  <a:pt x="1992838" y="104185"/>
                </a:lnTo>
                <a:cubicBezTo>
                  <a:pt x="2004884" y="91874"/>
                  <a:pt x="2019232" y="84180"/>
                  <a:pt x="2028196" y="84180"/>
                </a:cubicBezTo>
                <a:cubicBezTo>
                  <a:pt x="2037935" y="84180"/>
                  <a:pt x="2045109" y="89821"/>
                  <a:pt x="2045109" y="107004"/>
                </a:cubicBezTo>
                <a:lnTo>
                  <a:pt x="2045109" y="135215"/>
                </a:lnTo>
                <a:cubicBezTo>
                  <a:pt x="2045109" y="154454"/>
                  <a:pt x="2044851" y="167531"/>
                  <a:pt x="2042802" y="181383"/>
                </a:cubicBezTo>
                <a:lnTo>
                  <a:pt x="2043314" y="182149"/>
                </a:lnTo>
                <a:cubicBezTo>
                  <a:pt x="2046387" y="181637"/>
                  <a:pt x="2052283" y="181383"/>
                  <a:pt x="2055356" y="181383"/>
                </a:cubicBezTo>
                <a:cubicBezTo>
                  <a:pt x="2058433" y="181383"/>
                  <a:pt x="2064324" y="181637"/>
                  <a:pt x="2067397" y="182149"/>
                </a:cubicBezTo>
                <a:lnTo>
                  <a:pt x="2067909" y="181383"/>
                </a:lnTo>
                <a:cubicBezTo>
                  <a:pt x="2065861" y="166761"/>
                  <a:pt x="2065607" y="154708"/>
                  <a:pt x="2065607" y="135215"/>
                </a:cubicBezTo>
                <a:lnTo>
                  <a:pt x="2065607" y="109314"/>
                </a:lnTo>
                <a:cubicBezTo>
                  <a:pt x="2065607" y="105721"/>
                  <a:pt x="2065607" y="102645"/>
                  <a:pt x="2065348" y="99568"/>
                </a:cubicBezTo>
                <a:cubicBezTo>
                  <a:pt x="2077648" y="85974"/>
                  <a:pt x="2087895" y="84180"/>
                  <a:pt x="2097887" y="84180"/>
                </a:cubicBezTo>
                <a:cubicBezTo>
                  <a:pt x="2111723" y="84180"/>
                  <a:pt x="2118385" y="89821"/>
                  <a:pt x="2118385" y="107004"/>
                </a:cubicBezTo>
                <a:lnTo>
                  <a:pt x="2118385" y="135215"/>
                </a:lnTo>
                <a:cubicBezTo>
                  <a:pt x="2118385" y="154454"/>
                  <a:pt x="2118131" y="167531"/>
                  <a:pt x="2116079" y="181383"/>
                </a:cubicBezTo>
                <a:lnTo>
                  <a:pt x="2116591" y="182149"/>
                </a:lnTo>
                <a:cubicBezTo>
                  <a:pt x="2119667" y="181637"/>
                  <a:pt x="2125559" y="181383"/>
                  <a:pt x="2128636" y="181383"/>
                </a:cubicBezTo>
                <a:cubicBezTo>
                  <a:pt x="2131709" y="181383"/>
                  <a:pt x="2137600" y="181637"/>
                  <a:pt x="2140677" y="182149"/>
                </a:cubicBezTo>
                <a:lnTo>
                  <a:pt x="2141189" y="181383"/>
                </a:lnTo>
                <a:cubicBezTo>
                  <a:pt x="2139137" y="166761"/>
                  <a:pt x="2138883" y="154708"/>
                  <a:pt x="2138883" y="135215"/>
                </a:cubicBezTo>
                <a:lnTo>
                  <a:pt x="2138883" y="109568"/>
                </a:lnTo>
                <a:cubicBezTo>
                  <a:pt x="2138883" y="86745"/>
                  <a:pt x="2134782" y="68804"/>
                  <a:pt x="2107110" y="68804"/>
                </a:cubicBezTo>
                <a:cubicBezTo>
                  <a:pt x="2093278" y="68804"/>
                  <a:pt x="2078414" y="73675"/>
                  <a:pt x="2063812" y="89051"/>
                </a:cubicBezTo>
                <a:cubicBezTo>
                  <a:pt x="2061505" y="76748"/>
                  <a:pt x="2051001" y="68804"/>
                  <a:pt x="2036653" y="68804"/>
                </a:cubicBezTo>
                <a:cubicBezTo>
                  <a:pt x="2020768" y="68804"/>
                  <a:pt x="2005650" y="79055"/>
                  <a:pt x="1993609" y="91874"/>
                </a:cubicBezTo>
                <a:lnTo>
                  <a:pt x="1992838" y="91104"/>
                </a:lnTo>
                <a:close/>
                <a:moveTo>
                  <a:pt x="2199604" y="160580"/>
                </a:moveTo>
                <a:lnTo>
                  <a:pt x="2199604" y="94181"/>
                </a:lnTo>
                <a:cubicBezTo>
                  <a:pt x="2209596" y="83926"/>
                  <a:pt x="2216004" y="79055"/>
                  <a:pt x="2226509" y="79055"/>
                </a:cubicBezTo>
                <a:cubicBezTo>
                  <a:pt x="2242135" y="79055"/>
                  <a:pt x="2255971" y="91925"/>
                  <a:pt x="2255971" y="123916"/>
                </a:cubicBezTo>
                <a:cubicBezTo>
                  <a:pt x="2255971" y="155709"/>
                  <a:pt x="2246491" y="173653"/>
                  <a:pt x="2222154" y="173653"/>
                </a:cubicBezTo>
                <a:cubicBezTo>
                  <a:pt x="2214210" y="173653"/>
                  <a:pt x="2204729" y="166988"/>
                  <a:pt x="2199604" y="160580"/>
                </a:cubicBezTo>
                <a:moveTo>
                  <a:pt x="2199604" y="53189"/>
                </a:moveTo>
                <a:cubicBezTo>
                  <a:pt x="2199604" y="34244"/>
                  <a:pt x="2199913" y="20728"/>
                  <a:pt x="2201144" y="5059"/>
                </a:cubicBezTo>
                <a:cubicBezTo>
                  <a:pt x="2201144" y="3268"/>
                  <a:pt x="2200425" y="2498"/>
                  <a:pt x="2198837" y="2498"/>
                </a:cubicBezTo>
                <a:cubicBezTo>
                  <a:pt x="2192430" y="5059"/>
                  <a:pt x="2186949" y="6853"/>
                  <a:pt x="2176545" y="7620"/>
                </a:cubicBezTo>
                <a:lnTo>
                  <a:pt x="2176033" y="8390"/>
                </a:lnTo>
                <a:cubicBezTo>
                  <a:pt x="2178031" y="19344"/>
                  <a:pt x="2179106" y="38341"/>
                  <a:pt x="2179106" y="57798"/>
                </a:cubicBezTo>
                <a:lnTo>
                  <a:pt x="2179106" y="162629"/>
                </a:lnTo>
                <a:cubicBezTo>
                  <a:pt x="2179106" y="172629"/>
                  <a:pt x="2178903" y="176269"/>
                  <a:pt x="2177828" y="181852"/>
                </a:cubicBezTo>
                <a:cubicBezTo>
                  <a:pt x="2179364" y="183388"/>
                  <a:pt x="2182335" y="183900"/>
                  <a:pt x="2185002" y="183900"/>
                </a:cubicBezTo>
                <a:cubicBezTo>
                  <a:pt x="2187820" y="180827"/>
                  <a:pt x="2190792" y="176472"/>
                  <a:pt x="2193454" y="171347"/>
                </a:cubicBezTo>
                <a:cubicBezTo>
                  <a:pt x="2200886" y="177755"/>
                  <a:pt x="2212673" y="183900"/>
                  <a:pt x="2223690" y="183900"/>
                </a:cubicBezTo>
                <a:cubicBezTo>
                  <a:pt x="2249822" y="183900"/>
                  <a:pt x="2278776" y="165451"/>
                  <a:pt x="2278776" y="121868"/>
                </a:cubicBezTo>
                <a:cubicBezTo>
                  <a:pt x="2278776" y="90592"/>
                  <a:pt x="2256483" y="68804"/>
                  <a:pt x="2231631" y="68804"/>
                </a:cubicBezTo>
                <a:cubicBezTo>
                  <a:pt x="2219335" y="68804"/>
                  <a:pt x="2208318" y="72135"/>
                  <a:pt x="2199604" y="81619"/>
                </a:cubicBezTo>
                <a:lnTo>
                  <a:pt x="2199604" y="53189"/>
                </a:lnTo>
                <a:close/>
                <a:moveTo>
                  <a:pt x="2307726" y="28328"/>
                </a:moveTo>
                <a:cubicBezTo>
                  <a:pt x="2307726" y="35244"/>
                  <a:pt x="2313876" y="41394"/>
                  <a:pt x="2320796" y="41394"/>
                </a:cubicBezTo>
                <a:cubicBezTo>
                  <a:pt x="2327712" y="41394"/>
                  <a:pt x="2333861" y="35244"/>
                  <a:pt x="2333861" y="28328"/>
                </a:cubicBezTo>
                <a:cubicBezTo>
                  <a:pt x="2333861" y="21409"/>
                  <a:pt x="2327712" y="15259"/>
                  <a:pt x="2320796" y="15259"/>
                </a:cubicBezTo>
                <a:cubicBezTo>
                  <a:pt x="2313876" y="15259"/>
                  <a:pt x="2307726" y="21409"/>
                  <a:pt x="2307726" y="28328"/>
                </a:cubicBezTo>
                <a:moveTo>
                  <a:pt x="2310291" y="121234"/>
                </a:moveTo>
                <a:lnTo>
                  <a:pt x="2310291" y="135313"/>
                </a:lnTo>
                <a:cubicBezTo>
                  <a:pt x="2310291" y="154508"/>
                  <a:pt x="2309829" y="167562"/>
                  <a:pt x="2307984" y="181383"/>
                </a:cubicBezTo>
                <a:lnTo>
                  <a:pt x="2308496" y="182149"/>
                </a:lnTo>
                <a:cubicBezTo>
                  <a:pt x="2311569" y="181641"/>
                  <a:pt x="2317465" y="181383"/>
                  <a:pt x="2320538" y="181383"/>
                </a:cubicBezTo>
                <a:cubicBezTo>
                  <a:pt x="2323614" y="181383"/>
                  <a:pt x="2329506" y="181641"/>
                  <a:pt x="2332579" y="182149"/>
                </a:cubicBezTo>
                <a:lnTo>
                  <a:pt x="2333091" y="181383"/>
                </a:lnTo>
                <a:cubicBezTo>
                  <a:pt x="2331250" y="166847"/>
                  <a:pt x="2330788" y="154763"/>
                  <a:pt x="2330788" y="135313"/>
                </a:cubicBezTo>
                <a:lnTo>
                  <a:pt x="2330788" y="117141"/>
                </a:lnTo>
                <a:cubicBezTo>
                  <a:pt x="2330788" y="97945"/>
                  <a:pt x="2331453" y="88731"/>
                  <a:pt x="2333091" y="73116"/>
                </a:cubicBezTo>
                <a:cubicBezTo>
                  <a:pt x="2333091" y="70813"/>
                  <a:pt x="2332786" y="70555"/>
                  <a:pt x="2330788" y="70555"/>
                </a:cubicBezTo>
                <a:cubicBezTo>
                  <a:pt x="2324944" y="71122"/>
                  <a:pt x="2313927" y="71275"/>
                  <a:pt x="2308496" y="70813"/>
                </a:cubicBezTo>
                <a:lnTo>
                  <a:pt x="2307984" y="71580"/>
                </a:lnTo>
                <a:cubicBezTo>
                  <a:pt x="2309571" y="82534"/>
                  <a:pt x="2310291" y="102039"/>
                  <a:pt x="2310291" y="121234"/>
                </a:cubicBezTo>
                <a:close/>
                <a:moveTo>
                  <a:pt x="2379726" y="208042"/>
                </a:moveTo>
                <a:cubicBezTo>
                  <a:pt x="2379726" y="199554"/>
                  <a:pt x="2387412" y="190038"/>
                  <a:pt x="2396376" y="185151"/>
                </a:cubicBezTo>
                <a:cubicBezTo>
                  <a:pt x="2403961" y="185175"/>
                  <a:pt x="2415646" y="184401"/>
                  <a:pt x="2419180" y="184401"/>
                </a:cubicBezTo>
                <a:cubicBezTo>
                  <a:pt x="2431480" y="184401"/>
                  <a:pt x="2439318" y="184659"/>
                  <a:pt x="2446340" y="188772"/>
                </a:cubicBezTo>
                <a:cubicBezTo>
                  <a:pt x="2453772" y="193142"/>
                  <a:pt x="2456333" y="200598"/>
                  <a:pt x="2456333" y="207279"/>
                </a:cubicBezTo>
                <a:cubicBezTo>
                  <a:pt x="2456333" y="222960"/>
                  <a:pt x="2435323" y="231182"/>
                  <a:pt x="2413289" y="231182"/>
                </a:cubicBezTo>
                <a:cubicBezTo>
                  <a:pt x="2396634" y="231182"/>
                  <a:pt x="2379726" y="225529"/>
                  <a:pt x="2379726" y="208049"/>
                </a:cubicBezTo>
                <a:lnTo>
                  <a:pt x="2379726" y="208042"/>
                </a:lnTo>
                <a:moveTo>
                  <a:pt x="2453772" y="108227"/>
                </a:moveTo>
                <a:cubicBezTo>
                  <a:pt x="2453772" y="90568"/>
                  <a:pt x="2446852" y="82382"/>
                  <a:pt x="2440859" y="78441"/>
                </a:cubicBezTo>
                <a:cubicBezTo>
                  <a:pt x="2448545" y="79055"/>
                  <a:pt x="2457048" y="80024"/>
                  <a:pt x="2467608" y="81099"/>
                </a:cubicBezTo>
                <a:lnTo>
                  <a:pt x="2468374" y="80333"/>
                </a:lnTo>
                <a:cubicBezTo>
                  <a:pt x="2467862" y="78030"/>
                  <a:pt x="2467608" y="75982"/>
                  <a:pt x="2467608" y="73675"/>
                </a:cubicBezTo>
                <a:cubicBezTo>
                  <a:pt x="2467608" y="71368"/>
                  <a:pt x="2467862" y="69320"/>
                  <a:pt x="2468374" y="67013"/>
                </a:cubicBezTo>
                <a:lnTo>
                  <a:pt x="2467608" y="66243"/>
                </a:lnTo>
                <a:cubicBezTo>
                  <a:pt x="2455359" y="67267"/>
                  <a:pt x="2446289" y="69984"/>
                  <a:pt x="2427175" y="71009"/>
                </a:cubicBezTo>
                <a:cubicBezTo>
                  <a:pt x="2422613" y="69574"/>
                  <a:pt x="2416979" y="68804"/>
                  <a:pt x="2411494" y="68804"/>
                </a:cubicBezTo>
                <a:cubicBezTo>
                  <a:pt x="2391255" y="68804"/>
                  <a:pt x="2367938" y="82382"/>
                  <a:pt x="2367938" y="107715"/>
                </a:cubicBezTo>
                <a:cubicBezTo>
                  <a:pt x="2367938" y="126911"/>
                  <a:pt x="2378955" y="135610"/>
                  <a:pt x="2386129" y="139711"/>
                </a:cubicBezTo>
                <a:cubicBezTo>
                  <a:pt x="2378701" y="144832"/>
                  <a:pt x="2369733" y="152296"/>
                  <a:pt x="2369733" y="161053"/>
                </a:cubicBezTo>
                <a:cubicBezTo>
                  <a:pt x="2369733" y="171593"/>
                  <a:pt x="2375882" y="180816"/>
                  <a:pt x="2389664" y="183173"/>
                </a:cubicBezTo>
                <a:cubicBezTo>
                  <a:pt x="2382544" y="186152"/>
                  <a:pt x="2374549" y="191086"/>
                  <a:pt x="2367938" y="196227"/>
                </a:cubicBezTo>
                <a:cubicBezTo>
                  <a:pt x="2364709" y="201110"/>
                  <a:pt x="2362047" y="208358"/>
                  <a:pt x="2362047" y="213191"/>
                </a:cubicBezTo>
                <a:cubicBezTo>
                  <a:pt x="2362047" y="233438"/>
                  <a:pt x="2384081" y="242199"/>
                  <a:pt x="2411240" y="242199"/>
                </a:cubicBezTo>
                <a:cubicBezTo>
                  <a:pt x="2451207" y="242199"/>
                  <a:pt x="2475036" y="225478"/>
                  <a:pt x="2475036" y="201368"/>
                </a:cubicBezTo>
                <a:cubicBezTo>
                  <a:pt x="2475036" y="190058"/>
                  <a:pt x="2471451" y="182098"/>
                  <a:pt x="2464277" y="175948"/>
                </a:cubicBezTo>
                <a:cubicBezTo>
                  <a:pt x="2454640" y="167750"/>
                  <a:pt x="2437117" y="167492"/>
                  <a:pt x="2428149" y="167492"/>
                </a:cubicBezTo>
                <a:cubicBezTo>
                  <a:pt x="2423794" y="167492"/>
                  <a:pt x="2413543" y="168004"/>
                  <a:pt x="2407651" y="168774"/>
                </a:cubicBezTo>
                <a:cubicBezTo>
                  <a:pt x="2404066" y="169009"/>
                  <a:pt x="2401502" y="169267"/>
                  <a:pt x="2400223" y="169267"/>
                </a:cubicBezTo>
                <a:cubicBezTo>
                  <a:pt x="2393049" y="169267"/>
                  <a:pt x="2385359" y="168239"/>
                  <a:pt x="2385359" y="157175"/>
                </a:cubicBezTo>
                <a:cubicBezTo>
                  <a:pt x="2385359" y="152030"/>
                  <a:pt x="2386641" y="147659"/>
                  <a:pt x="2392279" y="142784"/>
                </a:cubicBezTo>
                <a:cubicBezTo>
                  <a:pt x="2395610" y="144578"/>
                  <a:pt x="2403499" y="146369"/>
                  <a:pt x="2411240" y="146369"/>
                </a:cubicBezTo>
                <a:cubicBezTo>
                  <a:pt x="2437884" y="146369"/>
                  <a:pt x="2453772" y="128393"/>
                  <a:pt x="2453772" y="108227"/>
                </a:cubicBezTo>
                <a:moveTo>
                  <a:pt x="2433786" y="108482"/>
                </a:moveTo>
                <a:cubicBezTo>
                  <a:pt x="2433786" y="124042"/>
                  <a:pt x="2427379" y="136122"/>
                  <a:pt x="2412006" y="136122"/>
                </a:cubicBezTo>
                <a:cubicBezTo>
                  <a:pt x="2393561" y="136122"/>
                  <a:pt x="2387924" y="124092"/>
                  <a:pt x="2387924" y="106437"/>
                </a:cubicBezTo>
                <a:cubicBezTo>
                  <a:pt x="2387924" y="89548"/>
                  <a:pt x="2395610" y="78542"/>
                  <a:pt x="2410470" y="78542"/>
                </a:cubicBezTo>
                <a:cubicBezTo>
                  <a:pt x="2427125" y="78542"/>
                  <a:pt x="2433786" y="90314"/>
                  <a:pt x="2433786" y="108482"/>
                </a:cubicBezTo>
                <a:close/>
                <a:moveTo>
                  <a:pt x="2575215" y="157836"/>
                </a:moveTo>
                <a:lnTo>
                  <a:pt x="2576240" y="158602"/>
                </a:lnTo>
                <a:lnTo>
                  <a:pt x="2577522" y="181383"/>
                </a:lnTo>
                <a:cubicBezTo>
                  <a:pt x="2577522" y="181895"/>
                  <a:pt x="2577831" y="182149"/>
                  <a:pt x="2578546" y="182149"/>
                </a:cubicBezTo>
                <a:cubicBezTo>
                  <a:pt x="2581928" y="181691"/>
                  <a:pt x="2584954" y="181383"/>
                  <a:pt x="2588692" y="181383"/>
                </a:cubicBezTo>
                <a:cubicBezTo>
                  <a:pt x="2591870" y="181383"/>
                  <a:pt x="2596737" y="181641"/>
                  <a:pt x="2600068" y="182149"/>
                </a:cubicBezTo>
                <a:lnTo>
                  <a:pt x="2600580" y="181383"/>
                </a:lnTo>
                <a:cubicBezTo>
                  <a:pt x="2598532" y="170377"/>
                  <a:pt x="2596225" y="151436"/>
                  <a:pt x="2596225" y="132240"/>
                </a:cubicBezTo>
                <a:lnTo>
                  <a:pt x="2596225" y="117649"/>
                </a:lnTo>
                <a:cubicBezTo>
                  <a:pt x="2596225" y="98450"/>
                  <a:pt x="2596483" y="85142"/>
                  <a:pt x="2598532" y="71576"/>
                </a:cubicBezTo>
                <a:lnTo>
                  <a:pt x="2598020" y="70805"/>
                </a:lnTo>
                <a:cubicBezTo>
                  <a:pt x="2594943" y="71318"/>
                  <a:pt x="2589051" y="71576"/>
                  <a:pt x="2585978" y="71576"/>
                </a:cubicBezTo>
                <a:cubicBezTo>
                  <a:pt x="2582902" y="71576"/>
                  <a:pt x="2577010" y="71318"/>
                  <a:pt x="2573937" y="70805"/>
                </a:cubicBezTo>
                <a:lnTo>
                  <a:pt x="2573421" y="71576"/>
                </a:lnTo>
                <a:cubicBezTo>
                  <a:pt x="2575423" y="86217"/>
                  <a:pt x="2575728" y="98196"/>
                  <a:pt x="2575728" y="117649"/>
                </a:cubicBezTo>
                <a:lnTo>
                  <a:pt x="2575728" y="142733"/>
                </a:lnTo>
                <a:cubicBezTo>
                  <a:pt x="2567940" y="155842"/>
                  <a:pt x="2553181" y="169552"/>
                  <a:pt x="2540628" y="169552"/>
                </a:cubicBezTo>
                <a:cubicBezTo>
                  <a:pt x="2531812" y="169552"/>
                  <a:pt x="2523461" y="166741"/>
                  <a:pt x="2523461" y="142948"/>
                </a:cubicBezTo>
                <a:lnTo>
                  <a:pt x="2523461" y="117622"/>
                </a:lnTo>
                <a:cubicBezTo>
                  <a:pt x="2523461" y="98434"/>
                  <a:pt x="2523715" y="85134"/>
                  <a:pt x="2525768" y="71576"/>
                </a:cubicBezTo>
                <a:lnTo>
                  <a:pt x="2525256" y="70805"/>
                </a:lnTo>
                <a:cubicBezTo>
                  <a:pt x="2522179" y="71318"/>
                  <a:pt x="2516287" y="71576"/>
                  <a:pt x="2513210" y="71576"/>
                </a:cubicBezTo>
                <a:cubicBezTo>
                  <a:pt x="2510137" y="71576"/>
                  <a:pt x="2504246" y="71318"/>
                  <a:pt x="2501169" y="70805"/>
                </a:cubicBezTo>
                <a:lnTo>
                  <a:pt x="2500657" y="71576"/>
                </a:lnTo>
                <a:cubicBezTo>
                  <a:pt x="2502705" y="86154"/>
                  <a:pt x="2502963" y="98180"/>
                  <a:pt x="2502963" y="117622"/>
                </a:cubicBezTo>
                <a:lnTo>
                  <a:pt x="2502963" y="148320"/>
                </a:lnTo>
                <a:cubicBezTo>
                  <a:pt x="2502963" y="165971"/>
                  <a:pt x="2511162" y="183900"/>
                  <a:pt x="2536527" y="183900"/>
                </a:cubicBezTo>
                <a:cubicBezTo>
                  <a:pt x="2552411" y="183900"/>
                  <a:pt x="2566759" y="170835"/>
                  <a:pt x="2575215" y="157785"/>
                </a:cubicBezTo>
                <a:lnTo>
                  <a:pt x="2575215" y="157836"/>
                </a:lnTo>
                <a:close/>
                <a:moveTo>
                  <a:pt x="2629022" y="128788"/>
                </a:moveTo>
                <a:cubicBezTo>
                  <a:pt x="2629022" y="159552"/>
                  <a:pt x="2649261" y="183900"/>
                  <a:pt x="2683341" y="183900"/>
                </a:cubicBezTo>
                <a:cubicBezTo>
                  <a:pt x="2717158" y="183900"/>
                  <a:pt x="2737656" y="160068"/>
                  <a:pt x="2737656" y="126481"/>
                </a:cubicBezTo>
                <a:cubicBezTo>
                  <a:pt x="2737656" y="91616"/>
                  <a:pt x="2718952" y="68804"/>
                  <a:pt x="2684365" y="68804"/>
                </a:cubicBezTo>
                <a:cubicBezTo>
                  <a:pt x="2650798" y="68804"/>
                  <a:pt x="2629022" y="92386"/>
                  <a:pt x="2629022" y="128788"/>
                </a:cubicBezTo>
                <a:moveTo>
                  <a:pt x="2682570" y="79055"/>
                </a:moveTo>
                <a:cubicBezTo>
                  <a:pt x="2709730" y="79055"/>
                  <a:pt x="2715109" y="100076"/>
                  <a:pt x="2715109" y="131098"/>
                </a:cubicBezTo>
                <a:cubicBezTo>
                  <a:pt x="2715109" y="155451"/>
                  <a:pt x="2702810" y="173653"/>
                  <a:pt x="2685643" y="173653"/>
                </a:cubicBezTo>
                <a:cubicBezTo>
                  <a:pt x="2658488" y="173653"/>
                  <a:pt x="2651568" y="144172"/>
                  <a:pt x="2651568" y="124432"/>
                </a:cubicBezTo>
                <a:cubicBezTo>
                  <a:pt x="2651568" y="102129"/>
                  <a:pt x="2658488" y="79055"/>
                  <a:pt x="2682570" y="79055"/>
                </a:cubicBezTo>
                <a:close/>
                <a:moveTo>
                  <a:pt x="2840910" y="157836"/>
                </a:moveTo>
                <a:lnTo>
                  <a:pt x="2841935" y="158602"/>
                </a:lnTo>
                <a:lnTo>
                  <a:pt x="2843217" y="181383"/>
                </a:lnTo>
                <a:cubicBezTo>
                  <a:pt x="2843217" y="181895"/>
                  <a:pt x="2843526" y="182149"/>
                  <a:pt x="2844241" y="182149"/>
                </a:cubicBezTo>
                <a:cubicBezTo>
                  <a:pt x="2847623" y="181691"/>
                  <a:pt x="2850649" y="181383"/>
                  <a:pt x="2854386" y="181383"/>
                </a:cubicBezTo>
                <a:cubicBezTo>
                  <a:pt x="2857565" y="181383"/>
                  <a:pt x="2862432" y="181641"/>
                  <a:pt x="2865763" y="182149"/>
                </a:cubicBezTo>
                <a:lnTo>
                  <a:pt x="2866275" y="181383"/>
                </a:lnTo>
                <a:cubicBezTo>
                  <a:pt x="2864227" y="170377"/>
                  <a:pt x="2861920" y="151436"/>
                  <a:pt x="2861920" y="132240"/>
                </a:cubicBezTo>
                <a:lnTo>
                  <a:pt x="2861920" y="117649"/>
                </a:lnTo>
                <a:cubicBezTo>
                  <a:pt x="2861920" y="98450"/>
                  <a:pt x="2862178" y="85142"/>
                  <a:pt x="2864227" y="71576"/>
                </a:cubicBezTo>
                <a:lnTo>
                  <a:pt x="2863715" y="70805"/>
                </a:lnTo>
                <a:cubicBezTo>
                  <a:pt x="2860638" y="71318"/>
                  <a:pt x="2854746" y="71576"/>
                  <a:pt x="2851673" y="71576"/>
                </a:cubicBezTo>
                <a:cubicBezTo>
                  <a:pt x="2848596" y="71576"/>
                  <a:pt x="2842705" y="71318"/>
                  <a:pt x="2839632" y="70805"/>
                </a:cubicBezTo>
                <a:lnTo>
                  <a:pt x="2839116" y="71576"/>
                </a:lnTo>
                <a:cubicBezTo>
                  <a:pt x="2841117" y="86217"/>
                  <a:pt x="2841422" y="98196"/>
                  <a:pt x="2841422" y="117649"/>
                </a:cubicBezTo>
                <a:lnTo>
                  <a:pt x="2841422" y="142733"/>
                </a:lnTo>
                <a:cubicBezTo>
                  <a:pt x="2833635" y="155842"/>
                  <a:pt x="2818876" y="169552"/>
                  <a:pt x="2806323" y="169552"/>
                </a:cubicBezTo>
                <a:cubicBezTo>
                  <a:pt x="2797507" y="169552"/>
                  <a:pt x="2789156" y="166741"/>
                  <a:pt x="2789156" y="142948"/>
                </a:cubicBezTo>
                <a:lnTo>
                  <a:pt x="2789156" y="117622"/>
                </a:lnTo>
                <a:cubicBezTo>
                  <a:pt x="2789156" y="98434"/>
                  <a:pt x="2789410" y="85134"/>
                  <a:pt x="2791463" y="71576"/>
                </a:cubicBezTo>
                <a:lnTo>
                  <a:pt x="2790950" y="70805"/>
                </a:lnTo>
                <a:cubicBezTo>
                  <a:pt x="2787874" y="71318"/>
                  <a:pt x="2781982" y="71576"/>
                  <a:pt x="2778905" y="71576"/>
                </a:cubicBezTo>
                <a:cubicBezTo>
                  <a:pt x="2775832" y="71576"/>
                  <a:pt x="2769941" y="71318"/>
                  <a:pt x="2766864" y="70805"/>
                </a:cubicBezTo>
                <a:lnTo>
                  <a:pt x="2766352" y="71576"/>
                </a:lnTo>
                <a:cubicBezTo>
                  <a:pt x="2768400" y="86154"/>
                  <a:pt x="2768658" y="98180"/>
                  <a:pt x="2768658" y="117622"/>
                </a:cubicBezTo>
                <a:lnTo>
                  <a:pt x="2768658" y="148320"/>
                </a:lnTo>
                <a:cubicBezTo>
                  <a:pt x="2768658" y="165971"/>
                  <a:pt x="2776857" y="183900"/>
                  <a:pt x="2802222" y="183900"/>
                </a:cubicBezTo>
                <a:cubicBezTo>
                  <a:pt x="2818106" y="183900"/>
                  <a:pt x="2832454" y="170835"/>
                  <a:pt x="2840910" y="157785"/>
                </a:cubicBezTo>
                <a:lnTo>
                  <a:pt x="2840910" y="157836"/>
                </a:lnTo>
                <a:close/>
                <a:moveTo>
                  <a:pt x="2897789" y="155451"/>
                </a:moveTo>
                <a:lnTo>
                  <a:pt x="2893434" y="176984"/>
                </a:lnTo>
                <a:cubicBezTo>
                  <a:pt x="2908040" y="182110"/>
                  <a:pt x="2922388" y="183900"/>
                  <a:pt x="2932123" y="183900"/>
                </a:cubicBezTo>
                <a:cubicBezTo>
                  <a:pt x="2967480" y="183900"/>
                  <a:pt x="2975679" y="162887"/>
                  <a:pt x="2975679" y="148785"/>
                </a:cubicBezTo>
                <a:cubicBezTo>
                  <a:pt x="2975679" y="127763"/>
                  <a:pt x="2959024" y="119561"/>
                  <a:pt x="2940833" y="115202"/>
                </a:cubicBezTo>
                <a:cubicBezTo>
                  <a:pt x="2931149" y="112895"/>
                  <a:pt x="2917008" y="108024"/>
                  <a:pt x="2917008" y="95205"/>
                </a:cubicBezTo>
                <a:cubicBezTo>
                  <a:pt x="2917008" y="84692"/>
                  <a:pt x="2925461" y="79055"/>
                  <a:pt x="2936478" y="79055"/>
                </a:cubicBezTo>
                <a:cubicBezTo>
                  <a:pt x="2949802" y="79055"/>
                  <a:pt x="2958000" y="89563"/>
                  <a:pt x="2963895" y="96487"/>
                </a:cubicBezTo>
                <a:lnTo>
                  <a:pt x="2967480" y="96229"/>
                </a:lnTo>
                <a:lnTo>
                  <a:pt x="2972606" y="77260"/>
                </a:lnTo>
                <a:lnTo>
                  <a:pt x="2972094" y="76494"/>
                </a:lnTo>
                <a:cubicBezTo>
                  <a:pt x="2964662" y="72651"/>
                  <a:pt x="2950572" y="68804"/>
                  <a:pt x="2937502" y="68804"/>
                </a:cubicBezTo>
                <a:cubicBezTo>
                  <a:pt x="2918545" y="68804"/>
                  <a:pt x="2898813" y="78797"/>
                  <a:pt x="2898813" y="100076"/>
                </a:cubicBezTo>
                <a:cubicBezTo>
                  <a:pt x="2898813" y="120586"/>
                  <a:pt x="2914139" y="127353"/>
                  <a:pt x="2929562" y="131610"/>
                </a:cubicBezTo>
                <a:cubicBezTo>
                  <a:pt x="2944422" y="135711"/>
                  <a:pt x="2955439" y="139813"/>
                  <a:pt x="2955439" y="152374"/>
                </a:cubicBezTo>
                <a:cubicBezTo>
                  <a:pt x="2955439" y="165963"/>
                  <a:pt x="2945446" y="173653"/>
                  <a:pt x="2931869" y="173653"/>
                </a:cubicBezTo>
                <a:cubicBezTo>
                  <a:pt x="2919569" y="173653"/>
                  <a:pt x="2908806" y="165193"/>
                  <a:pt x="2901632" y="155197"/>
                </a:cubicBezTo>
                <a:lnTo>
                  <a:pt x="2897789" y="155451"/>
                </a:lnTo>
                <a:close/>
                <a:moveTo>
                  <a:pt x="3114550" y="79055"/>
                </a:moveTo>
                <a:cubicBezTo>
                  <a:pt x="3124437" y="79055"/>
                  <a:pt x="3133406" y="86334"/>
                  <a:pt x="3140169" y="98024"/>
                </a:cubicBezTo>
                <a:lnTo>
                  <a:pt x="3143500" y="97769"/>
                </a:lnTo>
                <a:lnTo>
                  <a:pt x="3149392" y="76748"/>
                </a:lnTo>
                <a:lnTo>
                  <a:pt x="3148880" y="75982"/>
                </a:lnTo>
                <a:cubicBezTo>
                  <a:pt x="3140940" y="71881"/>
                  <a:pt x="3127616" y="68804"/>
                  <a:pt x="3114804" y="68804"/>
                </a:cubicBezTo>
                <a:cubicBezTo>
                  <a:pt x="3088157" y="68804"/>
                  <a:pt x="3060231" y="90592"/>
                  <a:pt x="3060231" y="125457"/>
                </a:cubicBezTo>
                <a:cubicBezTo>
                  <a:pt x="3060231" y="161092"/>
                  <a:pt x="3080471" y="183900"/>
                  <a:pt x="3111732" y="183900"/>
                </a:cubicBezTo>
                <a:cubicBezTo>
                  <a:pt x="3127104" y="183900"/>
                  <a:pt x="3139145" y="178779"/>
                  <a:pt x="3149392" y="165709"/>
                </a:cubicBezTo>
                <a:lnTo>
                  <a:pt x="3144525" y="160322"/>
                </a:lnTo>
                <a:lnTo>
                  <a:pt x="3143500" y="160322"/>
                </a:lnTo>
                <a:cubicBezTo>
                  <a:pt x="3133766" y="169040"/>
                  <a:pt x="3125618" y="171093"/>
                  <a:pt x="3116087" y="171093"/>
                </a:cubicBezTo>
                <a:cubicBezTo>
                  <a:pt x="3097384" y="171093"/>
                  <a:pt x="3082778" y="154172"/>
                  <a:pt x="3082778" y="124174"/>
                </a:cubicBezTo>
                <a:cubicBezTo>
                  <a:pt x="3082778" y="95975"/>
                  <a:pt x="3097638" y="79055"/>
                  <a:pt x="3114550" y="79055"/>
                </a:cubicBezTo>
                <a:close/>
                <a:moveTo>
                  <a:pt x="3203199" y="95717"/>
                </a:moveTo>
                <a:lnTo>
                  <a:pt x="3203199" y="72393"/>
                </a:lnTo>
                <a:cubicBezTo>
                  <a:pt x="3203199" y="70395"/>
                  <a:pt x="3202890" y="69832"/>
                  <a:pt x="3201662" y="69832"/>
                </a:cubicBezTo>
                <a:cubicBezTo>
                  <a:pt x="3195923" y="70958"/>
                  <a:pt x="3186751" y="71161"/>
                  <a:pt x="3180907" y="70598"/>
                </a:cubicBezTo>
                <a:lnTo>
                  <a:pt x="3180394" y="71368"/>
                </a:lnTo>
                <a:cubicBezTo>
                  <a:pt x="3182189" y="82436"/>
                  <a:pt x="3182701" y="101875"/>
                  <a:pt x="3182701" y="121109"/>
                </a:cubicBezTo>
                <a:lnTo>
                  <a:pt x="3182701" y="135215"/>
                </a:lnTo>
                <a:cubicBezTo>
                  <a:pt x="3182701" y="154450"/>
                  <a:pt x="3182396" y="167582"/>
                  <a:pt x="3180394" y="181383"/>
                </a:cubicBezTo>
                <a:lnTo>
                  <a:pt x="3180907" y="182149"/>
                </a:lnTo>
                <a:cubicBezTo>
                  <a:pt x="3183983" y="181637"/>
                  <a:pt x="3189875" y="181383"/>
                  <a:pt x="3192952" y="181383"/>
                </a:cubicBezTo>
                <a:cubicBezTo>
                  <a:pt x="3196025" y="181383"/>
                  <a:pt x="3201916" y="181637"/>
                  <a:pt x="3204993" y="182149"/>
                </a:cubicBezTo>
                <a:lnTo>
                  <a:pt x="3205505" y="181383"/>
                </a:lnTo>
                <a:cubicBezTo>
                  <a:pt x="3203609" y="166761"/>
                  <a:pt x="3203199" y="154708"/>
                  <a:pt x="3203199" y="135215"/>
                </a:cubicBezTo>
                <a:lnTo>
                  <a:pt x="3203199" y="121880"/>
                </a:lnTo>
                <a:cubicBezTo>
                  <a:pt x="3203199" y="111105"/>
                  <a:pt x="3206428" y="104951"/>
                  <a:pt x="3211909" y="96487"/>
                </a:cubicBezTo>
                <a:cubicBezTo>
                  <a:pt x="3215651" y="90795"/>
                  <a:pt x="3221390" y="87511"/>
                  <a:pt x="3226257" y="87511"/>
                </a:cubicBezTo>
                <a:cubicBezTo>
                  <a:pt x="3231383" y="87511"/>
                  <a:pt x="3236250" y="88023"/>
                  <a:pt x="3239581" y="91100"/>
                </a:cubicBezTo>
                <a:lnTo>
                  <a:pt x="3241629" y="90588"/>
                </a:lnTo>
                <a:lnTo>
                  <a:pt x="3246755" y="71623"/>
                </a:lnTo>
                <a:lnTo>
                  <a:pt x="3245731" y="70598"/>
                </a:lnTo>
                <a:cubicBezTo>
                  <a:pt x="3241375" y="69320"/>
                  <a:pt x="3241117" y="68804"/>
                  <a:pt x="3236508" y="68804"/>
                </a:cubicBezTo>
                <a:cubicBezTo>
                  <a:pt x="3222672" y="68804"/>
                  <a:pt x="3215240" y="76748"/>
                  <a:pt x="3203969" y="96229"/>
                </a:cubicBezTo>
                <a:lnTo>
                  <a:pt x="3203199" y="95717"/>
                </a:lnTo>
                <a:close/>
                <a:moveTo>
                  <a:pt x="3259054" y="128788"/>
                </a:moveTo>
                <a:cubicBezTo>
                  <a:pt x="3259054" y="159552"/>
                  <a:pt x="3279294" y="183900"/>
                  <a:pt x="3313373" y="183900"/>
                </a:cubicBezTo>
                <a:cubicBezTo>
                  <a:pt x="3347191" y="183900"/>
                  <a:pt x="3367688" y="160068"/>
                  <a:pt x="3367688" y="126481"/>
                </a:cubicBezTo>
                <a:cubicBezTo>
                  <a:pt x="3367688" y="91616"/>
                  <a:pt x="3348985" y="68804"/>
                  <a:pt x="3314397" y="68804"/>
                </a:cubicBezTo>
                <a:cubicBezTo>
                  <a:pt x="3280830" y="68804"/>
                  <a:pt x="3259054" y="92386"/>
                  <a:pt x="3259054" y="128788"/>
                </a:cubicBezTo>
                <a:moveTo>
                  <a:pt x="3312603" y="79055"/>
                </a:moveTo>
                <a:cubicBezTo>
                  <a:pt x="3339762" y="79055"/>
                  <a:pt x="3345142" y="100076"/>
                  <a:pt x="3345142" y="131098"/>
                </a:cubicBezTo>
                <a:cubicBezTo>
                  <a:pt x="3345142" y="155451"/>
                  <a:pt x="3332843" y="173653"/>
                  <a:pt x="3315676" y="173653"/>
                </a:cubicBezTo>
                <a:cubicBezTo>
                  <a:pt x="3288520" y="173653"/>
                  <a:pt x="3281600" y="144172"/>
                  <a:pt x="3281600" y="124432"/>
                </a:cubicBezTo>
                <a:cubicBezTo>
                  <a:pt x="3281600" y="102129"/>
                  <a:pt x="3288520" y="79055"/>
                  <a:pt x="3312603" y="79055"/>
                </a:cubicBezTo>
                <a:close/>
                <a:moveTo>
                  <a:pt x="3390234" y="155451"/>
                </a:moveTo>
                <a:lnTo>
                  <a:pt x="3385879" y="176984"/>
                </a:lnTo>
                <a:cubicBezTo>
                  <a:pt x="3400485" y="182110"/>
                  <a:pt x="3414833" y="183900"/>
                  <a:pt x="3424568" y="183900"/>
                </a:cubicBezTo>
                <a:cubicBezTo>
                  <a:pt x="3459926" y="183900"/>
                  <a:pt x="3468124" y="162887"/>
                  <a:pt x="3468124" y="148785"/>
                </a:cubicBezTo>
                <a:cubicBezTo>
                  <a:pt x="3468124" y="127763"/>
                  <a:pt x="3451469" y="119561"/>
                  <a:pt x="3433278" y="115202"/>
                </a:cubicBezTo>
                <a:cubicBezTo>
                  <a:pt x="3423594" y="112895"/>
                  <a:pt x="3409454" y="108024"/>
                  <a:pt x="3409454" y="95205"/>
                </a:cubicBezTo>
                <a:cubicBezTo>
                  <a:pt x="3409454" y="84692"/>
                  <a:pt x="3417906" y="79055"/>
                  <a:pt x="3428923" y="79055"/>
                </a:cubicBezTo>
                <a:cubicBezTo>
                  <a:pt x="3442247" y="79055"/>
                  <a:pt x="3450445" y="89563"/>
                  <a:pt x="3456341" y="96487"/>
                </a:cubicBezTo>
                <a:lnTo>
                  <a:pt x="3459926" y="96229"/>
                </a:lnTo>
                <a:lnTo>
                  <a:pt x="3465051" y="77260"/>
                </a:lnTo>
                <a:lnTo>
                  <a:pt x="3464539" y="76494"/>
                </a:lnTo>
                <a:cubicBezTo>
                  <a:pt x="3457107" y="72651"/>
                  <a:pt x="3443017" y="68804"/>
                  <a:pt x="3429947" y="68804"/>
                </a:cubicBezTo>
                <a:cubicBezTo>
                  <a:pt x="3410990" y="68804"/>
                  <a:pt x="3391259" y="78797"/>
                  <a:pt x="3391259" y="100076"/>
                </a:cubicBezTo>
                <a:cubicBezTo>
                  <a:pt x="3391259" y="120586"/>
                  <a:pt x="3406584" y="127353"/>
                  <a:pt x="3422007" y="131610"/>
                </a:cubicBezTo>
                <a:cubicBezTo>
                  <a:pt x="3436867" y="135711"/>
                  <a:pt x="3447884" y="139813"/>
                  <a:pt x="3447884" y="152374"/>
                </a:cubicBezTo>
                <a:cubicBezTo>
                  <a:pt x="3447884" y="165963"/>
                  <a:pt x="3437892" y="173653"/>
                  <a:pt x="3424314" y="173653"/>
                </a:cubicBezTo>
                <a:cubicBezTo>
                  <a:pt x="3412014" y="173653"/>
                  <a:pt x="3401252" y="165193"/>
                  <a:pt x="3394078" y="155197"/>
                </a:cubicBezTo>
                <a:lnTo>
                  <a:pt x="3390234" y="155451"/>
                </a:lnTo>
                <a:close/>
                <a:moveTo>
                  <a:pt x="3491695" y="155451"/>
                </a:moveTo>
                <a:lnTo>
                  <a:pt x="3487340" y="176984"/>
                </a:lnTo>
                <a:cubicBezTo>
                  <a:pt x="3501946" y="182110"/>
                  <a:pt x="3516294" y="183900"/>
                  <a:pt x="3526029" y="183900"/>
                </a:cubicBezTo>
                <a:cubicBezTo>
                  <a:pt x="3561387" y="183900"/>
                  <a:pt x="3569585" y="162887"/>
                  <a:pt x="3569585" y="148785"/>
                </a:cubicBezTo>
                <a:cubicBezTo>
                  <a:pt x="3569585" y="127763"/>
                  <a:pt x="3552930" y="119561"/>
                  <a:pt x="3534739" y="115202"/>
                </a:cubicBezTo>
                <a:cubicBezTo>
                  <a:pt x="3525055" y="112895"/>
                  <a:pt x="3510915" y="108024"/>
                  <a:pt x="3510915" y="95205"/>
                </a:cubicBezTo>
                <a:cubicBezTo>
                  <a:pt x="3510915" y="84692"/>
                  <a:pt x="3519367" y="79055"/>
                  <a:pt x="3530384" y="79055"/>
                </a:cubicBezTo>
                <a:cubicBezTo>
                  <a:pt x="3543708" y="79055"/>
                  <a:pt x="3551906" y="89563"/>
                  <a:pt x="3557802" y="96487"/>
                </a:cubicBezTo>
                <a:lnTo>
                  <a:pt x="3561387" y="96229"/>
                </a:lnTo>
                <a:lnTo>
                  <a:pt x="3566512" y="77260"/>
                </a:lnTo>
                <a:lnTo>
                  <a:pt x="3566000" y="76494"/>
                </a:lnTo>
                <a:cubicBezTo>
                  <a:pt x="3558568" y="72651"/>
                  <a:pt x="3544478" y="68804"/>
                  <a:pt x="3531408" y="68804"/>
                </a:cubicBezTo>
                <a:cubicBezTo>
                  <a:pt x="3512451" y="68804"/>
                  <a:pt x="3492720" y="78797"/>
                  <a:pt x="3492720" y="100076"/>
                </a:cubicBezTo>
                <a:cubicBezTo>
                  <a:pt x="3492720" y="120586"/>
                  <a:pt x="3508045" y="127353"/>
                  <a:pt x="3523468" y="131610"/>
                </a:cubicBezTo>
                <a:cubicBezTo>
                  <a:pt x="3538328" y="135711"/>
                  <a:pt x="3549345" y="139813"/>
                  <a:pt x="3549345" y="152374"/>
                </a:cubicBezTo>
                <a:cubicBezTo>
                  <a:pt x="3549345" y="165963"/>
                  <a:pt x="3539353" y="173653"/>
                  <a:pt x="3525775" y="173653"/>
                </a:cubicBezTo>
                <a:cubicBezTo>
                  <a:pt x="3513475" y="173653"/>
                  <a:pt x="3502712" y="165193"/>
                  <a:pt x="3495538" y="155197"/>
                </a:cubicBezTo>
                <a:lnTo>
                  <a:pt x="3491695" y="155451"/>
                </a:lnTo>
                <a:close/>
                <a:moveTo>
                  <a:pt x="3600843" y="28328"/>
                </a:moveTo>
                <a:cubicBezTo>
                  <a:pt x="3600843" y="35244"/>
                  <a:pt x="3606992" y="41394"/>
                  <a:pt x="3613912" y="41394"/>
                </a:cubicBezTo>
                <a:cubicBezTo>
                  <a:pt x="3620828" y="41394"/>
                  <a:pt x="3626978" y="35244"/>
                  <a:pt x="3626978" y="28328"/>
                </a:cubicBezTo>
                <a:cubicBezTo>
                  <a:pt x="3626978" y="21409"/>
                  <a:pt x="3620828" y="15259"/>
                  <a:pt x="3613912" y="15259"/>
                </a:cubicBezTo>
                <a:cubicBezTo>
                  <a:pt x="3606992" y="15259"/>
                  <a:pt x="3600843" y="21409"/>
                  <a:pt x="3600843" y="28328"/>
                </a:cubicBezTo>
                <a:moveTo>
                  <a:pt x="3603407" y="121234"/>
                </a:moveTo>
                <a:lnTo>
                  <a:pt x="3603407" y="135313"/>
                </a:lnTo>
                <a:cubicBezTo>
                  <a:pt x="3603407" y="154508"/>
                  <a:pt x="3602946" y="167562"/>
                  <a:pt x="3601101" y="181383"/>
                </a:cubicBezTo>
                <a:lnTo>
                  <a:pt x="3601613" y="182149"/>
                </a:lnTo>
                <a:cubicBezTo>
                  <a:pt x="3604686" y="181641"/>
                  <a:pt x="3610581" y="181383"/>
                  <a:pt x="3613654" y="181383"/>
                </a:cubicBezTo>
                <a:cubicBezTo>
                  <a:pt x="3616731" y="181383"/>
                  <a:pt x="3622623" y="181641"/>
                  <a:pt x="3625695" y="182149"/>
                </a:cubicBezTo>
                <a:lnTo>
                  <a:pt x="3626208" y="181383"/>
                </a:lnTo>
                <a:cubicBezTo>
                  <a:pt x="3624366" y="166847"/>
                  <a:pt x="3623905" y="154763"/>
                  <a:pt x="3623905" y="135313"/>
                </a:cubicBezTo>
                <a:lnTo>
                  <a:pt x="3623905" y="117141"/>
                </a:lnTo>
                <a:cubicBezTo>
                  <a:pt x="3623905" y="97945"/>
                  <a:pt x="3624569" y="88731"/>
                  <a:pt x="3626208" y="73116"/>
                </a:cubicBezTo>
                <a:cubicBezTo>
                  <a:pt x="3626208" y="70813"/>
                  <a:pt x="3625903" y="70555"/>
                  <a:pt x="3623905" y="70555"/>
                </a:cubicBezTo>
                <a:cubicBezTo>
                  <a:pt x="3618060" y="71122"/>
                  <a:pt x="3607043" y="71275"/>
                  <a:pt x="3601613" y="70813"/>
                </a:cubicBezTo>
                <a:lnTo>
                  <a:pt x="3601101" y="71580"/>
                </a:lnTo>
                <a:cubicBezTo>
                  <a:pt x="3602688" y="82534"/>
                  <a:pt x="3603407" y="102039"/>
                  <a:pt x="3603407" y="121234"/>
                </a:cubicBezTo>
                <a:close/>
                <a:moveTo>
                  <a:pt x="3764821" y="135215"/>
                </a:moveTo>
                <a:cubicBezTo>
                  <a:pt x="3764821" y="127009"/>
                  <a:pt x="3765334" y="117520"/>
                  <a:pt x="3765334" y="109314"/>
                </a:cubicBezTo>
                <a:cubicBezTo>
                  <a:pt x="3765334" y="82640"/>
                  <a:pt x="3756623" y="68804"/>
                  <a:pt x="3733565" y="68804"/>
                </a:cubicBezTo>
                <a:cubicBezTo>
                  <a:pt x="3723826" y="68804"/>
                  <a:pt x="3705635" y="72651"/>
                  <a:pt x="3689239" y="91874"/>
                </a:cubicBezTo>
                <a:lnTo>
                  <a:pt x="3688726" y="91104"/>
                </a:lnTo>
                <a:lnTo>
                  <a:pt x="3688726" y="72393"/>
                </a:lnTo>
                <a:cubicBezTo>
                  <a:pt x="3688676" y="70395"/>
                  <a:pt x="3688418" y="69832"/>
                  <a:pt x="3687190" y="69832"/>
                </a:cubicBezTo>
                <a:cubicBezTo>
                  <a:pt x="3681451" y="70958"/>
                  <a:pt x="3672275" y="71161"/>
                  <a:pt x="3666434" y="70598"/>
                </a:cubicBezTo>
                <a:lnTo>
                  <a:pt x="3665922" y="71368"/>
                </a:lnTo>
                <a:cubicBezTo>
                  <a:pt x="3667717" y="82436"/>
                  <a:pt x="3668229" y="101875"/>
                  <a:pt x="3668229" y="121109"/>
                </a:cubicBezTo>
                <a:lnTo>
                  <a:pt x="3668229" y="135215"/>
                </a:lnTo>
                <a:cubicBezTo>
                  <a:pt x="3668229" y="154454"/>
                  <a:pt x="3667971" y="167531"/>
                  <a:pt x="3665922" y="181383"/>
                </a:cubicBezTo>
                <a:lnTo>
                  <a:pt x="3666434" y="182149"/>
                </a:lnTo>
                <a:cubicBezTo>
                  <a:pt x="3669511" y="181637"/>
                  <a:pt x="3675403" y="181383"/>
                  <a:pt x="3678476" y="181383"/>
                </a:cubicBezTo>
                <a:cubicBezTo>
                  <a:pt x="3681552" y="181383"/>
                  <a:pt x="3687444" y="181637"/>
                  <a:pt x="3690521" y="182149"/>
                </a:cubicBezTo>
                <a:lnTo>
                  <a:pt x="3691033" y="181383"/>
                </a:lnTo>
                <a:cubicBezTo>
                  <a:pt x="3688981" y="166761"/>
                  <a:pt x="3688726" y="154708"/>
                  <a:pt x="3688726" y="135215"/>
                </a:cubicBezTo>
                <a:lnTo>
                  <a:pt x="3688726" y="105209"/>
                </a:lnTo>
                <a:cubicBezTo>
                  <a:pt x="3701792" y="89821"/>
                  <a:pt x="3716652" y="84180"/>
                  <a:pt x="3725879" y="84180"/>
                </a:cubicBezTo>
                <a:cubicBezTo>
                  <a:pt x="3738944" y="84180"/>
                  <a:pt x="3744324" y="89309"/>
                  <a:pt x="3744324" y="110081"/>
                </a:cubicBezTo>
                <a:lnTo>
                  <a:pt x="3744324" y="135215"/>
                </a:lnTo>
                <a:cubicBezTo>
                  <a:pt x="3744324" y="154454"/>
                  <a:pt x="3743862" y="167582"/>
                  <a:pt x="3742017" y="181383"/>
                </a:cubicBezTo>
                <a:lnTo>
                  <a:pt x="3742529" y="182149"/>
                </a:lnTo>
                <a:cubicBezTo>
                  <a:pt x="3745606" y="181637"/>
                  <a:pt x="3751498" y="181383"/>
                  <a:pt x="3754575" y="181383"/>
                </a:cubicBezTo>
                <a:cubicBezTo>
                  <a:pt x="3757647" y="181383"/>
                  <a:pt x="3763539" y="181637"/>
                  <a:pt x="3766616" y="182149"/>
                </a:cubicBezTo>
                <a:lnTo>
                  <a:pt x="3767128" y="181383"/>
                </a:lnTo>
                <a:cubicBezTo>
                  <a:pt x="3765130" y="166761"/>
                  <a:pt x="3764821" y="154708"/>
                  <a:pt x="3764821" y="135215"/>
                </a:cubicBezTo>
                <a:close/>
                <a:moveTo>
                  <a:pt x="3810942" y="208042"/>
                </a:moveTo>
                <a:cubicBezTo>
                  <a:pt x="3810942" y="199554"/>
                  <a:pt x="3818628" y="190038"/>
                  <a:pt x="3827593" y="185151"/>
                </a:cubicBezTo>
                <a:cubicBezTo>
                  <a:pt x="3835177" y="185175"/>
                  <a:pt x="3846863" y="184401"/>
                  <a:pt x="3850397" y="184401"/>
                </a:cubicBezTo>
                <a:cubicBezTo>
                  <a:pt x="3862696" y="184401"/>
                  <a:pt x="3870535" y="184659"/>
                  <a:pt x="3877556" y="188772"/>
                </a:cubicBezTo>
                <a:cubicBezTo>
                  <a:pt x="3884988" y="193142"/>
                  <a:pt x="3887549" y="200598"/>
                  <a:pt x="3887549" y="207279"/>
                </a:cubicBezTo>
                <a:cubicBezTo>
                  <a:pt x="3887549" y="222960"/>
                  <a:pt x="3866539" y="231182"/>
                  <a:pt x="3844505" y="231182"/>
                </a:cubicBezTo>
                <a:cubicBezTo>
                  <a:pt x="3827851" y="231182"/>
                  <a:pt x="3810942" y="225529"/>
                  <a:pt x="3810942" y="208049"/>
                </a:cubicBezTo>
                <a:lnTo>
                  <a:pt x="3810942" y="208042"/>
                </a:lnTo>
                <a:moveTo>
                  <a:pt x="3884988" y="108227"/>
                </a:moveTo>
                <a:cubicBezTo>
                  <a:pt x="3884988" y="90568"/>
                  <a:pt x="3878068" y="82382"/>
                  <a:pt x="3872075" y="78441"/>
                </a:cubicBezTo>
                <a:cubicBezTo>
                  <a:pt x="3879761" y="79055"/>
                  <a:pt x="3888264" y="80024"/>
                  <a:pt x="3898824" y="81099"/>
                </a:cubicBezTo>
                <a:lnTo>
                  <a:pt x="3899590" y="80333"/>
                </a:lnTo>
                <a:cubicBezTo>
                  <a:pt x="3899078" y="78030"/>
                  <a:pt x="3898824" y="75982"/>
                  <a:pt x="3898824" y="73675"/>
                </a:cubicBezTo>
                <a:cubicBezTo>
                  <a:pt x="3898824" y="71368"/>
                  <a:pt x="3899078" y="69320"/>
                  <a:pt x="3899590" y="67013"/>
                </a:cubicBezTo>
                <a:lnTo>
                  <a:pt x="3898824" y="66243"/>
                </a:lnTo>
                <a:cubicBezTo>
                  <a:pt x="3886576" y="67267"/>
                  <a:pt x="3877505" y="69984"/>
                  <a:pt x="3858392" y="71009"/>
                </a:cubicBezTo>
                <a:cubicBezTo>
                  <a:pt x="3853829" y="69574"/>
                  <a:pt x="3848196" y="68804"/>
                  <a:pt x="3842711" y="68804"/>
                </a:cubicBezTo>
                <a:cubicBezTo>
                  <a:pt x="3822471" y="68804"/>
                  <a:pt x="3799155" y="82382"/>
                  <a:pt x="3799155" y="107715"/>
                </a:cubicBezTo>
                <a:cubicBezTo>
                  <a:pt x="3799155" y="126911"/>
                  <a:pt x="3810172" y="135610"/>
                  <a:pt x="3817346" y="139711"/>
                </a:cubicBezTo>
                <a:cubicBezTo>
                  <a:pt x="3809918" y="144832"/>
                  <a:pt x="3800949" y="152296"/>
                  <a:pt x="3800949" y="161053"/>
                </a:cubicBezTo>
                <a:cubicBezTo>
                  <a:pt x="3800949" y="171593"/>
                  <a:pt x="3807099" y="180816"/>
                  <a:pt x="3820880" y="183173"/>
                </a:cubicBezTo>
                <a:cubicBezTo>
                  <a:pt x="3813761" y="186152"/>
                  <a:pt x="3805766" y="191086"/>
                  <a:pt x="3799155" y="196227"/>
                </a:cubicBezTo>
                <a:cubicBezTo>
                  <a:pt x="3795925" y="201110"/>
                  <a:pt x="3793263" y="208358"/>
                  <a:pt x="3793263" y="213191"/>
                </a:cubicBezTo>
                <a:cubicBezTo>
                  <a:pt x="3793263" y="233438"/>
                  <a:pt x="3815297" y="242199"/>
                  <a:pt x="3842457" y="242199"/>
                </a:cubicBezTo>
                <a:cubicBezTo>
                  <a:pt x="3882424" y="242199"/>
                  <a:pt x="3906252" y="225478"/>
                  <a:pt x="3906252" y="201368"/>
                </a:cubicBezTo>
                <a:cubicBezTo>
                  <a:pt x="3906252" y="190058"/>
                  <a:pt x="3902667" y="182098"/>
                  <a:pt x="3895493" y="175948"/>
                </a:cubicBezTo>
                <a:cubicBezTo>
                  <a:pt x="3885856" y="167750"/>
                  <a:pt x="3868334" y="167492"/>
                  <a:pt x="3859365" y="167492"/>
                </a:cubicBezTo>
                <a:cubicBezTo>
                  <a:pt x="3855010" y="167492"/>
                  <a:pt x="3844759" y="168004"/>
                  <a:pt x="3838868" y="168774"/>
                </a:cubicBezTo>
                <a:cubicBezTo>
                  <a:pt x="3835283" y="169009"/>
                  <a:pt x="3832718" y="169267"/>
                  <a:pt x="3831439" y="169267"/>
                </a:cubicBezTo>
                <a:cubicBezTo>
                  <a:pt x="3824265" y="169267"/>
                  <a:pt x="3816575" y="168239"/>
                  <a:pt x="3816575" y="157175"/>
                </a:cubicBezTo>
                <a:cubicBezTo>
                  <a:pt x="3816575" y="152030"/>
                  <a:pt x="3817858" y="147659"/>
                  <a:pt x="3823495" y="142784"/>
                </a:cubicBezTo>
                <a:cubicBezTo>
                  <a:pt x="3826826" y="144578"/>
                  <a:pt x="3834716" y="146369"/>
                  <a:pt x="3842457" y="146369"/>
                </a:cubicBezTo>
                <a:cubicBezTo>
                  <a:pt x="3869100" y="146369"/>
                  <a:pt x="3884988" y="128393"/>
                  <a:pt x="3884988" y="108227"/>
                </a:cubicBezTo>
                <a:moveTo>
                  <a:pt x="3865003" y="108482"/>
                </a:moveTo>
                <a:cubicBezTo>
                  <a:pt x="3865003" y="124042"/>
                  <a:pt x="3858595" y="136122"/>
                  <a:pt x="3843223" y="136122"/>
                </a:cubicBezTo>
                <a:cubicBezTo>
                  <a:pt x="3824778" y="136122"/>
                  <a:pt x="3819140" y="124092"/>
                  <a:pt x="3819140" y="106437"/>
                </a:cubicBezTo>
                <a:cubicBezTo>
                  <a:pt x="3819140" y="89548"/>
                  <a:pt x="3826826" y="78542"/>
                  <a:pt x="3841686" y="78542"/>
                </a:cubicBezTo>
                <a:cubicBezTo>
                  <a:pt x="3858341" y="78542"/>
                  <a:pt x="3865003" y="90314"/>
                  <a:pt x="3865003" y="108482"/>
                </a:cubicBezTo>
                <a:close/>
                <a:moveTo>
                  <a:pt x="3925723" y="155451"/>
                </a:moveTo>
                <a:lnTo>
                  <a:pt x="3921368" y="176984"/>
                </a:lnTo>
                <a:cubicBezTo>
                  <a:pt x="3935974" y="182110"/>
                  <a:pt x="3950322" y="183900"/>
                  <a:pt x="3960057" y="183900"/>
                </a:cubicBezTo>
                <a:cubicBezTo>
                  <a:pt x="3995414" y="183900"/>
                  <a:pt x="4003613" y="162887"/>
                  <a:pt x="4003613" y="148785"/>
                </a:cubicBezTo>
                <a:cubicBezTo>
                  <a:pt x="4003613" y="127763"/>
                  <a:pt x="3986958" y="119561"/>
                  <a:pt x="3968767" y="115202"/>
                </a:cubicBezTo>
                <a:cubicBezTo>
                  <a:pt x="3959083" y="112895"/>
                  <a:pt x="3944942" y="108024"/>
                  <a:pt x="3944942" y="95205"/>
                </a:cubicBezTo>
                <a:cubicBezTo>
                  <a:pt x="3944942" y="84692"/>
                  <a:pt x="3953395" y="79055"/>
                  <a:pt x="3964412" y="79055"/>
                </a:cubicBezTo>
                <a:cubicBezTo>
                  <a:pt x="3977735" y="79055"/>
                  <a:pt x="3985934" y="89563"/>
                  <a:pt x="3991829" y="96487"/>
                </a:cubicBezTo>
                <a:lnTo>
                  <a:pt x="3995414" y="96229"/>
                </a:lnTo>
                <a:lnTo>
                  <a:pt x="4000540" y="77260"/>
                </a:lnTo>
                <a:lnTo>
                  <a:pt x="4000028" y="76494"/>
                </a:lnTo>
                <a:cubicBezTo>
                  <a:pt x="3992596" y="72651"/>
                  <a:pt x="3978506" y="68804"/>
                  <a:pt x="3965436" y="68804"/>
                </a:cubicBezTo>
                <a:cubicBezTo>
                  <a:pt x="3946479" y="68804"/>
                  <a:pt x="3926747" y="78797"/>
                  <a:pt x="3926747" y="100076"/>
                </a:cubicBezTo>
                <a:cubicBezTo>
                  <a:pt x="3926747" y="120586"/>
                  <a:pt x="3942073" y="127353"/>
                  <a:pt x="3957496" y="131610"/>
                </a:cubicBezTo>
                <a:cubicBezTo>
                  <a:pt x="3972356" y="135711"/>
                  <a:pt x="3983373" y="139813"/>
                  <a:pt x="3983373" y="152374"/>
                </a:cubicBezTo>
                <a:cubicBezTo>
                  <a:pt x="3983373" y="165963"/>
                  <a:pt x="3973380" y="173653"/>
                  <a:pt x="3959802" y="173653"/>
                </a:cubicBezTo>
                <a:cubicBezTo>
                  <a:pt x="3947503" y="173653"/>
                  <a:pt x="3936740" y="165193"/>
                  <a:pt x="3929566" y="155197"/>
                </a:cubicBezTo>
                <a:lnTo>
                  <a:pt x="3925723" y="155451"/>
                </a:lnTo>
                <a:close/>
                <a:moveTo>
                  <a:pt x="4028208" y="170068"/>
                </a:moveTo>
                <a:cubicBezTo>
                  <a:pt x="4030464" y="178622"/>
                  <a:pt x="4034053" y="182110"/>
                  <a:pt x="4042044" y="183900"/>
                </a:cubicBezTo>
                <a:lnTo>
                  <a:pt x="4043072" y="183900"/>
                </a:lnTo>
                <a:cubicBezTo>
                  <a:pt x="4050297" y="182110"/>
                  <a:pt x="4054293" y="178318"/>
                  <a:pt x="4056904" y="170068"/>
                </a:cubicBezTo>
                <a:lnTo>
                  <a:pt x="4056904" y="169040"/>
                </a:lnTo>
                <a:cubicBezTo>
                  <a:pt x="4054551" y="161815"/>
                  <a:pt x="4050501" y="157871"/>
                  <a:pt x="4043072" y="155204"/>
                </a:cubicBezTo>
                <a:lnTo>
                  <a:pt x="4042044" y="155204"/>
                </a:lnTo>
                <a:cubicBezTo>
                  <a:pt x="4034307" y="158332"/>
                  <a:pt x="4030566" y="162226"/>
                  <a:pt x="4028208" y="169040"/>
                </a:cubicBezTo>
                <a:lnTo>
                  <a:pt x="4028208" y="1700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54B15-5C9A-4AAB-962E-EE30AD9F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959" y="1917959"/>
            <a:ext cx="321943" cy="695501"/>
          </a:xfrm>
          <a:custGeom xmlns:a="http://schemas.openxmlformats.org/drawingml/2006/main">
            <a:pathLst>
              <a:path w="321943" h="695501">
                <a:moveTo>
                  <a:pt x="321943" y="347766"/>
                </a:moveTo>
                <a:cubicBezTo>
                  <a:pt x="321943" y="539813"/>
                  <a:pt x="249903" y="695501"/>
                  <a:pt x="160997" y="695501"/>
                </a:cubicBezTo>
                <a:cubicBezTo>
                  <a:pt x="72122" y="695501"/>
                  <a:pt x="0" y="539813"/>
                  <a:pt x="0" y="347766"/>
                </a:cubicBezTo>
                <a:cubicBezTo>
                  <a:pt x="0" y="155678"/>
                  <a:pt x="72122" y="0"/>
                  <a:pt x="160997" y="0"/>
                </a:cubicBezTo>
                <a:cubicBezTo>
                  <a:pt x="249903" y="0"/>
                  <a:pt x="321943" y="155678"/>
                  <a:pt x="321943" y="347766"/>
                </a:cubicBezTo>
                <a:close/>
                <a:moveTo>
                  <a:pt x="321943" y="347766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40BC9-773F-4935-A622-FA169F7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959" y="1917959"/>
            <a:ext cx="321943" cy="695501"/>
          </a:xfrm>
          <a:custGeom xmlns:a="http://schemas.openxmlformats.org/drawingml/2006/main">
            <a:pathLst>
              <a:path w="321943" h="695501" fill="none">
                <a:moveTo>
                  <a:pt x="321943" y="347766"/>
                </a:moveTo>
                <a:cubicBezTo>
                  <a:pt x="321943" y="539813"/>
                  <a:pt x="249903" y="695501"/>
                  <a:pt x="160997" y="695501"/>
                </a:cubicBezTo>
                <a:cubicBezTo>
                  <a:pt x="72122" y="695501"/>
                  <a:pt x="0" y="539813"/>
                  <a:pt x="0" y="347766"/>
                </a:cubicBezTo>
                <a:cubicBezTo>
                  <a:pt x="0" y="155678"/>
                  <a:pt x="72122" y="0"/>
                  <a:pt x="160997" y="0"/>
                </a:cubicBezTo>
                <a:cubicBezTo>
                  <a:pt x="249903" y="0"/>
                  <a:pt x="321943" y="155678"/>
                  <a:pt x="321943" y="347766"/>
                </a:cubicBezTo>
                <a:close/>
                <a:moveTo>
                  <a:pt x="321943" y="347766"/>
                </a:moveTo>
              </a:path>
            </a:pathLst>
          </a:custGeom>
          <a:noFill xmlns:a="http://schemas.openxmlformats.org/drawingml/2006/main"/>
          <a:ln xmlns:a="http://schemas.openxmlformats.org/drawingml/2006/main" w="61923" cap="flat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09C81-E5EB-4C8A-B8E3-60E3C942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01" y="2345919"/>
            <a:ext cx="303460" cy="288029"/>
          </a:xfrm>
          <a:custGeom xmlns:a="http://schemas.openxmlformats.org/drawingml/2006/main">
            <a:pathLst>
              <a:path w="303460" h="288029">
                <a:moveTo>
                  <a:pt x="0" y="50748"/>
                </a:moveTo>
                <a:cubicBezTo>
                  <a:pt x="0" y="23183"/>
                  <a:pt x="17245" y="0"/>
                  <a:pt x="37775" y="0"/>
                </a:cubicBezTo>
                <a:lnTo>
                  <a:pt x="265695" y="0"/>
                </a:lnTo>
                <a:cubicBezTo>
                  <a:pt x="286225" y="0"/>
                  <a:pt x="303460" y="23183"/>
                  <a:pt x="303460" y="50748"/>
                </a:cubicBezTo>
                <a:lnTo>
                  <a:pt x="303460" y="237282"/>
                </a:lnTo>
                <a:cubicBezTo>
                  <a:pt x="303460" y="264846"/>
                  <a:pt x="286225" y="288029"/>
                  <a:pt x="265695" y="288029"/>
                </a:cubicBezTo>
                <a:lnTo>
                  <a:pt x="37775" y="288029"/>
                </a:lnTo>
                <a:cubicBezTo>
                  <a:pt x="17245" y="288029"/>
                  <a:pt x="0" y="264846"/>
                  <a:pt x="0" y="237282"/>
                </a:cubicBezTo>
                <a:lnTo>
                  <a:pt x="0" y="50748"/>
                </a:lnTo>
                <a:close/>
                <a:moveTo>
                  <a:pt x="0" y="50748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64B63-BBBE-485E-BF02-2185CFF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01" y="2345919"/>
            <a:ext cx="303460" cy="288029"/>
          </a:xfrm>
          <a:custGeom xmlns:a="http://schemas.openxmlformats.org/drawingml/2006/main">
            <a:pathLst>
              <a:path w="303460" h="288029" fill="none">
                <a:moveTo>
                  <a:pt x="0" y="50748"/>
                </a:moveTo>
                <a:cubicBezTo>
                  <a:pt x="0" y="23183"/>
                  <a:pt x="17245" y="0"/>
                  <a:pt x="37775" y="0"/>
                </a:cubicBezTo>
                <a:lnTo>
                  <a:pt x="265695" y="0"/>
                </a:lnTo>
                <a:cubicBezTo>
                  <a:pt x="286225" y="0"/>
                  <a:pt x="303460" y="23183"/>
                  <a:pt x="303460" y="50748"/>
                </a:cubicBezTo>
                <a:lnTo>
                  <a:pt x="303460" y="237282"/>
                </a:lnTo>
                <a:cubicBezTo>
                  <a:pt x="303460" y="264846"/>
                  <a:pt x="286225" y="288029"/>
                  <a:pt x="265695" y="288029"/>
                </a:cubicBezTo>
                <a:lnTo>
                  <a:pt x="37775" y="288029"/>
                </a:lnTo>
                <a:cubicBezTo>
                  <a:pt x="17245" y="288029"/>
                  <a:pt x="0" y="264846"/>
                  <a:pt x="0" y="237282"/>
                </a:cubicBezTo>
                <a:lnTo>
                  <a:pt x="0" y="50748"/>
                </a:lnTo>
                <a:close/>
                <a:moveTo>
                  <a:pt x="0" y="50748"/>
                </a:moveTo>
              </a:path>
            </a:pathLst>
          </a:custGeom>
          <a:noFill xmlns:a="http://schemas.openxmlformats.org/drawingml/2006/main"/>
          <a:ln xmlns:a="http://schemas.openxmlformats.org/drawingml/2006/main" w="61933" cap="flat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76565-8542-471A-9984-1B7D501D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865" y="1847083"/>
            <a:ext cx="294771" cy="366856"/>
          </a:xfrm>
          <a:custGeom xmlns:a="http://schemas.openxmlformats.org/drawingml/2006/main">
            <a:pathLst>
              <a:path w="294771" h="366856">
                <a:moveTo>
                  <a:pt x="289234" y="235996"/>
                </a:moveTo>
                <a:cubicBezTo>
                  <a:pt x="281118" y="247649"/>
                  <a:pt x="276410" y="245962"/>
                  <a:pt x="232863" y="216392"/>
                </a:cubicBezTo>
                <a:cubicBezTo>
                  <a:pt x="210920" y="201489"/>
                  <a:pt x="192325" y="189229"/>
                  <a:pt x="191475" y="189229"/>
                </a:cubicBezTo>
                <a:cubicBezTo>
                  <a:pt x="190677" y="189198"/>
                  <a:pt x="189234" y="229166"/>
                  <a:pt x="188221" y="278022"/>
                </a:cubicBezTo>
                <a:lnTo>
                  <a:pt x="186460" y="366856"/>
                </a:lnTo>
                <a:lnTo>
                  <a:pt x="144755" y="365971"/>
                </a:lnTo>
                <a:lnTo>
                  <a:pt x="102968" y="365128"/>
                </a:lnTo>
                <a:lnTo>
                  <a:pt x="104821" y="275574"/>
                </a:lnTo>
                <a:cubicBezTo>
                  <a:pt x="106223" y="206549"/>
                  <a:pt x="105383" y="186822"/>
                  <a:pt x="101126" y="189311"/>
                </a:cubicBezTo>
                <a:cubicBezTo>
                  <a:pt x="98025" y="191121"/>
                  <a:pt x="77822" y="203340"/>
                  <a:pt x="56043" y="216474"/>
                </a:cubicBezTo>
                <a:cubicBezTo>
                  <a:pt x="15024" y="241221"/>
                  <a:pt x="4217" y="240984"/>
                  <a:pt x="1361" y="215271"/>
                </a:cubicBezTo>
                <a:cubicBezTo>
                  <a:pt x="0" y="202486"/>
                  <a:pt x="132617" y="6552"/>
                  <a:pt x="147089" y="0"/>
                </a:cubicBezTo>
                <a:cubicBezTo>
                  <a:pt x="196940" y="67214"/>
                  <a:pt x="248972" y="147409"/>
                  <a:pt x="294771" y="221216"/>
                </a:cubicBezTo>
                <a:cubicBezTo>
                  <a:pt x="294689" y="225073"/>
                  <a:pt x="292243" y="231738"/>
                  <a:pt x="289234" y="235996"/>
                </a:cubicBezTo>
                <a:close/>
                <a:moveTo>
                  <a:pt x="289234" y="235996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A0985-7692-41C3-8BA5-4B3DA4C6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865" y="1847083"/>
            <a:ext cx="294771" cy="366856"/>
          </a:xfrm>
          <a:custGeom xmlns:a="http://schemas.openxmlformats.org/drawingml/2006/main">
            <a:pathLst>
              <a:path w="294771" h="366856" fill="none">
                <a:moveTo>
                  <a:pt x="289234" y="235996"/>
                </a:moveTo>
                <a:cubicBezTo>
                  <a:pt x="281118" y="247649"/>
                  <a:pt x="276410" y="245962"/>
                  <a:pt x="232863" y="216392"/>
                </a:cubicBezTo>
                <a:cubicBezTo>
                  <a:pt x="210920" y="201489"/>
                  <a:pt x="192325" y="189229"/>
                  <a:pt x="191475" y="189229"/>
                </a:cubicBezTo>
                <a:cubicBezTo>
                  <a:pt x="190677" y="189198"/>
                  <a:pt x="189234" y="229166"/>
                  <a:pt x="188221" y="278022"/>
                </a:cubicBezTo>
                <a:lnTo>
                  <a:pt x="186460" y="366856"/>
                </a:lnTo>
                <a:lnTo>
                  <a:pt x="144755" y="365971"/>
                </a:lnTo>
                <a:lnTo>
                  <a:pt x="102968" y="365128"/>
                </a:lnTo>
                <a:lnTo>
                  <a:pt x="104821" y="275574"/>
                </a:lnTo>
                <a:cubicBezTo>
                  <a:pt x="106223" y="206549"/>
                  <a:pt x="105383" y="186822"/>
                  <a:pt x="101126" y="189311"/>
                </a:cubicBezTo>
                <a:cubicBezTo>
                  <a:pt x="98025" y="191121"/>
                  <a:pt x="77822" y="203340"/>
                  <a:pt x="56043" y="216474"/>
                </a:cubicBezTo>
                <a:cubicBezTo>
                  <a:pt x="15024" y="241221"/>
                  <a:pt x="4217" y="240984"/>
                  <a:pt x="1361" y="215271"/>
                </a:cubicBezTo>
                <a:cubicBezTo>
                  <a:pt x="0" y="202486"/>
                  <a:pt x="132617" y="6552"/>
                  <a:pt x="147089" y="0"/>
                </a:cubicBezTo>
                <a:cubicBezTo>
                  <a:pt x="196940" y="67214"/>
                  <a:pt x="248972" y="147409"/>
                  <a:pt x="294771" y="221216"/>
                </a:cubicBezTo>
                <a:cubicBezTo>
                  <a:pt x="294689" y="225073"/>
                  <a:pt x="292243" y="231738"/>
                  <a:pt x="289234" y="235996"/>
                </a:cubicBezTo>
                <a:close/>
                <a:moveTo>
                  <a:pt x="289234" y="235996"/>
                </a:moveTo>
              </a:path>
            </a:pathLst>
          </a:custGeom>
          <a:noFill xmlns:a="http://schemas.openxmlformats.org/drawingml/2006/main"/>
          <a:ln xmlns:a="http://schemas.openxmlformats.org/drawingml/2006/main" w="61923" cap="flat">
            <a:solidFill>
              <a:srgbClr val="000000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02A9D-FFCE-4F51-A2B7-99B5FFDD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495" y="963515"/>
            <a:ext cx="321974" cy="695542"/>
          </a:xfrm>
          <a:custGeom xmlns:a="http://schemas.openxmlformats.org/drawingml/2006/main">
            <a:pathLst>
              <a:path w="321974" h="695542">
                <a:moveTo>
                  <a:pt x="321974" y="347766"/>
                </a:moveTo>
                <a:cubicBezTo>
                  <a:pt x="321974" y="539813"/>
                  <a:pt x="249944" y="695542"/>
                  <a:pt x="160987" y="695542"/>
                </a:cubicBezTo>
                <a:cubicBezTo>
                  <a:pt x="72122" y="695542"/>
                  <a:pt x="0" y="539813"/>
                  <a:pt x="0" y="347766"/>
                </a:cubicBezTo>
                <a:cubicBezTo>
                  <a:pt x="0" y="155719"/>
                  <a:pt x="72122" y="0"/>
                  <a:pt x="160987" y="0"/>
                </a:cubicBezTo>
                <a:cubicBezTo>
                  <a:pt x="249944" y="0"/>
                  <a:pt x="321974" y="155719"/>
                  <a:pt x="321974" y="347766"/>
                </a:cubicBezTo>
                <a:close/>
                <a:moveTo>
                  <a:pt x="321974" y="347766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DC17F-41ED-447D-928F-62FC8E7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495" y="963515"/>
            <a:ext cx="321974" cy="695542"/>
          </a:xfrm>
          <a:custGeom xmlns:a="http://schemas.openxmlformats.org/drawingml/2006/main">
            <a:pathLst>
              <a:path w="321974" h="695542" fill="none">
                <a:moveTo>
                  <a:pt x="321974" y="347766"/>
                </a:moveTo>
                <a:cubicBezTo>
                  <a:pt x="321974" y="539813"/>
                  <a:pt x="249944" y="695542"/>
                  <a:pt x="160987" y="695542"/>
                </a:cubicBezTo>
                <a:cubicBezTo>
                  <a:pt x="72122" y="695542"/>
                  <a:pt x="0" y="539813"/>
                  <a:pt x="0" y="347766"/>
                </a:cubicBezTo>
                <a:cubicBezTo>
                  <a:pt x="0" y="155719"/>
                  <a:pt x="72122" y="0"/>
                  <a:pt x="160987" y="0"/>
                </a:cubicBezTo>
                <a:cubicBezTo>
                  <a:pt x="249944" y="0"/>
                  <a:pt x="321974" y="155719"/>
                  <a:pt x="321974" y="347766"/>
                </a:cubicBezTo>
                <a:close/>
                <a:moveTo>
                  <a:pt x="321974" y="347766"/>
                </a:moveTo>
              </a:path>
            </a:pathLst>
          </a:custGeom>
          <a:noFill xmlns:a="http://schemas.openxmlformats.org/drawingml/2006/main"/>
          <a:ln xmlns:a="http://schemas.openxmlformats.org/drawingml/2006/main" w="61923" cap="flat">
            <a:solidFill>
              <a:srgbClr val="000000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A032C-B5A1-4B59-AAB0-0550426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777" y="1391476"/>
            <a:ext cx="303460" cy="288029"/>
          </a:xfrm>
          <a:custGeom xmlns:a="http://schemas.openxmlformats.org/drawingml/2006/main">
            <a:pathLst>
              <a:path w="303460" h="288029">
                <a:moveTo>
                  <a:pt x="0" y="50748"/>
                </a:moveTo>
                <a:cubicBezTo>
                  <a:pt x="0" y="23183"/>
                  <a:pt x="17194" y="0"/>
                  <a:pt x="37765" y="0"/>
                </a:cubicBezTo>
                <a:lnTo>
                  <a:pt x="265685" y="0"/>
                </a:lnTo>
                <a:cubicBezTo>
                  <a:pt x="286215" y="0"/>
                  <a:pt x="303460" y="23183"/>
                  <a:pt x="303460" y="50748"/>
                </a:cubicBezTo>
                <a:lnTo>
                  <a:pt x="303460" y="237282"/>
                </a:lnTo>
                <a:cubicBezTo>
                  <a:pt x="303460" y="264887"/>
                  <a:pt x="286215" y="288029"/>
                  <a:pt x="265685" y="288029"/>
                </a:cubicBezTo>
                <a:lnTo>
                  <a:pt x="37765" y="288029"/>
                </a:lnTo>
                <a:cubicBezTo>
                  <a:pt x="17194" y="288029"/>
                  <a:pt x="0" y="264887"/>
                  <a:pt x="0" y="237282"/>
                </a:cubicBezTo>
                <a:lnTo>
                  <a:pt x="0" y="50748"/>
                </a:lnTo>
                <a:close/>
                <a:moveTo>
                  <a:pt x="0" y="50748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23F6C-9D90-4932-8880-6CE7CDB0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777" y="1391476"/>
            <a:ext cx="303460" cy="288029"/>
          </a:xfrm>
          <a:custGeom xmlns:a="http://schemas.openxmlformats.org/drawingml/2006/main">
            <a:pathLst>
              <a:path w="303460" h="288029" fill="none">
                <a:moveTo>
                  <a:pt x="0" y="50748"/>
                </a:moveTo>
                <a:cubicBezTo>
                  <a:pt x="0" y="23183"/>
                  <a:pt x="17194" y="0"/>
                  <a:pt x="37765" y="0"/>
                </a:cubicBezTo>
                <a:lnTo>
                  <a:pt x="265685" y="0"/>
                </a:lnTo>
                <a:cubicBezTo>
                  <a:pt x="286215" y="0"/>
                  <a:pt x="303460" y="23183"/>
                  <a:pt x="303460" y="50748"/>
                </a:cubicBezTo>
                <a:lnTo>
                  <a:pt x="303460" y="237282"/>
                </a:lnTo>
                <a:cubicBezTo>
                  <a:pt x="303460" y="264887"/>
                  <a:pt x="286215" y="288029"/>
                  <a:pt x="265685" y="288029"/>
                </a:cubicBezTo>
                <a:lnTo>
                  <a:pt x="37765" y="288029"/>
                </a:lnTo>
                <a:cubicBezTo>
                  <a:pt x="17194" y="288029"/>
                  <a:pt x="0" y="264887"/>
                  <a:pt x="0" y="237282"/>
                </a:cubicBezTo>
                <a:lnTo>
                  <a:pt x="0" y="50748"/>
                </a:lnTo>
                <a:close/>
                <a:moveTo>
                  <a:pt x="0" y="50748"/>
                </a:moveTo>
              </a:path>
            </a:pathLst>
          </a:custGeom>
          <a:noFill xmlns:a="http://schemas.openxmlformats.org/drawingml/2006/main"/>
          <a:ln xmlns:a="http://schemas.openxmlformats.org/drawingml/2006/main" w="61933" cap="flat">
            <a:solidFill>
              <a:srgbClr val="000000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9DA97-D32E-4F30-B982-E8239E80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390" y="892639"/>
            <a:ext cx="294822" cy="366856"/>
          </a:xfrm>
          <a:custGeom xmlns:a="http://schemas.openxmlformats.org/drawingml/2006/main">
            <a:pathLst>
              <a:path w="294822" h="366856">
                <a:moveTo>
                  <a:pt x="289234" y="235996"/>
                </a:moveTo>
                <a:cubicBezTo>
                  <a:pt x="281118" y="247649"/>
                  <a:pt x="276420" y="246003"/>
                  <a:pt x="232863" y="216433"/>
                </a:cubicBezTo>
                <a:cubicBezTo>
                  <a:pt x="210972" y="201489"/>
                  <a:pt x="192325" y="189239"/>
                  <a:pt x="191485" y="189239"/>
                </a:cubicBezTo>
                <a:cubicBezTo>
                  <a:pt x="190718" y="189239"/>
                  <a:pt x="189234" y="229166"/>
                  <a:pt x="188272" y="278022"/>
                </a:cubicBezTo>
                <a:lnTo>
                  <a:pt x="186460" y="366856"/>
                </a:lnTo>
                <a:lnTo>
                  <a:pt x="144796" y="366012"/>
                </a:lnTo>
                <a:lnTo>
                  <a:pt x="103019" y="365128"/>
                </a:lnTo>
                <a:lnTo>
                  <a:pt x="104861" y="275615"/>
                </a:lnTo>
                <a:cubicBezTo>
                  <a:pt x="106274" y="206590"/>
                  <a:pt x="105383" y="186822"/>
                  <a:pt x="101167" y="189311"/>
                </a:cubicBezTo>
                <a:cubicBezTo>
                  <a:pt x="98076" y="191121"/>
                  <a:pt x="77822" y="203340"/>
                  <a:pt x="56054" y="216474"/>
                </a:cubicBezTo>
                <a:cubicBezTo>
                  <a:pt x="15065" y="241221"/>
                  <a:pt x="4258" y="241025"/>
                  <a:pt x="1412" y="215312"/>
                </a:cubicBezTo>
                <a:cubicBezTo>
                  <a:pt x="0" y="202497"/>
                  <a:pt x="132668" y="6552"/>
                  <a:pt x="147089" y="0"/>
                </a:cubicBezTo>
                <a:cubicBezTo>
                  <a:pt x="196991" y="67214"/>
                  <a:pt x="249023" y="147409"/>
                  <a:pt x="294822" y="221257"/>
                </a:cubicBezTo>
                <a:cubicBezTo>
                  <a:pt x="294740" y="225073"/>
                  <a:pt x="292253" y="231738"/>
                  <a:pt x="289234" y="235996"/>
                </a:cubicBezTo>
                <a:close/>
                <a:moveTo>
                  <a:pt x="289234" y="235996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10EA5-6A65-4387-BA2D-BA354D61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390" y="892639"/>
            <a:ext cx="294822" cy="366856"/>
          </a:xfrm>
          <a:custGeom xmlns:a="http://schemas.openxmlformats.org/drawingml/2006/main">
            <a:pathLst>
              <a:path w="294822" h="366856" fill="none">
                <a:moveTo>
                  <a:pt x="289234" y="235996"/>
                </a:moveTo>
                <a:cubicBezTo>
                  <a:pt x="281118" y="247649"/>
                  <a:pt x="276420" y="246003"/>
                  <a:pt x="232863" y="216433"/>
                </a:cubicBezTo>
                <a:cubicBezTo>
                  <a:pt x="210972" y="201489"/>
                  <a:pt x="192325" y="189239"/>
                  <a:pt x="191485" y="189239"/>
                </a:cubicBezTo>
                <a:cubicBezTo>
                  <a:pt x="190718" y="189239"/>
                  <a:pt x="189234" y="229166"/>
                  <a:pt x="188272" y="278022"/>
                </a:cubicBezTo>
                <a:lnTo>
                  <a:pt x="186460" y="366856"/>
                </a:lnTo>
                <a:lnTo>
                  <a:pt x="144796" y="366012"/>
                </a:lnTo>
                <a:lnTo>
                  <a:pt x="103019" y="365128"/>
                </a:lnTo>
                <a:lnTo>
                  <a:pt x="104861" y="275615"/>
                </a:lnTo>
                <a:cubicBezTo>
                  <a:pt x="106274" y="206590"/>
                  <a:pt x="105383" y="186822"/>
                  <a:pt x="101167" y="189311"/>
                </a:cubicBezTo>
                <a:cubicBezTo>
                  <a:pt x="98076" y="191121"/>
                  <a:pt x="77822" y="203340"/>
                  <a:pt x="56054" y="216474"/>
                </a:cubicBezTo>
                <a:cubicBezTo>
                  <a:pt x="15065" y="241221"/>
                  <a:pt x="4258" y="241025"/>
                  <a:pt x="1412" y="215312"/>
                </a:cubicBezTo>
                <a:cubicBezTo>
                  <a:pt x="0" y="202497"/>
                  <a:pt x="132668" y="6552"/>
                  <a:pt x="147089" y="0"/>
                </a:cubicBezTo>
                <a:cubicBezTo>
                  <a:pt x="196991" y="67214"/>
                  <a:pt x="249023" y="147409"/>
                  <a:pt x="294822" y="221257"/>
                </a:cubicBezTo>
                <a:cubicBezTo>
                  <a:pt x="294740" y="225073"/>
                  <a:pt x="292253" y="231738"/>
                  <a:pt x="289234" y="235996"/>
                </a:cubicBezTo>
                <a:close/>
                <a:moveTo>
                  <a:pt x="289234" y="235996"/>
                </a:moveTo>
              </a:path>
            </a:pathLst>
          </a:custGeom>
          <a:noFill xmlns:a="http://schemas.openxmlformats.org/drawingml/2006/main"/>
          <a:ln xmlns:a="http://schemas.openxmlformats.org/drawingml/2006/main" w="61923" cap="flat">
            <a:solidFill>
              <a:srgbClr val="000000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47552-C27A-4EFF-88F4-A7FB6B75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675" y="227912"/>
            <a:ext cx="692049" cy="323627"/>
          </a:xfrm>
          <a:custGeom xmlns:a="http://schemas.openxmlformats.org/drawingml/2006/main">
            <a:pathLst>
              <a:path w="692049" h="323627">
                <a:moveTo>
                  <a:pt x="346004" y="0"/>
                </a:moveTo>
                <a:cubicBezTo>
                  <a:pt x="537090" y="0"/>
                  <a:pt x="692049" y="72480"/>
                  <a:pt x="692049" y="161839"/>
                </a:cubicBezTo>
                <a:cubicBezTo>
                  <a:pt x="692049" y="251187"/>
                  <a:pt x="537090" y="323627"/>
                  <a:pt x="346004" y="323627"/>
                </a:cubicBezTo>
                <a:cubicBezTo>
                  <a:pt x="154887" y="323627"/>
                  <a:pt x="0" y="251187"/>
                  <a:pt x="0" y="161839"/>
                </a:cubicBezTo>
                <a:cubicBezTo>
                  <a:pt x="0" y="72480"/>
                  <a:pt x="154887" y="0"/>
                  <a:pt x="346004" y="0"/>
                </a:cubicBezTo>
                <a:close/>
                <a:moveTo>
                  <a:pt x="346004" y="0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2878A-F749-4B72-92FC-DC1959B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675" y="227912"/>
            <a:ext cx="692049" cy="323627"/>
          </a:xfrm>
          <a:custGeom xmlns:a="http://schemas.openxmlformats.org/drawingml/2006/main">
            <a:pathLst>
              <a:path w="692049" h="323627" fill="none">
                <a:moveTo>
                  <a:pt x="346004" y="0"/>
                </a:moveTo>
                <a:cubicBezTo>
                  <a:pt x="537090" y="0"/>
                  <a:pt x="692049" y="72480"/>
                  <a:pt x="692049" y="161839"/>
                </a:cubicBezTo>
                <a:cubicBezTo>
                  <a:pt x="692049" y="251187"/>
                  <a:pt x="537090" y="323627"/>
                  <a:pt x="346004" y="323627"/>
                </a:cubicBezTo>
                <a:cubicBezTo>
                  <a:pt x="154887" y="323627"/>
                  <a:pt x="0" y="251187"/>
                  <a:pt x="0" y="161839"/>
                </a:cubicBezTo>
                <a:cubicBezTo>
                  <a:pt x="0" y="72480"/>
                  <a:pt x="154887" y="0"/>
                  <a:pt x="346004" y="0"/>
                </a:cubicBezTo>
                <a:close/>
                <a:moveTo>
                  <a:pt x="34600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1923" cap="flat">
            <a:solidFill>
              <a:srgbClr val="000000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073E1-5A55-4282-80E6-BDF0AAD0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508" y="237230"/>
            <a:ext cx="286624" cy="304990"/>
          </a:xfrm>
          <a:custGeom xmlns:a="http://schemas.openxmlformats.org/drawingml/2006/main">
            <a:pathLst>
              <a:path w="286624" h="304990">
                <a:moveTo>
                  <a:pt x="50507" y="304990"/>
                </a:moveTo>
                <a:cubicBezTo>
                  <a:pt x="23027" y="304990"/>
                  <a:pt x="0" y="287669"/>
                  <a:pt x="0" y="267016"/>
                </a:cubicBezTo>
                <a:lnTo>
                  <a:pt x="0" y="37973"/>
                </a:lnTo>
                <a:cubicBezTo>
                  <a:pt x="0" y="17362"/>
                  <a:pt x="23027" y="0"/>
                  <a:pt x="50507" y="0"/>
                </a:cubicBezTo>
                <a:lnTo>
                  <a:pt x="236128" y="0"/>
                </a:lnTo>
                <a:cubicBezTo>
                  <a:pt x="263525" y="0"/>
                  <a:pt x="286624" y="17362"/>
                  <a:pt x="286624" y="37973"/>
                </a:cubicBezTo>
                <a:lnTo>
                  <a:pt x="286624" y="267016"/>
                </a:lnTo>
                <a:cubicBezTo>
                  <a:pt x="286624" y="287669"/>
                  <a:pt x="263525" y="304990"/>
                  <a:pt x="236128" y="304990"/>
                </a:cubicBezTo>
                <a:lnTo>
                  <a:pt x="50507" y="304990"/>
                </a:lnTo>
                <a:close/>
                <a:moveTo>
                  <a:pt x="50507" y="304990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737C3-A8DD-4D2B-8E69-E4EE5C8A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508" y="237230"/>
            <a:ext cx="286624" cy="304990"/>
          </a:xfrm>
          <a:custGeom xmlns:a="http://schemas.openxmlformats.org/drawingml/2006/main">
            <a:pathLst>
              <a:path w="286624" h="304990" fill="none">
                <a:moveTo>
                  <a:pt x="50507" y="304990"/>
                </a:moveTo>
                <a:cubicBezTo>
                  <a:pt x="23027" y="304990"/>
                  <a:pt x="0" y="287669"/>
                  <a:pt x="0" y="267016"/>
                </a:cubicBezTo>
                <a:lnTo>
                  <a:pt x="0" y="37973"/>
                </a:lnTo>
                <a:cubicBezTo>
                  <a:pt x="0" y="17362"/>
                  <a:pt x="23027" y="0"/>
                  <a:pt x="50507" y="0"/>
                </a:cubicBezTo>
                <a:lnTo>
                  <a:pt x="236128" y="0"/>
                </a:lnTo>
                <a:cubicBezTo>
                  <a:pt x="263525" y="0"/>
                  <a:pt x="286624" y="17362"/>
                  <a:pt x="286624" y="37973"/>
                </a:cubicBezTo>
                <a:lnTo>
                  <a:pt x="286624" y="267016"/>
                </a:lnTo>
                <a:cubicBezTo>
                  <a:pt x="286624" y="287669"/>
                  <a:pt x="263525" y="304990"/>
                  <a:pt x="236128" y="304990"/>
                </a:cubicBezTo>
                <a:lnTo>
                  <a:pt x="50507" y="304990"/>
                </a:lnTo>
                <a:close/>
                <a:moveTo>
                  <a:pt x="50507" y="304990"/>
                </a:moveTo>
              </a:path>
            </a:pathLst>
          </a:custGeom>
          <a:noFill xmlns:a="http://schemas.openxmlformats.org/drawingml/2006/main"/>
          <a:ln xmlns:a="http://schemas.openxmlformats.org/drawingml/2006/main" w="61933" cap="flat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B5C3B-AAC3-4B93-9672-875E5B34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130" y="242301"/>
            <a:ext cx="365040" cy="296257"/>
          </a:xfrm>
          <a:custGeom xmlns:a="http://schemas.openxmlformats.org/drawingml/2006/main">
            <a:pathLst>
              <a:path w="365040" h="296257">
                <a:moveTo>
                  <a:pt x="234869" y="5585"/>
                </a:moveTo>
                <a:cubicBezTo>
                  <a:pt x="246362" y="13741"/>
                  <a:pt x="244755" y="18483"/>
                  <a:pt x="215342" y="62226"/>
                </a:cubicBezTo>
                <a:cubicBezTo>
                  <a:pt x="200522" y="84288"/>
                  <a:pt x="188302" y="103007"/>
                  <a:pt x="188302" y="103809"/>
                </a:cubicBezTo>
                <a:cubicBezTo>
                  <a:pt x="188302" y="104622"/>
                  <a:pt x="228002" y="106062"/>
                  <a:pt x="276656" y="107070"/>
                </a:cubicBezTo>
                <a:lnTo>
                  <a:pt x="365040" y="108921"/>
                </a:lnTo>
                <a:lnTo>
                  <a:pt x="363362" y="192726"/>
                </a:lnTo>
                <a:lnTo>
                  <a:pt x="274241" y="190874"/>
                </a:lnTo>
                <a:cubicBezTo>
                  <a:pt x="205537" y="189476"/>
                  <a:pt x="185897" y="190319"/>
                  <a:pt x="188384" y="194618"/>
                </a:cubicBezTo>
                <a:cubicBezTo>
                  <a:pt x="190155" y="197704"/>
                  <a:pt x="202283" y="218079"/>
                  <a:pt x="215424" y="239935"/>
                </a:cubicBezTo>
                <a:cubicBezTo>
                  <a:pt x="240058" y="281117"/>
                  <a:pt x="239812" y="291999"/>
                  <a:pt x="214257" y="294859"/>
                </a:cubicBezTo>
                <a:cubicBezTo>
                  <a:pt x="201525" y="296257"/>
                  <a:pt x="6468" y="162991"/>
                  <a:pt x="0" y="148406"/>
                </a:cubicBezTo>
                <a:cubicBezTo>
                  <a:pt x="66851" y="98307"/>
                  <a:pt x="146679" y="45996"/>
                  <a:pt x="220121" y="0"/>
                </a:cubicBezTo>
                <a:cubicBezTo>
                  <a:pt x="223979" y="72"/>
                  <a:pt x="230529" y="2612"/>
                  <a:pt x="234869" y="5585"/>
                </a:cubicBezTo>
                <a:close/>
                <a:moveTo>
                  <a:pt x="234869" y="5585"/>
                </a:moveTo>
              </a:path>
            </a:pathLst>
          </a:custGeom>
          <a:solidFill xmlns:a="http://schemas.openxmlformats.org/drawingml/2006/main">
            <a:srgbClr val="0303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9DF67-6FAB-4E2B-8C9A-7DE23069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130" y="242301"/>
            <a:ext cx="365040" cy="296257"/>
          </a:xfrm>
          <a:custGeom xmlns:a="http://schemas.openxmlformats.org/drawingml/2006/main">
            <a:pathLst>
              <a:path w="365040" h="296257" fill="none">
                <a:moveTo>
                  <a:pt x="234869" y="5585"/>
                </a:moveTo>
                <a:cubicBezTo>
                  <a:pt x="246362" y="13741"/>
                  <a:pt x="244755" y="18483"/>
                  <a:pt x="215342" y="62226"/>
                </a:cubicBezTo>
                <a:cubicBezTo>
                  <a:pt x="200522" y="84288"/>
                  <a:pt x="188302" y="103007"/>
                  <a:pt x="188302" y="103809"/>
                </a:cubicBezTo>
                <a:cubicBezTo>
                  <a:pt x="188302" y="104622"/>
                  <a:pt x="228002" y="106062"/>
                  <a:pt x="276656" y="107070"/>
                </a:cubicBezTo>
                <a:lnTo>
                  <a:pt x="365040" y="108921"/>
                </a:lnTo>
                <a:lnTo>
                  <a:pt x="363362" y="192726"/>
                </a:lnTo>
                <a:lnTo>
                  <a:pt x="274241" y="190874"/>
                </a:lnTo>
                <a:cubicBezTo>
                  <a:pt x="205537" y="189476"/>
                  <a:pt x="185897" y="190319"/>
                  <a:pt x="188384" y="194618"/>
                </a:cubicBezTo>
                <a:cubicBezTo>
                  <a:pt x="190155" y="197704"/>
                  <a:pt x="202283" y="218079"/>
                  <a:pt x="215424" y="239935"/>
                </a:cubicBezTo>
                <a:cubicBezTo>
                  <a:pt x="240058" y="281117"/>
                  <a:pt x="239812" y="291999"/>
                  <a:pt x="214257" y="294859"/>
                </a:cubicBezTo>
                <a:cubicBezTo>
                  <a:pt x="201525" y="296257"/>
                  <a:pt x="6468" y="162991"/>
                  <a:pt x="0" y="148406"/>
                </a:cubicBezTo>
                <a:cubicBezTo>
                  <a:pt x="66851" y="98307"/>
                  <a:pt x="146679" y="45996"/>
                  <a:pt x="220121" y="0"/>
                </a:cubicBezTo>
                <a:cubicBezTo>
                  <a:pt x="223979" y="72"/>
                  <a:pt x="230529" y="2612"/>
                  <a:pt x="234869" y="5585"/>
                </a:cubicBezTo>
                <a:close/>
                <a:moveTo>
                  <a:pt x="234869" y="5585"/>
                </a:moveTo>
              </a:path>
            </a:pathLst>
          </a:custGeom>
          <a:noFill xmlns:a="http://schemas.openxmlformats.org/drawingml/2006/main"/>
          <a:ln xmlns:a="http://schemas.openxmlformats.org/drawingml/2006/main" w="61923" cap="flat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29CFC-428A-44B1-9CB1-DEC46EC2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005" y="1269297"/>
            <a:ext cx="131297" cy="124154"/>
          </a:xfrm>
          <a:custGeom xmlns:a="http://schemas.openxmlformats.org/drawingml/2006/main">
            <a:pathLst>
              <a:path w="131297" h="124154">
                <a:moveTo>
                  <a:pt x="0" y="62072"/>
                </a:moveTo>
                <a:cubicBezTo>
                  <a:pt x="0" y="27801"/>
                  <a:pt x="29444" y="0"/>
                  <a:pt x="65643" y="0"/>
                </a:cubicBezTo>
                <a:cubicBezTo>
                  <a:pt x="101842" y="0"/>
                  <a:pt x="131297" y="27801"/>
                  <a:pt x="131297" y="62072"/>
                </a:cubicBezTo>
                <a:cubicBezTo>
                  <a:pt x="131297" y="96342"/>
                  <a:pt x="101842" y="124154"/>
                  <a:pt x="65643" y="124154"/>
                </a:cubicBezTo>
                <a:cubicBezTo>
                  <a:pt x="29444" y="124154"/>
                  <a:pt x="0" y="96342"/>
                  <a:pt x="0" y="62072"/>
                </a:cubicBezTo>
                <a:close/>
                <a:moveTo>
                  <a:pt x="0" y="62072"/>
                </a:moveTo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24AEA-6E2A-417A-B5DA-F4E4E95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005" y="1269297"/>
            <a:ext cx="131297" cy="124154"/>
          </a:xfrm>
          <a:custGeom xmlns:a="http://schemas.openxmlformats.org/drawingml/2006/main">
            <a:pathLst>
              <a:path w="131297" h="124154" fill="none">
                <a:moveTo>
                  <a:pt x="0" y="62072"/>
                </a:moveTo>
                <a:cubicBezTo>
                  <a:pt x="0" y="27801"/>
                  <a:pt x="29444" y="0"/>
                  <a:pt x="65643" y="0"/>
                </a:cubicBezTo>
                <a:cubicBezTo>
                  <a:pt x="101842" y="0"/>
                  <a:pt x="131297" y="27801"/>
                  <a:pt x="131297" y="62072"/>
                </a:cubicBezTo>
                <a:cubicBezTo>
                  <a:pt x="131297" y="96342"/>
                  <a:pt x="101842" y="124154"/>
                  <a:pt x="65643" y="124154"/>
                </a:cubicBezTo>
                <a:cubicBezTo>
                  <a:pt x="29444" y="124154"/>
                  <a:pt x="0" y="96342"/>
                  <a:pt x="0" y="62072"/>
                </a:cubicBezTo>
                <a:close/>
                <a:moveTo>
                  <a:pt x="0" y="62072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FF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B3379-8FA0-4711-96D0-FD161311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893" y="660182"/>
            <a:ext cx="100364" cy="606307"/>
          </a:xfrm>
          <a:custGeom xmlns:a="http://schemas.openxmlformats.org/drawingml/2006/main">
            <a:pathLst>
              <a:path w="100364" h="606307">
                <a:moveTo>
                  <a:pt x="31864" y="336997"/>
                </a:moveTo>
                <a:lnTo>
                  <a:pt x="65291" y="337316"/>
                </a:lnTo>
                <a:lnTo>
                  <a:pt x="65610" y="303694"/>
                </a:lnTo>
                <a:lnTo>
                  <a:pt x="32142" y="303375"/>
                </a:lnTo>
                <a:lnTo>
                  <a:pt x="31864" y="336997"/>
                </a:lnTo>
                <a:close/>
                <a:moveTo>
                  <a:pt x="31216" y="404253"/>
                </a:moveTo>
                <a:lnTo>
                  <a:pt x="64684" y="404572"/>
                </a:lnTo>
                <a:lnTo>
                  <a:pt x="64962" y="370949"/>
                </a:lnTo>
                <a:lnTo>
                  <a:pt x="31535" y="370630"/>
                </a:lnTo>
                <a:lnTo>
                  <a:pt x="31216" y="404253"/>
                </a:lnTo>
                <a:close/>
                <a:moveTo>
                  <a:pt x="64036" y="471837"/>
                </a:moveTo>
                <a:lnTo>
                  <a:pt x="64365" y="438205"/>
                </a:lnTo>
                <a:lnTo>
                  <a:pt x="30897" y="437886"/>
                </a:lnTo>
                <a:lnTo>
                  <a:pt x="30578" y="471508"/>
                </a:lnTo>
                <a:lnTo>
                  <a:pt x="64036" y="471837"/>
                </a:lnTo>
                <a:close/>
                <a:moveTo>
                  <a:pt x="63398" y="539052"/>
                </a:moveTo>
                <a:lnTo>
                  <a:pt x="63717" y="505419"/>
                </a:lnTo>
                <a:lnTo>
                  <a:pt x="30249" y="505100"/>
                </a:lnTo>
                <a:lnTo>
                  <a:pt x="29930" y="538723"/>
                </a:lnTo>
                <a:lnTo>
                  <a:pt x="63398" y="539052"/>
                </a:lnTo>
                <a:close/>
                <a:moveTo>
                  <a:pt x="29292" y="605988"/>
                </a:moveTo>
                <a:lnTo>
                  <a:pt x="62751" y="606307"/>
                </a:lnTo>
                <a:lnTo>
                  <a:pt x="63080" y="572674"/>
                </a:lnTo>
                <a:lnTo>
                  <a:pt x="29611" y="572356"/>
                </a:lnTo>
                <a:lnTo>
                  <a:pt x="29292" y="605988"/>
                </a:lnTo>
                <a:close/>
                <a:moveTo>
                  <a:pt x="33862" y="123082"/>
                </a:moveTo>
                <a:lnTo>
                  <a:pt x="33746" y="135272"/>
                </a:lnTo>
                <a:lnTo>
                  <a:pt x="67214" y="135591"/>
                </a:lnTo>
                <a:lnTo>
                  <a:pt x="67329" y="123447"/>
                </a:lnTo>
                <a:lnTo>
                  <a:pt x="100364" y="168576"/>
                </a:lnTo>
                <a:lnTo>
                  <a:pt x="51745" y="0"/>
                </a:lnTo>
                <a:lnTo>
                  <a:pt x="0" y="167609"/>
                </a:lnTo>
                <a:lnTo>
                  <a:pt x="33862" y="123082"/>
                </a:lnTo>
                <a:close/>
                <a:moveTo>
                  <a:pt x="51491" y="101811"/>
                </a:moveTo>
                <a:lnTo>
                  <a:pt x="50049" y="101796"/>
                </a:lnTo>
                <a:lnTo>
                  <a:pt x="50778" y="100837"/>
                </a:lnTo>
                <a:lnTo>
                  <a:pt x="51491" y="101811"/>
                </a:lnTo>
                <a:close/>
                <a:moveTo>
                  <a:pt x="66577" y="202805"/>
                </a:moveTo>
                <a:lnTo>
                  <a:pt x="66895" y="169224"/>
                </a:lnTo>
                <a:lnTo>
                  <a:pt x="33427" y="168895"/>
                </a:lnTo>
                <a:lnTo>
                  <a:pt x="33108" y="202528"/>
                </a:lnTo>
                <a:lnTo>
                  <a:pt x="66577" y="202805"/>
                </a:lnTo>
                <a:close/>
                <a:moveTo>
                  <a:pt x="65929" y="270061"/>
                </a:moveTo>
                <a:lnTo>
                  <a:pt x="66248" y="236438"/>
                </a:lnTo>
                <a:lnTo>
                  <a:pt x="32779" y="236119"/>
                </a:lnTo>
                <a:lnTo>
                  <a:pt x="32460" y="269742"/>
                </a:lnTo>
                <a:lnTo>
                  <a:pt x="65929" y="270061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OS">
            <a:extLst xmlns:a="http://schemas.openxmlformats.org/drawingml/2006/main">
              <a:ext uri="{FF2B5EF4-FFF2-40B4-BE49-F238E27FC236}">
                <a16:creationId xmlns:a16="http://schemas.microsoft.com/office/drawing/2014/main" id="{B9EF496D-828B-4EB4-B3E1-EBC3C39D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63" y="1216976"/>
            <a:ext cx="232572" cy="128761"/>
          </a:xfrm>
          <a:custGeom xmlns:a="http://schemas.openxmlformats.org/drawingml/2006/main">
            <a:pathLst>
              <a:path w="232572" h="128761">
                <a:moveTo>
                  <a:pt x="64333" y="909"/>
                </a:moveTo>
                <a:cubicBezTo>
                  <a:pt x="83877" y="182"/>
                  <a:pt x="99757" y="5911"/>
                  <a:pt x="111972" y="18096"/>
                </a:cubicBezTo>
                <a:cubicBezTo>
                  <a:pt x="124187" y="30281"/>
                  <a:pt x="130295" y="45527"/>
                  <a:pt x="130295" y="63835"/>
                </a:cubicBezTo>
                <a:cubicBezTo>
                  <a:pt x="130295" y="79475"/>
                  <a:pt x="125741" y="93236"/>
                  <a:pt x="116632" y="105118"/>
                </a:cubicBezTo>
                <a:cubicBezTo>
                  <a:pt x="104568" y="120880"/>
                  <a:pt x="87527" y="128761"/>
                  <a:pt x="65509" y="128761"/>
                </a:cubicBezTo>
                <a:cubicBezTo>
                  <a:pt x="43432" y="128761"/>
                  <a:pt x="26361" y="121244"/>
                  <a:pt x="14296" y="106209"/>
                </a:cubicBezTo>
                <a:cubicBezTo>
                  <a:pt x="4765" y="94327"/>
                  <a:pt x="0" y="80233"/>
                  <a:pt x="0" y="63926"/>
                </a:cubicBezTo>
                <a:cubicBezTo>
                  <a:pt x="0" y="45618"/>
                  <a:pt x="6198" y="30356"/>
                  <a:pt x="18594" y="18141"/>
                </a:cubicBezTo>
                <a:cubicBezTo>
                  <a:pt x="30990" y="5926"/>
                  <a:pt x="46237" y="182"/>
                  <a:pt x="64333" y="909"/>
                </a:cubicBezTo>
                <a:moveTo>
                  <a:pt x="65419" y="6729"/>
                </a:moveTo>
                <a:cubicBezTo>
                  <a:pt x="54199" y="6729"/>
                  <a:pt x="45664" y="12483"/>
                  <a:pt x="39812" y="23992"/>
                </a:cubicBezTo>
                <a:cubicBezTo>
                  <a:pt x="35047" y="33441"/>
                  <a:pt x="32664" y="47010"/>
                  <a:pt x="32664" y="64699"/>
                </a:cubicBezTo>
                <a:cubicBezTo>
                  <a:pt x="32664" y="85717"/>
                  <a:pt x="36344" y="101254"/>
                  <a:pt x="43703" y="111310"/>
                </a:cubicBezTo>
                <a:cubicBezTo>
                  <a:pt x="48830" y="118337"/>
                  <a:pt x="56009" y="121850"/>
                  <a:pt x="65238" y="121850"/>
                </a:cubicBezTo>
                <a:cubicBezTo>
                  <a:pt x="71451" y="121850"/>
                  <a:pt x="76639" y="120335"/>
                  <a:pt x="80801" y="117306"/>
                </a:cubicBezTo>
                <a:cubicBezTo>
                  <a:pt x="86109" y="113430"/>
                  <a:pt x="90241" y="107237"/>
                  <a:pt x="93197" y="98727"/>
                </a:cubicBezTo>
                <a:cubicBezTo>
                  <a:pt x="96153" y="90216"/>
                  <a:pt x="97631" y="79115"/>
                  <a:pt x="97631" y="65426"/>
                </a:cubicBezTo>
                <a:cubicBezTo>
                  <a:pt x="97631" y="49130"/>
                  <a:pt x="96123" y="36939"/>
                  <a:pt x="93107" y="28854"/>
                </a:cubicBezTo>
                <a:cubicBezTo>
                  <a:pt x="90090" y="20767"/>
                  <a:pt x="86245" y="15058"/>
                  <a:pt x="81570" y="11727"/>
                </a:cubicBezTo>
                <a:cubicBezTo>
                  <a:pt x="76895" y="8395"/>
                  <a:pt x="71511" y="6729"/>
                  <a:pt x="65419" y="6729"/>
                </a:cubicBezTo>
                <a:close/>
                <a:moveTo>
                  <a:pt x="223976" y="0"/>
                </a:moveTo>
                <a:lnTo>
                  <a:pt x="224972" y="41102"/>
                </a:lnTo>
                <a:lnTo>
                  <a:pt x="221262" y="41102"/>
                </a:lnTo>
                <a:cubicBezTo>
                  <a:pt x="219512" y="30822"/>
                  <a:pt x="215215" y="22554"/>
                  <a:pt x="208368" y="16297"/>
                </a:cubicBezTo>
                <a:cubicBezTo>
                  <a:pt x="201521" y="10040"/>
                  <a:pt x="194117" y="6911"/>
                  <a:pt x="186155" y="6911"/>
                </a:cubicBezTo>
                <a:cubicBezTo>
                  <a:pt x="180002" y="6911"/>
                  <a:pt x="175131" y="8558"/>
                  <a:pt x="171542" y="11852"/>
                </a:cubicBezTo>
                <a:cubicBezTo>
                  <a:pt x="167952" y="15145"/>
                  <a:pt x="166158" y="18937"/>
                  <a:pt x="166158" y="23228"/>
                </a:cubicBezTo>
                <a:cubicBezTo>
                  <a:pt x="166158" y="25946"/>
                  <a:pt x="166791" y="28363"/>
                  <a:pt x="168058" y="30479"/>
                </a:cubicBezTo>
                <a:cubicBezTo>
                  <a:pt x="169807" y="33319"/>
                  <a:pt x="172612" y="36129"/>
                  <a:pt x="176473" y="38908"/>
                </a:cubicBezTo>
                <a:cubicBezTo>
                  <a:pt x="179308" y="40903"/>
                  <a:pt x="185853" y="44439"/>
                  <a:pt x="196108" y="49516"/>
                </a:cubicBezTo>
                <a:cubicBezTo>
                  <a:pt x="210464" y="56586"/>
                  <a:pt x="220146" y="63264"/>
                  <a:pt x="225153" y="69552"/>
                </a:cubicBezTo>
                <a:cubicBezTo>
                  <a:pt x="230099" y="75838"/>
                  <a:pt x="232572" y="83031"/>
                  <a:pt x="232572" y="91132"/>
                </a:cubicBezTo>
                <a:cubicBezTo>
                  <a:pt x="232572" y="101407"/>
                  <a:pt x="228576" y="110247"/>
                  <a:pt x="220583" y="117653"/>
                </a:cubicBezTo>
                <a:cubicBezTo>
                  <a:pt x="212591" y="125058"/>
                  <a:pt x="202441" y="128761"/>
                  <a:pt x="190136" y="128761"/>
                </a:cubicBezTo>
                <a:cubicBezTo>
                  <a:pt x="186275" y="128761"/>
                  <a:pt x="182626" y="128367"/>
                  <a:pt x="179187" y="127578"/>
                </a:cubicBezTo>
                <a:cubicBezTo>
                  <a:pt x="175749" y="126790"/>
                  <a:pt x="171436" y="125305"/>
                  <a:pt x="166248" y="123123"/>
                </a:cubicBezTo>
                <a:cubicBezTo>
                  <a:pt x="163353" y="121910"/>
                  <a:pt x="160970" y="121304"/>
                  <a:pt x="159100" y="121304"/>
                </a:cubicBezTo>
                <a:cubicBezTo>
                  <a:pt x="157532" y="121304"/>
                  <a:pt x="155873" y="121918"/>
                  <a:pt x="154124" y="123146"/>
                </a:cubicBezTo>
                <a:cubicBezTo>
                  <a:pt x="152374" y="124373"/>
                  <a:pt x="150957" y="126245"/>
                  <a:pt x="149871" y="128761"/>
                </a:cubicBezTo>
                <a:lnTo>
                  <a:pt x="146523" y="128761"/>
                </a:lnTo>
                <a:lnTo>
                  <a:pt x="146523" y="82203"/>
                </a:lnTo>
                <a:lnTo>
                  <a:pt x="149871" y="82203"/>
                </a:lnTo>
                <a:cubicBezTo>
                  <a:pt x="152525" y="95267"/>
                  <a:pt x="157637" y="105232"/>
                  <a:pt x="165208" y="112097"/>
                </a:cubicBezTo>
                <a:cubicBezTo>
                  <a:pt x="172778" y="118963"/>
                  <a:pt x="180937" y="122395"/>
                  <a:pt x="189683" y="122395"/>
                </a:cubicBezTo>
                <a:cubicBezTo>
                  <a:pt x="196439" y="122395"/>
                  <a:pt x="201823" y="120552"/>
                  <a:pt x="205834" y="116865"/>
                </a:cubicBezTo>
                <a:cubicBezTo>
                  <a:pt x="209846" y="113179"/>
                  <a:pt x="211852" y="108888"/>
                  <a:pt x="211852" y="103993"/>
                </a:cubicBezTo>
                <a:cubicBezTo>
                  <a:pt x="211852" y="101092"/>
                  <a:pt x="211082" y="98283"/>
                  <a:pt x="209544" y="95565"/>
                </a:cubicBezTo>
                <a:cubicBezTo>
                  <a:pt x="208006" y="92844"/>
                  <a:pt x="205669" y="90260"/>
                  <a:pt x="202532" y="87813"/>
                </a:cubicBezTo>
                <a:cubicBezTo>
                  <a:pt x="199395" y="85365"/>
                  <a:pt x="193846" y="82178"/>
                  <a:pt x="185883" y="78250"/>
                </a:cubicBezTo>
                <a:cubicBezTo>
                  <a:pt x="174724" y="72751"/>
                  <a:pt x="166701" y="68064"/>
                  <a:pt x="161815" y="64190"/>
                </a:cubicBezTo>
                <a:cubicBezTo>
                  <a:pt x="156929" y="60316"/>
                  <a:pt x="153174" y="55988"/>
                  <a:pt x="150550" y="51206"/>
                </a:cubicBezTo>
                <a:cubicBezTo>
                  <a:pt x="147926" y="46425"/>
                  <a:pt x="146614" y="41159"/>
                  <a:pt x="146614" y="35410"/>
                </a:cubicBezTo>
                <a:cubicBezTo>
                  <a:pt x="146614" y="25604"/>
                  <a:pt x="150203" y="17252"/>
                  <a:pt x="157381" y="10352"/>
                </a:cubicBezTo>
                <a:cubicBezTo>
                  <a:pt x="164559" y="3451"/>
                  <a:pt x="173608" y="0"/>
                  <a:pt x="184526" y="0"/>
                </a:cubicBezTo>
                <a:cubicBezTo>
                  <a:pt x="188507" y="0"/>
                  <a:pt x="192368" y="491"/>
                  <a:pt x="196108" y="1472"/>
                </a:cubicBezTo>
                <a:cubicBezTo>
                  <a:pt x="198943" y="2207"/>
                  <a:pt x="202396" y="3570"/>
                  <a:pt x="206468" y="5561"/>
                </a:cubicBezTo>
                <a:cubicBezTo>
                  <a:pt x="210540" y="7552"/>
                  <a:pt x="213390" y="8548"/>
                  <a:pt x="215018" y="8548"/>
                </a:cubicBezTo>
                <a:cubicBezTo>
                  <a:pt x="216587" y="8548"/>
                  <a:pt x="217823" y="8058"/>
                  <a:pt x="218728" y="7079"/>
                </a:cubicBezTo>
                <a:cubicBezTo>
                  <a:pt x="219633" y="6097"/>
                  <a:pt x="220478" y="3738"/>
                  <a:pt x="221262" y="0"/>
                </a:cubicBezTo>
                <a:lnTo>
                  <a:pt x="223976" y="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EC3C0-DD1F-481B-B054-89B8CEA8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469" y="2153872"/>
            <a:ext cx="131256" cy="124143"/>
          </a:xfrm>
          <a:custGeom xmlns:a="http://schemas.openxmlformats.org/drawingml/2006/main">
            <a:pathLst>
              <a:path w="131256" h="124143">
                <a:moveTo>
                  <a:pt x="0" y="62072"/>
                </a:moveTo>
                <a:cubicBezTo>
                  <a:pt x="0" y="27801"/>
                  <a:pt x="29414" y="0"/>
                  <a:pt x="65613" y="0"/>
                </a:cubicBezTo>
                <a:cubicBezTo>
                  <a:pt x="101853" y="0"/>
                  <a:pt x="131256" y="27801"/>
                  <a:pt x="131256" y="62072"/>
                </a:cubicBezTo>
                <a:cubicBezTo>
                  <a:pt x="131256" y="96383"/>
                  <a:pt x="101853" y="124143"/>
                  <a:pt x="65613" y="124143"/>
                </a:cubicBezTo>
                <a:cubicBezTo>
                  <a:pt x="29414" y="124143"/>
                  <a:pt x="0" y="96383"/>
                  <a:pt x="0" y="62072"/>
                </a:cubicBezTo>
                <a:close/>
                <a:moveTo>
                  <a:pt x="0" y="62072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3368E-1B6F-433C-8706-5DAC23F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469" y="2153872"/>
            <a:ext cx="131256" cy="124143"/>
          </a:xfrm>
          <a:custGeom xmlns:a="http://schemas.openxmlformats.org/drawingml/2006/main">
            <a:pathLst>
              <a:path w="131256" h="124143" fill="none">
                <a:moveTo>
                  <a:pt x="0" y="62072"/>
                </a:moveTo>
                <a:cubicBezTo>
                  <a:pt x="0" y="27801"/>
                  <a:pt x="29414" y="0"/>
                  <a:pt x="65613" y="0"/>
                </a:cubicBezTo>
                <a:cubicBezTo>
                  <a:pt x="101853" y="0"/>
                  <a:pt x="131256" y="27801"/>
                  <a:pt x="131256" y="62072"/>
                </a:cubicBezTo>
                <a:cubicBezTo>
                  <a:pt x="131256" y="96383"/>
                  <a:pt x="101853" y="124143"/>
                  <a:pt x="65613" y="124143"/>
                </a:cubicBezTo>
                <a:cubicBezTo>
                  <a:pt x="29414" y="124143"/>
                  <a:pt x="0" y="96383"/>
                  <a:pt x="0" y="62072"/>
                </a:cubicBezTo>
                <a:close/>
                <a:moveTo>
                  <a:pt x="0" y="62072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FF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853A8-D56D-49AB-B71E-57086247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399" y="1117990"/>
            <a:ext cx="789118" cy="1053758"/>
          </a:xfrm>
          <a:custGeom xmlns:a="http://schemas.openxmlformats.org/drawingml/2006/main">
            <a:pathLst>
              <a:path w="789118" h="1053758">
                <a:moveTo>
                  <a:pt x="494619" y="532624"/>
                </a:moveTo>
                <a:lnTo>
                  <a:pt x="529209" y="511693"/>
                </a:lnTo>
                <a:lnTo>
                  <a:pt x="538178" y="504740"/>
                </a:lnTo>
                <a:lnTo>
                  <a:pt x="517720" y="478153"/>
                </a:lnTo>
                <a:lnTo>
                  <a:pt x="510284" y="483909"/>
                </a:lnTo>
                <a:lnTo>
                  <a:pt x="479314" y="502674"/>
                </a:lnTo>
                <a:lnTo>
                  <a:pt x="447848" y="516417"/>
                </a:lnTo>
                <a:lnTo>
                  <a:pt x="416095" y="524850"/>
                </a:lnTo>
                <a:lnTo>
                  <a:pt x="404541" y="525918"/>
                </a:lnTo>
                <a:lnTo>
                  <a:pt x="407513" y="559386"/>
                </a:lnTo>
                <a:lnTo>
                  <a:pt x="422057" y="558100"/>
                </a:lnTo>
                <a:lnTo>
                  <a:pt x="458827" y="548298"/>
                </a:lnTo>
                <a:lnTo>
                  <a:pt x="494619" y="532624"/>
                </a:lnTo>
                <a:close/>
                <a:moveTo>
                  <a:pt x="207320" y="598161"/>
                </a:moveTo>
                <a:lnTo>
                  <a:pt x="184415" y="618608"/>
                </a:lnTo>
                <a:lnTo>
                  <a:pt x="206631" y="643756"/>
                </a:lnTo>
                <a:lnTo>
                  <a:pt x="227973" y="624657"/>
                </a:lnTo>
                <a:lnTo>
                  <a:pt x="258959" y="602244"/>
                </a:lnTo>
                <a:lnTo>
                  <a:pt x="289661" y="584887"/>
                </a:lnTo>
                <a:lnTo>
                  <a:pt x="313866" y="575019"/>
                </a:lnTo>
                <a:lnTo>
                  <a:pt x="301287" y="543876"/>
                </a:lnTo>
                <a:lnTo>
                  <a:pt x="275131" y="554562"/>
                </a:lnTo>
                <a:lnTo>
                  <a:pt x="240542" y="574094"/>
                </a:lnTo>
                <a:lnTo>
                  <a:pt x="207320" y="598161"/>
                </a:lnTo>
                <a:close/>
                <a:moveTo>
                  <a:pt x="49585" y="815870"/>
                </a:moveTo>
                <a:lnTo>
                  <a:pt x="48742" y="818081"/>
                </a:lnTo>
                <a:lnTo>
                  <a:pt x="79999" y="830095"/>
                </a:lnTo>
                <a:lnTo>
                  <a:pt x="80417" y="829015"/>
                </a:lnTo>
                <a:lnTo>
                  <a:pt x="99745" y="787632"/>
                </a:lnTo>
                <a:lnTo>
                  <a:pt x="120861" y="749969"/>
                </a:lnTo>
                <a:lnTo>
                  <a:pt x="143315" y="716195"/>
                </a:lnTo>
                <a:lnTo>
                  <a:pt x="115514" y="697517"/>
                </a:lnTo>
                <a:lnTo>
                  <a:pt x="92650" y="731829"/>
                </a:lnTo>
                <a:lnTo>
                  <a:pt x="69755" y="772723"/>
                </a:lnTo>
                <a:lnTo>
                  <a:pt x="49585" y="815870"/>
                </a:lnTo>
                <a:close/>
                <a:moveTo>
                  <a:pt x="0" y="1052277"/>
                </a:moveTo>
                <a:lnTo>
                  <a:pt x="33355" y="1053758"/>
                </a:lnTo>
                <a:lnTo>
                  <a:pt x="35496" y="1006563"/>
                </a:lnTo>
                <a:lnTo>
                  <a:pt x="41454" y="961020"/>
                </a:lnTo>
                <a:lnTo>
                  <a:pt x="49503" y="923351"/>
                </a:lnTo>
                <a:lnTo>
                  <a:pt x="16755" y="916316"/>
                </a:lnTo>
                <a:lnTo>
                  <a:pt x="8444" y="955328"/>
                </a:lnTo>
                <a:lnTo>
                  <a:pt x="2088" y="1003947"/>
                </a:lnTo>
                <a:lnTo>
                  <a:pt x="0" y="1052277"/>
                </a:lnTo>
                <a:close/>
                <a:moveTo>
                  <a:pt x="689042" y="163485"/>
                </a:moveTo>
                <a:lnTo>
                  <a:pt x="722531" y="125454"/>
                </a:lnTo>
                <a:lnTo>
                  <a:pt x="718043" y="147871"/>
                </a:lnTo>
                <a:lnTo>
                  <a:pt x="704871" y="195462"/>
                </a:lnTo>
                <a:lnTo>
                  <a:pt x="705272" y="194340"/>
                </a:lnTo>
                <a:lnTo>
                  <a:pt x="698803" y="212617"/>
                </a:lnTo>
                <a:lnTo>
                  <a:pt x="730296" y="223911"/>
                </a:lnTo>
                <a:lnTo>
                  <a:pt x="737013" y="205027"/>
                </a:lnTo>
                <a:lnTo>
                  <a:pt x="750754" y="155287"/>
                </a:lnTo>
                <a:lnTo>
                  <a:pt x="757501" y="121272"/>
                </a:lnTo>
                <a:lnTo>
                  <a:pt x="789118" y="171641"/>
                </a:lnTo>
                <a:lnTo>
                  <a:pt x="752595" y="0"/>
                </a:lnTo>
                <a:lnTo>
                  <a:pt x="689042" y="163485"/>
                </a:lnTo>
                <a:close/>
                <a:moveTo>
                  <a:pt x="676947" y="342953"/>
                </a:moveTo>
                <a:lnTo>
                  <a:pt x="689680" y="318648"/>
                </a:lnTo>
                <a:lnTo>
                  <a:pt x="660027" y="302974"/>
                </a:lnTo>
                <a:lnTo>
                  <a:pt x="647735" y="326453"/>
                </a:lnTo>
                <a:lnTo>
                  <a:pt x="623617" y="365191"/>
                </a:lnTo>
                <a:lnTo>
                  <a:pt x="597347" y="400892"/>
                </a:lnTo>
                <a:lnTo>
                  <a:pt x="588195" y="411329"/>
                </a:lnTo>
                <a:lnTo>
                  <a:pt x="613384" y="433514"/>
                </a:lnTo>
                <a:lnTo>
                  <a:pt x="623792" y="421584"/>
                </a:lnTo>
                <a:lnTo>
                  <a:pt x="651429" y="383857"/>
                </a:lnTo>
                <a:lnTo>
                  <a:pt x="676947" y="34295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TS">
            <a:extLst xmlns:a="http://schemas.openxmlformats.org/drawingml/2006/main">
              <a:ext uri="{FF2B5EF4-FFF2-40B4-BE49-F238E27FC236}">
                <a16:creationId xmlns:a16="http://schemas.microsoft.com/office/drawing/2014/main" id="{0AED32BD-CC32-400D-9046-E55669E3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154" y="2062771"/>
            <a:ext cx="212545" cy="128761"/>
          </a:xfrm>
          <a:custGeom xmlns:a="http://schemas.openxmlformats.org/drawingml/2006/main">
            <a:pathLst>
              <a:path w="212545" h="128761">
                <a:moveTo>
                  <a:pt x="110208" y="2728"/>
                </a:moveTo>
                <a:lnTo>
                  <a:pt x="110208" y="36191"/>
                </a:lnTo>
                <a:lnTo>
                  <a:pt x="106950" y="36191"/>
                </a:lnTo>
                <a:cubicBezTo>
                  <a:pt x="105020" y="28466"/>
                  <a:pt x="102879" y="22915"/>
                  <a:pt x="100526" y="19539"/>
                </a:cubicBezTo>
                <a:cubicBezTo>
                  <a:pt x="98174" y="16163"/>
                  <a:pt x="94946" y="13471"/>
                  <a:pt x="90845" y="11463"/>
                </a:cubicBezTo>
                <a:cubicBezTo>
                  <a:pt x="88552" y="10368"/>
                  <a:pt x="84541" y="9821"/>
                  <a:pt x="78810" y="9821"/>
                </a:cubicBezTo>
                <a:lnTo>
                  <a:pt x="69672" y="9821"/>
                </a:lnTo>
                <a:lnTo>
                  <a:pt x="69672" y="104936"/>
                </a:lnTo>
                <a:cubicBezTo>
                  <a:pt x="69672" y="111273"/>
                  <a:pt x="70018" y="115234"/>
                  <a:pt x="70712" y="116820"/>
                </a:cubicBezTo>
                <a:cubicBezTo>
                  <a:pt x="71406" y="118404"/>
                  <a:pt x="72763" y="119790"/>
                  <a:pt x="74784" y="120977"/>
                </a:cubicBezTo>
                <a:cubicBezTo>
                  <a:pt x="76805" y="122165"/>
                  <a:pt x="79564" y="122759"/>
                  <a:pt x="83063" y="122759"/>
                </a:cubicBezTo>
                <a:lnTo>
                  <a:pt x="87135" y="122759"/>
                </a:lnTo>
                <a:lnTo>
                  <a:pt x="87135" y="126033"/>
                </a:lnTo>
                <a:lnTo>
                  <a:pt x="22892" y="126033"/>
                </a:lnTo>
                <a:lnTo>
                  <a:pt x="22892" y="122759"/>
                </a:lnTo>
                <a:lnTo>
                  <a:pt x="26964" y="122759"/>
                </a:lnTo>
                <a:cubicBezTo>
                  <a:pt x="30523" y="122759"/>
                  <a:pt x="33388" y="122120"/>
                  <a:pt x="35560" y="120841"/>
                </a:cubicBezTo>
                <a:cubicBezTo>
                  <a:pt x="37128" y="119987"/>
                  <a:pt x="38365" y="118524"/>
                  <a:pt x="39269" y="116453"/>
                </a:cubicBezTo>
                <a:cubicBezTo>
                  <a:pt x="39933" y="114991"/>
                  <a:pt x="40265" y="111152"/>
                  <a:pt x="40265" y="104936"/>
                </a:cubicBezTo>
                <a:lnTo>
                  <a:pt x="40265" y="9821"/>
                </a:lnTo>
                <a:lnTo>
                  <a:pt x="31397" y="9821"/>
                </a:lnTo>
                <a:cubicBezTo>
                  <a:pt x="23133" y="9821"/>
                  <a:pt x="17131" y="11584"/>
                  <a:pt x="13391" y="15112"/>
                </a:cubicBezTo>
                <a:cubicBezTo>
                  <a:pt x="8143" y="20039"/>
                  <a:pt x="4826" y="27066"/>
                  <a:pt x="3438" y="36191"/>
                </a:cubicBezTo>
                <a:lnTo>
                  <a:pt x="0" y="36191"/>
                </a:lnTo>
                <a:lnTo>
                  <a:pt x="0" y="2728"/>
                </a:lnTo>
                <a:lnTo>
                  <a:pt x="110208" y="2728"/>
                </a:lnTo>
                <a:close/>
                <a:moveTo>
                  <a:pt x="203949" y="0"/>
                </a:moveTo>
                <a:lnTo>
                  <a:pt x="204944" y="41102"/>
                </a:lnTo>
                <a:lnTo>
                  <a:pt x="201234" y="41102"/>
                </a:lnTo>
                <a:cubicBezTo>
                  <a:pt x="199485" y="30822"/>
                  <a:pt x="195187" y="22554"/>
                  <a:pt x="188341" y="16297"/>
                </a:cubicBezTo>
                <a:cubicBezTo>
                  <a:pt x="181494" y="10040"/>
                  <a:pt x="174090" y="6911"/>
                  <a:pt x="166127" y="6911"/>
                </a:cubicBezTo>
                <a:cubicBezTo>
                  <a:pt x="159974" y="6911"/>
                  <a:pt x="155103" y="8558"/>
                  <a:pt x="151514" y="11852"/>
                </a:cubicBezTo>
                <a:cubicBezTo>
                  <a:pt x="147925" y="15145"/>
                  <a:pt x="146130" y="18937"/>
                  <a:pt x="146130" y="23228"/>
                </a:cubicBezTo>
                <a:cubicBezTo>
                  <a:pt x="146130" y="25946"/>
                  <a:pt x="146764" y="28363"/>
                  <a:pt x="148031" y="30479"/>
                </a:cubicBezTo>
                <a:cubicBezTo>
                  <a:pt x="149780" y="33319"/>
                  <a:pt x="152585" y="36129"/>
                  <a:pt x="156445" y="38908"/>
                </a:cubicBezTo>
                <a:cubicBezTo>
                  <a:pt x="159281" y="40903"/>
                  <a:pt x="165826" y="44439"/>
                  <a:pt x="176080" y="49516"/>
                </a:cubicBezTo>
                <a:cubicBezTo>
                  <a:pt x="190437" y="56586"/>
                  <a:pt x="200118" y="63264"/>
                  <a:pt x="205125" y="69552"/>
                </a:cubicBezTo>
                <a:cubicBezTo>
                  <a:pt x="210071" y="75838"/>
                  <a:pt x="212545" y="83031"/>
                  <a:pt x="212545" y="91132"/>
                </a:cubicBezTo>
                <a:cubicBezTo>
                  <a:pt x="212545" y="101407"/>
                  <a:pt x="208548" y="110247"/>
                  <a:pt x="200556" y="117653"/>
                </a:cubicBezTo>
                <a:cubicBezTo>
                  <a:pt x="192563" y="125058"/>
                  <a:pt x="182414" y="128761"/>
                  <a:pt x="170108" y="128761"/>
                </a:cubicBezTo>
                <a:cubicBezTo>
                  <a:pt x="166248" y="128761"/>
                  <a:pt x="162598" y="128367"/>
                  <a:pt x="159160" y="127578"/>
                </a:cubicBezTo>
                <a:cubicBezTo>
                  <a:pt x="155722" y="126790"/>
                  <a:pt x="151409" y="125305"/>
                  <a:pt x="146221" y="123123"/>
                </a:cubicBezTo>
                <a:cubicBezTo>
                  <a:pt x="143326" y="121910"/>
                  <a:pt x="140943" y="121304"/>
                  <a:pt x="139073" y="121304"/>
                </a:cubicBezTo>
                <a:cubicBezTo>
                  <a:pt x="137504" y="121304"/>
                  <a:pt x="135846" y="121918"/>
                  <a:pt x="134096" y="123146"/>
                </a:cubicBezTo>
                <a:cubicBezTo>
                  <a:pt x="132347" y="124373"/>
                  <a:pt x="130929" y="126245"/>
                  <a:pt x="129844" y="128761"/>
                </a:cubicBezTo>
                <a:lnTo>
                  <a:pt x="126496" y="128761"/>
                </a:lnTo>
                <a:lnTo>
                  <a:pt x="126496" y="82203"/>
                </a:lnTo>
                <a:lnTo>
                  <a:pt x="129844" y="82203"/>
                </a:lnTo>
                <a:cubicBezTo>
                  <a:pt x="132498" y="95267"/>
                  <a:pt x="137610" y="105232"/>
                  <a:pt x="145180" y="112097"/>
                </a:cubicBezTo>
                <a:cubicBezTo>
                  <a:pt x="152751" y="118963"/>
                  <a:pt x="160909" y="122395"/>
                  <a:pt x="169656" y="122395"/>
                </a:cubicBezTo>
                <a:cubicBezTo>
                  <a:pt x="176412" y="122395"/>
                  <a:pt x="181796" y="120552"/>
                  <a:pt x="185807" y="116865"/>
                </a:cubicBezTo>
                <a:cubicBezTo>
                  <a:pt x="189818" y="113179"/>
                  <a:pt x="191824" y="108888"/>
                  <a:pt x="191824" y="103993"/>
                </a:cubicBezTo>
                <a:cubicBezTo>
                  <a:pt x="191824" y="101092"/>
                  <a:pt x="191055" y="98283"/>
                  <a:pt x="189517" y="95565"/>
                </a:cubicBezTo>
                <a:cubicBezTo>
                  <a:pt x="187979" y="92844"/>
                  <a:pt x="185641" y="90260"/>
                  <a:pt x="182504" y="87813"/>
                </a:cubicBezTo>
                <a:cubicBezTo>
                  <a:pt x="179368" y="85365"/>
                  <a:pt x="173818" y="82178"/>
                  <a:pt x="165856" y="78250"/>
                </a:cubicBezTo>
                <a:cubicBezTo>
                  <a:pt x="154696" y="72751"/>
                  <a:pt x="146673" y="68064"/>
                  <a:pt x="141787" y="64190"/>
                </a:cubicBezTo>
                <a:cubicBezTo>
                  <a:pt x="136901" y="60316"/>
                  <a:pt x="133146" y="55988"/>
                  <a:pt x="130522" y="51206"/>
                </a:cubicBezTo>
                <a:cubicBezTo>
                  <a:pt x="127898" y="46425"/>
                  <a:pt x="126586" y="41159"/>
                  <a:pt x="126586" y="35410"/>
                </a:cubicBezTo>
                <a:cubicBezTo>
                  <a:pt x="126586" y="25604"/>
                  <a:pt x="130175" y="17252"/>
                  <a:pt x="137354" y="10352"/>
                </a:cubicBezTo>
                <a:cubicBezTo>
                  <a:pt x="144532" y="3451"/>
                  <a:pt x="153580" y="0"/>
                  <a:pt x="164498" y="0"/>
                </a:cubicBezTo>
                <a:cubicBezTo>
                  <a:pt x="168480" y="0"/>
                  <a:pt x="172340" y="491"/>
                  <a:pt x="176080" y="1472"/>
                </a:cubicBezTo>
                <a:cubicBezTo>
                  <a:pt x="178915" y="2207"/>
                  <a:pt x="182369" y="3570"/>
                  <a:pt x="186440" y="5561"/>
                </a:cubicBezTo>
                <a:cubicBezTo>
                  <a:pt x="190512" y="7552"/>
                  <a:pt x="193362" y="8548"/>
                  <a:pt x="194991" y="8548"/>
                </a:cubicBezTo>
                <a:cubicBezTo>
                  <a:pt x="196559" y="8548"/>
                  <a:pt x="197796" y="8058"/>
                  <a:pt x="198701" y="7079"/>
                </a:cubicBezTo>
                <a:cubicBezTo>
                  <a:pt x="199606" y="6097"/>
                  <a:pt x="200450" y="3738"/>
                  <a:pt x="201234" y="0"/>
                </a:cubicBezTo>
                <a:lnTo>
                  <a:pt x="203949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1">
            <a:extLst xmlns:a="http://schemas.openxmlformats.org/drawingml/2006/main">
              <a:ext uri="{FF2B5EF4-FFF2-40B4-BE49-F238E27FC236}">
                <a16:creationId xmlns:a16="http://schemas.microsoft.com/office/drawing/2014/main" id="{9375B23C-1845-4EA4-B48D-E422B463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063" y="2143701"/>
            <a:ext cx="44155" cy="83901"/>
          </a:xfrm>
          <a:custGeom xmlns:a="http://schemas.openxmlformats.org/drawingml/2006/main">
            <a:pathLst>
              <a:path w="44155" h="83901">
                <a:moveTo>
                  <a:pt x="32091" y="0"/>
                </a:moveTo>
                <a:lnTo>
                  <a:pt x="32091" y="67169"/>
                </a:lnTo>
                <a:cubicBezTo>
                  <a:pt x="32091" y="72264"/>
                  <a:pt x="32312" y="75514"/>
                  <a:pt x="32755" y="76920"/>
                </a:cubicBezTo>
                <a:cubicBezTo>
                  <a:pt x="33197" y="78325"/>
                  <a:pt x="34122" y="79476"/>
                  <a:pt x="35529" y="80373"/>
                </a:cubicBezTo>
                <a:cubicBezTo>
                  <a:pt x="36937" y="81270"/>
                  <a:pt x="39189" y="81718"/>
                  <a:pt x="42286" y="81718"/>
                </a:cubicBezTo>
                <a:lnTo>
                  <a:pt x="44155" y="81718"/>
                </a:lnTo>
                <a:lnTo>
                  <a:pt x="44155" y="83901"/>
                </a:lnTo>
                <a:lnTo>
                  <a:pt x="1086" y="83901"/>
                </a:lnTo>
                <a:lnTo>
                  <a:pt x="1086" y="81718"/>
                </a:lnTo>
                <a:lnTo>
                  <a:pt x="3257" y="81718"/>
                </a:lnTo>
                <a:cubicBezTo>
                  <a:pt x="6756" y="81718"/>
                  <a:pt x="9249" y="81311"/>
                  <a:pt x="10737" y="80496"/>
                </a:cubicBezTo>
                <a:cubicBezTo>
                  <a:pt x="12225" y="79680"/>
                  <a:pt x="13231" y="78559"/>
                  <a:pt x="13753" y="77134"/>
                </a:cubicBezTo>
                <a:cubicBezTo>
                  <a:pt x="14276" y="75706"/>
                  <a:pt x="14538" y="72385"/>
                  <a:pt x="14538" y="67169"/>
                </a:cubicBezTo>
                <a:lnTo>
                  <a:pt x="14538" y="24612"/>
                </a:lnTo>
                <a:cubicBezTo>
                  <a:pt x="14538" y="20813"/>
                  <a:pt x="14357" y="18439"/>
                  <a:pt x="13995" y="17489"/>
                </a:cubicBezTo>
                <a:cubicBezTo>
                  <a:pt x="13633" y="16540"/>
                  <a:pt x="12959" y="15731"/>
                  <a:pt x="11974" y="15065"/>
                </a:cubicBezTo>
                <a:cubicBezTo>
                  <a:pt x="10989" y="14398"/>
                  <a:pt x="9853" y="14064"/>
                  <a:pt x="8566" y="14064"/>
                </a:cubicBezTo>
                <a:cubicBezTo>
                  <a:pt x="6515" y="14064"/>
                  <a:pt x="4021" y="14711"/>
                  <a:pt x="1086" y="16004"/>
                </a:cubicBezTo>
                <a:lnTo>
                  <a:pt x="0" y="13822"/>
                </a:lnTo>
                <a:lnTo>
                  <a:pt x="30101" y="0"/>
                </a:lnTo>
                <a:lnTo>
                  <a:pt x="32091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Overtaking">
            <a:extLst xmlns:a="http://schemas.openxmlformats.org/drawingml/2006/main">
              <a:ext uri="{FF2B5EF4-FFF2-40B4-BE49-F238E27FC236}">
                <a16:creationId xmlns:a16="http://schemas.microsoft.com/office/drawing/2014/main" id="{B23DE6FE-AAB9-4625-A7BB-E749BB0B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807" y="274793"/>
            <a:ext cx="823840" cy="169498"/>
          </a:xfrm>
          <a:custGeom xmlns:a="http://schemas.openxmlformats.org/drawingml/2006/main">
            <a:pathLst>
              <a:path w="823840" h="169498">
                <a:moveTo>
                  <a:pt x="61257" y="3274"/>
                </a:moveTo>
                <a:cubicBezTo>
                  <a:pt x="77182" y="3274"/>
                  <a:pt x="90980" y="9342"/>
                  <a:pt x="102652" y="21480"/>
                </a:cubicBezTo>
                <a:cubicBezTo>
                  <a:pt x="114325" y="33618"/>
                  <a:pt x="120161" y="48766"/>
                  <a:pt x="120161" y="66926"/>
                </a:cubicBezTo>
                <a:cubicBezTo>
                  <a:pt x="120161" y="85632"/>
                  <a:pt x="114280" y="101160"/>
                  <a:pt x="102517" y="113510"/>
                </a:cubicBezTo>
                <a:cubicBezTo>
                  <a:pt x="90754" y="125859"/>
                  <a:pt x="76518" y="132034"/>
                  <a:pt x="59809" y="132034"/>
                </a:cubicBezTo>
                <a:cubicBezTo>
                  <a:pt x="42919" y="132034"/>
                  <a:pt x="28728" y="126011"/>
                  <a:pt x="17237" y="113964"/>
                </a:cubicBezTo>
                <a:cubicBezTo>
                  <a:pt x="5746" y="101917"/>
                  <a:pt x="0" y="86329"/>
                  <a:pt x="0" y="67199"/>
                </a:cubicBezTo>
                <a:cubicBezTo>
                  <a:pt x="0" y="47647"/>
                  <a:pt x="6635" y="31696"/>
                  <a:pt x="19906" y="19346"/>
                </a:cubicBezTo>
                <a:cubicBezTo>
                  <a:pt x="31428" y="8631"/>
                  <a:pt x="45211" y="3274"/>
                  <a:pt x="61257" y="3274"/>
                </a:cubicBezTo>
                <a:moveTo>
                  <a:pt x="59538" y="10003"/>
                </a:moveTo>
                <a:cubicBezTo>
                  <a:pt x="48559" y="10003"/>
                  <a:pt x="39752" y="14088"/>
                  <a:pt x="33117" y="22259"/>
                </a:cubicBezTo>
                <a:cubicBezTo>
                  <a:pt x="24853" y="32428"/>
                  <a:pt x="20721" y="47318"/>
                  <a:pt x="20721" y="66929"/>
                </a:cubicBezTo>
                <a:cubicBezTo>
                  <a:pt x="20721" y="87023"/>
                  <a:pt x="25003" y="102488"/>
                  <a:pt x="33569" y="113322"/>
                </a:cubicBezTo>
                <a:cubicBezTo>
                  <a:pt x="40144" y="121553"/>
                  <a:pt x="48830" y="125669"/>
                  <a:pt x="59628" y="125669"/>
                </a:cubicBezTo>
                <a:cubicBezTo>
                  <a:pt x="71149" y="125669"/>
                  <a:pt x="80665" y="121160"/>
                  <a:pt x="88175" y="112143"/>
                </a:cubicBezTo>
                <a:cubicBezTo>
                  <a:pt x="95685" y="103123"/>
                  <a:pt x="99440" y="88899"/>
                  <a:pt x="99440" y="69470"/>
                </a:cubicBezTo>
                <a:cubicBezTo>
                  <a:pt x="99440" y="48407"/>
                  <a:pt x="95308" y="32701"/>
                  <a:pt x="87044" y="22350"/>
                </a:cubicBezTo>
                <a:cubicBezTo>
                  <a:pt x="80409" y="14118"/>
                  <a:pt x="71240" y="10003"/>
                  <a:pt x="59538" y="10003"/>
                </a:cubicBezTo>
                <a:close/>
                <a:moveTo>
                  <a:pt x="128816" y="46012"/>
                </a:moveTo>
                <a:lnTo>
                  <a:pt x="167814" y="46012"/>
                </a:lnTo>
                <a:lnTo>
                  <a:pt x="167814" y="49376"/>
                </a:lnTo>
                <a:lnTo>
                  <a:pt x="165281" y="49376"/>
                </a:lnTo>
                <a:cubicBezTo>
                  <a:pt x="162928" y="49376"/>
                  <a:pt x="161134" y="49952"/>
                  <a:pt x="159897" y="51104"/>
                </a:cubicBezTo>
                <a:cubicBezTo>
                  <a:pt x="158660" y="52256"/>
                  <a:pt x="158042" y="53802"/>
                  <a:pt x="158042" y="55742"/>
                </a:cubicBezTo>
                <a:cubicBezTo>
                  <a:pt x="158042" y="57863"/>
                  <a:pt x="158675" y="60379"/>
                  <a:pt x="159942" y="63289"/>
                </a:cubicBezTo>
                <a:lnTo>
                  <a:pt x="179215" y="109301"/>
                </a:lnTo>
                <a:lnTo>
                  <a:pt x="198578" y="61561"/>
                </a:lnTo>
                <a:cubicBezTo>
                  <a:pt x="199966" y="58167"/>
                  <a:pt x="200659" y="55590"/>
                  <a:pt x="200659" y="53832"/>
                </a:cubicBezTo>
                <a:cubicBezTo>
                  <a:pt x="200659" y="52983"/>
                  <a:pt x="200418" y="52286"/>
                  <a:pt x="199935" y="51741"/>
                </a:cubicBezTo>
                <a:cubicBezTo>
                  <a:pt x="199272" y="50831"/>
                  <a:pt x="198427" y="50210"/>
                  <a:pt x="197402" y="49877"/>
                </a:cubicBezTo>
                <a:cubicBezTo>
                  <a:pt x="196377" y="49543"/>
                  <a:pt x="194295" y="49376"/>
                  <a:pt x="191159" y="49376"/>
                </a:cubicBezTo>
                <a:lnTo>
                  <a:pt x="191159" y="46012"/>
                </a:lnTo>
                <a:lnTo>
                  <a:pt x="218213" y="46012"/>
                </a:lnTo>
                <a:lnTo>
                  <a:pt x="218213" y="49376"/>
                </a:lnTo>
                <a:cubicBezTo>
                  <a:pt x="215076" y="49619"/>
                  <a:pt x="212905" y="50255"/>
                  <a:pt x="211698" y="51286"/>
                </a:cubicBezTo>
                <a:cubicBezTo>
                  <a:pt x="209587" y="53105"/>
                  <a:pt x="207687" y="56136"/>
                  <a:pt x="205998" y="60379"/>
                </a:cubicBezTo>
                <a:lnTo>
                  <a:pt x="176591" y="131852"/>
                </a:lnTo>
                <a:lnTo>
                  <a:pt x="172881" y="131852"/>
                </a:lnTo>
                <a:lnTo>
                  <a:pt x="143293" y="61561"/>
                </a:lnTo>
                <a:cubicBezTo>
                  <a:pt x="141966" y="58288"/>
                  <a:pt x="140700" y="55939"/>
                  <a:pt x="139493" y="54514"/>
                </a:cubicBezTo>
                <a:cubicBezTo>
                  <a:pt x="138287" y="53090"/>
                  <a:pt x="136748" y="51892"/>
                  <a:pt x="134879" y="50922"/>
                </a:cubicBezTo>
                <a:cubicBezTo>
                  <a:pt x="133853" y="50377"/>
                  <a:pt x="131832" y="49861"/>
                  <a:pt x="128816" y="49376"/>
                </a:cubicBezTo>
                <a:lnTo>
                  <a:pt x="128816" y="46012"/>
                </a:lnTo>
                <a:close/>
                <a:moveTo>
                  <a:pt x="239657" y="77475"/>
                </a:moveTo>
                <a:cubicBezTo>
                  <a:pt x="239597" y="89813"/>
                  <a:pt x="242583" y="99491"/>
                  <a:pt x="248615" y="106508"/>
                </a:cubicBezTo>
                <a:cubicBezTo>
                  <a:pt x="254647" y="113523"/>
                  <a:pt x="261735" y="117030"/>
                  <a:pt x="269879" y="117030"/>
                </a:cubicBezTo>
                <a:cubicBezTo>
                  <a:pt x="275307" y="117030"/>
                  <a:pt x="280028" y="115530"/>
                  <a:pt x="284039" y="112529"/>
                </a:cubicBezTo>
                <a:cubicBezTo>
                  <a:pt x="288050" y="109528"/>
                  <a:pt x="291413" y="104391"/>
                  <a:pt x="294128" y="97116"/>
                </a:cubicBezTo>
                <a:lnTo>
                  <a:pt x="296933" y="98935"/>
                </a:lnTo>
                <a:cubicBezTo>
                  <a:pt x="295666" y="107240"/>
                  <a:pt x="291986" y="114802"/>
                  <a:pt x="285894" y="121622"/>
                </a:cubicBezTo>
                <a:cubicBezTo>
                  <a:pt x="279801" y="128442"/>
                  <a:pt x="272171" y="131852"/>
                  <a:pt x="263002" y="131852"/>
                </a:cubicBezTo>
                <a:cubicBezTo>
                  <a:pt x="253049" y="131852"/>
                  <a:pt x="244528" y="127966"/>
                  <a:pt x="237441" y="120193"/>
                </a:cubicBezTo>
                <a:cubicBezTo>
                  <a:pt x="230353" y="112418"/>
                  <a:pt x="226809" y="101967"/>
                  <a:pt x="226809" y="88838"/>
                </a:cubicBezTo>
                <a:cubicBezTo>
                  <a:pt x="226809" y="74623"/>
                  <a:pt x="230443" y="63537"/>
                  <a:pt x="237712" y="55583"/>
                </a:cubicBezTo>
                <a:cubicBezTo>
                  <a:pt x="244981" y="47626"/>
                  <a:pt x="254104" y="43648"/>
                  <a:pt x="265083" y="43648"/>
                </a:cubicBezTo>
                <a:cubicBezTo>
                  <a:pt x="274372" y="43648"/>
                  <a:pt x="282003" y="46717"/>
                  <a:pt x="287975" y="52855"/>
                </a:cubicBezTo>
                <a:cubicBezTo>
                  <a:pt x="293947" y="58991"/>
                  <a:pt x="296933" y="67197"/>
                  <a:pt x="296933" y="77475"/>
                </a:cubicBezTo>
                <a:lnTo>
                  <a:pt x="239657" y="77475"/>
                </a:lnTo>
                <a:moveTo>
                  <a:pt x="239657" y="72201"/>
                </a:moveTo>
                <a:lnTo>
                  <a:pt x="278022" y="72201"/>
                </a:lnTo>
                <a:cubicBezTo>
                  <a:pt x="277720" y="66866"/>
                  <a:pt x="277087" y="63107"/>
                  <a:pt x="276122" y="60925"/>
                </a:cubicBezTo>
                <a:cubicBezTo>
                  <a:pt x="274614" y="57530"/>
                  <a:pt x="272367" y="54863"/>
                  <a:pt x="269381" y="52923"/>
                </a:cubicBezTo>
                <a:cubicBezTo>
                  <a:pt x="266395" y="50983"/>
                  <a:pt x="263273" y="50013"/>
                  <a:pt x="260016" y="50013"/>
                </a:cubicBezTo>
                <a:cubicBezTo>
                  <a:pt x="255009" y="50013"/>
                  <a:pt x="250530" y="51968"/>
                  <a:pt x="246579" y="55878"/>
                </a:cubicBezTo>
                <a:cubicBezTo>
                  <a:pt x="242628" y="59788"/>
                  <a:pt x="240321" y="65229"/>
                  <a:pt x="239657" y="72201"/>
                </a:cubicBezTo>
                <a:close/>
                <a:moveTo>
                  <a:pt x="332249" y="43648"/>
                </a:moveTo>
                <a:lnTo>
                  <a:pt x="332249" y="62380"/>
                </a:lnTo>
                <a:cubicBezTo>
                  <a:pt x="339186" y="49892"/>
                  <a:pt x="346304" y="43648"/>
                  <a:pt x="353603" y="43648"/>
                </a:cubicBezTo>
                <a:cubicBezTo>
                  <a:pt x="356921" y="43648"/>
                  <a:pt x="359666" y="44663"/>
                  <a:pt x="361837" y="46694"/>
                </a:cubicBezTo>
                <a:cubicBezTo>
                  <a:pt x="364009" y="48725"/>
                  <a:pt x="365095" y="51074"/>
                  <a:pt x="365095" y="53741"/>
                </a:cubicBezTo>
                <a:cubicBezTo>
                  <a:pt x="365095" y="56105"/>
                  <a:pt x="364310" y="58106"/>
                  <a:pt x="362742" y="59743"/>
                </a:cubicBezTo>
                <a:cubicBezTo>
                  <a:pt x="361174" y="61380"/>
                  <a:pt x="359304" y="62198"/>
                  <a:pt x="357132" y="62198"/>
                </a:cubicBezTo>
                <a:cubicBezTo>
                  <a:pt x="355021" y="62198"/>
                  <a:pt x="352653" y="61152"/>
                  <a:pt x="350029" y="59061"/>
                </a:cubicBezTo>
                <a:cubicBezTo>
                  <a:pt x="347405" y="56969"/>
                  <a:pt x="345460" y="55924"/>
                  <a:pt x="344193" y="55924"/>
                </a:cubicBezTo>
                <a:cubicBezTo>
                  <a:pt x="343107" y="55924"/>
                  <a:pt x="341931" y="56528"/>
                  <a:pt x="340664" y="57737"/>
                </a:cubicBezTo>
                <a:cubicBezTo>
                  <a:pt x="337950" y="60216"/>
                  <a:pt x="335145" y="64298"/>
                  <a:pt x="332249" y="69981"/>
                </a:cubicBezTo>
                <a:lnTo>
                  <a:pt x="332249" y="109798"/>
                </a:lnTo>
                <a:cubicBezTo>
                  <a:pt x="332249" y="114392"/>
                  <a:pt x="332823" y="117869"/>
                  <a:pt x="333969" y="120227"/>
                </a:cubicBezTo>
                <a:cubicBezTo>
                  <a:pt x="334753" y="121860"/>
                  <a:pt x="336140" y="123221"/>
                  <a:pt x="338131" y="124311"/>
                </a:cubicBezTo>
                <a:cubicBezTo>
                  <a:pt x="340121" y="125398"/>
                  <a:pt x="342987" y="125942"/>
                  <a:pt x="346727" y="125942"/>
                </a:cubicBezTo>
                <a:lnTo>
                  <a:pt x="346727" y="129306"/>
                </a:lnTo>
                <a:lnTo>
                  <a:pt x="304290" y="129306"/>
                </a:lnTo>
                <a:lnTo>
                  <a:pt x="304290" y="125942"/>
                </a:lnTo>
                <a:cubicBezTo>
                  <a:pt x="308513" y="125942"/>
                  <a:pt x="311650" y="125277"/>
                  <a:pt x="313701" y="123947"/>
                </a:cubicBezTo>
                <a:cubicBezTo>
                  <a:pt x="315209" y="122979"/>
                  <a:pt x="316264" y="121436"/>
                  <a:pt x="316867" y="119318"/>
                </a:cubicBezTo>
                <a:cubicBezTo>
                  <a:pt x="317169" y="118289"/>
                  <a:pt x="317320" y="115356"/>
                  <a:pt x="317320" y="110517"/>
                </a:cubicBezTo>
                <a:lnTo>
                  <a:pt x="317320" y="78307"/>
                </a:lnTo>
                <a:cubicBezTo>
                  <a:pt x="317320" y="68629"/>
                  <a:pt x="317124" y="62868"/>
                  <a:pt x="316732" y="61024"/>
                </a:cubicBezTo>
                <a:cubicBezTo>
                  <a:pt x="316340" y="59179"/>
                  <a:pt x="315616" y="57833"/>
                  <a:pt x="314560" y="56986"/>
                </a:cubicBezTo>
                <a:cubicBezTo>
                  <a:pt x="313505" y="56140"/>
                  <a:pt x="312193" y="55716"/>
                  <a:pt x="310624" y="55716"/>
                </a:cubicBezTo>
                <a:cubicBezTo>
                  <a:pt x="308754" y="55716"/>
                  <a:pt x="306643" y="56170"/>
                  <a:pt x="304290" y="57077"/>
                </a:cubicBezTo>
                <a:lnTo>
                  <a:pt x="303386" y="53809"/>
                </a:lnTo>
                <a:lnTo>
                  <a:pt x="328449" y="43648"/>
                </a:lnTo>
                <a:lnTo>
                  <a:pt x="332249" y="43648"/>
                </a:lnTo>
                <a:close/>
                <a:moveTo>
                  <a:pt x="393776" y="18550"/>
                </a:moveTo>
                <a:lnTo>
                  <a:pt x="393776" y="46012"/>
                </a:lnTo>
                <a:lnTo>
                  <a:pt x="413139" y="46012"/>
                </a:lnTo>
                <a:lnTo>
                  <a:pt x="413139" y="52377"/>
                </a:lnTo>
                <a:lnTo>
                  <a:pt x="393776" y="52377"/>
                </a:lnTo>
                <a:lnTo>
                  <a:pt x="393776" y="106317"/>
                </a:lnTo>
                <a:cubicBezTo>
                  <a:pt x="393776" y="111707"/>
                  <a:pt x="394545" y="115340"/>
                  <a:pt x="396083" y="117218"/>
                </a:cubicBezTo>
                <a:cubicBezTo>
                  <a:pt x="397621" y="119093"/>
                  <a:pt x="399597" y="120031"/>
                  <a:pt x="402010" y="120031"/>
                </a:cubicBezTo>
                <a:cubicBezTo>
                  <a:pt x="404000" y="120031"/>
                  <a:pt x="405930" y="119410"/>
                  <a:pt x="407800" y="118167"/>
                </a:cubicBezTo>
                <a:cubicBezTo>
                  <a:pt x="409670" y="116924"/>
                  <a:pt x="411118" y="115090"/>
                  <a:pt x="412144" y="112666"/>
                </a:cubicBezTo>
                <a:lnTo>
                  <a:pt x="415672" y="112666"/>
                </a:lnTo>
                <a:cubicBezTo>
                  <a:pt x="413561" y="118624"/>
                  <a:pt x="410575" y="123129"/>
                  <a:pt x="406715" y="126183"/>
                </a:cubicBezTo>
                <a:cubicBezTo>
                  <a:pt x="402854" y="129235"/>
                  <a:pt x="398873" y="130761"/>
                  <a:pt x="394771" y="130761"/>
                </a:cubicBezTo>
                <a:cubicBezTo>
                  <a:pt x="391996" y="130761"/>
                  <a:pt x="389282" y="129987"/>
                  <a:pt x="386628" y="128440"/>
                </a:cubicBezTo>
                <a:cubicBezTo>
                  <a:pt x="383973" y="126892"/>
                  <a:pt x="382013" y="124677"/>
                  <a:pt x="380746" y="121796"/>
                </a:cubicBezTo>
                <a:cubicBezTo>
                  <a:pt x="379479" y="118912"/>
                  <a:pt x="378846" y="114466"/>
                  <a:pt x="378846" y="108457"/>
                </a:cubicBezTo>
                <a:lnTo>
                  <a:pt x="378846" y="52377"/>
                </a:lnTo>
                <a:lnTo>
                  <a:pt x="365726" y="52377"/>
                </a:lnTo>
                <a:lnTo>
                  <a:pt x="365726" y="49376"/>
                </a:lnTo>
                <a:cubicBezTo>
                  <a:pt x="369044" y="48039"/>
                  <a:pt x="372437" y="45774"/>
                  <a:pt x="375905" y="42582"/>
                </a:cubicBezTo>
                <a:cubicBezTo>
                  <a:pt x="379374" y="39390"/>
                  <a:pt x="382465" y="35605"/>
                  <a:pt x="385180" y="31227"/>
                </a:cubicBezTo>
                <a:cubicBezTo>
                  <a:pt x="386567" y="28918"/>
                  <a:pt x="388498" y="24692"/>
                  <a:pt x="390971" y="18550"/>
                </a:cubicBezTo>
                <a:lnTo>
                  <a:pt x="393776" y="18550"/>
                </a:lnTo>
                <a:close/>
                <a:moveTo>
                  <a:pt x="468184" y="117303"/>
                </a:moveTo>
                <a:cubicBezTo>
                  <a:pt x="459678" y="123911"/>
                  <a:pt x="454340" y="127730"/>
                  <a:pt x="452168" y="128761"/>
                </a:cubicBezTo>
                <a:cubicBezTo>
                  <a:pt x="448911" y="130337"/>
                  <a:pt x="445442" y="131125"/>
                  <a:pt x="441763" y="131125"/>
                </a:cubicBezTo>
                <a:cubicBezTo>
                  <a:pt x="436032" y="131125"/>
                  <a:pt x="431312" y="129155"/>
                  <a:pt x="427602" y="125214"/>
                </a:cubicBezTo>
                <a:cubicBezTo>
                  <a:pt x="423892" y="121274"/>
                  <a:pt x="422038" y="116091"/>
                  <a:pt x="422038" y="109665"/>
                </a:cubicBezTo>
                <a:cubicBezTo>
                  <a:pt x="422038" y="105603"/>
                  <a:pt x="422942" y="102087"/>
                  <a:pt x="424752" y="99117"/>
                </a:cubicBezTo>
                <a:cubicBezTo>
                  <a:pt x="427225" y="94994"/>
                  <a:pt x="431523" y="91115"/>
                  <a:pt x="437646" y="87477"/>
                </a:cubicBezTo>
                <a:cubicBezTo>
                  <a:pt x="443768" y="83840"/>
                  <a:pt x="453948" y="79415"/>
                  <a:pt x="468184" y="74201"/>
                </a:cubicBezTo>
                <a:lnTo>
                  <a:pt x="468184" y="70927"/>
                </a:lnTo>
                <a:cubicBezTo>
                  <a:pt x="468184" y="62622"/>
                  <a:pt x="466872" y="56924"/>
                  <a:pt x="464248" y="53832"/>
                </a:cubicBezTo>
                <a:cubicBezTo>
                  <a:pt x="461624" y="50740"/>
                  <a:pt x="457808" y="49195"/>
                  <a:pt x="452802" y="49195"/>
                </a:cubicBezTo>
                <a:cubicBezTo>
                  <a:pt x="449001" y="49195"/>
                  <a:pt x="445985" y="50221"/>
                  <a:pt x="443753" y="52275"/>
                </a:cubicBezTo>
                <a:cubicBezTo>
                  <a:pt x="441461" y="54328"/>
                  <a:pt x="440315" y="56684"/>
                  <a:pt x="440315" y="59342"/>
                </a:cubicBezTo>
                <a:lnTo>
                  <a:pt x="440496" y="64596"/>
                </a:lnTo>
                <a:cubicBezTo>
                  <a:pt x="440496" y="67374"/>
                  <a:pt x="439787" y="69517"/>
                  <a:pt x="438370" y="71027"/>
                </a:cubicBezTo>
                <a:cubicBezTo>
                  <a:pt x="436952" y="72537"/>
                  <a:pt x="435097" y="73292"/>
                  <a:pt x="432805" y="73292"/>
                </a:cubicBezTo>
                <a:cubicBezTo>
                  <a:pt x="430573" y="73292"/>
                  <a:pt x="428748" y="72506"/>
                  <a:pt x="427331" y="70936"/>
                </a:cubicBezTo>
                <a:cubicBezTo>
                  <a:pt x="425913" y="69364"/>
                  <a:pt x="425204" y="67217"/>
                  <a:pt x="425204" y="64497"/>
                </a:cubicBezTo>
                <a:cubicBezTo>
                  <a:pt x="425204" y="59300"/>
                  <a:pt x="427859" y="54526"/>
                  <a:pt x="433167" y="50175"/>
                </a:cubicBezTo>
                <a:cubicBezTo>
                  <a:pt x="438475" y="45823"/>
                  <a:pt x="445925" y="43648"/>
                  <a:pt x="455516" y="43648"/>
                </a:cubicBezTo>
                <a:cubicBezTo>
                  <a:pt x="462875" y="43648"/>
                  <a:pt x="468907" y="44889"/>
                  <a:pt x="473613" y="47370"/>
                </a:cubicBezTo>
                <a:cubicBezTo>
                  <a:pt x="477172" y="49248"/>
                  <a:pt x="479796" y="52185"/>
                  <a:pt x="481485" y="56182"/>
                </a:cubicBezTo>
                <a:cubicBezTo>
                  <a:pt x="482570" y="58785"/>
                  <a:pt x="483113" y="64113"/>
                  <a:pt x="483113" y="72166"/>
                </a:cubicBezTo>
                <a:lnTo>
                  <a:pt x="483113" y="100412"/>
                </a:lnTo>
                <a:cubicBezTo>
                  <a:pt x="483113" y="108344"/>
                  <a:pt x="483264" y="113204"/>
                  <a:pt x="483566" y="114990"/>
                </a:cubicBezTo>
                <a:cubicBezTo>
                  <a:pt x="483867" y="116776"/>
                  <a:pt x="484365" y="117973"/>
                  <a:pt x="485059" y="118579"/>
                </a:cubicBezTo>
                <a:cubicBezTo>
                  <a:pt x="485752" y="119183"/>
                  <a:pt x="486552" y="119485"/>
                  <a:pt x="487456" y="119485"/>
                </a:cubicBezTo>
                <a:cubicBezTo>
                  <a:pt x="488422" y="119485"/>
                  <a:pt x="489266" y="119273"/>
                  <a:pt x="489990" y="118849"/>
                </a:cubicBezTo>
                <a:cubicBezTo>
                  <a:pt x="491257" y="118061"/>
                  <a:pt x="493700" y="115848"/>
                  <a:pt x="497319" y="112211"/>
                </a:cubicBezTo>
                <a:lnTo>
                  <a:pt x="497319" y="117303"/>
                </a:lnTo>
                <a:cubicBezTo>
                  <a:pt x="490563" y="126396"/>
                  <a:pt x="484109" y="130943"/>
                  <a:pt x="477956" y="130943"/>
                </a:cubicBezTo>
                <a:cubicBezTo>
                  <a:pt x="475000" y="130943"/>
                  <a:pt x="472647" y="129912"/>
                  <a:pt x="470898" y="127851"/>
                </a:cubicBezTo>
                <a:cubicBezTo>
                  <a:pt x="469149" y="125790"/>
                  <a:pt x="468244" y="122274"/>
                  <a:pt x="468184" y="117303"/>
                </a:cubicBezTo>
                <a:moveTo>
                  <a:pt x="468184" y="111341"/>
                </a:moveTo>
                <a:lnTo>
                  <a:pt x="468184" y="79748"/>
                </a:lnTo>
                <a:cubicBezTo>
                  <a:pt x="459075" y="83368"/>
                  <a:pt x="453194" y="85933"/>
                  <a:pt x="450540" y="87443"/>
                </a:cubicBezTo>
                <a:cubicBezTo>
                  <a:pt x="445774" y="90099"/>
                  <a:pt x="442366" y="92875"/>
                  <a:pt x="440315" y="95772"/>
                </a:cubicBezTo>
                <a:cubicBezTo>
                  <a:pt x="438264" y="98669"/>
                  <a:pt x="437239" y="101837"/>
                  <a:pt x="437239" y="105277"/>
                </a:cubicBezTo>
                <a:cubicBezTo>
                  <a:pt x="437239" y="109623"/>
                  <a:pt x="438535" y="113229"/>
                  <a:pt x="441129" y="116095"/>
                </a:cubicBezTo>
                <a:cubicBezTo>
                  <a:pt x="443723" y="118962"/>
                  <a:pt x="446709" y="120395"/>
                  <a:pt x="450087" y="120395"/>
                </a:cubicBezTo>
                <a:cubicBezTo>
                  <a:pt x="454672" y="120395"/>
                  <a:pt x="460704" y="117377"/>
                  <a:pt x="468184" y="111341"/>
                </a:cubicBezTo>
                <a:close/>
                <a:moveTo>
                  <a:pt x="528021" y="0"/>
                </a:moveTo>
                <a:lnTo>
                  <a:pt x="528021" y="82840"/>
                </a:lnTo>
                <a:lnTo>
                  <a:pt x="549103" y="63562"/>
                </a:lnTo>
                <a:cubicBezTo>
                  <a:pt x="553567" y="59440"/>
                  <a:pt x="556161" y="56833"/>
                  <a:pt x="556885" y="55742"/>
                </a:cubicBezTo>
                <a:cubicBezTo>
                  <a:pt x="557367" y="55014"/>
                  <a:pt x="557609" y="54287"/>
                  <a:pt x="557609" y="53559"/>
                </a:cubicBezTo>
                <a:cubicBezTo>
                  <a:pt x="557609" y="52347"/>
                  <a:pt x="557111" y="51301"/>
                  <a:pt x="556116" y="50422"/>
                </a:cubicBezTo>
                <a:cubicBezTo>
                  <a:pt x="555120" y="49543"/>
                  <a:pt x="553477" y="49043"/>
                  <a:pt x="551184" y="48922"/>
                </a:cubicBezTo>
                <a:lnTo>
                  <a:pt x="551184" y="46012"/>
                </a:lnTo>
                <a:lnTo>
                  <a:pt x="587196" y="46012"/>
                </a:lnTo>
                <a:lnTo>
                  <a:pt x="587196" y="48922"/>
                </a:lnTo>
                <a:cubicBezTo>
                  <a:pt x="582250" y="49043"/>
                  <a:pt x="578133" y="49801"/>
                  <a:pt x="574846" y="51195"/>
                </a:cubicBezTo>
                <a:cubicBezTo>
                  <a:pt x="571558" y="52589"/>
                  <a:pt x="567954" y="55075"/>
                  <a:pt x="564033" y="58652"/>
                </a:cubicBezTo>
                <a:lnTo>
                  <a:pt x="542769" y="78384"/>
                </a:lnTo>
                <a:lnTo>
                  <a:pt x="564033" y="105340"/>
                </a:lnTo>
                <a:cubicBezTo>
                  <a:pt x="569944" y="112781"/>
                  <a:pt x="573926" y="117500"/>
                  <a:pt x="575977" y="119497"/>
                </a:cubicBezTo>
                <a:cubicBezTo>
                  <a:pt x="578872" y="122340"/>
                  <a:pt x="581406" y="124187"/>
                  <a:pt x="583577" y="125035"/>
                </a:cubicBezTo>
                <a:cubicBezTo>
                  <a:pt x="585085" y="125640"/>
                  <a:pt x="587709" y="125942"/>
                  <a:pt x="591449" y="125942"/>
                </a:cubicBezTo>
                <a:lnTo>
                  <a:pt x="591449" y="129306"/>
                </a:lnTo>
                <a:lnTo>
                  <a:pt x="551184" y="129306"/>
                </a:lnTo>
                <a:lnTo>
                  <a:pt x="551184" y="125942"/>
                </a:lnTo>
                <a:cubicBezTo>
                  <a:pt x="553477" y="125881"/>
                  <a:pt x="555030" y="125533"/>
                  <a:pt x="555844" y="124899"/>
                </a:cubicBezTo>
                <a:cubicBezTo>
                  <a:pt x="556659" y="124262"/>
                  <a:pt x="557066" y="123370"/>
                  <a:pt x="557066" y="122222"/>
                </a:cubicBezTo>
                <a:cubicBezTo>
                  <a:pt x="557066" y="120830"/>
                  <a:pt x="555859" y="118591"/>
                  <a:pt x="553446" y="115507"/>
                </a:cubicBezTo>
                <a:lnTo>
                  <a:pt x="528021" y="82931"/>
                </a:lnTo>
                <a:lnTo>
                  <a:pt x="528021" y="110514"/>
                </a:lnTo>
                <a:cubicBezTo>
                  <a:pt x="528021" y="115898"/>
                  <a:pt x="528398" y="119438"/>
                  <a:pt x="529152" y="121134"/>
                </a:cubicBezTo>
                <a:cubicBezTo>
                  <a:pt x="529906" y="122827"/>
                  <a:pt x="530977" y="124037"/>
                  <a:pt x="532364" y="124762"/>
                </a:cubicBezTo>
                <a:cubicBezTo>
                  <a:pt x="533751" y="125488"/>
                  <a:pt x="536767" y="125881"/>
                  <a:pt x="541412" y="125942"/>
                </a:cubicBezTo>
                <a:lnTo>
                  <a:pt x="541412" y="129306"/>
                </a:lnTo>
                <a:lnTo>
                  <a:pt x="499247" y="129306"/>
                </a:lnTo>
                <a:lnTo>
                  <a:pt x="499247" y="125942"/>
                </a:lnTo>
                <a:cubicBezTo>
                  <a:pt x="503470" y="125942"/>
                  <a:pt x="506637" y="125426"/>
                  <a:pt x="508748" y="124396"/>
                </a:cubicBezTo>
                <a:cubicBezTo>
                  <a:pt x="510015" y="123731"/>
                  <a:pt x="510980" y="122701"/>
                  <a:pt x="511643" y="121307"/>
                </a:cubicBezTo>
                <a:cubicBezTo>
                  <a:pt x="512548" y="119308"/>
                  <a:pt x="513001" y="115856"/>
                  <a:pt x="513001" y="110949"/>
                </a:cubicBezTo>
                <a:lnTo>
                  <a:pt x="513001" y="35165"/>
                </a:lnTo>
                <a:cubicBezTo>
                  <a:pt x="513001" y="25534"/>
                  <a:pt x="512790" y="19643"/>
                  <a:pt x="512367" y="17493"/>
                </a:cubicBezTo>
                <a:cubicBezTo>
                  <a:pt x="511945" y="15341"/>
                  <a:pt x="511251" y="13857"/>
                  <a:pt x="510286" y="13040"/>
                </a:cubicBezTo>
                <a:cubicBezTo>
                  <a:pt x="509321" y="12222"/>
                  <a:pt x="508054" y="11813"/>
                  <a:pt x="506486" y="11813"/>
                </a:cubicBezTo>
                <a:cubicBezTo>
                  <a:pt x="505219" y="11813"/>
                  <a:pt x="503319" y="12328"/>
                  <a:pt x="500786" y="13359"/>
                </a:cubicBezTo>
                <a:lnTo>
                  <a:pt x="499247" y="10176"/>
                </a:lnTo>
                <a:lnTo>
                  <a:pt x="523859" y="0"/>
                </a:lnTo>
                <a:lnTo>
                  <a:pt x="528021" y="0"/>
                </a:lnTo>
                <a:close/>
                <a:moveTo>
                  <a:pt x="617237" y="0"/>
                </a:moveTo>
                <a:cubicBezTo>
                  <a:pt x="619770" y="0"/>
                  <a:pt x="621927" y="899"/>
                  <a:pt x="623706" y="2697"/>
                </a:cubicBezTo>
                <a:cubicBezTo>
                  <a:pt x="625486" y="4493"/>
                  <a:pt x="626375" y="6670"/>
                  <a:pt x="626375" y="9230"/>
                </a:cubicBezTo>
                <a:cubicBezTo>
                  <a:pt x="626375" y="11789"/>
                  <a:pt x="625486" y="13983"/>
                  <a:pt x="623706" y="15811"/>
                </a:cubicBezTo>
                <a:cubicBezTo>
                  <a:pt x="621927" y="17637"/>
                  <a:pt x="619770" y="18550"/>
                  <a:pt x="617237" y="18550"/>
                </a:cubicBezTo>
                <a:cubicBezTo>
                  <a:pt x="614703" y="18550"/>
                  <a:pt x="612532" y="17637"/>
                  <a:pt x="610722" y="15811"/>
                </a:cubicBezTo>
                <a:cubicBezTo>
                  <a:pt x="608912" y="13983"/>
                  <a:pt x="608007" y="11789"/>
                  <a:pt x="608007" y="9230"/>
                </a:cubicBezTo>
                <a:cubicBezTo>
                  <a:pt x="608007" y="6670"/>
                  <a:pt x="608897" y="4493"/>
                  <a:pt x="610677" y="2697"/>
                </a:cubicBezTo>
                <a:cubicBezTo>
                  <a:pt x="612456" y="899"/>
                  <a:pt x="614643" y="0"/>
                  <a:pt x="617237" y="0"/>
                </a:cubicBezTo>
                <a:moveTo>
                  <a:pt x="624747" y="43648"/>
                </a:moveTo>
                <a:lnTo>
                  <a:pt x="624747" y="110426"/>
                </a:lnTo>
                <a:cubicBezTo>
                  <a:pt x="624747" y="115628"/>
                  <a:pt x="625124" y="119091"/>
                  <a:pt x="625878" y="120815"/>
                </a:cubicBezTo>
                <a:cubicBezTo>
                  <a:pt x="626632" y="122539"/>
                  <a:pt x="627748" y="123825"/>
                  <a:pt x="629226" y="124671"/>
                </a:cubicBezTo>
                <a:cubicBezTo>
                  <a:pt x="630703" y="125518"/>
                  <a:pt x="633403" y="125942"/>
                  <a:pt x="637324" y="125942"/>
                </a:cubicBezTo>
                <a:lnTo>
                  <a:pt x="637324" y="129306"/>
                </a:lnTo>
                <a:lnTo>
                  <a:pt x="597059" y="129306"/>
                </a:lnTo>
                <a:lnTo>
                  <a:pt x="597059" y="125942"/>
                </a:lnTo>
                <a:cubicBezTo>
                  <a:pt x="601101" y="125942"/>
                  <a:pt x="603815" y="125549"/>
                  <a:pt x="605202" y="124762"/>
                </a:cubicBezTo>
                <a:cubicBezTo>
                  <a:pt x="606590" y="123976"/>
                  <a:pt x="607691" y="122676"/>
                  <a:pt x="608505" y="120861"/>
                </a:cubicBezTo>
                <a:cubicBezTo>
                  <a:pt x="609319" y="119046"/>
                  <a:pt x="609727" y="115568"/>
                  <a:pt x="609727" y="110426"/>
                </a:cubicBezTo>
                <a:lnTo>
                  <a:pt x="609727" y="78398"/>
                </a:lnTo>
                <a:cubicBezTo>
                  <a:pt x="609727" y="69384"/>
                  <a:pt x="609455" y="63548"/>
                  <a:pt x="608912" y="60888"/>
                </a:cubicBezTo>
                <a:cubicBezTo>
                  <a:pt x="608490" y="58952"/>
                  <a:pt x="607826" y="57606"/>
                  <a:pt x="606922" y="56850"/>
                </a:cubicBezTo>
                <a:cubicBezTo>
                  <a:pt x="606017" y="56094"/>
                  <a:pt x="604780" y="55716"/>
                  <a:pt x="603212" y="55716"/>
                </a:cubicBezTo>
                <a:cubicBezTo>
                  <a:pt x="601523" y="55716"/>
                  <a:pt x="599472" y="56170"/>
                  <a:pt x="597059" y="57077"/>
                </a:cubicBezTo>
                <a:lnTo>
                  <a:pt x="595792" y="53809"/>
                </a:lnTo>
                <a:lnTo>
                  <a:pt x="620765" y="43648"/>
                </a:lnTo>
                <a:lnTo>
                  <a:pt x="624747" y="43648"/>
                </a:lnTo>
                <a:close/>
                <a:moveTo>
                  <a:pt x="671829" y="61289"/>
                </a:moveTo>
                <a:cubicBezTo>
                  <a:pt x="681541" y="49528"/>
                  <a:pt x="690800" y="43648"/>
                  <a:pt x="699607" y="43648"/>
                </a:cubicBezTo>
                <a:cubicBezTo>
                  <a:pt x="704131" y="43648"/>
                  <a:pt x="708022" y="44782"/>
                  <a:pt x="711279" y="47052"/>
                </a:cubicBezTo>
                <a:cubicBezTo>
                  <a:pt x="714537" y="49320"/>
                  <a:pt x="717131" y="53054"/>
                  <a:pt x="719061" y="58257"/>
                </a:cubicBezTo>
                <a:cubicBezTo>
                  <a:pt x="720388" y="61884"/>
                  <a:pt x="721051" y="67449"/>
                  <a:pt x="721051" y="74951"/>
                </a:cubicBezTo>
                <a:lnTo>
                  <a:pt x="721051" y="110426"/>
                </a:lnTo>
                <a:cubicBezTo>
                  <a:pt x="721051" y="115689"/>
                  <a:pt x="721474" y="119258"/>
                  <a:pt x="722318" y="121134"/>
                </a:cubicBezTo>
                <a:cubicBezTo>
                  <a:pt x="722982" y="122645"/>
                  <a:pt x="724052" y="123825"/>
                  <a:pt x="725530" y="124671"/>
                </a:cubicBezTo>
                <a:cubicBezTo>
                  <a:pt x="727008" y="125518"/>
                  <a:pt x="729738" y="125942"/>
                  <a:pt x="733719" y="125942"/>
                </a:cubicBezTo>
                <a:lnTo>
                  <a:pt x="733719" y="129306"/>
                </a:lnTo>
                <a:lnTo>
                  <a:pt x="692730" y="129306"/>
                </a:lnTo>
                <a:lnTo>
                  <a:pt x="692730" y="125942"/>
                </a:lnTo>
                <a:lnTo>
                  <a:pt x="694450" y="125942"/>
                </a:lnTo>
                <a:cubicBezTo>
                  <a:pt x="698310" y="125942"/>
                  <a:pt x="701010" y="125353"/>
                  <a:pt x="702548" y="124177"/>
                </a:cubicBezTo>
                <a:cubicBezTo>
                  <a:pt x="704086" y="123001"/>
                  <a:pt x="705157" y="121267"/>
                  <a:pt x="705760" y="118977"/>
                </a:cubicBezTo>
                <a:cubicBezTo>
                  <a:pt x="706001" y="118071"/>
                  <a:pt x="706122" y="115236"/>
                  <a:pt x="706122" y="110472"/>
                </a:cubicBezTo>
                <a:lnTo>
                  <a:pt x="706122" y="76545"/>
                </a:lnTo>
                <a:cubicBezTo>
                  <a:pt x="706122" y="69007"/>
                  <a:pt x="705142" y="63534"/>
                  <a:pt x="703181" y="60126"/>
                </a:cubicBezTo>
                <a:cubicBezTo>
                  <a:pt x="701221" y="56718"/>
                  <a:pt x="697918" y="55014"/>
                  <a:pt x="693273" y="55014"/>
                </a:cubicBezTo>
                <a:cubicBezTo>
                  <a:pt x="686095" y="55014"/>
                  <a:pt x="678947" y="58935"/>
                  <a:pt x="671829" y="66776"/>
                </a:cubicBezTo>
                <a:lnTo>
                  <a:pt x="671829" y="110472"/>
                </a:lnTo>
                <a:cubicBezTo>
                  <a:pt x="671829" y="116081"/>
                  <a:pt x="672161" y="119549"/>
                  <a:pt x="672824" y="120875"/>
                </a:cubicBezTo>
                <a:cubicBezTo>
                  <a:pt x="673669" y="122624"/>
                  <a:pt x="674830" y="123905"/>
                  <a:pt x="676308" y="124720"/>
                </a:cubicBezTo>
                <a:cubicBezTo>
                  <a:pt x="677786" y="125534"/>
                  <a:pt x="680787" y="125942"/>
                  <a:pt x="685311" y="125942"/>
                </a:cubicBezTo>
                <a:lnTo>
                  <a:pt x="685311" y="129306"/>
                </a:lnTo>
                <a:lnTo>
                  <a:pt x="644322" y="129306"/>
                </a:lnTo>
                <a:lnTo>
                  <a:pt x="644322" y="125942"/>
                </a:lnTo>
                <a:lnTo>
                  <a:pt x="646132" y="125942"/>
                </a:lnTo>
                <a:cubicBezTo>
                  <a:pt x="650354" y="125942"/>
                  <a:pt x="653205" y="124869"/>
                  <a:pt x="654682" y="122722"/>
                </a:cubicBezTo>
                <a:cubicBezTo>
                  <a:pt x="656160" y="120574"/>
                  <a:pt x="656899" y="116475"/>
                  <a:pt x="656899" y="110426"/>
                </a:cubicBezTo>
                <a:lnTo>
                  <a:pt x="656899" y="79577"/>
                </a:lnTo>
                <a:cubicBezTo>
                  <a:pt x="656899" y="69598"/>
                  <a:pt x="656673" y="63519"/>
                  <a:pt x="656221" y="61343"/>
                </a:cubicBezTo>
                <a:cubicBezTo>
                  <a:pt x="655768" y="59164"/>
                  <a:pt x="655075" y="57682"/>
                  <a:pt x="654140" y="56895"/>
                </a:cubicBezTo>
                <a:cubicBezTo>
                  <a:pt x="653205" y="56109"/>
                  <a:pt x="651953" y="55716"/>
                  <a:pt x="650385" y="55716"/>
                </a:cubicBezTo>
                <a:cubicBezTo>
                  <a:pt x="648696" y="55716"/>
                  <a:pt x="646675" y="56170"/>
                  <a:pt x="644322" y="57077"/>
                </a:cubicBezTo>
                <a:lnTo>
                  <a:pt x="642965" y="53809"/>
                </a:lnTo>
                <a:lnTo>
                  <a:pt x="667938" y="43648"/>
                </a:lnTo>
                <a:lnTo>
                  <a:pt x="671829" y="43648"/>
                </a:lnTo>
                <a:lnTo>
                  <a:pt x="671829" y="61289"/>
                </a:lnTo>
                <a:close/>
                <a:moveTo>
                  <a:pt x="762492" y="98955"/>
                </a:moveTo>
                <a:cubicBezTo>
                  <a:pt x="757425" y="96473"/>
                  <a:pt x="753535" y="93007"/>
                  <a:pt x="750820" y="88557"/>
                </a:cubicBezTo>
                <a:cubicBezTo>
                  <a:pt x="748106" y="84107"/>
                  <a:pt x="746748" y="79187"/>
                  <a:pt x="746748" y="73798"/>
                </a:cubicBezTo>
                <a:cubicBezTo>
                  <a:pt x="746748" y="65564"/>
                  <a:pt x="749840" y="58481"/>
                  <a:pt x="756023" y="52548"/>
                </a:cubicBezTo>
                <a:cubicBezTo>
                  <a:pt x="762206" y="46614"/>
                  <a:pt x="770123" y="43648"/>
                  <a:pt x="779775" y="43648"/>
                </a:cubicBezTo>
                <a:cubicBezTo>
                  <a:pt x="787677" y="43648"/>
                  <a:pt x="794523" y="45588"/>
                  <a:pt x="800314" y="49467"/>
                </a:cubicBezTo>
                <a:lnTo>
                  <a:pt x="817868" y="49467"/>
                </a:lnTo>
                <a:cubicBezTo>
                  <a:pt x="820462" y="49467"/>
                  <a:pt x="821970" y="49542"/>
                  <a:pt x="822392" y="49692"/>
                </a:cubicBezTo>
                <a:cubicBezTo>
                  <a:pt x="822814" y="49842"/>
                  <a:pt x="823116" y="50096"/>
                  <a:pt x="823297" y="50456"/>
                </a:cubicBezTo>
                <a:cubicBezTo>
                  <a:pt x="823659" y="50996"/>
                  <a:pt x="823840" y="51956"/>
                  <a:pt x="823840" y="53335"/>
                </a:cubicBezTo>
                <a:cubicBezTo>
                  <a:pt x="823840" y="54892"/>
                  <a:pt x="823689" y="55971"/>
                  <a:pt x="823387" y="56571"/>
                </a:cubicBezTo>
                <a:cubicBezTo>
                  <a:pt x="823206" y="56871"/>
                  <a:pt x="822890" y="57110"/>
                  <a:pt x="822437" y="57290"/>
                </a:cubicBezTo>
                <a:cubicBezTo>
                  <a:pt x="821985" y="57470"/>
                  <a:pt x="820462" y="57560"/>
                  <a:pt x="817868" y="57560"/>
                </a:cubicBezTo>
                <a:lnTo>
                  <a:pt x="807100" y="57560"/>
                </a:lnTo>
                <a:cubicBezTo>
                  <a:pt x="810478" y="61935"/>
                  <a:pt x="812167" y="67523"/>
                  <a:pt x="812167" y="74326"/>
                </a:cubicBezTo>
                <a:cubicBezTo>
                  <a:pt x="812167" y="82101"/>
                  <a:pt x="809212" y="88752"/>
                  <a:pt x="803300" y="94280"/>
                </a:cubicBezTo>
                <a:cubicBezTo>
                  <a:pt x="797389" y="99808"/>
                  <a:pt x="789456" y="102572"/>
                  <a:pt x="779503" y="102572"/>
                </a:cubicBezTo>
                <a:cubicBezTo>
                  <a:pt x="775401" y="102572"/>
                  <a:pt x="771209" y="101953"/>
                  <a:pt x="766926" y="100716"/>
                </a:cubicBezTo>
                <a:cubicBezTo>
                  <a:pt x="764272" y="103018"/>
                  <a:pt x="762477" y="105033"/>
                  <a:pt x="761542" y="106761"/>
                </a:cubicBezTo>
                <a:cubicBezTo>
                  <a:pt x="760607" y="108486"/>
                  <a:pt x="760140" y="109955"/>
                  <a:pt x="760140" y="111165"/>
                </a:cubicBezTo>
                <a:cubicBezTo>
                  <a:pt x="760140" y="112196"/>
                  <a:pt x="760638" y="113196"/>
                  <a:pt x="761633" y="114166"/>
                </a:cubicBezTo>
                <a:cubicBezTo>
                  <a:pt x="762628" y="115134"/>
                  <a:pt x="764574" y="115830"/>
                  <a:pt x="767469" y="116255"/>
                </a:cubicBezTo>
                <a:cubicBezTo>
                  <a:pt x="769158" y="116497"/>
                  <a:pt x="773380" y="116709"/>
                  <a:pt x="780137" y="116891"/>
                </a:cubicBezTo>
                <a:cubicBezTo>
                  <a:pt x="792563" y="117192"/>
                  <a:pt x="800616" y="117616"/>
                  <a:pt x="804295" y="118161"/>
                </a:cubicBezTo>
                <a:cubicBezTo>
                  <a:pt x="809905" y="118949"/>
                  <a:pt x="814384" y="121040"/>
                  <a:pt x="817732" y="124433"/>
                </a:cubicBezTo>
                <a:cubicBezTo>
                  <a:pt x="821080" y="127824"/>
                  <a:pt x="822754" y="132003"/>
                  <a:pt x="822754" y="136970"/>
                </a:cubicBezTo>
                <a:cubicBezTo>
                  <a:pt x="822754" y="143815"/>
                  <a:pt x="819557" y="150236"/>
                  <a:pt x="813163" y="156234"/>
                </a:cubicBezTo>
                <a:cubicBezTo>
                  <a:pt x="803752" y="165077"/>
                  <a:pt x="791477" y="169498"/>
                  <a:pt x="776336" y="169498"/>
                </a:cubicBezTo>
                <a:cubicBezTo>
                  <a:pt x="764694" y="169498"/>
                  <a:pt x="754862" y="166865"/>
                  <a:pt x="746839" y="161599"/>
                </a:cubicBezTo>
                <a:cubicBezTo>
                  <a:pt x="742315" y="158571"/>
                  <a:pt x="740053" y="155423"/>
                  <a:pt x="740053" y="152153"/>
                </a:cubicBezTo>
                <a:cubicBezTo>
                  <a:pt x="740053" y="150702"/>
                  <a:pt x="740385" y="149250"/>
                  <a:pt x="741048" y="147797"/>
                </a:cubicBezTo>
                <a:cubicBezTo>
                  <a:pt x="742074" y="145556"/>
                  <a:pt x="744185" y="142437"/>
                  <a:pt x="747382" y="138442"/>
                </a:cubicBezTo>
                <a:cubicBezTo>
                  <a:pt x="747804" y="137898"/>
                  <a:pt x="750880" y="134630"/>
                  <a:pt x="756611" y="128636"/>
                </a:cubicBezTo>
                <a:cubicBezTo>
                  <a:pt x="753474" y="126754"/>
                  <a:pt x="751257" y="125070"/>
                  <a:pt x="749961" y="123583"/>
                </a:cubicBezTo>
                <a:cubicBezTo>
                  <a:pt x="748664" y="122096"/>
                  <a:pt x="748015" y="120412"/>
                  <a:pt x="748015" y="118531"/>
                </a:cubicBezTo>
                <a:cubicBezTo>
                  <a:pt x="748015" y="116405"/>
                  <a:pt x="748875" y="113916"/>
                  <a:pt x="750594" y="111063"/>
                </a:cubicBezTo>
                <a:cubicBezTo>
                  <a:pt x="752313" y="108210"/>
                  <a:pt x="756279" y="104174"/>
                  <a:pt x="762492" y="98955"/>
                </a:cubicBezTo>
                <a:moveTo>
                  <a:pt x="778236" y="48194"/>
                </a:moveTo>
                <a:cubicBezTo>
                  <a:pt x="773773" y="48194"/>
                  <a:pt x="770033" y="49973"/>
                  <a:pt x="767017" y="53531"/>
                </a:cubicBezTo>
                <a:cubicBezTo>
                  <a:pt x="764000" y="57087"/>
                  <a:pt x="762492" y="62543"/>
                  <a:pt x="762492" y="69899"/>
                </a:cubicBezTo>
                <a:cubicBezTo>
                  <a:pt x="762492" y="79426"/>
                  <a:pt x="764543" y="86811"/>
                  <a:pt x="768645" y="92055"/>
                </a:cubicBezTo>
                <a:cubicBezTo>
                  <a:pt x="771782" y="96035"/>
                  <a:pt x="775763" y="98025"/>
                  <a:pt x="780589" y="98025"/>
                </a:cubicBezTo>
                <a:cubicBezTo>
                  <a:pt x="785173" y="98025"/>
                  <a:pt x="788943" y="96307"/>
                  <a:pt x="791899" y="92871"/>
                </a:cubicBezTo>
                <a:cubicBezTo>
                  <a:pt x="794855" y="89434"/>
                  <a:pt x="796333" y="84038"/>
                  <a:pt x="796333" y="76682"/>
                </a:cubicBezTo>
                <a:cubicBezTo>
                  <a:pt x="796333" y="67096"/>
                  <a:pt x="794252" y="59589"/>
                  <a:pt x="790090" y="54162"/>
                </a:cubicBezTo>
                <a:cubicBezTo>
                  <a:pt x="787013" y="50183"/>
                  <a:pt x="783062" y="48194"/>
                  <a:pt x="778236" y="48194"/>
                </a:cubicBezTo>
                <a:moveTo>
                  <a:pt x="761588" y="129360"/>
                </a:moveTo>
                <a:cubicBezTo>
                  <a:pt x="758752" y="132446"/>
                  <a:pt x="756611" y="135320"/>
                  <a:pt x="755163" y="137982"/>
                </a:cubicBezTo>
                <a:cubicBezTo>
                  <a:pt x="753716" y="140645"/>
                  <a:pt x="752992" y="143097"/>
                  <a:pt x="752992" y="145336"/>
                </a:cubicBezTo>
                <a:cubicBezTo>
                  <a:pt x="752992" y="148240"/>
                  <a:pt x="754741" y="150781"/>
                  <a:pt x="758240" y="152960"/>
                </a:cubicBezTo>
                <a:cubicBezTo>
                  <a:pt x="764272" y="156711"/>
                  <a:pt x="772988" y="158587"/>
                  <a:pt x="784389" y="158587"/>
                </a:cubicBezTo>
                <a:cubicBezTo>
                  <a:pt x="795247" y="158587"/>
                  <a:pt x="803255" y="156665"/>
                  <a:pt x="808412" y="152821"/>
                </a:cubicBezTo>
                <a:cubicBezTo>
                  <a:pt x="813570" y="148979"/>
                  <a:pt x="816149" y="144880"/>
                  <a:pt x="816149" y="140525"/>
                </a:cubicBezTo>
                <a:cubicBezTo>
                  <a:pt x="816149" y="137378"/>
                  <a:pt x="814610" y="135139"/>
                  <a:pt x="811534" y="133807"/>
                </a:cubicBezTo>
                <a:cubicBezTo>
                  <a:pt x="808397" y="132476"/>
                  <a:pt x="802184" y="131689"/>
                  <a:pt x="792895" y="131449"/>
                </a:cubicBezTo>
                <a:cubicBezTo>
                  <a:pt x="779322" y="131085"/>
                  <a:pt x="768887" y="130389"/>
                  <a:pt x="761588" y="1293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andcrossing">
            <a:extLst xmlns:a="http://schemas.openxmlformats.org/drawingml/2006/main">
              <a:ext uri="{FF2B5EF4-FFF2-40B4-BE49-F238E27FC236}">
                <a16:creationId xmlns:a16="http://schemas.microsoft.com/office/drawing/2014/main" id="{85DD0997-AFBE-4265-A2BB-DB597EF5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022" y="499821"/>
            <a:ext cx="921592" cy="169498"/>
          </a:xfrm>
          <a:custGeom xmlns:a="http://schemas.openxmlformats.org/drawingml/2006/main">
            <a:pathLst>
              <a:path w="921592" h="169498">
                <a:moveTo>
                  <a:pt x="46146" y="117303"/>
                </a:moveTo>
                <a:cubicBezTo>
                  <a:pt x="37641" y="123911"/>
                  <a:pt x="32302" y="127730"/>
                  <a:pt x="30131" y="128761"/>
                </a:cubicBezTo>
                <a:cubicBezTo>
                  <a:pt x="26873" y="130337"/>
                  <a:pt x="23405" y="131125"/>
                  <a:pt x="19725" y="131125"/>
                </a:cubicBezTo>
                <a:cubicBezTo>
                  <a:pt x="13995" y="131125"/>
                  <a:pt x="9274" y="129155"/>
                  <a:pt x="5565" y="125214"/>
                </a:cubicBezTo>
                <a:cubicBezTo>
                  <a:pt x="1855" y="121274"/>
                  <a:pt x="0" y="116091"/>
                  <a:pt x="0" y="109665"/>
                </a:cubicBezTo>
                <a:cubicBezTo>
                  <a:pt x="0" y="105603"/>
                  <a:pt x="905" y="102087"/>
                  <a:pt x="2714" y="99117"/>
                </a:cubicBezTo>
                <a:cubicBezTo>
                  <a:pt x="5188" y="94994"/>
                  <a:pt x="9486" y="91115"/>
                  <a:pt x="15608" y="87477"/>
                </a:cubicBezTo>
                <a:cubicBezTo>
                  <a:pt x="21731" y="83840"/>
                  <a:pt x="31910" y="79415"/>
                  <a:pt x="46146" y="74201"/>
                </a:cubicBezTo>
                <a:lnTo>
                  <a:pt x="46146" y="70927"/>
                </a:lnTo>
                <a:cubicBezTo>
                  <a:pt x="46146" y="62622"/>
                  <a:pt x="44834" y="56924"/>
                  <a:pt x="42210" y="53832"/>
                </a:cubicBezTo>
                <a:cubicBezTo>
                  <a:pt x="39586" y="50740"/>
                  <a:pt x="35771" y="49195"/>
                  <a:pt x="30764" y="49195"/>
                </a:cubicBezTo>
                <a:cubicBezTo>
                  <a:pt x="26964" y="49195"/>
                  <a:pt x="23948" y="50221"/>
                  <a:pt x="21716" y="52275"/>
                </a:cubicBezTo>
                <a:cubicBezTo>
                  <a:pt x="19424" y="54328"/>
                  <a:pt x="18277" y="56684"/>
                  <a:pt x="18277" y="59342"/>
                </a:cubicBezTo>
                <a:lnTo>
                  <a:pt x="18458" y="64596"/>
                </a:lnTo>
                <a:cubicBezTo>
                  <a:pt x="18458" y="67374"/>
                  <a:pt x="17750" y="69517"/>
                  <a:pt x="16332" y="71027"/>
                </a:cubicBezTo>
                <a:cubicBezTo>
                  <a:pt x="14915" y="72537"/>
                  <a:pt x="13060" y="73292"/>
                  <a:pt x="10767" y="73292"/>
                </a:cubicBezTo>
                <a:cubicBezTo>
                  <a:pt x="8536" y="73292"/>
                  <a:pt x="6711" y="72506"/>
                  <a:pt x="5293" y="70936"/>
                </a:cubicBezTo>
                <a:cubicBezTo>
                  <a:pt x="3876" y="69364"/>
                  <a:pt x="3167" y="67217"/>
                  <a:pt x="3167" y="64497"/>
                </a:cubicBezTo>
                <a:cubicBezTo>
                  <a:pt x="3167" y="59300"/>
                  <a:pt x="5821" y="54526"/>
                  <a:pt x="11129" y="50175"/>
                </a:cubicBezTo>
                <a:cubicBezTo>
                  <a:pt x="16438" y="45823"/>
                  <a:pt x="23887" y="43648"/>
                  <a:pt x="33479" y="43648"/>
                </a:cubicBezTo>
                <a:cubicBezTo>
                  <a:pt x="40838" y="43648"/>
                  <a:pt x="46870" y="44889"/>
                  <a:pt x="51575" y="47370"/>
                </a:cubicBezTo>
                <a:cubicBezTo>
                  <a:pt x="55134" y="49248"/>
                  <a:pt x="57758" y="52185"/>
                  <a:pt x="59447" y="56182"/>
                </a:cubicBezTo>
                <a:cubicBezTo>
                  <a:pt x="60533" y="58785"/>
                  <a:pt x="61076" y="64113"/>
                  <a:pt x="61076" y="72166"/>
                </a:cubicBezTo>
                <a:lnTo>
                  <a:pt x="61076" y="100412"/>
                </a:lnTo>
                <a:cubicBezTo>
                  <a:pt x="61076" y="108344"/>
                  <a:pt x="61227" y="113204"/>
                  <a:pt x="61528" y="114990"/>
                </a:cubicBezTo>
                <a:cubicBezTo>
                  <a:pt x="61830" y="116776"/>
                  <a:pt x="62327" y="117973"/>
                  <a:pt x="63021" y="118579"/>
                </a:cubicBezTo>
                <a:cubicBezTo>
                  <a:pt x="63715" y="119183"/>
                  <a:pt x="64514" y="119485"/>
                  <a:pt x="65419" y="119485"/>
                </a:cubicBezTo>
                <a:cubicBezTo>
                  <a:pt x="66384" y="119485"/>
                  <a:pt x="67229" y="119273"/>
                  <a:pt x="67952" y="118849"/>
                </a:cubicBezTo>
                <a:cubicBezTo>
                  <a:pt x="69219" y="118061"/>
                  <a:pt x="71662" y="115848"/>
                  <a:pt x="75282" y="112211"/>
                </a:cubicBezTo>
                <a:lnTo>
                  <a:pt x="75282" y="117303"/>
                </a:lnTo>
                <a:cubicBezTo>
                  <a:pt x="68525" y="126396"/>
                  <a:pt x="62071" y="130943"/>
                  <a:pt x="55918" y="130943"/>
                </a:cubicBezTo>
                <a:cubicBezTo>
                  <a:pt x="52962" y="130943"/>
                  <a:pt x="50610" y="129912"/>
                  <a:pt x="48861" y="127851"/>
                </a:cubicBezTo>
                <a:cubicBezTo>
                  <a:pt x="47111" y="125790"/>
                  <a:pt x="46206" y="122274"/>
                  <a:pt x="46146" y="117303"/>
                </a:cubicBezTo>
                <a:moveTo>
                  <a:pt x="46146" y="111341"/>
                </a:moveTo>
                <a:lnTo>
                  <a:pt x="46146" y="79748"/>
                </a:lnTo>
                <a:cubicBezTo>
                  <a:pt x="37038" y="83368"/>
                  <a:pt x="31156" y="85933"/>
                  <a:pt x="28502" y="87443"/>
                </a:cubicBezTo>
                <a:cubicBezTo>
                  <a:pt x="23737" y="90099"/>
                  <a:pt x="20328" y="92875"/>
                  <a:pt x="18277" y="95772"/>
                </a:cubicBezTo>
                <a:cubicBezTo>
                  <a:pt x="16227" y="98669"/>
                  <a:pt x="15201" y="101837"/>
                  <a:pt x="15201" y="105277"/>
                </a:cubicBezTo>
                <a:cubicBezTo>
                  <a:pt x="15201" y="109623"/>
                  <a:pt x="16498" y="113229"/>
                  <a:pt x="19092" y="116095"/>
                </a:cubicBezTo>
                <a:cubicBezTo>
                  <a:pt x="21686" y="118962"/>
                  <a:pt x="24672" y="120395"/>
                  <a:pt x="28050" y="120395"/>
                </a:cubicBezTo>
                <a:cubicBezTo>
                  <a:pt x="32634" y="120395"/>
                  <a:pt x="38666" y="117377"/>
                  <a:pt x="46146" y="111341"/>
                </a:cubicBezTo>
                <a:close/>
                <a:moveTo>
                  <a:pt x="105621" y="61289"/>
                </a:moveTo>
                <a:cubicBezTo>
                  <a:pt x="115333" y="49528"/>
                  <a:pt x="124593" y="43648"/>
                  <a:pt x="133400" y="43648"/>
                </a:cubicBezTo>
                <a:cubicBezTo>
                  <a:pt x="137924" y="43648"/>
                  <a:pt x="141814" y="44782"/>
                  <a:pt x="145072" y="47052"/>
                </a:cubicBezTo>
                <a:cubicBezTo>
                  <a:pt x="148329" y="49320"/>
                  <a:pt x="150923" y="53054"/>
                  <a:pt x="152853" y="58257"/>
                </a:cubicBezTo>
                <a:cubicBezTo>
                  <a:pt x="154180" y="61884"/>
                  <a:pt x="154844" y="67449"/>
                  <a:pt x="154844" y="74951"/>
                </a:cubicBezTo>
                <a:lnTo>
                  <a:pt x="154844" y="110426"/>
                </a:lnTo>
                <a:cubicBezTo>
                  <a:pt x="154844" y="115689"/>
                  <a:pt x="155266" y="119258"/>
                  <a:pt x="156111" y="121134"/>
                </a:cubicBezTo>
                <a:cubicBezTo>
                  <a:pt x="156774" y="122645"/>
                  <a:pt x="157845" y="123825"/>
                  <a:pt x="159323" y="124671"/>
                </a:cubicBezTo>
                <a:cubicBezTo>
                  <a:pt x="160801" y="125518"/>
                  <a:pt x="163530" y="125942"/>
                  <a:pt x="167511" y="125942"/>
                </a:cubicBezTo>
                <a:lnTo>
                  <a:pt x="167511" y="129306"/>
                </a:lnTo>
                <a:lnTo>
                  <a:pt x="126523" y="129306"/>
                </a:lnTo>
                <a:lnTo>
                  <a:pt x="126523" y="125942"/>
                </a:lnTo>
                <a:lnTo>
                  <a:pt x="128242" y="125942"/>
                </a:lnTo>
                <a:cubicBezTo>
                  <a:pt x="132103" y="125942"/>
                  <a:pt x="134802" y="125353"/>
                  <a:pt x="136340" y="124177"/>
                </a:cubicBezTo>
                <a:cubicBezTo>
                  <a:pt x="137878" y="123001"/>
                  <a:pt x="138949" y="121267"/>
                  <a:pt x="139552" y="118977"/>
                </a:cubicBezTo>
                <a:cubicBezTo>
                  <a:pt x="139794" y="118071"/>
                  <a:pt x="139914" y="115236"/>
                  <a:pt x="139914" y="110472"/>
                </a:cubicBezTo>
                <a:lnTo>
                  <a:pt x="139914" y="76545"/>
                </a:lnTo>
                <a:cubicBezTo>
                  <a:pt x="139914" y="69007"/>
                  <a:pt x="138934" y="63534"/>
                  <a:pt x="136974" y="60126"/>
                </a:cubicBezTo>
                <a:cubicBezTo>
                  <a:pt x="135013" y="56718"/>
                  <a:pt x="131711" y="55014"/>
                  <a:pt x="127066" y="55014"/>
                </a:cubicBezTo>
                <a:cubicBezTo>
                  <a:pt x="119887" y="55014"/>
                  <a:pt x="112739" y="58935"/>
                  <a:pt x="105621" y="66776"/>
                </a:cubicBezTo>
                <a:lnTo>
                  <a:pt x="105621" y="110472"/>
                </a:lnTo>
                <a:cubicBezTo>
                  <a:pt x="105621" y="116081"/>
                  <a:pt x="105953" y="119549"/>
                  <a:pt x="106617" y="120875"/>
                </a:cubicBezTo>
                <a:cubicBezTo>
                  <a:pt x="107461" y="122624"/>
                  <a:pt x="108622" y="123905"/>
                  <a:pt x="110100" y="124720"/>
                </a:cubicBezTo>
                <a:cubicBezTo>
                  <a:pt x="111578" y="125534"/>
                  <a:pt x="114579" y="125942"/>
                  <a:pt x="119103" y="125942"/>
                </a:cubicBezTo>
                <a:lnTo>
                  <a:pt x="119103" y="129306"/>
                </a:lnTo>
                <a:lnTo>
                  <a:pt x="78115" y="129306"/>
                </a:lnTo>
                <a:lnTo>
                  <a:pt x="78115" y="125942"/>
                </a:lnTo>
                <a:lnTo>
                  <a:pt x="79924" y="125942"/>
                </a:lnTo>
                <a:cubicBezTo>
                  <a:pt x="84147" y="125942"/>
                  <a:pt x="86997" y="124869"/>
                  <a:pt x="88475" y="122722"/>
                </a:cubicBezTo>
                <a:cubicBezTo>
                  <a:pt x="89953" y="120574"/>
                  <a:pt x="90692" y="116475"/>
                  <a:pt x="90692" y="110426"/>
                </a:cubicBezTo>
                <a:lnTo>
                  <a:pt x="90692" y="79577"/>
                </a:lnTo>
                <a:cubicBezTo>
                  <a:pt x="90692" y="69598"/>
                  <a:pt x="90466" y="63519"/>
                  <a:pt x="90013" y="61343"/>
                </a:cubicBezTo>
                <a:cubicBezTo>
                  <a:pt x="89561" y="59164"/>
                  <a:pt x="88867" y="57682"/>
                  <a:pt x="87932" y="56895"/>
                </a:cubicBezTo>
                <a:cubicBezTo>
                  <a:pt x="86997" y="56109"/>
                  <a:pt x="85745" y="55716"/>
                  <a:pt x="84177" y="55716"/>
                </a:cubicBezTo>
                <a:cubicBezTo>
                  <a:pt x="82488" y="55716"/>
                  <a:pt x="80467" y="56170"/>
                  <a:pt x="78115" y="57077"/>
                </a:cubicBezTo>
                <a:lnTo>
                  <a:pt x="76757" y="53809"/>
                </a:lnTo>
                <a:lnTo>
                  <a:pt x="101731" y="43648"/>
                </a:lnTo>
                <a:lnTo>
                  <a:pt x="105621" y="43648"/>
                </a:lnTo>
                <a:lnTo>
                  <a:pt x="105621" y="61289"/>
                </a:lnTo>
                <a:close/>
                <a:moveTo>
                  <a:pt x="232659" y="119940"/>
                </a:moveTo>
                <a:cubicBezTo>
                  <a:pt x="228618" y="124184"/>
                  <a:pt x="224667" y="127230"/>
                  <a:pt x="220806" y="129079"/>
                </a:cubicBezTo>
                <a:cubicBezTo>
                  <a:pt x="216945" y="130928"/>
                  <a:pt x="212783" y="131852"/>
                  <a:pt x="208319" y="131852"/>
                </a:cubicBezTo>
                <a:cubicBezTo>
                  <a:pt x="199271" y="131852"/>
                  <a:pt x="191369" y="128057"/>
                  <a:pt x="184613" y="120466"/>
                </a:cubicBezTo>
                <a:cubicBezTo>
                  <a:pt x="177857" y="112873"/>
                  <a:pt x="174479" y="103117"/>
                  <a:pt x="174479" y="91197"/>
                </a:cubicBezTo>
                <a:cubicBezTo>
                  <a:pt x="174479" y="79279"/>
                  <a:pt x="178219" y="68375"/>
                  <a:pt x="185699" y="58484"/>
                </a:cubicBezTo>
                <a:cubicBezTo>
                  <a:pt x="193179" y="48593"/>
                  <a:pt x="202800" y="43648"/>
                  <a:pt x="214563" y="43648"/>
                </a:cubicBezTo>
                <a:cubicBezTo>
                  <a:pt x="221862" y="43648"/>
                  <a:pt x="227894" y="45982"/>
                  <a:pt x="232659" y="50649"/>
                </a:cubicBezTo>
                <a:lnTo>
                  <a:pt x="232659" y="35248"/>
                </a:lnTo>
                <a:cubicBezTo>
                  <a:pt x="232659" y="25690"/>
                  <a:pt x="232433" y="19816"/>
                  <a:pt x="231981" y="17624"/>
                </a:cubicBezTo>
                <a:cubicBezTo>
                  <a:pt x="231528" y="15432"/>
                  <a:pt x="230819" y="13941"/>
                  <a:pt x="229854" y="13151"/>
                </a:cubicBezTo>
                <a:cubicBezTo>
                  <a:pt x="228889" y="12359"/>
                  <a:pt x="227683" y="11963"/>
                  <a:pt x="226235" y="11963"/>
                </a:cubicBezTo>
                <a:cubicBezTo>
                  <a:pt x="224667" y="11963"/>
                  <a:pt x="222585" y="12450"/>
                  <a:pt x="219992" y="13424"/>
                </a:cubicBezTo>
                <a:lnTo>
                  <a:pt x="218815" y="10227"/>
                </a:lnTo>
                <a:lnTo>
                  <a:pt x="243517" y="0"/>
                </a:lnTo>
                <a:lnTo>
                  <a:pt x="247589" y="0"/>
                </a:lnTo>
                <a:lnTo>
                  <a:pt x="247589" y="96298"/>
                </a:lnTo>
                <a:cubicBezTo>
                  <a:pt x="247589" y="106058"/>
                  <a:pt x="247815" y="112014"/>
                  <a:pt x="248267" y="114166"/>
                </a:cubicBezTo>
                <a:cubicBezTo>
                  <a:pt x="248720" y="116318"/>
                  <a:pt x="249444" y="117818"/>
                  <a:pt x="250439" y="118667"/>
                </a:cubicBezTo>
                <a:cubicBezTo>
                  <a:pt x="251434" y="119516"/>
                  <a:pt x="252596" y="119940"/>
                  <a:pt x="253923" y="119940"/>
                </a:cubicBezTo>
                <a:cubicBezTo>
                  <a:pt x="255551" y="119940"/>
                  <a:pt x="257723" y="119425"/>
                  <a:pt x="260437" y="118394"/>
                </a:cubicBezTo>
                <a:lnTo>
                  <a:pt x="261433" y="121577"/>
                </a:lnTo>
                <a:lnTo>
                  <a:pt x="236821" y="131852"/>
                </a:lnTo>
                <a:lnTo>
                  <a:pt x="232659" y="131852"/>
                </a:lnTo>
                <a:lnTo>
                  <a:pt x="232659" y="119940"/>
                </a:lnTo>
                <a:moveTo>
                  <a:pt x="232659" y="113595"/>
                </a:moveTo>
                <a:lnTo>
                  <a:pt x="232659" y="70783"/>
                </a:lnTo>
                <a:cubicBezTo>
                  <a:pt x="232297" y="66670"/>
                  <a:pt x="231211" y="62921"/>
                  <a:pt x="229402" y="59535"/>
                </a:cubicBezTo>
                <a:cubicBezTo>
                  <a:pt x="227592" y="56148"/>
                  <a:pt x="225194" y="53593"/>
                  <a:pt x="222208" y="51871"/>
                </a:cubicBezTo>
                <a:cubicBezTo>
                  <a:pt x="219223" y="50147"/>
                  <a:pt x="216312" y="49285"/>
                  <a:pt x="213477" y="49285"/>
                </a:cubicBezTo>
                <a:cubicBezTo>
                  <a:pt x="208169" y="49285"/>
                  <a:pt x="203433" y="51674"/>
                  <a:pt x="199271" y="56452"/>
                </a:cubicBezTo>
                <a:cubicBezTo>
                  <a:pt x="193782" y="62740"/>
                  <a:pt x="191037" y="71931"/>
                  <a:pt x="191037" y="84025"/>
                </a:cubicBezTo>
                <a:cubicBezTo>
                  <a:pt x="191037" y="96240"/>
                  <a:pt x="193691" y="105598"/>
                  <a:pt x="199000" y="112100"/>
                </a:cubicBezTo>
                <a:cubicBezTo>
                  <a:pt x="204308" y="118600"/>
                  <a:pt x="210219" y="121850"/>
                  <a:pt x="216734" y="121850"/>
                </a:cubicBezTo>
                <a:cubicBezTo>
                  <a:pt x="222224" y="121850"/>
                  <a:pt x="227532" y="119098"/>
                  <a:pt x="232659" y="113595"/>
                </a:cubicBezTo>
                <a:close/>
                <a:moveTo>
                  <a:pt x="383494" y="97662"/>
                </a:moveTo>
                <a:cubicBezTo>
                  <a:pt x="381262" y="108634"/>
                  <a:pt x="376889" y="117076"/>
                  <a:pt x="370374" y="122986"/>
                </a:cubicBezTo>
                <a:cubicBezTo>
                  <a:pt x="363859" y="128897"/>
                  <a:pt x="356651" y="131852"/>
                  <a:pt x="348748" y="131852"/>
                </a:cubicBezTo>
                <a:cubicBezTo>
                  <a:pt x="339338" y="131852"/>
                  <a:pt x="331135" y="127886"/>
                  <a:pt x="324137" y="119954"/>
                </a:cubicBezTo>
                <a:cubicBezTo>
                  <a:pt x="317140" y="112020"/>
                  <a:pt x="313641" y="101301"/>
                  <a:pt x="313641" y="87795"/>
                </a:cubicBezTo>
                <a:cubicBezTo>
                  <a:pt x="313641" y="74714"/>
                  <a:pt x="317517" y="64087"/>
                  <a:pt x="325268" y="55912"/>
                </a:cubicBezTo>
                <a:cubicBezTo>
                  <a:pt x="333020" y="47736"/>
                  <a:pt x="342324" y="43648"/>
                  <a:pt x="353182" y="43648"/>
                </a:cubicBezTo>
                <a:cubicBezTo>
                  <a:pt x="361326" y="43648"/>
                  <a:pt x="368021" y="45808"/>
                  <a:pt x="373269" y="50129"/>
                </a:cubicBezTo>
                <a:cubicBezTo>
                  <a:pt x="378517" y="54449"/>
                  <a:pt x="381141" y="58935"/>
                  <a:pt x="381141" y="63587"/>
                </a:cubicBezTo>
                <a:cubicBezTo>
                  <a:pt x="381141" y="65884"/>
                  <a:pt x="380402" y="67742"/>
                  <a:pt x="378924" y="69163"/>
                </a:cubicBezTo>
                <a:cubicBezTo>
                  <a:pt x="377447" y="70582"/>
                  <a:pt x="375380" y="71291"/>
                  <a:pt x="372726" y="71291"/>
                </a:cubicBezTo>
                <a:cubicBezTo>
                  <a:pt x="369167" y="71291"/>
                  <a:pt x="366483" y="70139"/>
                  <a:pt x="364673" y="67836"/>
                </a:cubicBezTo>
                <a:cubicBezTo>
                  <a:pt x="363648" y="66563"/>
                  <a:pt x="362969" y="64138"/>
                  <a:pt x="362638" y="60561"/>
                </a:cubicBezTo>
                <a:cubicBezTo>
                  <a:pt x="362306" y="56984"/>
                  <a:pt x="361084" y="54256"/>
                  <a:pt x="358973" y="52377"/>
                </a:cubicBezTo>
                <a:cubicBezTo>
                  <a:pt x="356862" y="50559"/>
                  <a:pt x="353936" y="49649"/>
                  <a:pt x="350196" y="49649"/>
                </a:cubicBezTo>
                <a:cubicBezTo>
                  <a:pt x="344164" y="49649"/>
                  <a:pt x="339308" y="51892"/>
                  <a:pt x="335628" y="56378"/>
                </a:cubicBezTo>
                <a:cubicBezTo>
                  <a:pt x="330742" y="62319"/>
                  <a:pt x="328299" y="70170"/>
                  <a:pt x="328299" y="79930"/>
                </a:cubicBezTo>
                <a:cubicBezTo>
                  <a:pt x="328299" y="89872"/>
                  <a:pt x="330727" y="98647"/>
                  <a:pt x="335583" y="106255"/>
                </a:cubicBezTo>
                <a:cubicBezTo>
                  <a:pt x="340439" y="113863"/>
                  <a:pt x="346999" y="117667"/>
                  <a:pt x="355263" y="117667"/>
                </a:cubicBezTo>
                <a:cubicBezTo>
                  <a:pt x="361175" y="117667"/>
                  <a:pt x="366483" y="115636"/>
                  <a:pt x="371188" y="111574"/>
                </a:cubicBezTo>
                <a:cubicBezTo>
                  <a:pt x="374506" y="108786"/>
                  <a:pt x="377733" y="103724"/>
                  <a:pt x="380870" y="96389"/>
                </a:cubicBezTo>
                <a:lnTo>
                  <a:pt x="383494" y="97662"/>
                </a:lnTo>
                <a:close/>
                <a:moveTo>
                  <a:pt x="419625" y="43648"/>
                </a:moveTo>
                <a:lnTo>
                  <a:pt x="419625" y="62380"/>
                </a:lnTo>
                <a:cubicBezTo>
                  <a:pt x="426562" y="49892"/>
                  <a:pt x="433679" y="43648"/>
                  <a:pt x="440978" y="43648"/>
                </a:cubicBezTo>
                <a:cubicBezTo>
                  <a:pt x="444296" y="43648"/>
                  <a:pt x="447041" y="44663"/>
                  <a:pt x="449212" y="46694"/>
                </a:cubicBezTo>
                <a:cubicBezTo>
                  <a:pt x="451384" y="48725"/>
                  <a:pt x="452470" y="51074"/>
                  <a:pt x="452470" y="53741"/>
                </a:cubicBezTo>
                <a:cubicBezTo>
                  <a:pt x="452470" y="56105"/>
                  <a:pt x="451686" y="58106"/>
                  <a:pt x="450117" y="59743"/>
                </a:cubicBezTo>
                <a:cubicBezTo>
                  <a:pt x="448549" y="61380"/>
                  <a:pt x="446679" y="62198"/>
                  <a:pt x="444507" y="62198"/>
                </a:cubicBezTo>
                <a:cubicBezTo>
                  <a:pt x="442396" y="62198"/>
                  <a:pt x="440028" y="61152"/>
                  <a:pt x="437404" y="59061"/>
                </a:cubicBezTo>
                <a:cubicBezTo>
                  <a:pt x="434780" y="56969"/>
                  <a:pt x="432835" y="55924"/>
                  <a:pt x="431568" y="55924"/>
                </a:cubicBezTo>
                <a:cubicBezTo>
                  <a:pt x="430482" y="55924"/>
                  <a:pt x="429306" y="56528"/>
                  <a:pt x="428039" y="57737"/>
                </a:cubicBezTo>
                <a:cubicBezTo>
                  <a:pt x="425325" y="60216"/>
                  <a:pt x="422520" y="64298"/>
                  <a:pt x="419625" y="69981"/>
                </a:cubicBezTo>
                <a:lnTo>
                  <a:pt x="419625" y="109798"/>
                </a:lnTo>
                <a:cubicBezTo>
                  <a:pt x="419625" y="114392"/>
                  <a:pt x="420198" y="117869"/>
                  <a:pt x="421344" y="120227"/>
                </a:cubicBezTo>
                <a:cubicBezTo>
                  <a:pt x="422128" y="121860"/>
                  <a:pt x="423515" y="123221"/>
                  <a:pt x="425506" y="124311"/>
                </a:cubicBezTo>
                <a:cubicBezTo>
                  <a:pt x="427496" y="125398"/>
                  <a:pt x="430362" y="125942"/>
                  <a:pt x="434102" y="125942"/>
                </a:cubicBezTo>
                <a:lnTo>
                  <a:pt x="434102" y="129306"/>
                </a:lnTo>
                <a:lnTo>
                  <a:pt x="391665" y="129306"/>
                </a:lnTo>
                <a:lnTo>
                  <a:pt x="391665" y="125942"/>
                </a:lnTo>
                <a:cubicBezTo>
                  <a:pt x="395888" y="125942"/>
                  <a:pt x="399025" y="125277"/>
                  <a:pt x="401076" y="123947"/>
                </a:cubicBezTo>
                <a:cubicBezTo>
                  <a:pt x="402584" y="122979"/>
                  <a:pt x="403639" y="121436"/>
                  <a:pt x="404242" y="119318"/>
                </a:cubicBezTo>
                <a:cubicBezTo>
                  <a:pt x="404544" y="118289"/>
                  <a:pt x="404695" y="115356"/>
                  <a:pt x="404695" y="110517"/>
                </a:cubicBezTo>
                <a:lnTo>
                  <a:pt x="404695" y="78307"/>
                </a:lnTo>
                <a:cubicBezTo>
                  <a:pt x="404695" y="68629"/>
                  <a:pt x="404499" y="62868"/>
                  <a:pt x="404107" y="61024"/>
                </a:cubicBezTo>
                <a:cubicBezTo>
                  <a:pt x="403715" y="59179"/>
                  <a:pt x="402991" y="57833"/>
                  <a:pt x="401935" y="56986"/>
                </a:cubicBezTo>
                <a:cubicBezTo>
                  <a:pt x="400880" y="56140"/>
                  <a:pt x="399568" y="55716"/>
                  <a:pt x="397999" y="55716"/>
                </a:cubicBezTo>
                <a:cubicBezTo>
                  <a:pt x="396129" y="55716"/>
                  <a:pt x="394018" y="56170"/>
                  <a:pt x="391665" y="57077"/>
                </a:cubicBezTo>
                <a:lnTo>
                  <a:pt x="390761" y="53809"/>
                </a:lnTo>
                <a:lnTo>
                  <a:pt x="415824" y="43648"/>
                </a:lnTo>
                <a:lnTo>
                  <a:pt x="419625" y="43648"/>
                </a:lnTo>
                <a:close/>
                <a:moveTo>
                  <a:pt x="497619" y="43648"/>
                </a:moveTo>
                <a:cubicBezTo>
                  <a:pt x="510166" y="43648"/>
                  <a:pt x="520240" y="48432"/>
                  <a:pt x="527840" y="58001"/>
                </a:cubicBezTo>
                <a:cubicBezTo>
                  <a:pt x="534295" y="66175"/>
                  <a:pt x="537522" y="75562"/>
                  <a:pt x="537522" y="86162"/>
                </a:cubicBezTo>
                <a:cubicBezTo>
                  <a:pt x="537522" y="93610"/>
                  <a:pt x="535742" y="101150"/>
                  <a:pt x="532183" y="108781"/>
                </a:cubicBezTo>
                <a:cubicBezTo>
                  <a:pt x="528624" y="116410"/>
                  <a:pt x="523723" y="122162"/>
                  <a:pt x="517480" y="126038"/>
                </a:cubicBezTo>
                <a:cubicBezTo>
                  <a:pt x="511237" y="129914"/>
                  <a:pt x="504285" y="131852"/>
                  <a:pt x="496624" y="131852"/>
                </a:cubicBezTo>
                <a:cubicBezTo>
                  <a:pt x="484137" y="131852"/>
                  <a:pt x="474214" y="126856"/>
                  <a:pt x="466855" y="116863"/>
                </a:cubicBezTo>
                <a:cubicBezTo>
                  <a:pt x="460642" y="108446"/>
                  <a:pt x="457535" y="98999"/>
                  <a:pt x="457535" y="88523"/>
                </a:cubicBezTo>
                <a:cubicBezTo>
                  <a:pt x="457535" y="80892"/>
                  <a:pt x="459420" y="73307"/>
                  <a:pt x="463190" y="65767"/>
                </a:cubicBezTo>
                <a:cubicBezTo>
                  <a:pt x="466961" y="58227"/>
                  <a:pt x="471922" y="52656"/>
                  <a:pt x="478075" y="49052"/>
                </a:cubicBezTo>
                <a:cubicBezTo>
                  <a:pt x="484228" y="45449"/>
                  <a:pt x="490742" y="43648"/>
                  <a:pt x="497619" y="43648"/>
                </a:cubicBezTo>
                <a:moveTo>
                  <a:pt x="494814" y="49649"/>
                </a:moveTo>
                <a:cubicBezTo>
                  <a:pt x="491617" y="49649"/>
                  <a:pt x="488405" y="50603"/>
                  <a:pt x="485178" y="52511"/>
                </a:cubicBezTo>
                <a:cubicBezTo>
                  <a:pt x="481951" y="54418"/>
                  <a:pt x="479342" y="57764"/>
                  <a:pt x="477351" y="62547"/>
                </a:cubicBezTo>
                <a:cubicBezTo>
                  <a:pt x="475360" y="67331"/>
                  <a:pt x="474365" y="73476"/>
                  <a:pt x="474365" y="80984"/>
                </a:cubicBezTo>
                <a:cubicBezTo>
                  <a:pt x="474365" y="93093"/>
                  <a:pt x="476763" y="103538"/>
                  <a:pt x="481558" y="112319"/>
                </a:cubicBezTo>
                <a:cubicBezTo>
                  <a:pt x="486354" y="121098"/>
                  <a:pt x="492673" y="125487"/>
                  <a:pt x="500515" y="125487"/>
                </a:cubicBezTo>
                <a:cubicBezTo>
                  <a:pt x="506366" y="125487"/>
                  <a:pt x="511191" y="123065"/>
                  <a:pt x="514992" y="118221"/>
                </a:cubicBezTo>
                <a:cubicBezTo>
                  <a:pt x="518792" y="113377"/>
                  <a:pt x="520692" y="105052"/>
                  <a:pt x="520692" y="93246"/>
                </a:cubicBezTo>
                <a:cubicBezTo>
                  <a:pt x="520692" y="78471"/>
                  <a:pt x="517525" y="66845"/>
                  <a:pt x="511191" y="58367"/>
                </a:cubicBezTo>
                <a:cubicBezTo>
                  <a:pt x="506909" y="52555"/>
                  <a:pt x="501450" y="49649"/>
                  <a:pt x="494814" y="49649"/>
                </a:cubicBezTo>
                <a:close/>
                <a:moveTo>
                  <a:pt x="603302" y="43648"/>
                </a:moveTo>
                <a:lnTo>
                  <a:pt x="603302" y="71837"/>
                </a:lnTo>
                <a:lnTo>
                  <a:pt x="600317" y="71837"/>
                </a:lnTo>
                <a:cubicBezTo>
                  <a:pt x="598024" y="62995"/>
                  <a:pt x="595084" y="56982"/>
                  <a:pt x="591494" y="53795"/>
                </a:cubicBezTo>
                <a:cubicBezTo>
                  <a:pt x="587905" y="50607"/>
                  <a:pt x="583336" y="49013"/>
                  <a:pt x="577786" y="49013"/>
                </a:cubicBezTo>
                <a:cubicBezTo>
                  <a:pt x="573564" y="49013"/>
                  <a:pt x="570156" y="50133"/>
                  <a:pt x="567562" y="52374"/>
                </a:cubicBezTo>
                <a:cubicBezTo>
                  <a:pt x="564968" y="54614"/>
                  <a:pt x="563671" y="57096"/>
                  <a:pt x="563671" y="59822"/>
                </a:cubicBezTo>
                <a:cubicBezTo>
                  <a:pt x="563671" y="63213"/>
                  <a:pt x="564636" y="66119"/>
                  <a:pt x="566567" y="68540"/>
                </a:cubicBezTo>
                <a:cubicBezTo>
                  <a:pt x="568436" y="71024"/>
                  <a:pt x="572237" y="73658"/>
                  <a:pt x="577967" y="76443"/>
                </a:cubicBezTo>
                <a:lnTo>
                  <a:pt x="591178" y="82894"/>
                </a:lnTo>
                <a:cubicBezTo>
                  <a:pt x="603423" y="88888"/>
                  <a:pt x="609546" y="96790"/>
                  <a:pt x="609546" y="106601"/>
                </a:cubicBezTo>
                <a:cubicBezTo>
                  <a:pt x="609546" y="114170"/>
                  <a:pt x="606696" y="120271"/>
                  <a:pt x="600995" y="124905"/>
                </a:cubicBezTo>
                <a:cubicBezTo>
                  <a:pt x="595295" y="129536"/>
                  <a:pt x="588916" y="131852"/>
                  <a:pt x="581858" y="131852"/>
                </a:cubicBezTo>
                <a:cubicBezTo>
                  <a:pt x="576791" y="131852"/>
                  <a:pt x="571000" y="130943"/>
                  <a:pt x="564485" y="129124"/>
                </a:cubicBezTo>
                <a:cubicBezTo>
                  <a:pt x="562495" y="128518"/>
                  <a:pt x="560866" y="128215"/>
                  <a:pt x="559599" y="128215"/>
                </a:cubicBezTo>
                <a:cubicBezTo>
                  <a:pt x="558212" y="128215"/>
                  <a:pt x="557126" y="129003"/>
                  <a:pt x="556342" y="130579"/>
                </a:cubicBezTo>
                <a:lnTo>
                  <a:pt x="553356" y="130579"/>
                </a:lnTo>
                <a:lnTo>
                  <a:pt x="553356" y="100753"/>
                </a:lnTo>
                <a:lnTo>
                  <a:pt x="556342" y="100753"/>
                </a:lnTo>
                <a:cubicBezTo>
                  <a:pt x="558031" y="109271"/>
                  <a:pt x="561258" y="115689"/>
                  <a:pt x="566024" y="120008"/>
                </a:cubicBezTo>
                <a:cubicBezTo>
                  <a:pt x="570789" y="124328"/>
                  <a:pt x="576128" y="126487"/>
                  <a:pt x="582039" y="126487"/>
                </a:cubicBezTo>
                <a:cubicBezTo>
                  <a:pt x="586201" y="126487"/>
                  <a:pt x="589594" y="125262"/>
                  <a:pt x="592218" y="122810"/>
                </a:cubicBezTo>
                <a:cubicBezTo>
                  <a:pt x="594842" y="120357"/>
                  <a:pt x="596154" y="117404"/>
                  <a:pt x="596154" y="113953"/>
                </a:cubicBezTo>
                <a:cubicBezTo>
                  <a:pt x="596154" y="109774"/>
                  <a:pt x="594692" y="106261"/>
                  <a:pt x="591766" y="103416"/>
                </a:cubicBezTo>
                <a:cubicBezTo>
                  <a:pt x="588840" y="100571"/>
                  <a:pt x="583004" y="96968"/>
                  <a:pt x="574258" y="92609"/>
                </a:cubicBezTo>
                <a:cubicBezTo>
                  <a:pt x="565511" y="88248"/>
                  <a:pt x="559780" y="84312"/>
                  <a:pt x="557066" y="80799"/>
                </a:cubicBezTo>
                <a:cubicBezTo>
                  <a:pt x="554351" y="77348"/>
                  <a:pt x="552994" y="72988"/>
                  <a:pt x="552994" y="67719"/>
                </a:cubicBezTo>
                <a:cubicBezTo>
                  <a:pt x="552994" y="60877"/>
                  <a:pt x="555332" y="55154"/>
                  <a:pt x="560007" y="50553"/>
                </a:cubicBezTo>
                <a:cubicBezTo>
                  <a:pt x="564681" y="45949"/>
                  <a:pt x="570729" y="43648"/>
                  <a:pt x="578148" y="43648"/>
                </a:cubicBezTo>
                <a:cubicBezTo>
                  <a:pt x="581406" y="43648"/>
                  <a:pt x="585357" y="44345"/>
                  <a:pt x="590002" y="45739"/>
                </a:cubicBezTo>
                <a:cubicBezTo>
                  <a:pt x="593078" y="46648"/>
                  <a:pt x="595129" y="47103"/>
                  <a:pt x="596154" y="47103"/>
                </a:cubicBezTo>
                <a:cubicBezTo>
                  <a:pt x="597119" y="47103"/>
                  <a:pt x="597873" y="46891"/>
                  <a:pt x="598416" y="46467"/>
                </a:cubicBezTo>
                <a:cubicBezTo>
                  <a:pt x="598959" y="46042"/>
                  <a:pt x="599593" y="45103"/>
                  <a:pt x="600317" y="43648"/>
                </a:cubicBezTo>
                <a:lnTo>
                  <a:pt x="603302" y="43648"/>
                </a:lnTo>
                <a:close/>
                <a:moveTo>
                  <a:pt x="675387" y="43648"/>
                </a:moveTo>
                <a:lnTo>
                  <a:pt x="675387" y="71837"/>
                </a:lnTo>
                <a:lnTo>
                  <a:pt x="672402" y="71837"/>
                </a:lnTo>
                <a:cubicBezTo>
                  <a:pt x="670109" y="62995"/>
                  <a:pt x="667169" y="56982"/>
                  <a:pt x="663579" y="53795"/>
                </a:cubicBezTo>
                <a:cubicBezTo>
                  <a:pt x="659990" y="50607"/>
                  <a:pt x="655421" y="49013"/>
                  <a:pt x="649871" y="49013"/>
                </a:cubicBezTo>
                <a:cubicBezTo>
                  <a:pt x="645649" y="49013"/>
                  <a:pt x="642241" y="50133"/>
                  <a:pt x="639647" y="52374"/>
                </a:cubicBezTo>
                <a:cubicBezTo>
                  <a:pt x="637053" y="54614"/>
                  <a:pt x="635756" y="57096"/>
                  <a:pt x="635756" y="59822"/>
                </a:cubicBezTo>
                <a:cubicBezTo>
                  <a:pt x="635756" y="63213"/>
                  <a:pt x="636721" y="66119"/>
                  <a:pt x="638652" y="68540"/>
                </a:cubicBezTo>
                <a:cubicBezTo>
                  <a:pt x="640521" y="71024"/>
                  <a:pt x="644322" y="73658"/>
                  <a:pt x="650052" y="76443"/>
                </a:cubicBezTo>
                <a:lnTo>
                  <a:pt x="663263" y="82894"/>
                </a:lnTo>
                <a:cubicBezTo>
                  <a:pt x="675508" y="88888"/>
                  <a:pt x="681631" y="96790"/>
                  <a:pt x="681631" y="106601"/>
                </a:cubicBezTo>
                <a:cubicBezTo>
                  <a:pt x="681631" y="114170"/>
                  <a:pt x="678781" y="120271"/>
                  <a:pt x="673080" y="124905"/>
                </a:cubicBezTo>
                <a:cubicBezTo>
                  <a:pt x="667380" y="129536"/>
                  <a:pt x="661001" y="131852"/>
                  <a:pt x="653943" y="131852"/>
                </a:cubicBezTo>
                <a:cubicBezTo>
                  <a:pt x="648876" y="131852"/>
                  <a:pt x="643085" y="130943"/>
                  <a:pt x="636570" y="129124"/>
                </a:cubicBezTo>
                <a:cubicBezTo>
                  <a:pt x="634580" y="128518"/>
                  <a:pt x="632951" y="128215"/>
                  <a:pt x="631684" y="128215"/>
                </a:cubicBezTo>
                <a:cubicBezTo>
                  <a:pt x="630297" y="128215"/>
                  <a:pt x="629211" y="129003"/>
                  <a:pt x="628427" y="130579"/>
                </a:cubicBezTo>
                <a:lnTo>
                  <a:pt x="625441" y="130579"/>
                </a:lnTo>
                <a:lnTo>
                  <a:pt x="625441" y="100753"/>
                </a:lnTo>
                <a:lnTo>
                  <a:pt x="628427" y="100753"/>
                </a:lnTo>
                <a:cubicBezTo>
                  <a:pt x="630116" y="109271"/>
                  <a:pt x="633343" y="115689"/>
                  <a:pt x="638109" y="120008"/>
                </a:cubicBezTo>
                <a:cubicBezTo>
                  <a:pt x="642874" y="124328"/>
                  <a:pt x="648213" y="126487"/>
                  <a:pt x="654124" y="126487"/>
                </a:cubicBezTo>
                <a:cubicBezTo>
                  <a:pt x="658286" y="126487"/>
                  <a:pt x="661679" y="125262"/>
                  <a:pt x="664303" y="122810"/>
                </a:cubicBezTo>
                <a:cubicBezTo>
                  <a:pt x="666927" y="120357"/>
                  <a:pt x="668239" y="117404"/>
                  <a:pt x="668239" y="113953"/>
                </a:cubicBezTo>
                <a:cubicBezTo>
                  <a:pt x="668239" y="109774"/>
                  <a:pt x="666777" y="106261"/>
                  <a:pt x="663851" y="103416"/>
                </a:cubicBezTo>
                <a:cubicBezTo>
                  <a:pt x="660925" y="100571"/>
                  <a:pt x="655089" y="96968"/>
                  <a:pt x="646343" y="92609"/>
                </a:cubicBezTo>
                <a:cubicBezTo>
                  <a:pt x="637596" y="88248"/>
                  <a:pt x="631865" y="84312"/>
                  <a:pt x="629151" y="80799"/>
                </a:cubicBezTo>
                <a:cubicBezTo>
                  <a:pt x="626436" y="77348"/>
                  <a:pt x="625079" y="72988"/>
                  <a:pt x="625079" y="67719"/>
                </a:cubicBezTo>
                <a:cubicBezTo>
                  <a:pt x="625079" y="60877"/>
                  <a:pt x="627417" y="55154"/>
                  <a:pt x="632092" y="50553"/>
                </a:cubicBezTo>
                <a:cubicBezTo>
                  <a:pt x="636766" y="45949"/>
                  <a:pt x="642814" y="43648"/>
                  <a:pt x="650233" y="43648"/>
                </a:cubicBezTo>
                <a:cubicBezTo>
                  <a:pt x="653491" y="43648"/>
                  <a:pt x="657442" y="44345"/>
                  <a:pt x="662087" y="45739"/>
                </a:cubicBezTo>
                <a:cubicBezTo>
                  <a:pt x="665163" y="46648"/>
                  <a:pt x="667214" y="47103"/>
                  <a:pt x="668239" y="47103"/>
                </a:cubicBezTo>
                <a:cubicBezTo>
                  <a:pt x="669204" y="47103"/>
                  <a:pt x="669958" y="46891"/>
                  <a:pt x="670501" y="46467"/>
                </a:cubicBezTo>
                <a:cubicBezTo>
                  <a:pt x="671044" y="46042"/>
                  <a:pt x="671678" y="45103"/>
                  <a:pt x="672402" y="43648"/>
                </a:cubicBezTo>
                <a:lnTo>
                  <a:pt x="675387" y="43648"/>
                </a:lnTo>
                <a:close/>
                <a:moveTo>
                  <a:pt x="714989" y="0"/>
                </a:moveTo>
                <a:cubicBezTo>
                  <a:pt x="717523" y="0"/>
                  <a:pt x="719679" y="899"/>
                  <a:pt x="721459" y="2697"/>
                </a:cubicBezTo>
                <a:cubicBezTo>
                  <a:pt x="723238" y="4493"/>
                  <a:pt x="724128" y="6670"/>
                  <a:pt x="724128" y="9230"/>
                </a:cubicBezTo>
                <a:cubicBezTo>
                  <a:pt x="724128" y="11789"/>
                  <a:pt x="723238" y="13983"/>
                  <a:pt x="721459" y="15811"/>
                </a:cubicBezTo>
                <a:cubicBezTo>
                  <a:pt x="719679" y="17637"/>
                  <a:pt x="717523" y="18550"/>
                  <a:pt x="714989" y="18550"/>
                </a:cubicBezTo>
                <a:cubicBezTo>
                  <a:pt x="712456" y="18550"/>
                  <a:pt x="710284" y="17637"/>
                  <a:pt x="708474" y="15811"/>
                </a:cubicBezTo>
                <a:cubicBezTo>
                  <a:pt x="706665" y="13983"/>
                  <a:pt x="705760" y="11789"/>
                  <a:pt x="705760" y="9230"/>
                </a:cubicBezTo>
                <a:cubicBezTo>
                  <a:pt x="705760" y="6670"/>
                  <a:pt x="706650" y="4493"/>
                  <a:pt x="708429" y="2697"/>
                </a:cubicBezTo>
                <a:cubicBezTo>
                  <a:pt x="710209" y="899"/>
                  <a:pt x="712395" y="0"/>
                  <a:pt x="714989" y="0"/>
                </a:cubicBezTo>
                <a:moveTo>
                  <a:pt x="722499" y="43648"/>
                </a:moveTo>
                <a:lnTo>
                  <a:pt x="722499" y="110426"/>
                </a:lnTo>
                <a:cubicBezTo>
                  <a:pt x="722499" y="115628"/>
                  <a:pt x="722876" y="119091"/>
                  <a:pt x="723630" y="120815"/>
                </a:cubicBezTo>
                <a:cubicBezTo>
                  <a:pt x="724384" y="122539"/>
                  <a:pt x="725500" y="123825"/>
                  <a:pt x="726978" y="124671"/>
                </a:cubicBezTo>
                <a:cubicBezTo>
                  <a:pt x="728456" y="125518"/>
                  <a:pt x="731155" y="125942"/>
                  <a:pt x="735076" y="125942"/>
                </a:cubicBezTo>
                <a:lnTo>
                  <a:pt x="735076" y="129306"/>
                </a:lnTo>
                <a:lnTo>
                  <a:pt x="694812" y="129306"/>
                </a:lnTo>
                <a:lnTo>
                  <a:pt x="694812" y="125942"/>
                </a:lnTo>
                <a:cubicBezTo>
                  <a:pt x="698853" y="125942"/>
                  <a:pt x="701568" y="125549"/>
                  <a:pt x="702955" y="124762"/>
                </a:cubicBezTo>
                <a:cubicBezTo>
                  <a:pt x="704342" y="123976"/>
                  <a:pt x="705443" y="122676"/>
                  <a:pt x="706258" y="120861"/>
                </a:cubicBezTo>
                <a:cubicBezTo>
                  <a:pt x="707072" y="119046"/>
                  <a:pt x="707479" y="115568"/>
                  <a:pt x="707479" y="110426"/>
                </a:cubicBezTo>
                <a:lnTo>
                  <a:pt x="707479" y="78398"/>
                </a:lnTo>
                <a:cubicBezTo>
                  <a:pt x="707479" y="69384"/>
                  <a:pt x="707208" y="63548"/>
                  <a:pt x="706665" y="60888"/>
                </a:cubicBezTo>
                <a:cubicBezTo>
                  <a:pt x="706243" y="58952"/>
                  <a:pt x="705579" y="57606"/>
                  <a:pt x="704674" y="56850"/>
                </a:cubicBezTo>
                <a:cubicBezTo>
                  <a:pt x="703769" y="56094"/>
                  <a:pt x="702533" y="55716"/>
                  <a:pt x="700964" y="55716"/>
                </a:cubicBezTo>
                <a:cubicBezTo>
                  <a:pt x="699275" y="55716"/>
                  <a:pt x="697224" y="56170"/>
                  <a:pt x="694812" y="57077"/>
                </a:cubicBezTo>
                <a:lnTo>
                  <a:pt x="693545" y="53809"/>
                </a:lnTo>
                <a:lnTo>
                  <a:pt x="718518" y="43648"/>
                </a:lnTo>
                <a:lnTo>
                  <a:pt x="722499" y="43648"/>
                </a:lnTo>
                <a:close/>
                <a:moveTo>
                  <a:pt x="769581" y="61289"/>
                </a:moveTo>
                <a:cubicBezTo>
                  <a:pt x="779293" y="49528"/>
                  <a:pt x="788552" y="43648"/>
                  <a:pt x="797359" y="43648"/>
                </a:cubicBezTo>
                <a:cubicBezTo>
                  <a:pt x="801883" y="43648"/>
                  <a:pt x="805774" y="44782"/>
                  <a:pt x="809032" y="47052"/>
                </a:cubicBezTo>
                <a:cubicBezTo>
                  <a:pt x="812289" y="49320"/>
                  <a:pt x="814883" y="53054"/>
                  <a:pt x="816813" y="58257"/>
                </a:cubicBezTo>
                <a:cubicBezTo>
                  <a:pt x="818140" y="61884"/>
                  <a:pt x="818804" y="67449"/>
                  <a:pt x="818804" y="74951"/>
                </a:cubicBezTo>
                <a:lnTo>
                  <a:pt x="818804" y="110426"/>
                </a:lnTo>
                <a:cubicBezTo>
                  <a:pt x="818804" y="115689"/>
                  <a:pt x="819226" y="119258"/>
                  <a:pt x="820070" y="121134"/>
                </a:cubicBezTo>
                <a:cubicBezTo>
                  <a:pt x="820734" y="122645"/>
                  <a:pt x="821805" y="123825"/>
                  <a:pt x="823283" y="124671"/>
                </a:cubicBezTo>
                <a:cubicBezTo>
                  <a:pt x="824760" y="125518"/>
                  <a:pt x="827490" y="125942"/>
                  <a:pt x="831471" y="125942"/>
                </a:cubicBezTo>
                <a:lnTo>
                  <a:pt x="831471" y="129306"/>
                </a:lnTo>
                <a:lnTo>
                  <a:pt x="790483" y="129306"/>
                </a:lnTo>
                <a:lnTo>
                  <a:pt x="790483" y="125942"/>
                </a:lnTo>
                <a:lnTo>
                  <a:pt x="792202" y="125942"/>
                </a:lnTo>
                <a:cubicBezTo>
                  <a:pt x="796062" y="125942"/>
                  <a:pt x="798762" y="125353"/>
                  <a:pt x="800300" y="124177"/>
                </a:cubicBezTo>
                <a:cubicBezTo>
                  <a:pt x="801838" y="123001"/>
                  <a:pt x="802909" y="121267"/>
                  <a:pt x="803512" y="118977"/>
                </a:cubicBezTo>
                <a:cubicBezTo>
                  <a:pt x="803753" y="118071"/>
                  <a:pt x="803874" y="115236"/>
                  <a:pt x="803874" y="110472"/>
                </a:cubicBezTo>
                <a:lnTo>
                  <a:pt x="803874" y="76545"/>
                </a:lnTo>
                <a:cubicBezTo>
                  <a:pt x="803874" y="69007"/>
                  <a:pt x="802894" y="63534"/>
                  <a:pt x="800933" y="60126"/>
                </a:cubicBezTo>
                <a:cubicBezTo>
                  <a:pt x="798973" y="56718"/>
                  <a:pt x="795670" y="55014"/>
                  <a:pt x="791026" y="55014"/>
                </a:cubicBezTo>
                <a:cubicBezTo>
                  <a:pt x="783847" y="55014"/>
                  <a:pt x="776699" y="58935"/>
                  <a:pt x="769581" y="66776"/>
                </a:cubicBezTo>
                <a:lnTo>
                  <a:pt x="769581" y="110472"/>
                </a:lnTo>
                <a:cubicBezTo>
                  <a:pt x="769581" y="116081"/>
                  <a:pt x="769913" y="119549"/>
                  <a:pt x="770577" y="120875"/>
                </a:cubicBezTo>
                <a:cubicBezTo>
                  <a:pt x="771421" y="122624"/>
                  <a:pt x="772582" y="123905"/>
                  <a:pt x="774060" y="124720"/>
                </a:cubicBezTo>
                <a:cubicBezTo>
                  <a:pt x="775538" y="125534"/>
                  <a:pt x="778539" y="125942"/>
                  <a:pt x="783063" y="125942"/>
                </a:cubicBezTo>
                <a:lnTo>
                  <a:pt x="783063" y="129306"/>
                </a:lnTo>
                <a:lnTo>
                  <a:pt x="742074" y="129306"/>
                </a:lnTo>
                <a:lnTo>
                  <a:pt x="742074" y="125942"/>
                </a:lnTo>
                <a:lnTo>
                  <a:pt x="743884" y="125942"/>
                </a:lnTo>
                <a:cubicBezTo>
                  <a:pt x="748107" y="125942"/>
                  <a:pt x="750957" y="124869"/>
                  <a:pt x="752435" y="122722"/>
                </a:cubicBezTo>
                <a:cubicBezTo>
                  <a:pt x="753913" y="120574"/>
                  <a:pt x="754652" y="116475"/>
                  <a:pt x="754652" y="110426"/>
                </a:cubicBezTo>
                <a:lnTo>
                  <a:pt x="754652" y="79577"/>
                </a:lnTo>
                <a:cubicBezTo>
                  <a:pt x="754652" y="69598"/>
                  <a:pt x="754425" y="63519"/>
                  <a:pt x="753973" y="61343"/>
                </a:cubicBezTo>
                <a:cubicBezTo>
                  <a:pt x="753521" y="59164"/>
                  <a:pt x="752827" y="57682"/>
                  <a:pt x="751892" y="56895"/>
                </a:cubicBezTo>
                <a:cubicBezTo>
                  <a:pt x="750957" y="56109"/>
                  <a:pt x="749705" y="55716"/>
                  <a:pt x="748137" y="55716"/>
                </a:cubicBezTo>
                <a:cubicBezTo>
                  <a:pt x="746448" y="55716"/>
                  <a:pt x="744427" y="56170"/>
                  <a:pt x="742074" y="57077"/>
                </a:cubicBezTo>
                <a:lnTo>
                  <a:pt x="740717" y="53809"/>
                </a:lnTo>
                <a:lnTo>
                  <a:pt x="765690" y="43648"/>
                </a:lnTo>
                <a:lnTo>
                  <a:pt x="769581" y="43648"/>
                </a:lnTo>
                <a:lnTo>
                  <a:pt x="769581" y="61289"/>
                </a:lnTo>
                <a:close/>
                <a:moveTo>
                  <a:pt x="860245" y="98955"/>
                </a:moveTo>
                <a:cubicBezTo>
                  <a:pt x="855178" y="96473"/>
                  <a:pt x="851287" y="93007"/>
                  <a:pt x="848572" y="88557"/>
                </a:cubicBezTo>
                <a:cubicBezTo>
                  <a:pt x="845858" y="84107"/>
                  <a:pt x="844501" y="79187"/>
                  <a:pt x="844501" y="73798"/>
                </a:cubicBezTo>
                <a:cubicBezTo>
                  <a:pt x="844501" y="65564"/>
                  <a:pt x="847592" y="58481"/>
                  <a:pt x="853775" y="52548"/>
                </a:cubicBezTo>
                <a:cubicBezTo>
                  <a:pt x="859958" y="46614"/>
                  <a:pt x="867875" y="43648"/>
                  <a:pt x="877527" y="43648"/>
                </a:cubicBezTo>
                <a:cubicBezTo>
                  <a:pt x="885429" y="43648"/>
                  <a:pt x="892276" y="45588"/>
                  <a:pt x="898066" y="49467"/>
                </a:cubicBezTo>
                <a:lnTo>
                  <a:pt x="915620" y="49467"/>
                </a:lnTo>
                <a:cubicBezTo>
                  <a:pt x="918214" y="49467"/>
                  <a:pt x="919722" y="49542"/>
                  <a:pt x="920144" y="49692"/>
                </a:cubicBezTo>
                <a:cubicBezTo>
                  <a:pt x="920566" y="49842"/>
                  <a:pt x="920868" y="50096"/>
                  <a:pt x="921049" y="50456"/>
                </a:cubicBezTo>
                <a:cubicBezTo>
                  <a:pt x="921411" y="50996"/>
                  <a:pt x="921592" y="51956"/>
                  <a:pt x="921592" y="53335"/>
                </a:cubicBezTo>
                <a:cubicBezTo>
                  <a:pt x="921592" y="54892"/>
                  <a:pt x="921441" y="55971"/>
                  <a:pt x="921140" y="56571"/>
                </a:cubicBezTo>
                <a:cubicBezTo>
                  <a:pt x="920959" y="56871"/>
                  <a:pt x="920642" y="57110"/>
                  <a:pt x="920189" y="57290"/>
                </a:cubicBezTo>
                <a:cubicBezTo>
                  <a:pt x="919737" y="57470"/>
                  <a:pt x="918214" y="57560"/>
                  <a:pt x="915620" y="57560"/>
                </a:cubicBezTo>
                <a:lnTo>
                  <a:pt x="904853" y="57560"/>
                </a:lnTo>
                <a:cubicBezTo>
                  <a:pt x="908231" y="61935"/>
                  <a:pt x="909920" y="67523"/>
                  <a:pt x="909920" y="74326"/>
                </a:cubicBezTo>
                <a:cubicBezTo>
                  <a:pt x="909920" y="82101"/>
                  <a:pt x="906964" y="88752"/>
                  <a:pt x="901052" y="94280"/>
                </a:cubicBezTo>
                <a:cubicBezTo>
                  <a:pt x="895141" y="99808"/>
                  <a:pt x="887209" y="102572"/>
                  <a:pt x="877255" y="102572"/>
                </a:cubicBezTo>
                <a:cubicBezTo>
                  <a:pt x="873154" y="102572"/>
                  <a:pt x="868961" y="101953"/>
                  <a:pt x="864678" y="100716"/>
                </a:cubicBezTo>
                <a:cubicBezTo>
                  <a:pt x="862024" y="103018"/>
                  <a:pt x="860230" y="105033"/>
                  <a:pt x="859295" y="106761"/>
                </a:cubicBezTo>
                <a:cubicBezTo>
                  <a:pt x="858360" y="108486"/>
                  <a:pt x="857892" y="109955"/>
                  <a:pt x="857892" y="111165"/>
                </a:cubicBezTo>
                <a:cubicBezTo>
                  <a:pt x="857892" y="112196"/>
                  <a:pt x="858390" y="113196"/>
                  <a:pt x="859385" y="114166"/>
                </a:cubicBezTo>
                <a:cubicBezTo>
                  <a:pt x="860380" y="115134"/>
                  <a:pt x="862326" y="115830"/>
                  <a:pt x="865221" y="116255"/>
                </a:cubicBezTo>
                <a:cubicBezTo>
                  <a:pt x="866910" y="116497"/>
                  <a:pt x="871133" y="116709"/>
                  <a:pt x="877889" y="116891"/>
                </a:cubicBezTo>
                <a:cubicBezTo>
                  <a:pt x="890315" y="117192"/>
                  <a:pt x="898368" y="117616"/>
                  <a:pt x="902048" y="118161"/>
                </a:cubicBezTo>
                <a:cubicBezTo>
                  <a:pt x="907658" y="118949"/>
                  <a:pt x="912136" y="121040"/>
                  <a:pt x="915484" y="124433"/>
                </a:cubicBezTo>
                <a:cubicBezTo>
                  <a:pt x="918832" y="127824"/>
                  <a:pt x="920506" y="132003"/>
                  <a:pt x="920506" y="136970"/>
                </a:cubicBezTo>
                <a:cubicBezTo>
                  <a:pt x="920506" y="143815"/>
                  <a:pt x="917309" y="150236"/>
                  <a:pt x="910915" y="156234"/>
                </a:cubicBezTo>
                <a:cubicBezTo>
                  <a:pt x="901505" y="165077"/>
                  <a:pt x="889229" y="169498"/>
                  <a:pt x="874089" y="169498"/>
                </a:cubicBezTo>
                <a:cubicBezTo>
                  <a:pt x="862446" y="169498"/>
                  <a:pt x="852614" y="166865"/>
                  <a:pt x="844591" y="161599"/>
                </a:cubicBezTo>
                <a:cubicBezTo>
                  <a:pt x="840067" y="158571"/>
                  <a:pt x="837805" y="155423"/>
                  <a:pt x="837805" y="152153"/>
                </a:cubicBezTo>
                <a:cubicBezTo>
                  <a:pt x="837805" y="150702"/>
                  <a:pt x="838137" y="149250"/>
                  <a:pt x="838800" y="147797"/>
                </a:cubicBezTo>
                <a:cubicBezTo>
                  <a:pt x="839826" y="145556"/>
                  <a:pt x="841937" y="142437"/>
                  <a:pt x="845134" y="138442"/>
                </a:cubicBezTo>
                <a:cubicBezTo>
                  <a:pt x="845556" y="137898"/>
                  <a:pt x="848633" y="134630"/>
                  <a:pt x="854363" y="128636"/>
                </a:cubicBezTo>
                <a:cubicBezTo>
                  <a:pt x="851227" y="126754"/>
                  <a:pt x="849010" y="125070"/>
                  <a:pt x="847713" y="123583"/>
                </a:cubicBezTo>
                <a:cubicBezTo>
                  <a:pt x="846416" y="122096"/>
                  <a:pt x="845768" y="120412"/>
                  <a:pt x="845768" y="118531"/>
                </a:cubicBezTo>
                <a:cubicBezTo>
                  <a:pt x="845768" y="116405"/>
                  <a:pt x="846627" y="113916"/>
                  <a:pt x="848346" y="111063"/>
                </a:cubicBezTo>
                <a:cubicBezTo>
                  <a:pt x="850065" y="108210"/>
                  <a:pt x="854032" y="104174"/>
                  <a:pt x="860245" y="98955"/>
                </a:cubicBezTo>
                <a:moveTo>
                  <a:pt x="875989" y="48194"/>
                </a:moveTo>
                <a:cubicBezTo>
                  <a:pt x="871525" y="48194"/>
                  <a:pt x="867785" y="49973"/>
                  <a:pt x="864769" y="53531"/>
                </a:cubicBezTo>
                <a:cubicBezTo>
                  <a:pt x="861753" y="57087"/>
                  <a:pt x="860245" y="62543"/>
                  <a:pt x="860245" y="69899"/>
                </a:cubicBezTo>
                <a:cubicBezTo>
                  <a:pt x="860245" y="79426"/>
                  <a:pt x="862296" y="86811"/>
                  <a:pt x="866398" y="92055"/>
                </a:cubicBezTo>
                <a:cubicBezTo>
                  <a:pt x="869534" y="96035"/>
                  <a:pt x="873516" y="98025"/>
                  <a:pt x="878341" y="98025"/>
                </a:cubicBezTo>
                <a:cubicBezTo>
                  <a:pt x="882926" y="98025"/>
                  <a:pt x="886696" y="96307"/>
                  <a:pt x="889652" y="92871"/>
                </a:cubicBezTo>
                <a:cubicBezTo>
                  <a:pt x="892607" y="89434"/>
                  <a:pt x="894085" y="84038"/>
                  <a:pt x="894085" y="76682"/>
                </a:cubicBezTo>
                <a:cubicBezTo>
                  <a:pt x="894085" y="67096"/>
                  <a:pt x="892004" y="59589"/>
                  <a:pt x="887842" y="54162"/>
                </a:cubicBezTo>
                <a:cubicBezTo>
                  <a:pt x="884766" y="50183"/>
                  <a:pt x="880814" y="48194"/>
                  <a:pt x="875989" y="48194"/>
                </a:cubicBezTo>
                <a:moveTo>
                  <a:pt x="859340" y="129360"/>
                </a:moveTo>
                <a:cubicBezTo>
                  <a:pt x="856505" y="132446"/>
                  <a:pt x="854363" y="135320"/>
                  <a:pt x="852916" y="137982"/>
                </a:cubicBezTo>
                <a:cubicBezTo>
                  <a:pt x="851468" y="140645"/>
                  <a:pt x="850744" y="143097"/>
                  <a:pt x="850744" y="145336"/>
                </a:cubicBezTo>
                <a:cubicBezTo>
                  <a:pt x="850744" y="148240"/>
                  <a:pt x="852493" y="150781"/>
                  <a:pt x="855992" y="152960"/>
                </a:cubicBezTo>
                <a:cubicBezTo>
                  <a:pt x="862024" y="156711"/>
                  <a:pt x="870741" y="158587"/>
                  <a:pt x="882142" y="158587"/>
                </a:cubicBezTo>
                <a:cubicBezTo>
                  <a:pt x="892999" y="158587"/>
                  <a:pt x="901007" y="156665"/>
                  <a:pt x="906165" y="152821"/>
                </a:cubicBezTo>
                <a:cubicBezTo>
                  <a:pt x="911322" y="148979"/>
                  <a:pt x="913901" y="144880"/>
                  <a:pt x="913901" y="140525"/>
                </a:cubicBezTo>
                <a:cubicBezTo>
                  <a:pt x="913901" y="137378"/>
                  <a:pt x="912363" y="135139"/>
                  <a:pt x="909286" y="133807"/>
                </a:cubicBezTo>
                <a:cubicBezTo>
                  <a:pt x="906150" y="132476"/>
                  <a:pt x="899936" y="131689"/>
                  <a:pt x="890647" y="131449"/>
                </a:cubicBezTo>
                <a:cubicBezTo>
                  <a:pt x="877074" y="131085"/>
                  <a:pt x="866639" y="130389"/>
                  <a:pt x="859340" y="1293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91765-CE49-4445-988E-BC21161C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257" y="427395"/>
            <a:ext cx="797758" cy="828768"/>
          </a:xfrm>
          <a:custGeom xmlns:a="http://schemas.openxmlformats.org/drawingml/2006/main">
            <a:pathLst>
              <a:path w="797758" h="828768">
                <a:moveTo>
                  <a:pt x="417480" y="395541"/>
                </a:moveTo>
                <a:lnTo>
                  <a:pt x="393371" y="397146"/>
                </a:lnTo>
                <a:lnTo>
                  <a:pt x="384053" y="397753"/>
                </a:lnTo>
                <a:lnTo>
                  <a:pt x="386264" y="431293"/>
                </a:lnTo>
                <a:lnTo>
                  <a:pt x="395624" y="430696"/>
                </a:lnTo>
                <a:lnTo>
                  <a:pt x="419732" y="429082"/>
                </a:lnTo>
                <a:lnTo>
                  <a:pt x="417480" y="395541"/>
                </a:lnTo>
                <a:close/>
                <a:moveTo>
                  <a:pt x="324346" y="440776"/>
                </a:moveTo>
                <a:lnTo>
                  <a:pt x="328322" y="439476"/>
                </a:lnTo>
                <a:lnTo>
                  <a:pt x="355171" y="434193"/>
                </a:lnTo>
                <a:lnTo>
                  <a:pt x="348702" y="401208"/>
                </a:lnTo>
                <a:lnTo>
                  <a:pt x="319893" y="406906"/>
                </a:lnTo>
                <a:lnTo>
                  <a:pt x="314102" y="408758"/>
                </a:lnTo>
                <a:lnTo>
                  <a:pt x="324346" y="440776"/>
                </a:lnTo>
                <a:close/>
                <a:moveTo>
                  <a:pt x="263766" y="464319"/>
                </a:moveTo>
                <a:lnTo>
                  <a:pt x="294344" y="450619"/>
                </a:lnTo>
                <a:lnTo>
                  <a:pt x="280634" y="419928"/>
                </a:lnTo>
                <a:lnTo>
                  <a:pt x="250066" y="433628"/>
                </a:lnTo>
                <a:lnTo>
                  <a:pt x="263766" y="464319"/>
                </a:lnTo>
                <a:close/>
                <a:moveTo>
                  <a:pt x="209851" y="498230"/>
                </a:moveTo>
                <a:lnTo>
                  <a:pt x="232160" y="482403"/>
                </a:lnTo>
                <a:lnTo>
                  <a:pt x="236119" y="480148"/>
                </a:lnTo>
                <a:lnTo>
                  <a:pt x="219488" y="450948"/>
                </a:lnTo>
                <a:lnTo>
                  <a:pt x="214191" y="454034"/>
                </a:lnTo>
                <a:lnTo>
                  <a:pt x="190566" y="470706"/>
                </a:lnTo>
                <a:lnTo>
                  <a:pt x="209851" y="498230"/>
                </a:lnTo>
                <a:close/>
                <a:moveTo>
                  <a:pt x="161438" y="540173"/>
                </a:moveTo>
                <a:lnTo>
                  <a:pt x="173243" y="528216"/>
                </a:lnTo>
                <a:lnTo>
                  <a:pt x="184899" y="518317"/>
                </a:lnTo>
                <a:lnTo>
                  <a:pt x="163279" y="492645"/>
                </a:lnTo>
                <a:lnTo>
                  <a:pt x="151029" y="503053"/>
                </a:lnTo>
                <a:lnTo>
                  <a:pt x="137730" y="516434"/>
                </a:lnTo>
                <a:lnTo>
                  <a:pt x="161438" y="540173"/>
                </a:lnTo>
                <a:close/>
                <a:moveTo>
                  <a:pt x="119813" y="590036"/>
                </a:moveTo>
                <a:lnTo>
                  <a:pt x="140384" y="563438"/>
                </a:lnTo>
                <a:lnTo>
                  <a:pt x="113868" y="542868"/>
                </a:lnTo>
                <a:lnTo>
                  <a:pt x="93411" y="569424"/>
                </a:lnTo>
                <a:lnTo>
                  <a:pt x="119813" y="590036"/>
                </a:lnTo>
                <a:close/>
                <a:moveTo>
                  <a:pt x="83527" y="643828"/>
                </a:moveTo>
                <a:lnTo>
                  <a:pt x="100528" y="614906"/>
                </a:lnTo>
                <a:lnTo>
                  <a:pt x="71802" y="597750"/>
                </a:lnTo>
                <a:lnTo>
                  <a:pt x="54728" y="626713"/>
                </a:lnTo>
                <a:lnTo>
                  <a:pt x="83527" y="643828"/>
                </a:lnTo>
                <a:close/>
                <a:moveTo>
                  <a:pt x="57135" y="702331"/>
                </a:moveTo>
                <a:lnTo>
                  <a:pt x="64317" y="682971"/>
                </a:lnTo>
                <a:lnTo>
                  <a:pt x="69271" y="672637"/>
                </a:lnTo>
                <a:lnTo>
                  <a:pt x="39136" y="658053"/>
                </a:lnTo>
                <a:lnTo>
                  <a:pt x="33756" y="669222"/>
                </a:lnTo>
                <a:lnTo>
                  <a:pt x="25795" y="690482"/>
                </a:lnTo>
                <a:lnTo>
                  <a:pt x="57135" y="702331"/>
                </a:lnTo>
                <a:close/>
                <a:moveTo>
                  <a:pt x="39979" y="763765"/>
                </a:moveTo>
                <a:lnTo>
                  <a:pt x="41537" y="754186"/>
                </a:lnTo>
                <a:lnTo>
                  <a:pt x="47333" y="732744"/>
                </a:lnTo>
                <a:lnTo>
                  <a:pt x="15027" y="723940"/>
                </a:lnTo>
                <a:lnTo>
                  <a:pt x="8804" y="747051"/>
                </a:lnTo>
                <a:lnTo>
                  <a:pt x="6953" y="758293"/>
                </a:lnTo>
                <a:lnTo>
                  <a:pt x="39979" y="763765"/>
                </a:lnTo>
                <a:close/>
                <a:moveTo>
                  <a:pt x="0" y="826916"/>
                </a:moveTo>
                <a:lnTo>
                  <a:pt x="33355" y="828768"/>
                </a:lnTo>
                <a:lnTo>
                  <a:pt x="35279" y="795217"/>
                </a:lnTo>
                <a:lnTo>
                  <a:pt x="1851" y="793335"/>
                </a:lnTo>
                <a:lnTo>
                  <a:pt x="0" y="826916"/>
                </a:lnTo>
                <a:close/>
                <a:moveTo>
                  <a:pt x="731814" y="125655"/>
                </a:moveTo>
                <a:lnTo>
                  <a:pt x="725318" y="143068"/>
                </a:lnTo>
                <a:lnTo>
                  <a:pt x="756658" y="154876"/>
                </a:lnTo>
                <a:lnTo>
                  <a:pt x="768383" y="123382"/>
                </a:lnTo>
                <a:lnTo>
                  <a:pt x="743478" y="114021"/>
                </a:lnTo>
                <a:lnTo>
                  <a:pt x="757738" y="99798"/>
                </a:lnTo>
                <a:lnTo>
                  <a:pt x="797758" y="173646"/>
                </a:lnTo>
                <a:lnTo>
                  <a:pt x="772322" y="0"/>
                </a:lnTo>
                <a:lnTo>
                  <a:pt x="698361" y="159021"/>
                </a:lnTo>
                <a:lnTo>
                  <a:pt x="731814" y="125655"/>
                </a:lnTo>
                <a:close/>
                <a:moveTo>
                  <a:pt x="711659" y="172114"/>
                </a:moveTo>
                <a:lnTo>
                  <a:pt x="708250" y="179280"/>
                </a:lnTo>
                <a:lnTo>
                  <a:pt x="695985" y="200121"/>
                </a:lnTo>
                <a:lnTo>
                  <a:pt x="724794" y="217277"/>
                </a:lnTo>
                <a:lnTo>
                  <a:pt x="737527" y="195657"/>
                </a:lnTo>
                <a:lnTo>
                  <a:pt x="741826" y="186657"/>
                </a:lnTo>
                <a:lnTo>
                  <a:pt x="711659" y="172114"/>
                </a:lnTo>
                <a:close/>
                <a:moveTo>
                  <a:pt x="684177" y="273239"/>
                </a:moveTo>
                <a:lnTo>
                  <a:pt x="704707" y="246641"/>
                </a:lnTo>
                <a:lnTo>
                  <a:pt x="678232" y="226029"/>
                </a:lnTo>
                <a:lnTo>
                  <a:pt x="657744" y="252627"/>
                </a:lnTo>
                <a:lnTo>
                  <a:pt x="684177" y="273239"/>
                </a:lnTo>
                <a:close/>
                <a:moveTo>
                  <a:pt x="614834" y="300515"/>
                </a:moveTo>
                <a:lnTo>
                  <a:pt x="615442" y="299933"/>
                </a:lnTo>
                <a:lnTo>
                  <a:pt x="637009" y="325591"/>
                </a:lnTo>
                <a:lnTo>
                  <a:pt x="638017" y="324789"/>
                </a:lnTo>
                <a:lnTo>
                  <a:pt x="661714" y="300845"/>
                </a:lnTo>
                <a:lnTo>
                  <a:pt x="638048" y="277096"/>
                </a:lnTo>
                <a:lnTo>
                  <a:pt x="614834" y="300515"/>
                </a:lnTo>
                <a:close/>
                <a:moveTo>
                  <a:pt x="589882" y="321611"/>
                </a:moveTo>
                <a:lnTo>
                  <a:pt x="586666" y="324324"/>
                </a:lnTo>
                <a:lnTo>
                  <a:pt x="563963" y="340381"/>
                </a:lnTo>
                <a:lnTo>
                  <a:pt x="583176" y="367894"/>
                </a:lnTo>
                <a:lnTo>
                  <a:pt x="607356" y="350821"/>
                </a:lnTo>
                <a:lnTo>
                  <a:pt x="611419" y="347283"/>
                </a:lnTo>
                <a:lnTo>
                  <a:pt x="589882" y="321611"/>
                </a:lnTo>
                <a:close/>
                <a:moveTo>
                  <a:pt x="536686" y="357013"/>
                </a:moveTo>
                <a:lnTo>
                  <a:pt x="525688" y="363336"/>
                </a:lnTo>
                <a:lnTo>
                  <a:pt x="508206" y="371155"/>
                </a:lnTo>
                <a:lnTo>
                  <a:pt x="521865" y="401846"/>
                </a:lnTo>
                <a:lnTo>
                  <a:pt x="540780" y="393371"/>
                </a:lnTo>
                <a:lnTo>
                  <a:pt x="553276" y="386182"/>
                </a:lnTo>
                <a:lnTo>
                  <a:pt x="536686" y="357013"/>
                </a:lnTo>
                <a:close/>
                <a:moveTo>
                  <a:pt x="478708" y="382520"/>
                </a:moveTo>
                <a:lnTo>
                  <a:pt x="460990" y="388265"/>
                </a:lnTo>
                <a:lnTo>
                  <a:pt x="448377" y="390759"/>
                </a:lnTo>
                <a:lnTo>
                  <a:pt x="454846" y="423743"/>
                </a:lnTo>
                <a:lnTo>
                  <a:pt x="469153" y="420936"/>
                </a:lnTo>
                <a:lnTo>
                  <a:pt x="488952" y="414538"/>
                </a:lnTo>
                <a:lnTo>
                  <a:pt x="478708" y="38252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5D5A2-A9C0-4572-A754-D174FB2C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855" y="322608"/>
            <a:ext cx="123549" cy="131940"/>
          </a:xfrm>
          <a:custGeom xmlns:a="http://schemas.openxmlformats.org/drawingml/2006/main">
            <a:pathLst>
              <a:path w="123549" h="131940">
                <a:moveTo>
                  <a:pt x="0" y="65970"/>
                </a:moveTo>
                <a:cubicBezTo>
                  <a:pt x="0" y="29529"/>
                  <a:pt x="27643" y="0"/>
                  <a:pt x="61754" y="0"/>
                </a:cubicBezTo>
                <a:cubicBezTo>
                  <a:pt x="95906" y="0"/>
                  <a:pt x="123549" y="29529"/>
                  <a:pt x="123549" y="65970"/>
                </a:cubicBezTo>
                <a:cubicBezTo>
                  <a:pt x="123549" y="102411"/>
                  <a:pt x="95906" y="131940"/>
                  <a:pt x="61754" y="131940"/>
                </a:cubicBezTo>
                <a:cubicBezTo>
                  <a:pt x="27643" y="131940"/>
                  <a:pt x="0" y="102411"/>
                  <a:pt x="0" y="65970"/>
                </a:cubicBezTo>
                <a:close/>
                <a:moveTo>
                  <a:pt x="0" y="65970"/>
                </a:move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BEA80-D7F6-4731-A52C-6F92A05E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855" y="322608"/>
            <a:ext cx="123549" cy="131940"/>
          </a:xfrm>
          <a:custGeom xmlns:a="http://schemas.openxmlformats.org/drawingml/2006/main">
            <a:pathLst>
              <a:path w="123549" h="131940" fill="none">
                <a:moveTo>
                  <a:pt x="0" y="65970"/>
                </a:moveTo>
                <a:cubicBezTo>
                  <a:pt x="0" y="29529"/>
                  <a:pt x="27643" y="0"/>
                  <a:pt x="61754" y="0"/>
                </a:cubicBezTo>
                <a:cubicBezTo>
                  <a:pt x="95906" y="0"/>
                  <a:pt x="123549" y="29529"/>
                  <a:pt x="123549" y="65970"/>
                </a:cubicBezTo>
                <a:cubicBezTo>
                  <a:pt x="123549" y="102411"/>
                  <a:pt x="95906" y="131940"/>
                  <a:pt x="61754" y="131940"/>
                </a:cubicBezTo>
                <a:cubicBezTo>
                  <a:pt x="27643" y="131940"/>
                  <a:pt x="0" y="102411"/>
                  <a:pt x="0" y="65970"/>
                </a:cubicBezTo>
                <a:close/>
                <a:moveTo>
                  <a:pt x="0" y="65970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8000"/>
            </a:solidFill>
            <a:round/>
          </a:ln>
        </p:spPr>
      </p:sp>
      <p:sp>
        <p:nvSpPr>
          <p:cNvPr id="105" name="Text TS">
            <a:extLst xmlns:a="http://schemas.openxmlformats.org/drawingml/2006/main">
              <a:ext uri="{FF2B5EF4-FFF2-40B4-BE49-F238E27FC236}">
                <a16:creationId xmlns:a16="http://schemas.microsoft.com/office/drawing/2014/main" id="{244DBEE8-A25D-4672-99CA-29A333D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284" y="161673"/>
            <a:ext cx="212545" cy="128761"/>
          </a:xfrm>
          <a:custGeom xmlns:a="http://schemas.openxmlformats.org/drawingml/2006/main">
            <a:pathLst>
              <a:path w="212545" h="128761">
                <a:moveTo>
                  <a:pt x="110208" y="2728"/>
                </a:moveTo>
                <a:lnTo>
                  <a:pt x="110208" y="36191"/>
                </a:lnTo>
                <a:lnTo>
                  <a:pt x="106950" y="36191"/>
                </a:lnTo>
                <a:cubicBezTo>
                  <a:pt x="105020" y="28466"/>
                  <a:pt x="102879" y="22915"/>
                  <a:pt x="100526" y="19539"/>
                </a:cubicBezTo>
                <a:cubicBezTo>
                  <a:pt x="98174" y="16163"/>
                  <a:pt x="94946" y="13471"/>
                  <a:pt x="90845" y="11463"/>
                </a:cubicBezTo>
                <a:cubicBezTo>
                  <a:pt x="88552" y="10368"/>
                  <a:pt x="84541" y="9821"/>
                  <a:pt x="78810" y="9821"/>
                </a:cubicBezTo>
                <a:lnTo>
                  <a:pt x="69672" y="9821"/>
                </a:lnTo>
                <a:lnTo>
                  <a:pt x="69672" y="104936"/>
                </a:lnTo>
                <a:cubicBezTo>
                  <a:pt x="69672" y="111273"/>
                  <a:pt x="70018" y="115234"/>
                  <a:pt x="70712" y="116820"/>
                </a:cubicBezTo>
                <a:cubicBezTo>
                  <a:pt x="71406" y="118404"/>
                  <a:pt x="72763" y="119790"/>
                  <a:pt x="74784" y="120977"/>
                </a:cubicBezTo>
                <a:cubicBezTo>
                  <a:pt x="76805" y="122165"/>
                  <a:pt x="79564" y="122759"/>
                  <a:pt x="83063" y="122759"/>
                </a:cubicBezTo>
                <a:lnTo>
                  <a:pt x="87135" y="122759"/>
                </a:lnTo>
                <a:lnTo>
                  <a:pt x="87135" y="126033"/>
                </a:lnTo>
                <a:lnTo>
                  <a:pt x="22892" y="126033"/>
                </a:lnTo>
                <a:lnTo>
                  <a:pt x="22892" y="122759"/>
                </a:lnTo>
                <a:lnTo>
                  <a:pt x="26964" y="122759"/>
                </a:lnTo>
                <a:cubicBezTo>
                  <a:pt x="30523" y="122759"/>
                  <a:pt x="33388" y="122120"/>
                  <a:pt x="35560" y="120841"/>
                </a:cubicBezTo>
                <a:cubicBezTo>
                  <a:pt x="37128" y="119987"/>
                  <a:pt x="38365" y="118524"/>
                  <a:pt x="39269" y="116453"/>
                </a:cubicBezTo>
                <a:cubicBezTo>
                  <a:pt x="39933" y="114991"/>
                  <a:pt x="40265" y="111152"/>
                  <a:pt x="40265" y="104936"/>
                </a:cubicBezTo>
                <a:lnTo>
                  <a:pt x="40265" y="9821"/>
                </a:lnTo>
                <a:lnTo>
                  <a:pt x="31397" y="9821"/>
                </a:lnTo>
                <a:cubicBezTo>
                  <a:pt x="23133" y="9821"/>
                  <a:pt x="17131" y="11584"/>
                  <a:pt x="13391" y="15112"/>
                </a:cubicBezTo>
                <a:cubicBezTo>
                  <a:pt x="8143" y="20039"/>
                  <a:pt x="4826" y="27066"/>
                  <a:pt x="3438" y="36191"/>
                </a:cubicBezTo>
                <a:lnTo>
                  <a:pt x="0" y="36191"/>
                </a:lnTo>
                <a:lnTo>
                  <a:pt x="0" y="2728"/>
                </a:lnTo>
                <a:lnTo>
                  <a:pt x="110208" y="2728"/>
                </a:lnTo>
                <a:close/>
                <a:moveTo>
                  <a:pt x="203949" y="0"/>
                </a:moveTo>
                <a:lnTo>
                  <a:pt x="204944" y="41102"/>
                </a:lnTo>
                <a:lnTo>
                  <a:pt x="201234" y="41102"/>
                </a:lnTo>
                <a:cubicBezTo>
                  <a:pt x="199485" y="30822"/>
                  <a:pt x="195187" y="22554"/>
                  <a:pt x="188341" y="16297"/>
                </a:cubicBezTo>
                <a:cubicBezTo>
                  <a:pt x="181494" y="10040"/>
                  <a:pt x="174090" y="6911"/>
                  <a:pt x="166127" y="6911"/>
                </a:cubicBezTo>
                <a:cubicBezTo>
                  <a:pt x="159974" y="6911"/>
                  <a:pt x="155103" y="8558"/>
                  <a:pt x="151514" y="11852"/>
                </a:cubicBezTo>
                <a:cubicBezTo>
                  <a:pt x="147925" y="15145"/>
                  <a:pt x="146130" y="18937"/>
                  <a:pt x="146130" y="23228"/>
                </a:cubicBezTo>
                <a:cubicBezTo>
                  <a:pt x="146130" y="25946"/>
                  <a:pt x="146764" y="28363"/>
                  <a:pt x="148031" y="30479"/>
                </a:cubicBezTo>
                <a:cubicBezTo>
                  <a:pt x="149780" y="33319"/>
                  <a:pt x="152585" y="36129"/>
                  <a:pt x="156445" y="38908"/>
                </a:cubicBezTo>
                <a:cubicBezTo>
                  <a:pt x="159281" y="40903"/>
                  <a:pt x="165826" y="44439"/>
                  <a:pt x="176080" y="49516"/>
                </a:cubicBezTo>
                <a:cubicBezTo>
                  <a:pt x="190437" y="56586"/>
                  <a:pt x="200118" y="63264"/>
                  <a:pt x="205125" y="69552"/>
                </a:cubicBezTo>
                <a:cubicBezTo>
                  <a:pt x="210071" y="75838"/>
                  <a:pt x="212545" y="83031"/>
                  <a:pt x="212545" y="91132"/>
                </a:cubicBezTo>
                <a:cubicBezTo>
                  <a:pt x="212545" y="101407"/>
                  <a:pt x="208548" y="110247"/>
                  <a:pt x="200556" y="117653"/>
                </a:cubicBezTo>
                <a:cubicBezTo>
                  <a:pt x="192563" y="125058"/>
                  <a:pt x="182414" y="128761"/>
                  <a:pt x="170108" y="128761"/>
                </a:cubicBezTo>
                <a:cubicBezTo>
                  <a:pt x="166248" y="128761"/>
                  <a:pt x="162598" y="128367"/>
                  <a:pt x="159160" y="127578"/>
                </a:cubicBezTo>
                <a:cubicBezTo>
                  <a:pt x="155722" y="126790"/>
                  <a:pt x="151409" y="125305"/>
                  <a:pt x="146221" y="123123"/>
                </a:cubicBezTo>
                <a:cubicBezTo>
                  <a:pt x="143326" y="121910"/>
                  <a:pt x="140943" y="121304"/>
                  <a:pt x="139073" y="121304"/>
                </a:cubicBezTo>
                <a:cubicBezTo>
                  <a:pt x="137504" y="121304"/>
                  <a:pt x="135846" y="121918"/>
                  <a:pt x="134096" y="123146"/>
                </a:cubicBezTo>
                <a:cubicBezTo>
                  <a:pt x="132347" y="124373"/>
                  <a:pt x="130929" y="126245"/>
                  <a:pt x="129844" y="128761"/>
                </a:cubicBezTo>
                <a:lnTo>
                  <a:pt x="126496" y="128761"/>
                </a:lnTo>
                <a:lnTo>
                  <a:pt x="126496" y="82203"/>
                </a:lnTo>
                <a:lnTo>
                  <a:pt x="129844" y="82203"/>
                </a:lnTo>
                <a:cubicBezTo>
                  <a:pt x="132498" y="95267"/>
                  <a:pt x="137610" y="105232"/>
                  <a:pt x="145180" y="112097"/>
                </a:cubicBezTo>
                <a:cubicBezTo>
                  <a:pt x="152751" y="118963"/>
                  <a:pt x="160909" y="122395"/>
                  <a:pt x="169656" y="122395"/>
                </a:cubicBezTo>
                <a:cubicBezTo>
                  <a:pt x="176412" y="122395"/>
                  <a:pt x="181796" y="120552"/>
                  <a:pt x="185807" y="116865"/>
                </a:cubicBezTo>
                <a:cubicBezTo>
                  <a:pt x="189818" y="113179"/>
                  <a:pt x="191824" y="108888"/>
                  <a:pt x="191824" y="103993"/>
                </a:cubicBezTo>
                <a:cubicBezTo>
                  <a:pt x="191824" y="101092"/>
                  <a:pt x="191055" y="98283"/>
                  <a:pt x="189517" y="95565"/>
                </a:cubicBezTo>
                <a:cubicBezTo>
                  <a:pt x="187979" y="92844"/>
                  <a:pt x="185641" y="90260"/>
                  <a:pt x="182504" y="87813"/>
                </a:cubicBezTo>
                <a:cubicBezTo>
                  <a:pt x="179368" y="85365"/>
                  <a:pt x="173818" y="82178"/>
                  <a:pt x="165856" y="78250"/>
                </a:cubicBezTo>
                <a:cubicBezTo>
                  <a:pt x="154696" y="72751"/>
                  <a:pt x="146673" y="68064"/>
                  <a:pt x="141787" y="64190"/>
                </a:cubicBezTo>
                <a:cubicBezTo>
                  <a:pt x="136901" y="60316"/>
                  <a:pt x="133146" y="55988"/>
                  <a:pt x="130522" y="51206"/>
                </a:cubicBezTo>
                <a:cubicBezTo>
                  <a:pt x="127898" y="46425"/>
                  <a:pt x="126586" y="41159"/>
                  <a:pt x="126586" y="35410"/>
                </a:cubicBezTo>
                <a:cubicBezTo>
                  <a:pt x="126586" y="25604"/>
                  <a:pt x="130175" y="17252"/>
                  <a:pt x="137354" y="10352"/>
                </a:cubicBezTo>
                <a:cubicBezTo>
                  <a:pt x="144532" y="3451"/>
                  <a:pt x="153580" y="0"/>
                  <a:pt x="164498" y="0"/>
                </a:cubicBezTo>
                <a:cubicBezTo>
                  <a:pt x="168480" y="0"/>
                  <a:pt x="172340" y="491"/>
                  <a:pt x="176080" y="1472"/>
                </a:cubicBezTo>
                <a:cubicBezTo>
                  <a:pt x="178915" y="2207"/>
                  <a:pt x="182369" y="3570"/>
                  <a:pt x="186440" y="5561"/>
                </a:cubicBezTo>
                <a:cubicBezTo>
                  <a:pt x="190512" y="7552"/>
                  <a:pt x="193362" y="8548"/>
                  <a:pt x="194991" y="8548"/>
                </a:cubicBezTo>
                <a:cubicBezTo>
                  <a:pt x="196559" y="8548"/>
                  <a:pt x="197796" y="8058"/>
                  <a:pt x="198701" y="7079"/>
                </a:cubicBezTo>
                <a:cubicBezTo>
                  <a:pt x="199606" y="6097"/>
                  <a:pt x="200450" y="3738"/>
                  <a:pt x="201234" y="0"/>
                </a:cubicBezTo>
                <a:lnTo>
                  <a:pt x="203949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2">
            <a:extLst xmlns:a="http://schemas.openxmlformats.org/drawingml/2006/main">
              <a:ext uri="{FF2B5EF4-FFF2-40B4-BE49-F238E27FC236}">
                <a16:creationId xmlns:a16="http://schemas.microsoft.com/office/drawing/2014/main" id="{4A4CAC0B-45B5-4130-AF03-6955F11E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67" y="242603"/>
            <a:ext cx="52721" cy="83901"/>
          </a:xfrm>
          <a:custGeom xmlns:a="http://schemas.openxmlformats.org/drawingml/2006/main">
            <a:pathLst>
              <a:path w="52721" h="83901">
                <a:moveTo>
                  <a:pt x="48137" y="83901"/>
                </a:moveTo>
                <a:lnTo>
                  <a:pt x="0" y="83901"/>
                </a:lnTo>
                <a:lnTo>
                  <a:pt x="0" y="82567"/>
                </a:lnTo>
                <a:cubicBezTo>
                  <a:pt x="14759" y="64921"/>
                  <a:pt x="23716" y="53050"/>
                  <a:pt x="26873" y="46953"/>
                </a:cubicBezTo>
                <a:cubicBezTo>
                  <a:pt x="30030" y="40856"/>
                  <a:pt x="31609" y="34900"/>
                  <a:pt x="31609" y="29085"/>
                </a:cubicBezTo>
                <a:cubicBezTo>
                  <a:pt x="31609" y="24845"/>
                  <a:pt x="30302" y="21322"/>
                  <a:pt x="27688" y="18516"/>
                </a:cubicBezTo>
                <a:cubicBezTo>
                  <a:pt x="25074" y="15710"/>
                  <a:pt x="21877" y="14307"/>
                  <a:pt x="18097" y="14307"/>
                </a:cubicBezTo>
                <a:cubicBezTo>
                  <a:pt x="11903" y="14307"/>
                  <a:pt x="7098" y="17414"/>
                  <a:pt x="3680" y="23629"/>
                </a:cubicBezTo>
                <a:lnTo>
                  <a:pt x="1448" y="22843"/>
                </a:lnTo>
                <a:cubicBezTo>
                  <a:pt x="3619" y="15067"/>
                  <a:pt x="6917" y="9316"/>
                  <a:pt x="11340" y="5590"/>
                </a:cubicBezTo>
                <a:cubicBezTo>
                  <a:pt x="15764" y="1863"/>
                  <a:pt x="20871" y="0"/>
                  <a:pt x="26662" y="0"/>
                </a:cubicBezTo>
                <a:cubicBezTo>
                  <a:pt x="30804" y="0"/>
                  <a:pt x="34584" y="970"/>
                  <a:pt x="38003" y="2910"/>
                </a:cubicBezTo>
                <a:cubicBezTo>
                  <a:pt x="41421" y="4850"/>
                  <a:pt x="44095" y="7507"/>
                  <a:pt x="46025" y="10882"/>
                </a:cubicBezTo>
                <a:cubicBezTo>
                  <a:pt x="47956" y="14256"/>
                  <a:pt x="48921" y="17419"/>
                  <a:pt x="48921" y="20369"/>
                </a:cubicBezTo>
                <a:cubicBezTo>
                  <a:pt x="48921" y="25744"/>
                  <a:pt x="47433" y="31200"/>
                  <a:pt x="44457" y="36737"/>
                </a:cubicBezTo>
                <a:cubicBezTo>
                  <a:pt x="40395" y="44213"/>
                  <a:pt x="31528" y="54640"/>
                  <a:pt x="17855" y="68018"/>
                </a:cubicBezTo>
                <a:lnTo>
                  <a:pt x="35529" y="68018"/>
                </a:lnTo>
                <a:cubicBezTo>
                  <a:pt x="39873" y="68018"/>
                  <a:pt x="42698" y="67836"/>
                  <a:pt x="44005" y="67472"/>
                </a:cubicBezTo>
                <a:cubicBezTo>
                  <a:pt x="45312" y="67108"/>
                  <a:pt x="46387" y="66492"/>
                  <a:pt x="47232" y="65623"/>
                </a:cubicBezTo>
                <a:cubicBezTo>
                  <a:pt x="48076" y="64754"/>
                  <a:pt x="49182" y="62925"/>
                  <a:pt x="50550" y="60137"/>
                </a:cubicBezTo>
                <a:lnTo>
                  <a:pt x="52721" y="60137"/>
                </a:lnTo>
                <a:lnTo>
                  <a:pt x="48137" y="83901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40CFA-2066-491B-BBE9-A0092CD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811" y="345915"/>
            <a:ext cx="660428" cy="100847"/>
          </a:xfrm>
          <a:custGeom xmlns:a="http://schemas.openxmlformats.org/drawingml/2006/main">
            <a:pathLst>
              <a:path w="660428" h="100847">
                <a:moveTo>
                  <a:pt x="167300" y="0"/>
                </a:moveTo>
                <a:lnTo>
                  <a:pt x="0" y="50418"/>
                </a:lnTo>
                <a:lnTo>
                  <a:pt x="167300" y="100847"/>
                </a:lnTo>
                <a:lnTo>
                  <a:pt x="122740" y="67255"/>
                </a:lnTo>
                <a:lnTo>
                  <a:pt x="660428" y="67255"/>
                </a:lnTo>
                <a:lnTo>
                  <a:pt x="660428" y="33623"/>
                </a:lnTo>
                <a:lnTo>
                  <a:pt x="122690" y="33623"/>
                </a:lnTo>
                <a:lnTo>
                  <a:pt x="16730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b7674b6504b75"/>
          <a:stretch xmlns:a="http://schemas.openxmlformats.org/drawingml/2006/main"/>
        </p:blipFill>
        <p:spPr>
          <a:xfrm xmlns:a="http://schemas.openxmlformats.org/drawingml/2006/main">
            <a:off x="6175978" y="1829433"/>
            <a:ext cx="1111853" cy="819635"/>
          </a:xfrm>
          <a:prstGeom xmlns:a="http://schemas.openxmlformats.org/drawingml/2006/main" prst="rect">
            <a:avLst/>
          </a:prstGeom>
        </p:spPr>
      </p:pic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E513C-F689-48AD-9A9A-E51E336D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978" y="1828004"/>
            <a:ext cx="1111853" cy="822494"/>
          </a:xfrm>
          <a:custGeom xmlns:a="http://schemas.openxmlformats.org/drawingml/2006/main">
            <a:pathLst>
              <a:path w="1111853" h="822494" fill="none">
                <a:moveTo>
                  <a:pt x="0" y="137082"/>
                </a:moveTo>
                <a:cubicBezTo>
                  <a:pt x="0" y="61341"/>
                  <a:pt x="61069" y="0"/>
                  <a:pt x="136435" y="0"/>
                </a:cubicBezTo>
                <a:lnTo>
                  <a:pt x="975408" y="0"/>
                </a:lnTo>
                <a:cubicBezTo>
                  <a:pt x="1050785" y="0"/>
                  <a:pt x="1111853" y="61341"/>
                  <a:pt x="1111853" y="137082"/>
                </a:cubicBezTo>
                <a:lnTo>
                  <a:pt x="1111853" y="685411"/>
                </a:lnTo>
                <a:cubicBezTo>
                  <a:pt x="1111853" y="761111"/>
                  <a:pt x="1050785" y="822494"/>
                  <a:pt x="975408" y="822494"/>
                </a:cubicBezTo>
                <a:lnTo>
                  <a:pt x="136435" y="822494"/>
                </a:lnTo>
                <a:cubicBezTo>
                  <a:pt x="61069" y="822494"/>
                  <a:pt x="0" y="761111"/>
                  <a:pt x="0" y="685411"/>
                </a:cubicBezTo>
                <a:lnTo>
                  <a:pt x="0" y="137082"/>
                </a:lnTo>
                <a:close/>
                <a:moveTo>
                  <a:pt x="0" y="137082"/>
                </a:moveTo>
              </a:path>
            </a:pathLst>
          </a:custGeom>
          <a:noFill xmlns:a="http://schemas.openxmlformats.org/drawingml/2006/main"/>
          <a:ln xmlns:a="http://schemas.openxmlformats.org/drawingml/2006/main" w="41282" cap="flat">
            <a:solidFill>
              <a:srgbClr val="0000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48B00-9935-4ECD-9F2C-5D7B49F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698" y="2247006"/>
            <a:ext cx="162113" cy="77582"/>
          </a:xfrm>
          <a:custGeom xmlns:a="http://schemas.openxmlformats.org/drawingml/2006/main">
            <a:pathLst>
              <a:path w="162113" h="77582">
                <a:moveTo>
                  <a:pt x="0" y="77582"/>
                </a:moveTo>
                <a:lnTo>
                  <a:pt x="0" y="0"/>
                </a:lnTo>
                <a:lnTo>
                  <a:pt x="129690" y="0"/>
                </a:lnTo>
                <a:lnTo>
                  <a:pt x="162113" y="38806"/>
                </a:lnTo>
                <a:lnTo>
                  <a:pt x="129690" y="77582"/>
                </a:lnTo>
                <a:lnTo>
                  <a:pt x="0" y="77582"/>
                </a:lnTo>
                <a:close/>
                <a:moveTo>
                  <a:pt x="0" y="775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5A231-F97E-4628-B92B-6EC7DFEE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698" y="2247006"/>
            <a:ext cx="162113" cy="77582"/>
          </a:xfrm>
          <a:custGeom xmlns:a="http://schemas.openxmlformats.org/drawingml/2006/main">
            <a:pathLst>
              <a:path w="162113" h="77582" fill="none">
                <a:moveTo>
                  <a:pt x="0" y="77582"/>
                </a:moveTo>
                <a:lnTo>
                  <a:pt x="0" y="0"/>
                </a:lnTo>
                <a:lnTo>
                  <a:pt x="129690" y="0"/>
                </a:lnTo>
                <a:lnTo>
                  <a:pt x="162113" y="38806"/>
                </a:lnTo>
                <a:lnTo>
                  <a:pt x="129690" y="77582"/>
                </a:lnTo>
                <a:lnTo>
                  <a:pt x="0" y="77582"/>
                </a:lnTo>
                <a:close/>
                <a:moveTo>
                  <a:pt x="0" y="77582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62A1E-4A75-4CA4-9D3D-AA2F60E2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978" y="2153872"/>
            <a:ext cx="1108916" cy="10"/>
          </a:xfrm>
          <a:custGeom xmlns:a="http://schemas.openxmlformats.org/drawingml/2006/main">
            <a:pathLst>
              <a:path w="1108916" h="1" fill="none">
                <a:moveTo>
                  <a:pt x="0" y="0"/>
                </a:moveTo>
                <a:lnTo>
                  <a:pt x="11089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82" cap="flat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ED546-D8A5-4C8C-A3A5-5B8199A0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698" y="2456527"/>
            <a:ext cx="162113" cy="77582"/>
          </a:xfrm>
          <a:custGeom xmlns:a="http://schemas.openxmlformats.org/drawingml/2006/main">
            <a:pathLst>
              <a:path w="162113" h="77582">
                <a:moveTo>
                  <a:pt x="0" y="77582"/>
                </a:moveTo>
                <a:lnTo>
                  <a:pt x="0" y="0"/>
                </a:lnTo>
                <a:lnTo>
                  <a:pt x="129690" y="0"/>
                </a:lnTo>
                <a:lnTo>
                  <a:pt x="162113" y="38765"/>
                </a:lnTo>
                <a:lnTo>
                  <a:pt x="129690" y="77582"/>
                </a:lnTo>
                <a:lnTo>
                  <a:pt x="0" y="77582"/>
                </a:lnTo>
                <a:close/>
                <a:moveTo>
                  <a:pt x="0" y="775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E1E34-D31B-459C-8910-6D0F77DC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698" y="2456527"/>
            <a:ext cx="162113" cy="77582"/>
          </a:xfrm>
          <a:custGeom xmlns:a="http://schemas.openxmlformats.org/drawingml/2006/main">
            <a:pathLst>
              <a:path w="162113" h="77582" fill="none">
                <a:moveTo>
                  <a:pt x="0" y="77582"/>
                </a:moveTo>
                <a:lnTo>
                  <a:pt x="0" y="0"/>
                </a:lnTo>
                <a:lnTo>
                  <a:pt x="129690" y="0"/>
                </a:lnTo>
                <a:lnTo>
                  <a:pt x="162113" y="38765"/>
                </a:lnTo>
                <a:lnTo>
                  <a:pt x="129690" y="77582"/>
                </a:lnTo>
                <a:lnTo>
                  <a:pt x="0" y="77582"/>
                </a:lnTo>
                <a:close/>
                <a:moveTo>
                  <a:pt x="0" y="77582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15" name="Text TS">
            <a:extLst xmlns:a="http://schemas.openxmlformats.org/drawingml/2006/main">
              <a:ext uri="{FF2B5EF4-FFF2-40B4-BE49-F238E27FC236}">
                <a16:creationId xmlns:a16="http://schemas.microsoft.com/office/drawing/2014/main" id="{F0CE0F36-7B63-4EC1-96FA-5C792D7D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448" y="1930858"/>
            <a:ext cx="212545" cy="128761"/>
          </a:xfrm>
          <a:custGeom xmlns:a="http://schemas.openxmlformats.org/drawingml/2006/main">
            <a:pathLst>
              <a:path w="212545" h="128761">
                <a:moveTo>
                  <a:pt x="110208" y="2728"/>
                </a:moveTo>
                <a:lnTo>
                  <a:pt x="110208" y="36191"/>
                </a:lnTo>
                <a:lnTo>
                  <a:pt x="106950" y="36191"/>
                </a:lnTo>
                <a:cubicBezTo>
                  <a:pt x="105020" y="28466"/>
                  <a:pt x="102879" y="22915"/>
                  <a:pt x="100526" y="19539"/>
                </a:cubicBezTo>
                <a:cubicBezTo>
                  <a:pt x="98174" y="16163"/>
                  <a:pt x="94946" y="13471"/>
                  <a:pt x="90845" y="11463"/>
                </a:cubicBezTo>
                <a:cubicBezTo>
                  <a:pt x="88552" y="10368"/>
                  <a:pt x="84541" y="9821"/>
                  <a:pt x="78810" y="9821"/>
                </a:cubicBezTo>
                <a:lnTo>
                  <a:pt x="69672" y="9821"/>
                </a:lnTo>
                <a:lnTo>
                  <a:pt x="69672" y="104936"/>
                </a:lnTo>
                <a:cubicBezTo>
                  <a:pt x="69672" y="111273"/>
                  <a:pt x="70018" y="115234"/>
                  <a:pt x="70712" y="116820"/>
                </a:cubicBezTo>
                <a:cubicBezTo>
                  <a:pt x="71406" y="118404"/>
                  <a:pt x="72763" y="119790"/>
                  <a:pt x="74784" y="120977"/>
                </a:cubicBezTo>
                <a:cubicBezTo>
                  <a:pt x="76805" y="122165"/>
                  <a:pt x="79564" y="122759"/>
                  <a:pt x="83063" y="122759"/>
                </a:cubicBezTo>
                <a:lnTo>
                  <a:pt x="87135" y="122759"/>
                </a:lnTo>
                <a:lnTo>
                  <a:pt x="87135" y="126033"/>
                </a:lnTo>
                <a:lnTo>
                  <a:pt x="22892" y="126033"/>
                </a:lnTo>
                <a:lnTo>
                  <a:pt x="22892" y="122759"/>
                </a:lnTo>
                <a:lnTo>
                  <a:pt x="26964" y="122759"/>
                </a:lnTo>
                <a:cubicBezTo>
                  <a:pt x="30523" y="122759"/>
                  <a:pt x="33388" y="122120"/>
                  <a:pt x="35560" y="120841"/>
                </a:cubicBezTo>
                <a:cubicBezTo>
                  <a:pt x="37128" y="119987"/>
                  <a:pt x="38365" y="118524"/>
                  <a:pt x="39269" y="116453"/>
                </a:cubicBezTo>
                <a:cubicBezTo>
                  <a:pt x="39933" y="114991"/>
                  <a:pt x="40265" y="111152"/>
                  <a:pt x="40265" y="104936"/>
                </a:cubicBezTo>
                <a:lnTo>
                  <a:pt x="40265" y="9821"/>
                </a:lnTo>
                <a:lnTo>
                  <a:pt x="31397" y="9821"/>
                </a:lnTo>
                <a:cubicBezTo>
                  <a:pt x="23133" y="9821"/>
                  <a:pt x="17131" y="11584"/>
                  <a:pt x="13391" y="15112"/>
                </a:cubicBezTo>
                <a:cubicBezTo>
                  <a:pt x="8143" y="20039"/>
                  <a:pt x="4826" y="27066"/>
                  <a:pt x="3438" y="36191"/>
                </a:cubicBezTo>
                <a:lnTo>
                  <a:pt x="0" y="36191"/>
                </a:lnTo>
                <a:lnTo>
                  <a:pt x="0" y="2728"/>
                </a:lnTo>
                <a:lnTo>
                  <a:pt x="110208" y="2728"/>
                </a:lnTo>
                <a:close/>
                <a:moveTo>
                  <a:pt x="203949" y="0"/>
                </a:moveTo>
                <a:lnTo>
                  <a:pt x="204944" y="41102"/>
                </a:lnTo>
                <a:lnTo>
                  <a:pt x="201235" y="41102"/>
                </a:lnTo>
                <a:cubicBezTo>
                  <a:pt x="199485" y="30822"/>
                  <a:pt x="195187" y="22554"/>
                  <a:pt x="188341" y="16297"/>
                </a:cubicBezTo>
                <a:cubicBezTo>
                  <a:pt x="181494" y="10040"/>
                  <a:pt x="174090" y="6911"/>
                  <a:pt x="166127" y="6911"/>
                </a:cubicBezTo>
                <a:cubicBezTo>
                  <a:pt x="159975" y="6911"/>
                  <a:pt x="155104" y="8558"/>
                  <a:pt x="151514" y="11852"/>
                </a:cubicBezTo>
                <a:cubicBezTo>
                  <a:pt x="147925" y="15145"/>
                  <a:pt x="146131" y="18937"/>
                  <a:pt x="146131" y="23228"/>
                </a:cubicBezTo>
                <a:cubicBezTo>
                  <a:pt x="146131" y="25946"/>
                  <a:pt x="146764" y="28363"/>
                  <a:pt x="148031" y="30479"/>
                </a:cubicBezTo>
                <a:cubicBezTo>
                  <a:pt x="149780" y="33319"/>
                  <a:pt x="152585" y="36129"/>
                  <a:pt x="156446" y="38908"/>
                </a:cubicBezTo>
                <a:cubicBezTo>
                  <a:pt x="159281" y="40903"/>
                  <a:pt x="165826" y="44439"/>
                  <a:pt x="176080" y="49516"/>
                </a:cubicBezTo>
                <a:cubicBezTo>
                  <a:pt x="190437" y="56586"/>
                  <a:pt x="200119" y="63264"/>
                  <a:pt x="205125" y="69552"/>
                </a:cubicBezTo>
                <a:cubicBezTo>
                  <a:pt x="210072" y="75838"/>
                  <a:pt x="212545" y="83031"/>
                  <a:pt x="212545" y="91132"/>
                </a:cubicBezTo>
                <a:cubicBezTo>
                  <a:pt x="212545" y="101407"/>
                  <a:pt x="208549" y="110247"/>
                  <a:pt x="200556" y="117653"/>
                </a:cubicBezTo>
                <a:cubicBezTo>
                  <a:pt x="192563" y="125058"/>
                  <a:pt x="182414" y="128761"/>
                  <a:pt x="170109" y="128761"/>
                </a:cubicBezTo>
                <a:cubicBezTo>
                  <a:pt x="166248" y="128761"/>
                  <a:pt x="162599" y="128367"/>
                  <a:pt x="159160" y="127578"/>
                </a:cubicBezTo>
                <a:cubicBezTo>
                  <a:pt x="155722" y="126790"/>
                  <a:pt x="151409" y="125305"/>
                  <a:pt x="146221" y="123123"/>
                </a:cubicBezTo>
                <a:cubicBezTo>
                  <a:pt x="143326" y="121910"/>
                  <a:pt x="140943" y="121304"/>
                  <a:pt x="139073" y="121304"/>
                </a:cubicBezTo>
                <a:cubicBezTo>
                  <a:pt x="137505" y="121304"/>
                  <a:pt x="135846" y="121918"/>
                  <a:pt x="134097" y="123146"/>
                </a:cubicBezTo>
                <a:cubicBezTo>
                  <a:pt x="132347" y="124373"/>
                  <a:pt x="130930" y="126245"/>
                  <a:pt x="129844" y="128761"/>
                </a:cubicBezTo>
                <a:lnTo>
                  <a:pt x="126496" y="128761"/>
                </a:lnTo>
                <a:lnTo>
                  <a:pt x="126496" y="82203"/>
                </a:lnTo>
                <a:lnTo>
                  <a:pt x="129844" y="82203"/>
                </a:lnTo>
                <a:cubicBezTo>
                  <a:pt x="132498" y="95267"/>
                  <a:pt x="137610" y="105232"/>
                  <a:pt x="145181" y="112097"/>
                </a:cubicBezTo>
                <a:cubicBezTo>
                  <a:pt x="152751" y="118963"/>
                  <a:pt x="160910" y="122395"/>
                  <a:pt x="169656" y="122395"/>
                </a:cubicBezTo>
                <a:cubicBezTo>
                  <a:pt x="176412" y="122395"/>
                  <a:pt x="181796" y="120552"/>
                  <a:pt x="185807" y="116865"/>
                </a:cubicBezTo>
                <a:cubicBezTo>
                  <a:pt x="189819" y="113179"/>
                  <a:pt x="191824" y="108888"/>
                  <a:pt x="191824" y="103993"/>
                </a:cubicBezTo>
                <a:cubicBezTo>
                  <a:pt x="191824" y="101092"/>
                  <a:pt x="191055" y="98283"/>
                  <a:pt x="189517" y="95565"/>
                </a:cubicBezTo>
                <a:cubicBezTo>
                  <a:pt x="187979" y="92844"/>
                  <a:pt x="185641" y="90260"/>
                  <a:pt x="182505" y="87813"/>
                </a:cubicBezTo>
                <a:cubicBezTo>
                  <a:pt x="179368" y="85365"/>
                  <a:pt x="173818" y="82178"/>
                  <a:pt x="165856" y="78250"/>
                </a:cubicBezTo>
                <a:cubicBezTo>
                  <a:pt x="154696" y="72751"/>
                  <a:pt x="146674" y="68064"/>
                  <a:pt x="141788" y="64190"/>
                </a:cubicBezTo>
                <a:cubicBezTo>
                  <a:pt x="136902" y="60316"/>
                  <a:pt x="133147" y="55988"/>
                  <a:pt x="130523" y="51206"/>
                </a:cubicBezTo>
                <a:cubicBezTo>
                  <a:pt x="127899" y="46425"/>
                  <a:pt x="126587" y="41159"/>
                  <a:pt x="126587" y="35410"/>
                </a:cubicBezTo>
                <a:cubicBezTo>
                  <a:pt x="126587" y="25604"/>
                  <a:pt x="130176" y="17252"/>
                  <a:pt x="137354" y="10352"/>
                </a:cubicBezTo>
                <a:cubicBezTo>
                  <a:pt x="144532" y="3451"/>
                  <a:pt x="153580" y="0"/>
                  <a:pt x="164499" y="0"/>
                </a:cubicBezTo>
                <a:cubicBezTo>
                  <a:pt x="168480" y="0"/>
                  <a:pt x="172341" y="491"/>
                  <a:pt x="176080" y="1472"/>
                </a:cubicBezTo>
                <a:cubicBezTo>
                  <a:pt x="178916" y="2207"/>
                  <a:pt x="182369" y="3570"/>
                  <a:pt x="186441" y="5561"/>
                </a:cubicBezTo>
                <a:cubicBezTo>
                  <a:pt x="190512" y="7552"/>
                  <a:pt x="193363" y="8548"/>
                  <a:pt x="194991" y="8548"/>
                </a:cubicBezTo>
                <a:cubicBezTo>
                  <a:pt x="196560" y="8548"/>
                  <a:pt x="197796" y="8058"/>
                  <a:pt x="198701" y="7079"/>
                </a:cubicBezTo>
                <a:cubicBezTo>
                  <a:pt x="199606" y="6097"/>
                  <a:pt x="200450" y="3738"/>
                  <a:pt x="201235" y="0"/>
                </a:cubicBezTo>
                <a:lnTo>
                  <a:pt x="203949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2">
            <a:extLst xmlns:a="http://schemas.openxmlformats.org/drawingml/2006/main">
              <a:ext uri="{FF2B5EF4-FFF2-40B4-BE49-F238E27FC236}">
                <a16:creationId xmlns:a16="http://schemas.microsoft.com/office/drawing/2014/main" id="{0E9C04B0-FB89-4E35-9260-C314D7FC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231" y="2011788"/>
            <a:ext cx="52721" cy="83901"/>
          </a:xfrm>
          <a:custGeom xmlns:a="http://schemas.openxmlformats.org/drawingml/2006/main">
            <a:pathLst>
              <a:path w="52721" h="83901">
                <a:moveTo>
                  <a:pt x="48137" y="83901"/>
                </a:moveTo>
                <a:lnTo>
                  <a:pt x="0" y="83901"/>
                </a:lnTo>
                <a:lnTo>
                  <a:pt x="0" y="82567"/>
                </a:lnTo>
                <a:cubicBezTo>
                  <a:pt x="14759" y="64921"/>
                  <a:pt x="23716" y="53050"/>
                  <a:pt x="26873" y="46953"/>
                </a:cubicBezTo>
                <a:cubicBezTo>
                  <a:pt x="30030" y="40856"/>
                  <a:pt x="31609" y="34900"/>
                  <a:pt x="31609" y="29085"/>
                </a:cubicBezTo>
                <a:cubicBezTo>
                  <a:pt x="31609" y="24845"/>
                  <a:pt x="30302" y="21322"/>
                  <a:pt x="27688" y="18516"/>
                </a:cubicBezTo>
                <a:cubicBezTo>
                  <a:pt x="25074" y="15710"/>
                  <a:pt x="21877" y="14307"/>
                  <a:pt x="18097" y="14307"/>
                </a:cubicBezTo>
                <a:cubicBezTo>
                  <a:pt x="11903" y="14307"/>
                  <a:pt x="7098" y="17414"/>
                  <a:pt x="3680" y="23629"/>
                </a:cubicBezTo>
                <a:lnTo>
                  <a:pt x="1448" y="22843"/>
                </a:lnTo>
                <a:cubicBezTo>
                  <a:pt x="3619" y="15067"/>
                  <a:pt x="6917" y="9316"/>
                  <a:pt x="11340" y="5590"/>
                </a:cubicBezTo>
                <a:cubicBezTo>
                  <a:pt x="15764" y="1863"/>
                  <a:pt x="20871" y="0"/>
                  <a:pt x="26662" y="0"/>
                </a:cubicBezTo>
                <a:cubicBezTo>
                  <a:pt x="30804" y="0"/>
                  <a:pt x="34584" y="970"/>
                  <a:pt x="38003" y="2910"/>
                </a:cubicBezTo>
                <a:cubicBezTo>
                  <a:pt x="41421" y="4850"/>
                  <a:pt x="44095" y="7507"/>
                  <a:pt x="46025" y="10882"/>
                </a:cubicBezTo>
                <a:cubicBezTo>
                  <a:pt x="47956" y="14256"/>
                  <a:pt x="48921" y="17419"/>
                  <a:pt x="48921" y="20369"/>
                </a:cubicBezTo>
                <a:cubicBezTo>
                  <a:pt x="48921" y="25744"/>
                  <a:pt x="47433" y="31200"/>
                  <a:pt x="44457" y="36737"/>
                </a:cubicBezTo>
                <a:cubicBezTo>
                  <a:pt x="40395" y="44213"/>
                  <a:pt x="31528" y="54640"/>
                  <a:pt x="17855" y="68018"/>
                </a:cubicBezTo>
                <a:lnTo>
                  <a:pt x="35529" y="68018"/>
                </a:lnTo>
                <a:cubicBezTo>
                  <a:pt x="39873" y="68018"/>
                  <a:pt x="42698" y="67836"/>
                  <a:pt x="44005" y="67472"/>
                </a:cubicBezTo>
                <a:cubicBezTo>
                  <a:pt x="45312" y="67108"/>
                  <a:pt x="46387" y="66492"/>
                  <a:pt x="47232" y="65623"/>
                </a:cubicBezTo>
                <a:cubicBezTo>
                  <a:pt x="48076" y="64754"/>
                  <a:pt x="49182" y="62925"/>
                  <a:pt x="50550" y="60137"/>
                </a:cubicBezTo>
                <a:lnTo>
                  <a:pt x="52721" y="60137"/>
                </a:lnTo>
                <a:lnTo>
                  <a:pt x="48137" y="83901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standOn">
            <a:extLst xmlns:a="http://schemas.openxmlformats.org/drawingml/2006/main">
              <a:ext uri="{FF2B5EF4-FFF2-40B4-BE49-F238E27FC236}">
                <a16:creationId xmlns:a16="http://schemas.microsoft.com/office/drawing/2014/main" id="{A42F04A2-AEAB-4836-B0E1-018E6339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234" y="2443377"/>
            <a:ext cx="481151" cy="104527"/>
          </a:xfrm>
          <a:custGeom xmlns:a="http://schemas.openxmlformats.org/drawingml/2006/main">
            <a:pathLst>
              <a:path w="481151" h="104527">
                <a:moveTo>
                  <a:pt x="39827" y="34554"/>
                </a:moveTo>
                <a:lnTo>
                  <a:pt x="39827" y="56871"/>
                </a:lnTo>
                <a:lnTo>
                  <a:pt x="37464" y="56871"/>
                </a:lnTo>
                <a:cubicBezTo>
                  <a:pt x="35649" y="49871"/>
                  <a:pt x="33321" y="45110"/>
                  <a:pt x="30479" y="42588"/>
                </a:cubicBezTo>
                <a:cubicBezTo>
                  <a:pt x="27638" y="40064"/>
                  <a:pt x="24021" y="38802"/>
                  <a:pt x="19627" y="38802"/>
                </a:cubicBezTo>
                <a:cubicBezTo>
                  <a:pt x="16284" y="38802"/>
                  <a:pt x="13586" y="39689"/>
                  <a:pt x="11533" y="41463"/>
                </a:cubicBezTo>
                <a:cubicBezTo>
                  <a:pt x="9479" y="43236"/>
                  <a:pt x="8453" y="45201"/>
                  <a:pt x="8453" y="47359"/>
                </a:cubicBezTo>
                <a:cubicBezTo>
                  <a:pt x="8453" y="50044"/>
                  <a:pt x="9217" y="52345"/>
                  <a:pt x="10745" y="54261"/>
                </a:cubicBezTo>
                <a:cubicBezTo>
                  <a:pt x="12225" y="56227"/>
                  <a:pt x="15234" y="58313"/>
                  <a:pt x="19770" y="60517"/>
                </a:cubicBezTo>
                <a:lnTo>
                  <a:pt x="30229" y="65624"/>
                </a:lnTo>
                <a:cubicBezTo>
                  <a:pt x="39923" y="70369"/>
                  <a:pt x="44770" y="76626"/>
                  <a:pt x="44770" y="84393"/>
                </a:cubicBezTo>
                <a:cubicBezTo>
                  <a:pt x="44770" y="90384"/>
                  <a:pt x="42514" y="95214"/>
                  <a:pt x="38001" y="98883"/>
                </a:cubicBezTo>
                <a:cubicBezTo>
                  <a:pt x="33488" y="102550"/>
                  <a:pt x="28438" y="104383"/>
                  <a:pt x="22851" y="104383"/>
                </a:cubicBezTo>
                <a:cubicBezTo>
                  <a:pt x="18839" y="104383"/>
                  <a:pt x="14255" y="103663"/>
                  <a:pt x="9097" y="102223"/>
                </a:cubicBezTo>
                <a:cubicBezTo>
                  <a:pt x="7521" y="101744"/>
                  <a:pt x="6232" y="101504"/>
                  <a:pt x="5229" y="101504"/>
                </a:cubicBezTo>
                <a:cubicBezTo>
                  <a:pt x="4131" y="101504"/>
                  <a:pt x="3271" y="102127"/>
                  <a:pt x="2650" y="103375"/>
                </a:cubicBezTo>
                <a:lnTo>
                  <a:pt x="287" y="103375"/>
                </a:lnTo>
                <a:lnTo>
                  <a:pt x="287" y="79763"/>
                </a:lnTo>
                <a:lnTo>
                  <a:pt x="2650" y="79763"/>
                </a:lnTo>
                <a:cubicBezTo>
                  <a:pt x="3988" y="86506"/>
                  <a:pt x="6542" y="91587"/>
                  <a:pt x="10315" y="95007"/>
                </a:cubicBezTo>
                <a:cubicBezTo>
                  <a:pt x="14088" y="98426"/>
                  <a:pt x="18314" y="100136"/>
                  <a:pt x="22994" y="100136"/>
                </a:cubicBezTo>
                <a:cubicBezTo>
                  <a:pt x="26289" y="100136"/>
                  <a:pt x="28975" y="99165"/>
                  <a:pt x="31052" y="97225"/>
                </a:cubicBezTo>
                <a:cubicBezTo>
                  <a:pt x="33130" y="95283"/>
                  <a:pt x="34168" y="92945"/>
                  <a:pt x="34168" y="90213"/>
                </a:cubicBezTo>
                <a:cubicBezTo>
                  <a:pt x="34168" y="86904"/>
                  <a:pt x="33010" y="84124"/>
                  <a:pt x="30694" y="81871"/>
                </a:cubicBezTo>
                <a:cubicBezTo>
                  <a:pt x="28378" y="79618"/>
                  <a:pt x="23758" y="76767"/>
                  <a:pt x="16834" y="73316"/>
                </a:cubicBezTo>
                <a:cubicBezTo>
                  <a:pt x="9909" y="69863"/>
                  <a:pt x="5372" y="66747"/>
                  <a:pt x="3223" y="63966"/>
                </a:cubicBezTo>
                <a:cubicBezTo>
                  <a:pt x="1074" y="61234"/>
                  <a:pt x="0" y="57782"/>
                  <a:pt x="0" y="53611"/>
                </a:cubicBezTo>
                <a:cubicBezTo>
                  <a:pt x="0" y="48194"/>
                  <a:pt x="1850" y="43664"/>
                  <a:pt x="5551" y="40021"/>
                </a:cubicBezTo>
                <a:cubicBezTo>
                  <a:pt x="9252" y="36377"/>
                  <a:pt x="14040" y="34554"/>
                  <a:pt x="19914" y="34554"/>
                </a:cubicBezTo>
                <a:cubicBezTo>
                  <a:pt x="22492" y="34554"/>
                  <a:pt x="25620" y="35106"/>
                  <a:pt x="29298" y="36210"/>
                </a:cubicBezTo>
                <a:cubicBezTo>
                  <a:pt x="31733" y="36930"/>
                  <a:pt x="33357" y="37290"/>
                  <a:pt x="34168" y="37290"/>
                </a:cubicBezTo>
                <a:cubicBezTo>
                  <a:pt x="34933" y="37290"/>
                  <a:pt x="35529" y="37122"/>
                  <a:pt x="35959" y="36786"/>
                </a:cubicBezTo>
                <a:cubicBezTo>
                  <a:pt x="36389" y="36450"/>
                  <a:pt x="36891" y="35706"/>
                  <a:pt x="37464" y="34554"/>
                </a:cubicBezTo>
                <a:lnTo>
                  <a:pt x="39827" y="34554"/>
                </a:lnTo>
                <a:close/>
                <a:moveTo>
                  <a:pt x="73543" y="14686"/>
                </a:moveTo>
                <a:lnTo>
                  <a:pt x="73543" y="36426"/>
                </a:lnTo>
                <a:lnTo>
                  <a:pt x="88872" y="36426"/>
                </a:lnTo>
                <a:lnTo>
                  <a:pt x="88872" y="41465"/>
                </a:lnTo>
                <a:lnTo>
                  <a:pt x="73543" y="41465"/>
                </a:lnTo>
                <a:lnTo>
                  <a:pt x="73543" y="84168"/>
                </a:lnTo>
                <a:cubicBezTo>
                  <a:pt x="73543" y="88435"/>
                  <a:pt x="74152" y="91311"/>
                  <a:pt x="75369" y="92797"/>
                </a:cubicBezTo>
                <a:cubicBezTo>
                  <a:pt x="76587" y="94282"/>
                  <a:pt x="78151" y="95025"/>
                  <a:pt x="80061" y="95025"/>
                </a:cubicBezTo>
                <a:cubicBezTo>
                  <a:pt x="81637" y="95025"/>
                  <a:pt x="83165" y="94533"/>
                  <a:pt x="84646" y="93549"/>
                </a:cubicBezTo>
                <a:cubicBezTo>
                  <a:pt x="86126" y="92565"/>
                  <a:pt x="87272" y="91113"/>
                  <a:pt x="88084" y="89194"/>
                </a:cubicBezTo>
                <a:lnTo>
                  <a:pt x="90878" y="89194"/>
                </a:lnTo>
                <a:cubicBezTo>
                  <a:pt x="89206" y="93910"/>
                  <a:pt x="86842" y="97477"/>
                  <a:pt x="83786" y="99895"/>
                </a:cubicBezTo>
                <a:cubicBezTo>
                  <a:pt x="80730" y="102311"/>
                  <a:pt x="77578" y="103519"/>
                  <a:pt x="74331" y="103519"/>
                </a:cubicBezTo>
                <a:cubicBezTo>
                  <a:pt x="72134" y="103519"/>
                  <a:pt x="69985" y="102907"/>
                  <a:pt x="67884" y="101681"/>
                </a:cubicBezTo>
                <a:cubicBezTo>
                  <a:pt x="65783" y="100456"/>
                  <a:pt x="64231" y="98703"/>
                  <a:pt x="63228" y="96422"/>
                </a:cubicBezTo>
                <a:cubicBezTo>
                  <a:pt x="62225" y="94139"/>
                  <a:pt x="61724" y="90619"/>
                  <a:pt x="61724" y="85862"/>
                </a:cubicBezTo>
                <a:lnTo>
                  <a:pt x="61724" y="41465"/>
                </a:lnTo>
                <a:lnTo>
                  <a:pt x="51337" y="41465"/>
                </a:lnTo>
                <a:lnTo>
                  <a:pt x="51337" y="39090"/>
                </a:lnTo>
                <a:cubicBezTo>
                  <a:pt x="53963" y="38031"/>
                  <a:pt x="56650" y="36238"/>
                  <a:pt x="59395" y="33711"/>
                </a:cubicBezTo>
                <a:cubicBezTo>
                  <a:pt x="62141" y="31184"/>
                  <a:pt x="64589" y="28187"/>
                  <a:pt x="66738" y="24721"/>
                </a:cubicBezTo>
                <a:cubicBezTo>
                  <a:pt x="67836" y="22893"/>
                  <a:pt x="69364" y="19548"/>
                  <a:pt x="71322" y="14686"/>
                </a:cubicBezTo>
                <a:lnTo>
                  <a:pt x="73543" y="14686"/>
                </a:lnTo>
                <a:close/>
                <a:moveTo>
                  <a:pt x="132449" y="92865"/>
                </a:moveTo>
                <a:cubicBezTo>
                  <a:pt x="125715" y="98096"/>
                  <a:pt x="121489" y="101120"/>
                  <a:pt x="119770" y="101935"/>
                </a:cubicBezTo>
                <a:cubicBezTo>
                  <a:pt x="117191" y="103183"/>
                  <a:pt x="114445" y="103807"/>
                  <a:pt x="111532" y="103807"/>
                </a:cubicBezTo>
                <a:cubicBezTo>
                  <a:pt x="106996" y="103807"/>
                  <a:pt x="103259" y="102247"/>
                  <a:pt x="100322" y="99128"/>
                </a:cubicBezTo>
                <a:cubicBezTo>
                  <a:pt x="97385" y="96008"/>
                  <a:pt x="95916" y="91905"/>
                  <a:pt x="95916" y="86818"/>
                </a:cubicBezTo>
                <a:cubicBezTo>
                  <a:pt x="95916" y="83602"/>
                  <a:pt x="96633" y="80819"/>
                  <a:pt x="98065" y="78467"/>
                </a:cubicBezTo>
                <a:cubicBezTo>
                  <a:pt x="100023" y="75204"/>
                  <a:pt x="103426" y="72132"/>
                  <a:pt x="108273" y="69253"/>
                </a:cubicBezTo>
                <a:cubicBezTo>
                  <a:pt x="113120" y="66373"/>
                  <a:pt x="121179" y="62870"/>
                  <a:pt x="132449" y="58742"/>
                </a:cubicBezTo>
                <a:lnTo>
                  <a:pt x="132449" y="56151"/>
                </a:lnTo>
                <a:cubicBezTo>
                  <a:pt x="132449" y="49576"/>
                  <a:pt x="131410" y="45065"/>
                  <a:pt x="129333" y="42617"/>
                </a:cubicBezTo>
                <a:cubicBezTo>
                  <a:pt x="127255" y="40169"/>
                  <a:pt x="124235" y="38946"/>
                  <a:pt x="120271" y="38946"/>
                </a:cubicBezTo>
                <a:cubicBezTo>
                  <a:pt x="117263" y="38946"/>
                  <a:pt x="114875" y="39759"/>
                  <a:pt x="113108" y="41384"/>
                </a:cubicBezTo>
                <a:cubicBezTo>
                  <a:pt x="111293" y="43010"/>
                  <a:pt x="110386" y="44875"/>
                  <a:pt x="110386" y="46979"/>
                </a:cubicBezTo>
                <a:lnTo>
                  <a:pt x="110529" y="51139"/>
                </a:lnTo>
                <a:cubicBezTo>
                  <a:pt x="110529" y="53337"/>
                  <a:pt x="109968" y="55034"/>
                  <a:pt x="108846" y="56230"/>
                </a:cubicBezTo>
                <a:cubicBezTo>
                  <a:pt x="107724" y="57425"/>
                  <a:pt x="106255" y="58023"/>
                  <a:pt x="104441" y="58023"/>
                </a:cubicBezTo>
                <a:cubicBezTo>
                  <a:pt x="102674" y="58023"/>
                  <a:pt x="101229" y="57401"/>
                  <a:pt x="100107" y="56158"/>
                </a:cubicBezTo>
                <a:cubicBezTo>
                  <a:pt x="98985" y="54913"/>
                  <a:pt x="98424" y="53214"/>
                  <a:pt x="98424" y="51060"/>
                </a:cubicBezTo>
                <a:cubicBezTo>
                  <a:pt x="98424" y="46946"/>
                  <a:pt x="100525" y="43167"/>
                  <a:pt x="104727" y="39722"/>
                </a:cubicBezTo>
                <a:cubicBezTo>
                  <a:pt x="108930" y="36277"/>
                  <a:pt x="114827" y="34554"/>
                  <a:pt x="122420" y="34554"/>
                </a:cubicBezTo>
                <a:cubicBezTo>
                  <a:pt x="128246" y="34554"/>
                  <a:pt x="133022" y="35537"/>
                  <a:pt x="136747" y="37501"/>
                </a:cubicBezTo>
                <a:cubicBezTo>
                  <a:pt x="139564" y="38988"/>
                  <a:pt x="141642" y="41313"/>
                  <a:pt x="142979" y="44478"/>
                </a:cubicBezTo>
                <a:cubicBezTo>
                  <a:pt x="143838" y="46538"/>
                  <a:pt x="144268" y="50756"/>
                  <a:pt x="144268" y="57132"/>
                </a:cubicBezTo>
                <a:lnTo>
                  <a:pt x="144268" y="79493"/>
                </a:lnTo>
                <a:cubicBezTo>
                  <a:pt x="144268" y="85773"/>
                  <a:pt x="144387" y="89619"/>
                  <a:pt x="144626" y="91034"/>
                </a:cubicBezTo>
                <a:cubicBezTo>
                  <a:pt x="144865" y="92448"/>
                  <a:pt x="145259" y="93395"/>
                  <a:pt x="145808" y="93875"/>
                </a:cubicBezTo>
                <a:cubicBezTo>
                  <a:pt x="146357" y="94353"/>
                  <a:pt x="146990" y="94593"/>
                  <a:pt x="147706" y="94593"/>
                </a:cubicBezTo>
                <a:cubicBezTo>
                  <a:pt x="148470" y="94593"/>
                  <a:pt x="149139" y="94425"/>
                  <a:pt x="149712" y="94089"/>
                </a:cubicBezTo>
                <a:cubicBezTo>
                  <a:pt x="150715" y="93465"/>
                  <a:pt x="152649" y="91713"/>
                  <a:pt x="155514" y="88834"/>
                </a:cubicBezTo>
                <a:lnTo>
                  <a:pt x="155514" y="92865"/>
                </a:lnTo>
                <a:cubicBezTo>
                  <a:pt x="150166" y="100064"/>
                  <a:pt x="145056" y="103663"/>
                  <a:pt x="140185" y="103663"/>
                </a:cubicBezTo>
                <a:cubicBezTo>
                  <a:pt x="137845" y="103663"/>
                  <a:pt x="135983" y="102847"/>
                  <a:pt x="134598" y="101216"/>
                </a:cubicBezTo>
                <a:cubicBezTo>
                  <a:pt x="133213" y="99584"/>
                  <a:pt x="132497" y="96800"/>
                  <a:pt x="132449" y="92865"/>
                </a:cubicBezTo>
                <a:moveTo>
                  <a:pt x="132449" y="88145"/>
                </a:moveTo>
                <a:lnTo>
                  <a:pt x="132449" y="63134"/>
                </a:lnTo>
                <a:cubicBezTo>
                  <a:pt x="125238" y="66000"/>
                  <a:pt x="120582" y="68030"/>
                  <a:pt x="118481" y="69226"/>
                </a:cubicBezTo>
                <a:cubicBezTo>
                  <a:pt x="114708" y="71328"/>
                  <a:pt x="112010" y="73526"/>
                  <a:pt x="110386" y="75819"/>
                </a:cubicBezTo>
                <a:cubicBezTo>
                  <a:pt x="108762" y="78113"/>
                  <a:pt x="107951" y="80621"/>
                  <a:pt x="107951" y="83344"/>
                </a:cubicBezTo>
                <a:cubicBezTo>
                  <a:pt x="107951" y="86785"/>
                  <a:pt x="108977" y="89640"/>
                  <a:pt x="111031" y="91909"/>
                </a:cubicBezTo>
                <a:cubicBezTo>
                  <a:pt x="113084" y="94178"/>
                  <a:pt x="115448" y="95313"/>
                  <a:pt x="118122" y="95313"/>
                </a:cubicBezTo>
                <a:cubicBezTo>
                  <a:pt x="121752" y="95313"/>
                  <a:pt x="126527" y="92923"/>
                  <a:pt x="132449" y="88145"/>
                </a:cubicBezTo>
                <a:close/>
                <a:moveTo>
                  <a:pt x="179533" y="48520"/>
                </a:moveTo>
                <a:cubicBezTo>
                  <a:pt x="187222" y="39210"/>
                  <a:pt x="194552" y="34554"/>
                  <a:pt x="201524" y="34554"/>
                </a:cubicBezTo>
                <a:cubicBezTo>
                  <a:pt x="205106" y="34554"/>
                  <a:pt x="208186" y="35453"/>
                  <a:pt x="210765" y="37249"/>
                </a:cubicBezTo>
                <a:cubicBezTo>
                  <a:pt x="213344" y="39045"/>
                  <a:pt x="215397" y="42001"/>
                  <a:pt x="216925" y="46120"/>
                </a:cubicBezTo>
                <a:cubicBezTo>
                  <a:pt x="217976" y="48992"/>
                  <a:pt x="218501" y="53397"/>
                  <a:pt x="218501" y="59336"/>
                </a:cubicBezTo>
                <a:lnTo>
                  <a:pt x="218501" y="87421"/>
                </a:lnTo>
                <a:cubicBezTo>
                  <a:pt x="218501" y="91587"/>
                  <a:pt x="218835" y="94413"/>
                  <a:pt x="219504" y="95897"/>
                </a:cubicBezTo>
                <a:cubicBezTo>
                  <a:pt x="220029" y="97094"/>
                  <a:pt x="220877" y="98028"/>
                  <a:pt x="222047" y="98698"/>
                </a:cubicBezTo>
                <a:cubicBezTo>
                  <a:pt x="223217" y="99369"/>
                  <a:pt x="225378" y="99704"/>
                  <a:pt x="228530" y="99704"/>
                </a:cubicBezTo>
                <a:lnTo>
                  <a:pt x="228530" y="102367"/>
                </a:lnTo>
                <a:lnTo>
                  <a:pt x="196080" y="102367"/>
                </a:lnTo>
                <a:lnTo>
                  <a:pt x="196080" y="99704"/>
                </a:lnTo>
                <a:lnTo>
                  <a:pt x="197441" y="99704"/>
                </a:lnTo>
                <a:cubicBezTo>
                  <a:pt x="200498" y="99704"/>
                  <a:pt x="202635" y="99238"/>
                  <a:pt x="203852" y="98307"/>
                </a:cubicBezTo>
                <a:cubicBezTo>
                  <a:pt x="205070" y="97375"/>
                  <a:pt x="205918" y="96003"/>
                  <a:pt x="206395" y="94190"/>
                </a:cubicBezTo>
                <a:cubicBezTo>
                  <a:pt x="206586" y="93473"/>
                  <a:pt x="206682" y="91229"/>
                  <a:pt x="206682" y="87457"/>
                </a:cubicBezTo>
                <a:lnTo>
                  <a:pt x="206682" y="60598"/>
                </a:lnTo>
                <a:cubicBezTo>
                  <a:pt x="206682" y="54631"/>
                  <a:pt x="205906" y="50298"/>
                  <a:pt x="204354" y="47600"/>
                </a:cubicBezTo>
                <a:cubicBezTo>
                  <a:pt x="202802" y="44902"/>
                  <a:pt x="200187" y="43553"/>
                  <a:pt x="196510" y="43553"/>
                </a:cubicBezTo>
                <a:cubicBezTo>
                  <a:pt x="190827" y="43553"/>
                  <a:pt x="185168" y="46657"/>
                  <a:pt x="179533" y="52864"/>
                </a:cubicBezTo>
                <a:lnTo>
                  <a:pt x="179533" y="87457"/>
                </a:lnTo>
                <a:cubicBezTo>
                  <a:pt x="179533" y="91898"/>
                  <a:pt x="179796" y="94643"/>
                  <a:pt x="180321" y="95693"/>
                </a:cubicBezTo>
                <a:cubicBezTo>
                  <a:pt x="180990" y="97077"/>
                  <a:pt x="181909" y="98092"/>
                  <a:pt x="183079" y="98737"/>
                </a:cubicBezTo>
                <a:cubicBezTo>
                  <a:pt x="184249" y="99381"/>
                  <a:pt x="186625" y="99704"/>
                  <a:pt x="190207" y="99704"/>
                </a:cubicBezTo>
                <a:lnTo>
                  <a:pt x="190207" y="102367"/>
                </a:lnTo>
                <a:lnTo>
                  <a:pt x="157757" y="102367"/>
                </a:lnTo>
                <a:lnTo>
                  <a:pt x="157757" y="99704"/>
                </a:lnTo>
                <a:lnTo>
                  <a:pt x="159190" y="99704"/>
                </a:lnTo>
                <a:cubicBezTo>
                  <a:pt x="162533" y="99704"/>
                  <a:pt x="164789" y="98854"/>
                  <a:pt x="165959" y="97155"/>
                </a:cubicBezTo>
                <a:cubicBezTo>
                  <a:pt x="167129" y="95454"/>
                  <a:pt x="167714" y="92210"/>
                  <a:pt x="167714" y="87421"/>
                </a:cubicBezTo>
                <a:lnTo>
                  <a:pt x="167714" y="62999"/>
                </a:lnTo>
                <a:cubicBezTo>
                  <a:pt x="167714" y="55098"/>
                  <a:pt x="167535" y="50286"/>
                  <a:pt x="167177" y="48563"/>
                </a:cubicBezTo>
                <a:cubicBezTo>
                  <a:pt x="166819" y="46838"/>
                  <a:pt x="166270" y="45665"/>
                  <a:pt x="165529" y="45042"/>
                </a:cubicBezTo>
                <a:cubicBezTo>
                  <a:pt x="164789" y="44420"/>
                  <a:pt x="163798" y="44109"/>
                  <a:pt x="162557" y="44109"/>
                </a:cubicBezTo>
                <a:cubicBezTo>
                  <a:pt x="161219" y="44109"/>
                  <a:pt x="159620" y="44468"/>
                  <a:pt x="157757" y="45186"/>
                </a:cubicBezTo>
                <a:lnTo>
                  <a:pt x="156683" y="42599"/>
                </a:lnTo>
                <a:lnTo>
                  <a:pt x="176453" y="34554"/>
                </a:lnTo>
                <a:lnTo>
                  <a:pt x="179533" y="34554"/>
                </a:lnTo>
                <a:lnTo>
                  <a:pt x="179533" y="48520"/>
                </a:lnTo>
                <a:close/>
                <a:moveTo>
                  <a:pt x="280105" y="94953"/>
                </a:moveTo>
                <a:cubicBezTo>
                  <a:pt x="276905" y="98312"/>
                  <a:pt x="273777" y="100724"/>
                  <a:pt x="270721" y="102187"/>
                </a:cubicBezTo>
                <a:cubicBezTo>
                  <a:pt x="267665" y="103651"/>
                  <a:pt x="264370" y="104383"/>
                  <a:pt x="260836" y="104383"/>
                </a:cubicBezTo>
                <a:cubicBezTo>
                  <a:pt x="253672" y="104383"/>
                  <a:pt x="247417" y="101378"/>
                  <a:pt x="242068" y="95369"/>
                </a:cubicBezTo>
                <a:cubicBezTo>
                  <a:pt x="236720" y="89358"/>
                  <a:pt x="234045" y="81634"/>
                  <a:pt x="234045" y="72198"/>
                </a:cubicBezTo>
                <a:cubicBezTo>
                  <a:pt x="234045" y="62763"/>
                  <a:pt x="237006" y="54130"/>
                  <a:pt x="242928" y="46300"/>
                </a:cubicBezTo>
                <a:cubicBezTo>
                  <a:pt x="248849" y="38470"/>
                  <a:pt x="256466" y="34554"/>
                  <a:pt x="265778" y="34554"/>
                </a:cubicBezTo>
                <a:cubicBezTo>
                  <a:pt x="271557" y="34554"/>
                  <a:pt x="276332" y="36402"/>
                  <a:pt x="280105" y="40098"/>
                </a:cubicBezTo>
                <a:lnTo>
                  <a:pt x="280105" y="27904"/>
                </a:lnTo>
                <a:cubicBezTo>
                  <a:pt x="280105" y="20338"/>
                  <a:pt x="279926" y="15687"/>
                  <a:pt x="279567" y="13952"/>
                </a:cubicBezTo>
                <a:cubicBezTo>
                  <a:pt x="279209" y="12217"/>
                  <a:pt x="278648" y="11037"/>
                  <a:pt x="277884" y="10411"/>
                </a:cubicBezTo>
                <a:cubicBezTo>
                  <a:pt x="277120" y="9784"/>
                  <a:pt x="276165" y="9471"/>
                  <a:pt x="275019" y="9471"/>
                </a:cubicBezTo>
                <a:cubicBezTo>
                  <a:pt x="273777" y="9471"/>
                  <a:pt x="272130" y="9856"/>
                  <a:pt x="270076" y="10627"/>
                </a:cubicBezTo>
                <a:lnTo>
                  <a:pt x="269145" y="8096"/>
                </a:lnTo>
                <a:lnTo>
                  <a:pt x="288701" y="0"/>
                </a:lnTo>
                <a:lnTo>
                  <a:pt x="291924" y="0"/>
                </a:lnTo>
                <a:lnTo>
                  <a:pt x="291924" y="76236"/>
                </a:lnTo>
                <a:cubicBezTo>
                  <a:pt x="291924" y="83962"/>
                  <a:pt x="292103" y="88678"/>
                  <a:pt x="292461" y="90381"/>
                </a:cubicBezTo>
                <a:cubicBezTo>
                  <a:pt x="292819" y="92085"/>
                  <a:pt x="293392" y="93273"/>
                  <a:pt x="294180" y="93945"/>
                </a:cubicBezTo>
                <a:cubicBezTo>
                  <a:pt x="294968" y="94617"/>
                  <a:pt x="295888" y="94953"/>
                  <a:pt x="296938" y="94953"/>
                </a:cubicBezTo>
                <a:cubicBezTo>
                  <a:pt x="298228" y="94953"/>
                  <a:pt x="299947" y="94545"/>
                  <a:pt x="302096" y="93729"/>
                </a:cubicBezTo>
                <a:lnTo>
                  <a:pt x="302884" y="96248"/>
                </a:lnTo>
                <a:lnTo>
                  <a:pt x="283400" y="104383"/>
                </a:lnTo>
                <a:lnTo>
                  <a:pt x="280105" y="104383"/>
                </a:lnTo>
                <a:lnTo>
                  <a:pt x="280105" y="94953"/>
                </a:lnTo>
                <a:moveTo>
                  <a:pt x="280105" y="89929"/>
                </a:moveTo>
                <a:lnTo>
                  <a:pt x="280105" y="56036"/>
                </a:lnTo>
                <a:cubicBezTo>
                  <a:pt x="279818" y="52780"/>
                  <a:pt x="278959" y="49812"/>
                  <a:pt x="277526" y="47132"/>
                </a:cubicBezTo>
                <a:cubicBezTo>
                  <a:pt x="276093" y="44451"/>
                  <a:pt x="274195" y="42428"/>
                  <a:pt x="271831" y="41065"/>
                </a:cubicBezTo>
                <a:cubicBezTo>
                  <a:pt x="269467" y="39700"/>
                  <a:pt x="267163" y="39018"/>
                  <a:pt x="264919" y="39018"/>
                </a:cubicBezTo>
                <a:cubicBezTo>
                  <a:pt x="260716" y="39018"/>
                  <a:pt x="256968" y="40909"/>
                  <a:pt x="253672" y="44691"/>
                </a:cubicBezTo>
                <a:cubicBezTo>
                  <a:pt x="249327" y="49669"/>
                  <a:pt x="247154" y="56945"/>
                  <a:pt x="247154" y="66519"/>
                </a:cubicBezTo>
                <a:cubicBezTo>
                  <a:pt x="247154" y="76190"/>
                  <a:pt x="249255" y="83599"/>
                  <a:pt x="253458" y="88746"/>
                </a:cubicBezTo>
                <a:cubicBezTo>
                  <a:pt x="257660" y="93892"/>
                  <a:pt x="262340" y="96464"/>
                  <a:pt x="267497" y="96464"/>
                </a:cubicBezTo>
                <a:cubicBezTo>
                  <a:pt x="271843" y="96464"/>
                  <a:pt x="276046" y="94286"/>
                  <a:pt x="280105" y="89929"/>
                </a:cubicBezTo>
                <a:close/>
                <a:moveTo>
                  <a:pt x="356178" y="2592"/>
                </a:moveTo>
                <a:cubicBezTo>
                  <a:pt x="368785" y="2592"/>
                  <a:pt x="379709" y="7396"/>
                  <a:pt x="388950" y="17005"/>
                </a:cubicBezTo>
                <a:cubicBezTo>
                  <a:pt x="398190" y="26614"/>
                  <a:pt x="402810" y="38607"/>
                  <a:pt x="402810" y="52983"/>
                </a:cubicBezTo>
                <a:cubicBezTo>
                  <a:pt x="402810" y="67792"/>
                  <a:pt x="398154" y="80085"/>
                  <a:pt x="388842" y="89862"/>
                </a:cubicBezTo>
                <a:cubicBezTo>
                  <a:pt x="379530" y="99639"/>
                  <a:pt x="368260" y="104527"/>
                  <a:pt x="355032" y="104527"/>
                </a:cubicBezTo>
                <a:cubicBezTo>
                  <a:pt x="341660" y="104527"/>
                  <a:pt x="330426" y="99759"/>
                  <a:pt x="321329" y="90222"/>
                </a:cubicBezTo>
                <a:cubicBezTo>
                  <a:pt x="312232" y="80685"/>
                  <a:pt x="307683" y="68344"/>
                  <a:pt x="307683" y="53199"/>
                </a:cubicBezTo>
                <a:cubicBezTo>
                  <a:pt x="307683" y="37720"/>
                  <a:pt x="312936" y="25092"/>
                  <a:pt x="323442" y="15316"/>
                </a:cubicBezTo>
                <a:cubicBezTo>
                  <a:pt x="332563" y="6833"/>
                  <a:pt x="343475" y="2592"/>
                  <a:pt x="356178" y="2592"/>
                </a:cubicBezTo>
                <a:moveTo>
                  <a:pt x="354817" y="7919"/>
                </a:moveTo>
                <a:cubicBezTo>
                  <a:pt x="346126" y="7919"/>
                  <a:pt x="339153" y="11153"/>
                  <a:pt x="333900" y="17621"/>
                </a:cubicBezTo>
                <a:cubicBezTo>
                  <a:pt x="327358" y="25672"/>
                  <a:pt x="324087" y="37460"/>
                  <a:pt x="324087" y="52986"/>
                </a:cubicBezTo>
                <a:cubicBezTo>
                  <a:pt x="324087" y="68894"/>
                  <a:pt x="327477" y="81136"/>
                  <a:pt x="334258" y="89713"/>
                </a:cubicBezTo>
                <a:cubicBezTo>
                  <a:pt x="339464" y="96230"/>
                  <a:pt x="346340" y="99488"/>
                  <a:pt x="354889" y="99488"/>
                </a:cubicBezTo>
                <a:cubicBezTo>
                  <a:pt x="364010" y="99488"/>
                  <a:pt x="371543" y="95918"/>
                  <a:pt x="377488" y="88780"/>
                </a:cubicBezTo>
                <a:cubicBezTo>
                  <a:pt x="383434" y="81639"/>
                  <a:pt x="386407" y="70378"/>
                  <a:pt x="386407" y="54997"/>
                </a:cubicBezTo>
                <a:cubicBezTo>
                  <a:pt x="386407" y="38323"/>
                  <a:pt x="383135" y="25888"/>
                  <a:pt x="376593" y="17693"/>
                </a:cubicBezTo>
                <a:cubicBezTo>
                  <a:pt x="371340" y="11177"/>
                  <a:pt x="364081" y="7919"/>
                  <a:pt x="354817" y="7919"/>
                </a:cubicBezTo>
                <a:close/>
                <a:moveTo>
                  <a:pt x="432155" y="48520"/>
                </a:moveTo>
                <a:cubicBezTo>
                  <a:pt x="439843" y="39210"/>
                  <a:pt x="447174" y="34554"/>
                  <a:pt x="454146" y="34554"/>
                </a:cubicBezTo>
                <a:cubicBezTo>
                  <a:pt x="457728" y="34554"/>
                  <a:pt x="460808" y="35453"/>
                  <a:pt x="463387" y="37249"/>
                </a:cubicBezTo>
                <a:cubicBezTo>
                  <a:pt x="465965" y="39045"/>
                  <a:pt x="468019" y="42001"/>
                  <a:pt x="469547" y="46120"/>
                </a:cubicBezTo>
                <a:cubicBezTo>
                  <a:pt x="470597" y="48992"/>
                  <a:pt x="471123" y="53397"/>
                  <a:pt x="471123" y="59336"/>
                </a:cubicBezTo>
                <a:lnTo>
                  <a:pt x="471123" y="87421"/>
                </a:lnTo>
                <a:cubicBezTo>
                  <a:pt x="471123" y="91587"/>
                  <a:pt x="471457" y="94413"/>
                  <a:pt x="472126" y="95897"/>
                </a:cubicBezTo>
                <a:cubicBezTo>
                  <a:pt x="472651" y="97094"/>
                  <a:pt x="473499" y="98028"/>
                  <a:pt x="474669" y="98698"/>
                </a:cubicBezTo>
                <a:cubicBezTo>
                  <a:pt x="475839" y="99369"/>
                  <a:pt x="477999" y="99704"/>
                  <a:pt x="481151" y="99704"/>
                </a:cubicBezTo>
                <a:lnTo>
                  <a:pt x="481151" y="102367"/>
                </a:lnTo>
                <a:lnTo>
                  <a:pt x="448702" y="102367"/>
                </a:lnTo>
                <a:lnTo>
                  <a:pt x="448702" y="99704"/>
                </a:lnTo>
                <a:lnTo>
                  <a:pt x="450063" y="99704"/>
                </a:lnTo>
                <a:cubicBezTo>
                  <a:pt x="453119" y="99704"/>
                  <a:pt x="455256" y="99238"/>
                  <a:pt x="456474" y="98307"/>
                </a:cubicBezTo>
                <a:cubicBezTo>
                  <a:pt x="457692" y="97375"/>
                  <a:pt x="458539" y="96003"/>
                  <a:pt x="459017" y="94190"/>
                </a:cubicBezTo>
                <a:cubicBezTo>
                  <a:pt x="459208" y="93473"/>
                  <a:pt x="459303" y="91229"/>
                  <a:pt x="459303" y="87457"/>
                </a:cubicBezTo>
                <a:lnTo>
                  <a:pt x="459303" y="60598"/>
                </a:lnTo>
                <a:cubicBezTo>
                  <a:pt x="459303" y="54631"/>
                  <a:pt x="458527" y="50298"/>
                  <a:pt x="456975" y="47600"/>
                </a:cubicBezTo>
                <a:cubicBezTo>
                  <a:pt x="455423" y="44902"/>
                  <a:pt x="452809" y="43553"/>
                  <a:pt x="449132" y="43553"/>
                </a:cubicBezTo>
                <a:cubicBezTo>
                  <a:pt x="443449" y="43553"/>
                  <a:pt x="437790" y="46657"/>
                  <a:pt x="432155" y="52864"/>
                </a:cubicBezTo>
                <a:lnTo>
                  <a:pt x="432155" y="87457"/>
                </a:lnTo>
                <a:cubicBezTo>
                  <a:pt x="432155" y="91898"/>
                  <a:pt x="432418" y="94643"/>
                  <a:pt x="432943" y="95693"/>
                </a:cubicBezTo>
                <a:cubicBezTo>
                  <a:pt x="433611" y="97077"/>
                  <a:pt x="434531" y="98092"/>
                  <a:pt x="435701" y="98737"/>
                </a:cubicBezTo>
                <a:cubicBezTo>
                  <a:pt x="436871" y="99381"/>
                  <a:pt x="439247" y="99704"/>
                  <a:pt x="442828" y="99704"/>
                </a:cubicBezTo>
                <a:lnTo>
                  <a:pt x="442828" y="102367"/>
                </a:lnTo>
                <a:lnTo>
                  <a:pt x="410379" y="102367"/>
                </a:lnTo>
                <a:lnTo>
                  <a:pt x="410379" y="99704"/>
                </a:lnTo>
                <a:lnTo>
                  <a:pt x="411811" y="99704"/>
                </a:lnTo>
                <a:cubicBezTo>
                  <a:pt x="415154" y="99704"/>
                  <a:pt x="417411" y="98854"/>
                  <a:pt x="418581" y="97155"/>
                </a:cubicBezTo>
                <a:cubicBezTo>
                  <a:pt x="419751" y="95454"/>
                  <a:pt x="420336" y="92210"/>
                  <a:pt x="420336" y="87421"/>
                </a:cubicBezTo>
                <a:lnTo>
                  <a:pt x="420336" y="62999"/>
                </a:lnTo>
                <a:cubicBezTo>
                  <a:pt x="420336" y="55098"/>
                  <a:pt x="420157" y="50286"/>
                  <a:pt x="419798" y="48563"/>
                </a:cubicBezTo>
                <a:cubicBezTo>
                  <a:pt x="419440" y="46838"/>
                  <a:pt x="418891" y="45665"/>
                  <a:pt x="418151" y="45042"/>
                </a:cubicBezTo>
                <a:cubicBezTo>
                  <a:pt x="417411" y="44420"/>
                  <a:pt x="416420" y="44109"/>
                  <a:pt x="415178" y="44109"/>
                </a:cubicBezTo>
                <a:cubicBezTo>
                  <a:pt x="413841" y="44109"/>
                  <a:pt x="412241" y="44468"/>
                  <a:pt x="410379" y="45186"/>
                </a:cubicBezTo>
                <a:lnTo>
                  <a:pt x="409304" y="42599"/>
                </a:lnTo>
                <a:lnTo>
                  <a:pt x="429075" y="34554"/>
                </a:lnTo>
                <a:lnTo>
                  <a:pt x="432155" y="34554"/>
                </a:lnTo>
                <a:lnTo>
                  <a:pt x="432155" y="4852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T">
            <a:extLst xmlns:a="http://schemas.openxmlformats.org/drawingml/2006/main">
              <a:ext uri="{FF2B5EF4-FFF2-40B4-BE49-F238E27FC236}">
                <a16:creationId xmlns:a16="http://schemas.microsoft.com/office/drawing/2014/main" id="{9761B779-2562-4990-B585-A5C2CCBD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289" y="2259489"/>
            <a:ext cx="107403" cy="123305"/>
          </a:xfrm>
          <a:custGeom xmlns:a="http://schemas.openxmlformats.org/drawingml/2006/main">
            <a:pathLst>
              <a:path w="107403" h="123305">
                <a:moveTo>
                  <a:pt x="14206" y="0"/>
                </a:moveTo>
                <a:lnTo>
                  <a:pt x="107403" y="0"/>
                </a:lnTo>
                <a:lnTo>
                  <a:pt x="97359" y="32736"/>
                </a:lnTo>
                <a:lnTo>
                  <a:pt x="93921" y="32736"/>
                </a:lnTo>
                <a:cubicBezTo>
                  <a:pt x="95067" y="27964"/>
                  <a:pt x="95640" y="23705"/>
                  <a:pt x="95640" y="19960"/>
                </a:cubicBezTo>
                <a:cubicBezTo>
                  <a:pt x="95640" y="15551"/>
                  <a:pt x="94283" y="12230"/>
                  <a:pt x="91568" y="9994"/>
                </a:cubicBezTo>
                <a:cubicBezTo>
                  <a:pt x="89517" y="8302"/>
                  <a:pt x="84239" y="7456"/>
                  <a:pt x="75734" y="7456"/>
                </a:cubicBezTo>
                <a:lnTo>
                  <a:pt x="66052" y="7456"/>
                </a:lnTo>
                <a:lnTo>
                  <a:pt x="41803" y="92297"/>
                </a:lnTo>
                <a:cubicBezTo>
                  <a:pt x="38727" y="103002"/>
                  <a:pt x="37188" y="109601"/>
                  <a:pt x="37188" y="112094"/>
                </a:cubicBezTo>
                <a:cubicBezTo>
                  <a:pt x="37188" y="114406"/>
                  <a:pt x="38153" y="116307"/>
                  <a:pt x="40084" y="117798"/>
                </a:cubicBezTo>
                <a:cubicBezTo>
                  <a:pt x="42014" y="119287"/>
                  <a:pt x="45422" y="120031"/>
                  <a:pt x="50308" y="120031"/>
                </a:cubicBezTo>
                <a:lnTo>
                  <a:pt x="54471" y="120031"/>
                </a:lnTo>
                <a:lnTo>
                  <a:pt x="53385" y="123305"/>
                </a:lnTo>
                <a:lnTo>
                  <a:pt x="0" y="123305"/>
                </a:lnTo>
                <a:lnTo>
                  <a:pt x="995" y="120031"/>
                </a:lnTo>
                <a:lnTo>
                  <a:pt x="3348" y="120031"/>
                </a:lnTo>
                <a:cubicBezTo>
                  <a:pt x="8053" y="120031"/>
                  <a:pt x="11672" y="119270"/>
                  <a:pt x="14206" y="117749"/>
                </a:cubicBezTo>
                <a:cubicBezTo>
                  <a:pt x="15955" y="116715"/>
                  <a:pt x="17539" y="114844"/>
                  <a:pt x="18956" y="112137"/>
                </a:cubicBezTo>
                <a:cubicBezTo>
                  <a:pt x="20374" y="109430"/>
                  <a:pt x="22349" y="103695"/>
                  <a:pt x="24883" y="94934"/>
                </a:cubicBezTo>
                <a:lnTo>
                  <a:pt x="50308" y="7456"/>
                </a:lnTo>
                <a:lnTo>
                  <a:pt x="42979" y="7456"/>
                </a:lnTo>
                <a:cubicBezTo>
                  <a:pt x="35922" y="7456"/>
                  <a:pt x="30236" y="8363"/>
                  <a:pt x="25923" y="10176"/>
                </a:cubicBezTo>
                <a:cubicBezTo>
                  <a:pt x="21610" y="11987"/>
                  <a:pt x="18127" y="14615"/>
                  <a:pt x="15473" y="18059"/>
                </a:cubicBezTo>
                <a:cubicBezTo>
                  <a:pt x="12818" y="21501"/>
                  <a:pt x="10647" y="26393"/>
                  <a:pt x="8958" y="32736"/>
                </a:cubicBezTo>
                <a:lnTo>
                  <a:pt x="5610" y="32736"/>
                </a:lnTo>
                <a:lnTo>
                  <a:pt x="14206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S">
            <a:extLst xmlns:a="http://schemas.openxmlformats.org/drawingml/2006/main">
              <a:ext uri="{FF2B5EF4-FFF2-40B4-BE49-F238E27FC236}">
                <a16:creationId xmlns:a16="http://schemas.microsoft.com/office/drawing/2014/main" id="{B5331C83-BD5F-43EF-A8DE-54356C5F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648" y="2256761"/>
            <a:ext cx="99169" cy="128761"/>
          </a:xfrm>
          <a:custGeom xmlns:a="http://schemas.openxmlformats.org/drawingml/2006/main">
            <a:pathLst>
              <a:path w="99169" h="128761">
                <a:moveTo>
                  <a:pt x="0" y="128761"/>
                </a:moveTo>
                <a:lnTo>
                  <a:pt x="10134" y="82931"/>
                </a:lnTo>
                <a:lnTo>
                  <a:pt x="13210" y="82931"/>
                </a:lnTo>
                <a:cubicBezTo>
                  <a:pt x="12788" y="87356"/>
                  <a:pt x="12577" y="91024"/>
                  <a:pt x="12577" y="93933"/>
                </a:cubicBezTo>
                <a:cubicBezTo>
                  <a:pt x="12577" y="102239"/>
                  <a:pt x="15216" y="108998"/>
                  <a:pt x="20494" y="114211"/>
                </a:cubicBezTo>
                <a:cubicBezTo>
                  <a:pt x="25772" y="119425"/>
                  <a:pt x="32664" y="122032"/>
                  <a:pt x="41170" y="122032"/>
                </a:cubicBezTo>
                <a:cubicBezTo>
                  <a:pt x="49072" y="122032"/>
                  <a:pt x="55074" y="119597"/>
                  <a:pt x="59176" y="114729"/>
                </a:cubicBezTo>
                <a:cubicBezTo>
                  <a:pt x="63277" y="109860"/>
                  <a:pt x="65328" y="104250"/>
                  <a:pt x="65328" y="97900"/>
                </a:cubicBezTo>
                <a:cubicBezTo>
                  <a:pt x="65328" y="93788"/>
                  <a:pt x="64393" y="90038"/>
                  <a:pt x="62523" y="86653"/>
                </a:cubicBezTo>
                <a:cubicBezTo>
                  <a:pt x="59688" y="81633"/>
                  <a:pt x="52118" y="72803"/>
                  <a:pt x="39812" y="60163"/>
                </a:cubicBezTo>
                <a:cubicBezTo>
                  <a:pt x="33840" y="54114"/>
                  <a:pt x="30010" y="49608"/>
                  <a:pt x="28321" y="46643"/>
                </a:cubicBezTo>
                <a:cubicBezTo>
                  <a:pt x="25546" y="41744"/>
                  <a:pt x="24159" y="36601"/>
                  <a:pt x="24159" y="31215"/>
                </a:cubicBezTo>
                <a:cubicBezTo>
                  <a:pt x="24159" y="22626"/>
                  <a:pt x="27356" y="15277"/>
                  <a:pt x="33750" y="9167"/>
                </a:cubicBezTo>
                <a:cubicBezTo>
                  <a:pt x="40144" y="3056"/>
                  <a:pt x="48348" y="0"/>
                  <a:pt x="58361" y="0"/>
                </a:cubicBezTo>
                <a:cubicBezTo>
                  <a:pt x="61739" y="0"/>
                  <a:pt x="64936" y="337"/>
                  <a:pt x="67952" y="1012"/>
                </a:cubicBezTo>
                <a:cubicBezTo>
                  <a:pt x="69822" y="1381"/>
                  <a:pt x="73231" y="2610"/>
                  <a:pt x="78177" y="4697"/>
                </a:cubicBezTo>
                <a:cubicBezTo>
                  <a:pt x="81676" y="6109"/>
                  <a:pt x="83606" y="6876"/>
                  <a:pt x="83968" y="6999"/>
                </a:cubicBezTo>
                <a:cubicBezTo>
                  <a:pt x="84812" y="7183"/>
                  <a:pt x="85747" y="7275"/>
                  <a:pt x="86773" y="7275"/>
                </a:cubicBezTo>
                <a:cubicBezTo>
                  <a:pt x="88522" y="7275"/>
                  <a:pt x="90030" y="6814"/>
                  <a:pt x="91297" y="5894"/>
                </a:cubicBezTo>
                <a:cubicBezTo>
                  <a:pt x="92564" y="4973"/>
                  <a:pt x="94042" y="3008"/>
                  <a:pt x="95731" y="0"/>
                </a:cubicBezTo>
                <a:lnTo>
                  <a:pt x="99169" y="0"/>
                </a:lnTo>
                <a:lnTo>
                  <a:pt x="89759" y="40920"/>
                </a:lnTo>
                <a:lnTo>
                  <a:pt x="86682" y="40920"/>
                </a:lnTo>
                <a:cubicBezTo>
                  <a:pt x="86924" y="37282"/>
                  <a:pt x="87044" y="34342"/>
                  <a:pt x="87044" y="32099"/>
                </a:cubicBezTo>
                <a:cubicBezTo>
                  <a:pt x="87044" y="24764"/>
                  <a:pt x="84631" y="18762"/>
                  <a:pt x="79806" y="14095"/>
                </a:cubicBezTo>
                <a:cubicBezTo>
                  <a:pt x="74980" y="9427"/>
                  <a:pt x="68616" y="7093"/>
                  <a:pt x="60714" y="7093"/>
                </a:cubicBezTo>
                <a:cubicBezTo>
                  <a:pt x="54440" y="7093"/>
                  <a:pt x="49343" y="8938"/>
                  <a:pt x="45422" y="12628"/>
                </a:cubicBezTo>
                <a:cubicBezTo>
                  <a:pt x="41501" y="16317"/>
                  <a:pt x="39541" y="20580"/>
                  <a:pt x="39541" y="25419"/>
                </a:cubicBezTo>
                <a:cubicBezTo>
                  <a:pt x="39541" y="29653"/>
                  <a:pt x="40793" y="33690"/>
                  <a:pt x="43296" y="37530"/>
                </a:cubicBezTo>
                <a:cubicBezTo>
                  <a:pt x="45799" y="41370"/>
                  <a:pt x="51560" y="47629"/>
                  <a:pt x="60578" y="56307"/>
                </a:cubicBezTo>
                <a:cubicBezTo>
                  <a:pt x="69596" y="64986"/>
                  <a:pt x="75432" y="71764"/>
                  <a:pt x="78086" y="76642"/>
                </a:cubicBezTo>
                <a:cubicBezTo>
                  <a:pt x="80741" y="81518"/>
                  <a:pt x="82068" y="86713"/>
                  <a:pt x="82068" y="92226"/>
                </a:cubicBezTo>
                <a:cubicBezTo>
                  <a:pt x="82068" y="98466"/>
                  <a:pt x="80424" y="104510"/>
                  <a:pt x="77136" y="110358"/>
                </a:cubicBezTo>
                <a:cubicBezTo>
                  <a:pt x="73849" y="116204"/>
                  <a:pt x="69129" y="120733"/>
                  <a:pt x="62976" y="123944"/>
                </a:cubicBezTo>
                <a:cubicBezTo>
                  <a:pt x="56823" y="127155"/>
                  <a:pt x="50097" y="128761"/>
                  <a:pt x="42798" y="128761"/>
                </a:cubicBezTo>
                <a:cubicBezTo>
                  <a:pt x="39179" y="128761"/>
                  <a:pt x="35801" y="128427"/>
                  <a:pt x="32664" y="127760"/>
                </a:cubicBezTo>
                <a:cubicBezTo>
                  <a:pt x="29527" y="127094"/>
                  <a:pt x="24521" y="125457"/>
                  <a:pt x="17644" y="122850"/>
                </a:cubicBezTo>
                <a:cubicBezTo>
                  <a:pt x="15292" y="121941"/>
                  <a:pt x="13331" y="121486"/>
                  <a:pt x="11763" y="121486"/>
                </a:cubicBezTo>
                <a:cubicBezTo>
                  <a:pt x="8204" y="121486"/>
                  <a:pt x="5429" y="123911"/>
                  <a:pt x="3438" y="128761"/>
                </a:cubicBezTo>
                <a:lnTo>
                  <a:pt x="0" y="128761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overtaking">
            <a:extLst xmlns:a="http://schemas.openxmlformats.org/drawingml/2006/main">
              <a:ext uri="{FF2B5EF4-FFF2-40B4-BE49-F238E27FC236}">
                <a16:creationId xmlns:a16="http://schemas.microsoft.com/office/drawing/2014/main" id="{D76B3863-45F3-4547-91A6-CC8412D9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476" y="1167145"/>
            <a:ext cx="791026" cy="169498"/>
          </a:xfrm>
          <a:custGeom xmlns:a="http://schemas.openxmlformats.org/drawingml/2006/main">
            <a:pathLst>
              <a:path w="791026" h="169498">
                <a:moveTo>
                  <a:pt x="80258" y="75414"/>
                </a:moveTo>
                <a:cubicBezTo>
                  <a:pt x="80258" y="84517"/>
                  <a:pt x="77860" y="93529"/>
                  <a:pt x="73065" y="102450"/>
                </a:cubicBezTo>
                <a:cubicBezTo>
                  <a:pt x="68269" y="111371"/>
                  <a:pt x="61588" y="118441"/>
                  <a:pt x="53023" y="123660"/>
                </a:cubicBezTo>
                <a:cubicBezTo>
                  <a:pt x="44457" y="128879"/>
                  <a:pt x="36133" y="131489"/>
                  <a:pt x="28050" y="131489"/>
                </a:cubicBezTo>
                <a:cubicBezTo>
                  <a:pt x="19786" y="131489"/>
                  <a:pt x="13045" y="128834"/>
                  <a:pt x="7827" y="123523"/>
                </a:cubicBezTo>
                <a:cubicBezTo>
                  <a:pt x="2609" y="118213"/>
                  <a:pt x="0" y="111340"/>
                  <a:pt x="0" y="102904"/>
                </a:cubicBezTo>
                <a:cubicBezTo>
                  <a:pt x="0" y="93984"/>
                  <a:pt x="2549" y="85032"/>
                  <a:pt x="7646" y="76051"/>
                </a:cubicBezTo>
                <a:cubicBezTo>
                  <a:pt x="12743" y="67069"/>
                  <a:pt x="19559" y="59969"/>
                  <a:pt x="28095" y="54750"/>
                </a:cubicBezTo>
                <a:cubicBezTo>
                  <a:pt x="36630" y="49531"/>
                  <a:pt x="44879" y="46921"/>
                  <a:pt x="52842" y="46921"/>
                </a:cubicBezTo>
                <a:cubicBezTo>
                  <a:pt x="60804" y="46921"/>
                  <a:pt x="67364" y="49561"/>
                  <a:pt x="72522" y="54841"/>
                </a:cubicBezTo>
                <a:cubicBezTo>
                  <a:pt x="77679" y="60121"/>
                  <a:pt x="80258" y="66979"/>
                  <a:pt x="80258" y="75414"/>
                </a:cubicBezTo>
                <a:moveTo>
                  <a:pt x="65238" y="68989"/>
                </a:moveTo>
                <a:cubicBezTo>
                  <a:pt x="65238" y="63331"/>
                  <a:pt x="63866" y="58996"/>
                  <a:pt x="61121" y="55986"/>
                </a:cubicBezTo>
                <a:cubicBezTo>
                  <a:pt x="58376" y="52974"/>
                  <a:pt x="54832" y="51468"/>
                  <a:pt x="50489" y="51468"/>
                </a:cubicBezTo>
                <a:cubicBezTo>
                  <a:pt x="41622" y="51468"/>
                  <a:pt x="33463" y="57872"/>
                  <a:pt x="26014" y="70680"/>
                </a:cubicBezTo>
                <a:cubicBezTo>
                  <a:pt x="18564" y="83487"/>
                  <a:pt x="14839" y="96217"/>
                  <a:pt x="14839" y="108872"/>
                </a:cubicBezTo>
                <a:cubicBezTo>
                  <a:pt x="14839" y="114652"/>
                  <a:pt x="16287" y="119108"/>
                  <a:pt x="19182" y="122242"/>
                </a:cubicBezTo>
                <a:cubicBezTo>
                  <a:pt x="22078" y="125375"/>
                  <a:pt x="25727" y="126942"/>
                  <a:pt x="30131" y="126942"/>
                </a:cubicBezTo>
                <a:cubicBezTo>
                  <a:pt x="38636" y="126942"/>
                  <a:pt x="46614" y="120569"/>
                  <a:pt x="54063" y="107823"/>
                </a:cubicBezTo>
                <a:cubicBezTo>
                  <a:pt x="61513" y="95076"/>
                  <a:pt x="65238" y="82131"/>
                  <a:pt x="65238" y="68989"/>
                </a:cubicBezTo>
                <a:close/>
                <a:moveTo>
                  <a:pt x="91207" y="52559"/>
                </a:moveTo>
                <a:lnTo>
                  <a:pt x="117356" y="46921"/>
                </a:lnTo>
                <a:cubicBezTo>
                  <a:pt x="119226" y="51407"/>
                  <a:pt x="120734" y="55984"/>
                  <a:pt x="121880" y="60652"/>
                </a:cubicBezTo>
                <a:cubicBezTo>
                  <a:pt x="123509" y="67502"/>
                  <a:pt x="124836" y="75626"/>
                  <a:pt x="125862" y="85022"/>
                </a:cubicBezTo>
                <a:cubicBezTo>
                  <a:pt x="126344" y="89751"/>
                  <a:pt x="127008" y="99753"/>
                  <a:pt x="127852" y="115030"/>
                </a:cubicBezTo>
                <a:cubicBezTo>
                  <a:pt x="135392" y="106664"/>
                  <a:pt x="139886" y="101481"/>
                  <a:pt x="141334" y="99480"/>
                </a:cubicBezTo>
                <a:cubicBezTo>
                  <a:pt x="149297" y="88629"/>
                  <a:pt x="153881" y="82264"/>
                  <a:pt x="155087" y="80384"/>
                </a:cubicBezTo>
                <a:cubicBezTo>
                  <a:pt x="157078" y="77172"/>
                  <a:pt x="158465" y="74353"/>
                  <a:pt x="159250" y="71928"/>
                </a:cubicBezTo>
                <a:cubicBezTo>
                  <a:pt x="159913" y="70109"/>
                  <a:pt x="160245" y="68381"/>
                  <a:pt x="160245" y="66745"/>
                </a:cubicBezTo>
                <a:cubicBezTo>
                  <a:pt x="160245" y="65168"/>
                  <a:pt x="158842" y="63350"/>
                  <a:pt x="156037" y="61289"/>
                </a:cubicBezTo>
                <a:cubicBezTo>
                  <a:pt x="153233" y="59227"/>
                  <a:pt x="151830" y="56924"/>
                  <a:pt x="151830" y="54378"/>
                </a:cubicBezTo>
                <a:cubicBezTo>
                  <a:pt x="151830" y="52438"/>
                  <a:pt x="152599" y="50710"/>
                  <a:pt x="154137" y="49195"/>
                </a:cubicBezTo>
                <a:cubicBezTo>
                  <a:pt x="155676" y="47679"/>
                  <a:pt x="157500" y="46921"/>
                  <a:pt x="159612" y="46921"/>
                </a:cubicBezTo>
                <a:cubicBezTo>
                  <a:pt x="162145" y="46921"/>
                  <a:pt x="164377" y="47968"/>
                  <a:pt x="166307" y="50061"/>
                </a:cubicBezTo>
                <a:cubicBezTo>
                  <a:pt x="168238" y="52155"/>
                  <a:pt x="169203" y="54749"/>
                  <a:pt x="169203" y="57845"/>
                </a:cubicBezTo>
                <a:cubicBezTo>
                  <a:pt x="169203" y="60940"/>
                  <a:pt x="168720" y="63914"/>
                  <a:pt x="167755" y="66767"/>
                </a:cubicBezTo>
                <a:cubicBezTo>
                  <a:pt x="166187" y="71378"/>
                  <a:pt x="163261" y="77007"/>
                  <a:pt x="158978" y="83652"/>
                </a:cubicBezTo>
                <a:cubicBezTo>
                  <a:pt x="154695" y="90298"/>
                  <a:pt x="147788" y="99204"/>
                  <a:pt x="138258" y="110369"/>
                </a:cubicBezTo>
                <a:cubicBezTo>
                  <a:pt x="137051" y="111766"/>
                  <a:pt x="130356" y="118805"/>
                  <a:pt x="118171" y="131489"/>
                </a:cubicBezTo>
                <a:lnTo>
                  <a:pt x="114823" y="131489"/>
                </a:lnTo>
                <a:cubicBezTo>
                  <a:pt x="113375" y="93070"/>
                  <a:pt x="110359" y="69096"/>
                  <a:pt x="105774" y="59567"/>
                </a:cubicBezTo>
                <a:cubicBezTo>
                  <a:pt x="104266" y="56471"/>
                  <a:pt x="101763" y="54923"/>
                  <a:pt x="98264" y="54923"/>
                </a:cubicBezTo>
                <a:cubicBezTo>
                  <a:pt x="96756" y="54923"/>
                  <a:pt x="94615" y="55196"/>
                  <a:pt x="91840" y="55742"/>
                </a:cubicBezTo>
                <a:lnTo>
                  <a:pt x="91207" y="52559"/>
                </a:lnTo>
                <a:close/>
                <a:moveTo>
                  <a:pt x="191580" y="95116"/>
                </a:moveTo>
                <a:cubicBezTo>
                  <a:pt x="191158" y="98137"/>
                  <a:pt x="190947" y="100644"/>
                  <a:pt x="190947" y="102637"/>
                </a:cubicBezTo>
                <a:cubicBezTo>
                  <a:pt x="190947" y="108014"/>
                  <a:pt x="192847" y="112591"/>
                  <a:pt x="196647" y="116368"/>
                </a:cubicBezTo>
                <a:cubicBezTo>
                  <a:pt x="200448" y="120144"/>
                  <a:pt x="205062" y="122032"/>
                  <a:pt x="210491" y="122032"/>
                </a:cubicBezTo>
                <a:cubicBezTo>
                  <a:pt x="214834" y="122032"/>
                  <a:pt x="219012" y="121140"/>
                  <a:pt x="223023" y="119358"/>
                </a:cubicBezTo>
                <a:cubicBezTo>
                  <a:pt x="227034" y="117573"/>
                  <a:pt x="232991" y="113628"/>
                  <a:pt x="240893" y="107522"/>
                </a:cubicBezTo>
                <a:lnTo>
                  <a:pt x="242794" y="110159"/>
                </a:lnTo>
                <a:cubicBezTo>
                  <a:pt x="228497" y="124379"/>
                  <a:pt x="214865" y="131489"/>
                  <a:pt x="201895" y="131489"/>
                </a:cubicBezTo>
                <a:cubicBezTo>
                  <a:pt x="193088" y="131489"/>
                  <a:pt x="186453" y="128697"/>
                  <a:pt x="181989" y="123114"/>
                </a:cubicBezTo>
                <a:cubicBezTo>
                  <a:pt x="177525" y="117531"/>
                  <a:pt x="175294" y="111372"/>
                  <a:pt x="175294" y="104635"/>
                </a:cubicBezTo>
                <a:cubicBezTo>
                  <a:pt x="175294" y="95593"/>
                  <a:pt x="178068" y="86339"/>
                  <a:pt x="183618" y="76872"/>
                </a:cubicBezTo>
                <a:cubicBezTo>
                  <a:pt x="189168" y="67404"/>
                  <a:pt x="196135" y="60045"/>
                  <a:pt x="204519" y="54795"/>
                </a:cubicBezTo>
                <a:cubicBezTo>
                  <a:pt x="212904" y="49546"/>
                  <a:pt x="221530" y="46921"/>
                  <a:pt x="230397" y="46921"/>
                </a:cubicBezTo>
                <a:cubicBezTo>
                  <a:pt x="236792" y="46921"/>
                  <a:pt x="241527" y="48229"/>
                  <a:pt x="244603" y="50846"/>
                </a:cubicBezTo>
                <a:cubicBezTo>
                  <a:pt x="247680" y="53462"/>
                  <a:pt x="249218" y="56566"/>
                  <a:pt x="249218" y="60158"/>
                </a:cubicBezTo>
                <a:cubicBezTo>
                  <a:pt x="249218" y="65208"/>
                  <a:pt x="247227" y="70046"/>
                  <a:pt x="243246" y="74670"/>
                </a:cubicBezTo>
                <a:cubicBezTo>
                  <a:pt x="237998" y="80694"/>
                  <a:pt x="230277" y="85562"/>
                  <a:pt x="220082" y="89273"/>
                </a:cubicBezTo>
                <a:cubicBezTo>
                  <a:pt x="213326" y="91768"/>
                  <a:pt x="203826" y="93716"/>
                  <a:pt x="191580" y="95116"/>
                </a:cubicBezTo>
                <a:moveTo>
                  <a:pt x="192214" y="90569"/>
                </a:moveTo>
                <a:cubicBezTo>
                  <a:pt x="201141" y="89536"/>
                  <a:pt x="208410" y="87775"/>
                  <a:pt x="214020" y="85283"/>
                </a:cubicBezTo>
                <a:cubicBezTo>
                  <a:pt x="221440" y="81942"/>
                  <a:pt x="227004" y="77946"/>
                  <a:pt x="230714" y="73297"/>
                </a:cubicBezTo>
                <a:cubicBezTo>
                  <a:pt x="234424" y="68648"/>
                  <a:pt x="236279" y="64228"/>
                  <a:pt x="236279" y="60035"/>
                </a:cubicBezTo>
                <a:cubicBezTo>
                  <a:pt x="236279" y="57484"/>
                  <a:pt x="235480" y="55418"/>
                  <a:pt x="233881" y="53838"/>
                </a:cubicBezTo>
                <a:cubicBezTo>
                  <a:pt x="232282" y="52258"/>
                  <a:pt x="230005" y="51468"/>
                  <a:pt x="227050" y="51468"/>
                </a:cubicBezTo>
                <a:cubicBezTo>
                  <a:pt x="220897" y="51468"/>
                  <a:pt x="214367" y="54764"/>
                  <a:pt x="207460" y="61357"/>
                </a:cubicBezTo>
                <a:cubicBezTo>
                  <a:pt x="200553" y="67949"/>
                  <a:pt x="195471" y="77687"/>
                  <a:pt x="192214" y="90569"/>
                </a:cubicBezTo>
                <a:close/>
                <a:moveTo>
                  <a:pt x="261461" y="52013"/>
                </a:moveTo>
                <a:lnTo>
                  <a:pt x="292678" y="46921"/>
                </a:lnTo>
                <a:lnTo>
                  <a:pt x="279648" y="91205"/>
                </a:lnTo>
                <a:cubicBezTo>
                  <a:pt x="290204" y="73042"/>
                  <a:pt x="299796" y="60345"/>
                  <a:pt x="308422" y="53116"/>
                </a:cubicBezTo>
                <a:cubicBezTo>
                  <a:pt x="313308" y="48986"/>
                  <a:pt x="317289" y="46921"/>
                  <a:pt x="320365" y="46921"/>
                </a:cubicBezTo>
                <a:cubicBezTo>
                  <a:pt x="322356" y="46921"/>
                  <a:pt x="323924" y="47515"/>
                  <a:pt x="325070" y="48703"/>
                </a:cubicBezTo>
                <a:cubicBezTo>
                  <a:pt x="326216" y="49889"/>
                  <a:pt x="326790" y="51608"/>
                  <a:pt x="326790" y="53861"/>
                </a:cubicBezTo>
                <a:cubicBezTo>
                  <a:pt x="326790" y="57877"/>
                  <a:pt x="325764" y="61711"/>
                  <a:pt x="323713" y="65364"/>
                </a:cubicBezTo>
                <a:cubicBezTo>
                  <a:pt x="322265" y="68103"/>
                  <a:pt x="320184" y="69473"/>
                  <a:pt x="317470" y="69473"/>
                </a:cubicBezTo>
                <a:cubicBezTo>
                  <a:pt x="316082" y="69473"/>
                  <a:pt x="314891" y="69018"/>
                  <a:pt x="313896" y="68109"/>
                </a:cubicBezTo>
                <a:cubicBezTo>
                  <a:pt x="312900" y="67199"/>
                  <a:pt x="312282" y="65805"/>
                  <a:pt x="312041" y="63926"/>
                </a:cubicBezTo>
                <a:cubicBezTo>
                  <a:pt x="311920" y="62774"/>
                  <a:pt x="311649" y="62016"/>
                  <a:pt x="311227" y="61652"/>
                </a:cubicBezTo>
                <a:cubicBezTo>
                  <a:pt x="310744" y="61167"/>
                  <a:pt x="310171" y="60925"/>
                  <a:pt x="309507" y="60925"/>
                </a:cubicBezTo>
                <a:cubicBezTo>
                  <a:pt x="308482" y="60925"/>
                  <a:pt x="307517" y="61167"/>
                  <a:pt x="306612" y="61652"/>
                </a:cubicBezTo>
                <a:cubicBezTo>
                  <a:pt x="305044" y="62501"/>
                  <a:pt x="302661" y="64864"/>
                  <a:pt x="299464" y="68742"/>
                </a:cubicBezTo>
                <a:cubicBezTo>
                  <a:pt x="294457" y="74683"/>
                  <a:pt x="289028" y="82381"/>
                  <a:pt x="283177" y="91836"/>
                </a:cubicBezTo>
                <a:cubicBezTo>
                  <a:pt x="280643" y="95835"/>
                  <a:pt x="278472" y="100351"/>
                  <a:pt x="276662" y="105382"/>
                </a:cubicBezTo>
                <a:cubicBezTo>
                  <a:pt x="274129" y="112291"/>
                  <a:pt x="272681" y="116443"/>
                  <a:pt x="272319" y="117837"/>
                </a:cubicBezTo>
                <a:lnTo>
                  <a:pt x="269424" y="129306"/>
                </a:lnTo>
                <a:lnTo>
                  <a:pt x="255580" y="129306"/>
                </a:lnTo>
                <a:lnTo>
                  <a:pt x="272319" y="72746"/>
                </a:lnTo>
                <a:cubicBezTo>
                  <a:pt x="274249" y="66165"/>
                  <a:pt x="275214" y="61472"/>
                  <a:pt x="275214" y="58669"/>
                </a:cubicBezTo>
                <a:cubicBezTo>
                  <a:pt x="275214" y="57572"/>
                  <a:pt x="274762" y="56658"/>
                  <a:pt x="273857" y="55926"/>
                </a:cubicBezTo>
                <a:cubicBezTo>
                  <a:pt x="272651" y="54955"/>
                  <a:pt x="271052" y="54469"/>
                  <a:pt x="269062" y="54469"/>
                </a:cubicBezTo>
                <a:cubicBezTo>
                  <a:pt x="267795" y="54469"/>
                  <a:pt x="265473" y="54741"/>
                  <a:pt x="262094" y="55287"/>
                </a:cubicBezTo>
                <a:lnTo>
                  <a:pt x="261461" y="52013"/>
                </a:lnTo>
                <a:close/>
                <a:moveTo>
                  <a:pt x="372002" y="24552"/>
                </a:moveTo>
                <a:lnTo>
                  <a:pt x="364944" y="49104"/>
                </a:lnTo>
                <a:lnTo>
                  <a:pt x="379150" y="49104"/>
                </a:lnTo>
                <a:lnTo>
                  <a:pt x="377612" y="54923"/>
                </a:lnTo>
                <a:lnTo>
                  <a:pt x="363496" y="54923"/>
                </a:lnTo>
                <a:lnTo>
                  <a:pt x="347933" y="108582"/>
                </a:lnTo>
                <a:cubicBezTo>
                  <a:pt x="346244" y="114351"/>
                  <a:pt x="345400" y="118086"/>
                  <a:pt x="345400" y="119787"/>
                </a:cubicBezTo>
                <a:cubicBezTo>
                  <a:pt x="345400" y="120815"/>
                  <a:pt x="345641" y="121602"/>
                  <a:pt x="346124" y="122145"/>
                </a:cubicBezTo>
                <a:cubicBezTo>
                  <a:pt x="346606" y="122689"/>
                  <a:pt x="347179" y="122961"/>
                  <a:pt x="347843" y="122961"/>
                </a:cubicBezTo>
                <a:cubicBezTo>
                  <a:pt x="349351" y="122961"/>
                  <a:pt x="351342" y="121903"/>
                  <a:pt x="353815" y="119787"/>
                </a:cubicBezTo>
                <a:cubicBezTo>
                  <a:pt x="355263" y="118574"/>
                  <a:pt x="358490" y="114846"/>
                  <a:pt x="363496" y="108602"/>
                </a:cubicBezTo>
                <a:lnTo>
                  <a:pt x="366482" y="110875"/>
                </a:lnTo>
                <a:cubicBezTo>
                  <a:pt x="360933" y="118993"/>
                  <a:pt x="355685" y="124715"/>
                  <a:pt x="350738" y="128042"/>
                </a:cubicBezTo>
                <a:cubicBezTo>
                  <a:pt x="347360" y="130340"/>
                  <a:pt x="343952" y="131489"/>
                  <a:pt x="340514" y="131489"/>
                </a:cubicBezTo>
                <a:cubicBezTo>
                  <a:pt x="337860" y="131489"/>
                  <a:pt x="335688" y="130655"/>
                  <a:pt x="333999" y="128988"/>
                </a:cubicBezTo>
                <a:cubicBezTo>
                  <a:pt x="332310" y="127321"/>
                  <a:pt x="331466" y="125184"/>
                  <a:pt x="331466" y="122577"/>
                </a:cubicBezTo>
                <a:cubicBezTo>
                  <a:pt x="331466" y="119304"/>
                  <a:pt x="332431" y="114302"/>
                  <a:pt x="334361" y="107573"/>
                </a:cubicBezTo>
                <a:lnTo>
                  <a:pt x="349472" y="54923"/>
                </a:lnTo>
                <a:lnTo>
                  <a:pt x="335809" y="54923"/>
                </a:lnTo>
                <a:lnTo>
                  <a:pt x="336714" y="51320"/>
                </a:lnTo>
                <a:cubicBezTo>
                  <a:pt x="343349" y="49481"/>
                  <a:pt x="348868" y="46764"/>
                  <a:pt x="353272" y="43170"/>
                </a:cubicBezTo>
                <a:cubicBezTo>
                  <a:pt x="357675" y="39577"/>
                  <a:pt x="362592" y="33370"/>
                  <a:pt x="368021" y="24552"/>
                </a:cubicBezTo>
                <a:lnTo>
                  <a:pt x="372002" y="24552"/>
                </a:lnTo>
                <a:close/>
                <a:moveTo>
                  <a:pt x="462334" y="46921"/>
                </a:moveTo>
                <a:lnTo>
                  <a:pt x="444690" y="108667"/>
                </a:lnTo>
                <a:lnTo>
                  <a:pt x="442700" y="116965"/>
                </a:lnTo>
                <a:cubicBezTo>
                  <a:pt x="442519" y="117744"/>
                  <a:pt x="442428" y="118402"/>
                  <a:pt x="442428" y="118940"/>
                </a:cubicBezTo>
                <a:cubicBezTo>
                  <a:pt x="442428" y="119910"/>
                  <a:pt x="442730" y="120759"/>
                  <a:pt x="443333" y="121486"/>
                </a:cubicBezTo>
                <a:cubicBezTo>
                  <a:pt x="443816" y="122032"/>
                  <a:pt x="444419" y="122304"/>
                  <a:pt x="445143" y="122304"/>
                </a:cubicBezTo>
                <a:cubicBezTo>
                  <a:pt x="445927" y="122304"/>
                  <a:pt x="446952" y="121819"/>
                  <a:pt x="448219" y="120849"/>
                </a:cubicBezTo>
                <a:cubicBezTo>
                  <a:pt x="450572" y="119091"/>
                  <a:pt x="453708" y="115454"/>
                  <a:pt x="457629" y="109938"/>
                </a:cubicBezTo>
                <a:lnTo>
                  <a:pt x="460706" y="112120"/>
                </a:lnTo>
                <a:cubicBezTo>
                  <a:pt x="456544" y="118425"/>
                  <a:pt x="452261" y="123229"/>
                  <a:pt x="447857" y="126533"/>
                </a:cubicBezTo>
                <a:cubicBezTo>
                  <a:pt x="443454" y="129837"/>
                  <a:pt x="439382" y="131489"/>
                  <a:pt x="435642" y="131489"/>
                </a:cubicBezTo>
                <a:cubicBezTo>
                  <a:pt x="433048" y="131489"/>
                  <a:pt x="431103" y="130837"/>
                  <a:pt x="429806" y="129534"/>
                </a:cubicBezTo>
                <a:cubicBezTo>
                  <a:pt x="428509" y="128230"/>
                  <a:pt x="427861" y="126336"/>
                  <a:pt x="427861" y="123850"/>
                </a:cubicBezTo>
                <a:cubicBezTo>
                  <a:pt x="427861" y="120880"/>
                  <a:pt x="428524" y="116970"/>
                  <a:pt x="429851" y="112120"/>
                </a:cubicBezTo>
                <a:lnTo>
                  <a:pt x="431751" y="105076"/>
                </a:lnTo>
                <a:cubicBezTo>
                  <a:pt x="423849" y="115531"/>
                  <a:pt x="416580" y="122838"/>
                  <a:pt x="409945" y="126996"/>
                </a:cubicBezTo>
                <a:cubicBezTo>
                  <a:pt x="405180" y="129991"/>
                  <a:pt x="400505" y="131489"/>
                  <a:pt x="395920" y="131489"/>
                </a:cubicBezTo>
                <a:cubicBezTo>
                  <a:pt x="391517" y="131489"/>
                  <a:pt x="387716" y="129653"/>
                  <a:pt x="384519" y="125981"/>
                </a:cubicBezTo>
                <a:cubicBezTo>
                  <a:pt x="381322" y="122310"/>
                  <a:pt x="379724" y="117258"/>
                  <a:pt x="379724" y="110824"/>
                </a:cubicBezTo>
                <a:cubicBezTo>
                  <a:pt x="379724" y="101176"/>
                  <a:pt x="382604" y="90996"/>
                  <a:pt x="388365" y="80285"/>
                </a:cubicBezTo>
                <a:cubicBezTo>
                  <a:pt x="394126" y="69574"/>
                  <a:pt x="401440" y="61002"/>
                  <a:pt x="410307" y="54568"/>
                </a:cubicBezTo>
                <a:cubicBezTo>
                  <a:pt x="417244" y="49470"/>
                  <a:pt x="423789" y="46921"/>
                  <a:pt x="429942" y="46921"/>
                </a:cubicBezTo>
                <a:cubicBezTo>
                  <a:pt x="433621" y="46921"/>
                  <a:pt x="436683" y="47900"/>
                  <a:pt x="439126" y="49857"/>
                </a:cubicBezTo>
                <a:cubicBezTo>
                  <a:pt x="441569" y="51814"/>
                  <a:pt x="443424" y="55054"/>
                  <a:pt x="444690" y="59578"/>
                </a:cubicBezTo>
                <a:lnTo>
                  <a:pt x="447948" y="49104"/>
                </a:lnTo>
                <a:lnTo>
                  <a:pt x="462334" y="46921"/>
                </a:lnTo>
                <a:moveTo>
                  <a:pt x="430123" y="51468"/>
                </a:moveTo>
                <a:cubicBezTo>
                  <a:pt x="426262" y="51468"/>
                  <a:pt x="422160" y="53294"/>
                  <a:pt x="417817" y="56947"/>
                </a:cubicBezTo>
                <a:cubicBezTo>
                  <a:pt x="411664" y="62118"/>
                  <a:pt x="406190" y="69786"/>
                  <a:pt x="401394" y="79950"/>
                </a:cubicBezTo>
                <a:cubicBezTo>
                  <a:pt x="396599" y="90113"/>
                  <a:pt x="394201" y="99303"/>
                  <a:pt x="394201" y="107519"/>
                </a:cubicBezTo>
                <a:cubicBezTo>
                  <a:pt x="394201" y="111659"/>
                  <a:pt x="395226" y="114930"/>
                  <a:pt x="397277" y="117334"/>
                </a:cubicBezTo>
                <a:cubicBezTo>
                  <a:pt x="399328" y="119738"/>
                  <a:pt x="401681" y="120940"/>
                  <a:pt x="404335" y="120940"/>
                </a:cubicBezTo>
                <a:cubicBezTo>
                  <a:pt x="410910" y="120940"/>
                  <a:pt x="418058" y="116041"/>
                  <a:pt x="425779" y="106243"/>
                </a:cubicBezTo>
                <a:cubicBezTo>
                  <a:pt x="436094" y="93219"/>
                  <a:pt x="441252" y="79860"/>
                  <a:pt x="441252" y="66165"/>
                </a:cubicBezTo>
                <a:cubicBezTo>
                  <a:pt x="441252" y="60993"/>
                  <a:pt x="440257" y="57251"/>
                  <a:pt x="438266" y="54938"/>
                </a:cubicBezTo>
                <a:cubicBezTo>
                  <a:pt x="436275" y="52624"/>
                  <a:pt x="433561" y="51468"/>
                  <a:pt x="430123" y="51468"/>
                </a:cubicBezTo>
                <a:close/>
                <a:moveTo>
                  <a:pt x="521058" y="0"/>
                </a:moveTo>
                <a:lnTo>
                  <a:pt x="495361" y="89057"/>
                </a:lnTo>
                <a:lnTo>
                  <a:pt x="505676" y="80416"/>
                </a:lnTo>
                <a:cubicBezTo>
                  <a:pt x="516956" y="70930"/>
                  <a:pt x="524285" y="63887"/>
                  <a:pt x="527663" y="59285"/>
                </a:cubicBezTo>
                <a:cubicBezTo>
                  <a:pt x="528749" y="57707"/>
                  <a:pt x="529291" y="56509"/>
                  <a:pt x="529291" y="55691"/>
                </a:cubicBezTo>
                <a:cubicBezTo>
                  <a:pt x="529291" y="55122"/>
                  <a:pt x="529111" y="54586"/>
                  <a:pt x="528749" y="54082"/>
                </a:cubicBezTo>
                <a:cubicBezTo>
                  <a:pt x="528387" y="53576"/>
                  <a:pt x="527678" y="53166"/>
                  <a:pt x="526622" y="52852"/>
                </a:cubicBezTo>
                <a:cubicBezTo>
                  <a:pt x="525567" y="52535"/>
                  <a:pt x="523712" y="52377"/>
                  <a:pt x="521058" y="52377"/>
                </a:cubicBezTo>
                <a:lnTo>
                  <a:pt x="517891" y="52377"/>
                </a:lnTo>
                <a:lnTo>
                  <a:pt x="518886" y="49104"/>
                </a:lnTo>
                <a:lnTo>
                  <a:pt x="558427" y="49104"/>
                </a:lnTo>
                <a:lnTo>
                  <a:pt x="557522" y="52377"/>
                </a:lnTo>
                <a:cubicBezTo>
                  <a:pt x="552998" y="52629"/>
                  <a:pt x="549092" y="53368"/>
                  <a:pt x="545805" y="54594"/>
                </a:cubicBezTo>
                <a:cubicBezTo>
                  <a:pt x="542517" y="55819"/>
                  <a:pt x="539335" y="57627"/>
                  <a:pt x="536259" y="60016"/>
                </a:cubicBezTo>
                <a:cubicBezTo>
                  <a:pt x="530166" y="64549"/>
                  <a:pt x="526155" y="67692"/>
                  <a:pt x="524224" y="69444"/>
                </a:cubicBezTo>
                <a:lnTo>
                  <a:pt x="516443" y="76364"/>
                </a:lnTo>
                <a:cubicBezTo>
                  <a:pt x="517770" y="80728"/>
                  <a:pt x="519399" y="86821"/>
                  <a:pt x="521329" y="94641"/>
                </a:cubicBezTo>
                <a:cubicBezTo>
                  <a:pt x="524586" y="107614"/>
                  <a:pt x="526788" y="115313"/>
                  <a:pt x="527934" y="117738"/>
                </a:cubicBezTo>
                <a:cubicBezTo>
                  <a:pt x="529080" y="120115"/>
                  <a:pt x="530257" y="121304"/>
                  <a:pt x="531463" y="121304"/>
                </a:cubicBezTo>
                <a:cubicBezTo>
                  <a:pt x="532489" y="121304"/>
                  <a:pt x="533695" y="120789"/>
                  <a:pt x="535082" y="119758"/>
                </a:cubicBezTo>
                <a:cubicBezTo>
                  <a:pt x="538219" y="117455"/>
                  <a:pt x="541567" y="113787"/>
                  <a:pt x="545126" y="108755"/>
                </a:cubicBezTo>
                <a:lnTo>
                  <a:pt x="548293" y="111037"/>
                </a:lnTo>
                <a:cubicBezTo>
                  <a:pt x="541718" y="119377"/>
                  <a:pt x="536681" y="124870"/>
                  <a:pt x="533182" y="127519"/>
                </a:cubicBezTo>
                <a:cubicBezTo>
                  <a:pt x="529684" y="130165"/>
                  <a:pt x="526487" y="131489"/>
                  <a:pt x="523591" y="131489"/>
                </a:cubicBezTo>
                <a:cubicBezTo>
                  <a:pt x="521058" y="131489"/>
                  <a:pt x="519097" y="130488"/>
                  <a:pt x="517710" y="128488"/>
                </a:cubicBezTo>
                <a:cubicBezTo>
                  <a:pt x="515297" y="124921"/>
                  <a:pt x="511285" y="110865"/>
                  <a:pt x="505676" y="86321"/>
                </a:cubicBezTo>
                <a:lnTo>
                  <a:pt x="493279" y="97042"/>
                </a:lnTo>
                <a:lnTo>
                  <a:pt x="483960" y="129306"/>
                </a:lnTo>
                <a:lnTo>
                  <a:pt x="469844" y="129306"/>
                </a:lnTo>
                <a:lnTo>
                  <a:pt x="499885" y="25720"/>
                </a:lnTo>
                <a:lnTo>
                  <a:pt x="502418" y="16913"/>
                </a:lnTo>
                <a:cubicBezTo>
                  <a:pt x="502720" y="15398"/>
                  <a:pt x="502871" y="14064"/>
                  <a:pt x="502871" y="12912"/>
                </a:cubicBezTo>
                <a:cubicBezTo>
                  <a:pt x="502871" y="11458"/>
                  <a:pt x="502313" y="10245"/>
                  <a:pt x="501197" y="9275"/>
                </a:cubicBezTo>
                <a:cubicBezTo>
                  <a:pt x="500081" y="8305"/>
                  <a:pt x="498467" y="7820"/>
                  <a:pt x="496356" y="7820"/>
                </a:cubicBezTo>
                <a:cubicBezTo>
                  <a:pt x="494968" y="7820"/>
                  <a:pt x="492767" y="8123"/>
                  <a:pt x="489751" y="8730"/>
                </a:cubicBezTo>
                <a:lnTo>
                  <a:pt x="489751" y="5456"/>
                </a:lnTo>
                <a:lnTo>
                  <a:pt x="521058" y="0"/>
                </a:lnTo>
                <a:close/>
                <a:moveTo>
                  <a:pt x="591753" y="10730"/>
                </a:moveTo>
                <a:cubicBezTo>
                  <a:pt x="594286" y="10730"/>
                  <a:pt x="596428" y="11609"/>
                  <a:pt x="598177" y="13367"/>
                </a:cubicBezTo>
                <a:cubicBezTo>
                  <a:pt x="599927" y="15125"/>
                  <a:pt x="600801" y="17277"/>
                  <a:pt x="600801" y="19823"/>
                </a:cubicBezTo>
                <a:cubicBezTo>
                  <a:pt x="600801" y="22309"/>
                  <a:pt x="599911" y="24446"/>
                  <a:pt x="598132" y="26234"/>
                </a:cubicBezTo>
                <a:cubicBezTo>
                  <a:pt x="596352" y="28022"/>
                  <a:pt x="594226" y="28917"/>
                  <a:pt x="591753" y="28917"/>
                </a:cubicBezTo>
                <a:cubicBezTo>
                  <a:pt x="589280" y="28917"/>
                  <a:pt x="587153" y="28022"/>
                  <a:pt x="585374" y="26234"/>
                </a:cubicBezTo>
                <a:cubicBezTo>
                  <a:pt x="583594" y="24446"/>
                  <a:pt x="582705" y="22309"/>
                  <a:pt x="582705" y="19823"/>
                </a:cubicBezTo>
                <a:cubicBezTo>
                  <a:pt x="582705" y="17277"/>
                  <a:pt x="583579" y="15125"/>
                  <a:pt x="585329" y="13367"/>
                </a:cubicBezTo>
                <a:cubicBezTo>
                  <a:pt x="587078" y="11609"/>
                  <a:pt x="589219" y="10730"/>
                  <a:pt x="591753" y="10730"/>
                </a:cubicBezTo>
                <a:moveTo>
                  <a:pt x="592929" y="46921"/>
                </a:moveTo>
                <a:lnTo>
                  <a:pt x="575014" y="110696"/>
                </a:lnTo>
                <a:cubicBezTo>
                  <a:pt x="573807" y="115002"/>
                  <a:pt x="573204" y="117580"/>
                  <a:pt x="573204" y="118428"/>
                </a:cubicBezTo>
                <a:cubicBezTo>
                  <a:pt x="573204" y="119402"/>
                  <a:pt x="573491" y="120194"/>
                  <a:pt x="574064" y="120804"/>
                </a:cubicBezTo>
                <a:cubicBezTo>
                  <a:pt x="574637" y="121412"/>
                  <a:pt x="575315" y="121716"/>
                  <a:pt x="576099" y="121716"/>
                </a:cubicBezTo>
                <a:cubicBezTo>
                  <a:pt x="577004" y="121716"/>
                  <a:pt x="578090" y="121229"/>
                  <a:pt x="579357" y="120256"/>
                </a:cubicBezTo>
                <a:cubicBezTo>
                  <a:pt x="582795" y="117522"/>
                  <a:pt x="586264" y="113639"/>
                  <a:pt x="589762" y="108608"/>
                </a:cubicBezTo>
                <a:lnTo>
                  <a:pt x="592929" y="110699"/>
                </a:lnTo>
                <a:cubicBezTo>
                  <a:pt x="588827" y="117009"/>
                  <a:pt x="584002" y="122326"/>
                  <a:pt x="578452" y="126649"/>
                </a:cubicBezTo>
                <a:cubicBezTo>
                  <a:pt x="574350" y="129875"/>
                  <a:pt x="570429" y="131489"/>
                  <a:pt x="566689" y="131489"/>
                </a:cubicBezTo>
                <a:cubicBezTo>
                  <a:pt x="564216" y="131489"/>
                  <a:pt x="562195" y="130746"/>
                  <a:pt x="560627" y="129261"/>
                </a:cubicBezTo>
                <a:cubicBezTo>
                  <a:pt x="559059" y="127776"/>
                  <a:pt x="558274" y="125911"/>
                  <a:pt x="558274" y="123668"/>
                </a:cubicBezTo>
                <a:cubicBezTo>
                  <a:pt x="558274" y="121422"/>
                  <a:pt x="559028" y="117687"/>
                  <a:pt x="560536" y="112464"/>
                </a:cubicBezTo>
                <a:lnTo>
                  <a:pt x="572299" y="71655"/>
                </a:lnTo>
                <a:cubicBezTo>
                  <a:pt x="574229" y="65024"/>
                  <a:pt x="575195" y="60865"/>
                  <a:pt x="575195" y="59177"/>
                </a:cubicBezTo>
                <a:cubicBezTo>
                  <a:pt x="575195" y="57851"/>
                  <a:pt x="574727" y="56766"/>
                  <a:pt x="573792" y="55921"/>
                </a:cubicBezTo>
                <a:cubicBezTo>
                  <a:pt x="572857" y="55074"/>
                  <a:pt x="571575" y="54651"/>
                  <a:pt x="569947" y="54651"/>
                </a:cubicBezTo>
                <a:cubicBezTo>
                  <a:pt x="568620" y="54651"/>
                  <a:pt x="565875" y="54984"/>
                  <a:pt x="561713" y="55651"/>
                </a:cubicBezTo>
                <a:lnTo>
                  <a:pt x="561713" y="52013"/>
                </a:lnTo>
                <a:lnTo>
                  <a:pt x="592929" y="46921"/>
                </a:lnTo>
                <a:close/>
                <a:moveTo>
                  <a:pt x="642725" y="46921"/>
                </a:moveTo>
                <a:lnTo>
                  <a:pt x="630691" y="88421"/>
                </a:lnTo>
                <a:cubicBezTo>
                  <a:pt x="641971" y="71456"/>
                  <a:pt x="650612" y="60299"/>
                  <a:pt x="656614" y="54949"/>
                </a:cubicBezTo>
                <a:cubicBezTo>
                  <a:pt x="662616" y="49597"/>
                  <a:pt x="668392" y="46921"/>
                  <a:pt x="673941" y="46921"/>
                </a:cubicBezTo>
                <a:cubicBezTo>
                  <a:pt x="676957" y="46921"/>
                  <a:pt x="679446" y="47927"/>
                  <a:pt x="681406" y="49939"/>
                </a:cubicBezTo>
                <a:cubicBezTo>
                  <a:pt x="683367" y="51951"/>
                  <a:pt x="684347" y="54572"/>
                  <a:pt x="684347" y="57802"/>
                </a:cubicBezTo>
                <a:cubicBezTo>
                  <a:pt x="684347" y="61441"/>
                  <a:pt x="683472" y="66295"/>
                  <a:pt x="681723" y="72362"/>
                </a:cubicBezTo>
                <a:lnTo>
                  <a:pt x="670684" y="110674"/>
                </a:lnTo>
                <a:cubicBezTo>
                  <a:pt x="669417" y="115103"/>
                  <a:pt x="668784" y="117802"/>
                  <a:pt x="668784" y="118772"/>
                </a:cubicBezTo>
                <a:cubicBezTo>
                  <a:pt x="668784" y="119621"/>
                  <a:pt x="669025" y="120333"/>
                  <a:pt x="669508" y="120909"/>
                </a:cubicBezTo>
                <a:cubicBezTo>
                  <a:pt x="669990" y="121483"/>
                  <a:pt x="670503" y="121770"/>
                  <a:pt x="671046" y="121770"/>
                </a:cubicBezTo>
                <a:cubicBezTo>
                  <a:pt x="671770" y="121770"/>
                  <a:pt x="672644" y="121376"/>
                  <a:pt x="673670" y="120588"/>
                </a:cubicBezTo>
                <a:cubicBezTo>
                  <a:pt x="676867" y="118044"/>
                  <a:pt x="680366" y="114165"/>
                  <a:pt x="684166" y="108952"/>
                </a:cubicBezTo>
                <a:lnTo>
                  <a:pt x="686971" y="110679"/>
                </a:lnTo>
                <a:cubicBezTo>
                  <a:pt x="681361" y="118738"/>
                  <a:pt x="676053" y="124493"/>
                  <a:pt x="671046" y="127945"/>
                </a:cubicBezTo>
                <a:cubicBezTo>
                  <a:pt x="667547" y="130307"/>
                  <a:pt x="664410" y="131489"/>
                  <a:pt x="661636" y="131489"/>
                </a:cubicBezTo>
                <a:cubicBezTo>
                  <a:pt x="659404" y="131489"/>
                  <a:pt x="657624" y="130807"/>
                  <a:pt x="656297" y="129443"/>
                </a:cubicBezTo>
                <a:cubicBezTo>
                  <a:pt x="654970" y="128079"/>
                  <a:pt x="654307" y="126245"/>
                  <a:pt x="654307" y="123941"/>
                </a:cubicBezTo>
                <a:cubicBezTo>
                  <a:pt x="654307" y="121039"/>
                  <a:pt x="655332" y="116051"/>
                  <a:pt x="657383" y="108977"/>
                </a:cubicBezTo>
                <a:lnTo>
                  <a:pt x="667879" y="72524"/>
                </a:lnTo>
                <a:cubicBezTo>
                  <a:pt x="669206" y="67989"/>
                  <a:pt x="669870" y="64452"/>
                  <a:pt x="669870" y="61914"/>
                </a:cubicBezTo>
                <a:cubicBezTo>
                  <a:pt x="669870" y="60705"/>
                  <a:pt x="669477" y="59723"/>
                  <a:pt x="668693" y="58967"/>
                </a:cubicBezTo>
                <a:cubicBezTo>
                  <a:pt x="667909" y="58211"/>
                  <a:pt x="666944" y="57833"/>
                  <a:pt x="665798" y="57833"/>
                </a:cubicBezTo>
                <a:cubicBezTo>
                  <a:pt x="664109" y="57833"/>
                  <a:pt x="662088" y="58559"/>
                  <a:pt x="659736" y="60010"/>
                </a:cubicBezTo>
                <a:cubicBezTo>
                  <a:pt x="655272" y="62728"/>
                  <a:pt x="650627" y="67215"/>
                  <a:pt x="645801" y="73471"/>
                </a:cubicBezTo>
                <a:cubicBezTo>
                  <a:pt x="640975" y="79724"/>
                  <a:pt x="635878" y="87715"/>
                  <a:pt x="630510" y="97443"/>
                </a:cubicBezTo>
                <a:cubicBezTo>
                  <a:pt x="627675" y="102579"/>
                  <a:pt x="625322" y="108198"/>
                  <a:pt x="623452" y="114302"/>
                </a:cubicBezTo>
                <a:lnTo>
                  <a:pt x="618928" y="129306"/>
                </a:lnTo>
                <a:lnTo>
                  <a:pt x="605355" y="129306"/>
                </a:lnTo>
                <a:lnTo>
                  <a:pt x="621823" y="72201"/>
                </a:lnTo>
                <a:cubicBezTo>
                  <a:pt x="623754" y="65388"/>
                  <a:pt x="624719" y="61289"/>
                  <a:pt x="624719" y="59902"/>
                </a:cubicBezTo>
                <a:cubicBezTo>
                  <a:pt x="624719" y="58576"/>
                  <a:pt x="624191" y="57414"/>
                  <a:pt x="623135" y="56418"/>
                </a:cubicBezTo>
                <a:cubicBezTo>
                  <a:pt x="622080" y="55422"/>
                  <a:pt x="620768" y="54923"/>
                  <a:pt x="619199" y="54923"/>
                </a:cubicBezTo>
                <a:cubicBezTo>
                  <a:pt x="618475" y="54923"/>
                  <a:pt x="617209" y="55045"/>
                  <a:pt x="615399" y="55287"/>
                </a:cubicBezTo>
                <a:lnTo>
                  <a:pt x="611961" y="55833"/>
                </a:lnTo>
                <a:lnTo>
                  <a:pt x="611418" y="52559"/>
                </a:lnTo>
                <a:lnTo>
                  <a:pt x="642725" y="46921"/>
                </a:lnTo>
                <a:close/>
                <a:moveTo>
                  <a:pt x="791026" y="52559"/>
                </a:moveTo>
                <a:lnTo>
                  <a:pt x="788402" y="62016"/>
                </a:lnTo>
                <a:lnTo>
                  <a:pt x="773291" y="62016"/>
                </a:lnTo>
                <a:cubicBezTo>
                  <a:pt x="774438" y="65290"/>
                  <a:pt x="775011" y="68351"/>
                  <a:pt x="775011" y="71200"/>
                </a:cubicBezTo>
                <a:cubicBezTo>
                  <a:pt x="775011" y="79202"/>
                  <a:pt x="771633" y="86325"/>
                  <a:pt x="764877" y="92569"/>
                </a:cubicBezTo>
                <a:cubicBezTo>
                  <a:pt x="758060" y="98813"/>
                  <a:pt x="748710" y="102269"/>
                  <a:pt x="736827" y="102936"/>
                </a:cubicBezTo>
                <a:cubicBezTo>
                  <a:pt x="730433" y="104887"/>
                  <a:pt x="725637" y="107204"/>
                  <a:pt x="722440" y="109886"/>
                </a:cubicBezTo>
                <a:cubicBezTo>
                  <a:pt x="721234" y="110862"/>
                  <a:pt x="720631" y="111868"/>
                  <a:pt x="720631" y="112904"/>
                </a:cubicBezTo>
                <a:cubicBezTo>
                  <a:pt x="720631" y="114124"/>
                  <a:pt x="721173" y="115237"/>
                  <a:pt x="722259" y="116243"/>
                </a:cubicBezTo>
                <a:cubicBezTo>
                  <a:pt x="723345" y="117249"/>
                  <a:pt x="726090" y="118270"/>
                  <a:pt x="730493" y="119306"/>
                </a:cubicBezTo>
                <a:lnTo>
                  <a:pt x="748047" y="123364"/>
                </a:lnTo>
                <a:cubicBezTo>
                  <a:pt x="757759" y="125647"/>
                  <a:pt x="764183" y="128367"/>
                  <a:pt x="767320" y="131523"/>
                </a:cubicBezTo>
                <a:cubicBezTo>
                  <a:pt x="770396" y="134741"/>
                  <a:pt x="771934" y="138445"/>
                  <a:pt x="771934" y="142634"/>
                </a:cubicBezTo>
                <a:cubicBezTo>
                  <a:pt x="771934" y="147612"/>
                  <a:pt x="770109" y="152165"/>
                  <a:pt x="766460" y="156293"/>
                </a:cubicBezTo>
                <a:cubicBezTo>
                  <a:pt x="762811" y="160421"/>
                  <a:pt x="757472" y="163654"/>
                  <a:pt x="750445" y="165992"/>
                </a:cubicBezTo>
                <a:cubicBezTo>
                  <a:pt x="743417" y="168330"/>
                  <a:pt x="735651" y="169498"/>
                  <a:pt x="727145" y="169498"/>
                </a:cubicBezTo>
                <a:cubicBezTo>
                  <a:pt x="719665" y="169498"/>
                  <a:pt x="712849" y="168602"/>
                  <a:pt x="706696" y="166810"/>
                </a:cubicBezTo>
                <a:cubicBezTo>
                  <a:pt x="700543" y="165020"/>
                  <a:pt x="696140" y="162607"/>
                  <a:pt x="693486" y="159573"/>
                </a:cubicBezTo>
                <a:cubicBezTo>
                  <a:pt x="690832" y="156538"/>
                  <a:pt x="689505" y="153412"/>
                  <a:pt x="689505" y="150195"/>
                </a:cubicBezTo>
                <a:cubicBezTo>
                  <a:pt x="689505" y="147585"/>
                  <a:pt x="690364" y="144868"/>
                  <a:pt x="692083" y="142045"/>
                </a:cubicBezTo>
                <a:cubicBezTo>
                  <a:pt x="693802" y="139223"/>
                  <a:pt x="695959" y="136901"/>
                  <a:pt x="698553" y="135080"/>
                </a:cubicBezTo>
                <a:cubicBezTo>
                  <a:pt x="700181" y="133927"/>
                  <a:pt x="704796" y="131195"/>
                  <a:pt x="712397" y="126885"/>
                </a:cubicBezTo>
                <a:cubicBezTo>
                  <a:pt x="709622" y="124699"/>
                  <a:pt x="708234" y="122301"/>
                  <a:pt x="708234" y="119690"/>
                </a:cubicBezTo>
                <a:cubicBezTo>
                  <a:pt x="708234" y="117263"/>
                  <a:pt x="709456" y="114684"/>
                  <a:pt x="711899" y="111952"/>
                </a:cubicBezTo>
                <a:cubicBezTo>
                  <a:pt x="714342" y="109219"/>
                  <a:pt x="719515" y="106213"/>
                  <a:pt x="727417" y="102936"/>
                </a:cubicBezTo>
                <a:cubicBezTo>
                  <a:pt x="720781" y="101663"/>
                  <a:pt x="715518" y="98874"/>
                  <a:pt x="711628" y="94570"/>
                </a:cubicBezTo>
                <a:cubicBezTo>
                  <a:pt x="707737" y="90266"/>
                  <a:pt x="705791" y="85477"/>
                  <a:pt x="705791" y="80203"/>
                </a:cubicBezTo>
                <a:cubicBezTo>
                  <a:pt x="705791" y="71594"/>
                  <a:pt x="709546" y="63895"/>
                  <a:pt x="717056" y="57106"/>
                </a:cubicBezTo>
                <a:cubicBezTo>
                  <a:pt x="724567" y="50316"/>
                  <a:pt x="734565" y="46921"/>
                  <a:pt x="747051" y="46921"/>
                </a:cubicBezTo>
                <a:cubicBezTo>
                  <a:pt x="751576" y="46921"/>
                  <a:pt x="755285" y="47376"/>
                  <a:pt x="758181" y="48285"/>
                </a:cubicBezTo>
                <a:cubicBezTo>
                  <a:pt x="761076" y="49195"/>
                  <a:pt x="763881" y="50619"/>
                  <a:pt x="766596" y="52559"/>
                </a:cubicBezTo>
                <a:lnTo>
                  <a:pt x="791026" y="52559"/>
                </a:lnTo>
                <a:moveTo>
                  <a:pt x="759629" y="66838"/>
                </a:moveTo>
                <a:cubicBezTo>
                  <a:pt x="759629" y="62015"/>
                  <a:pt x="758286" y="58218"/>
                  <a:pt x="755602" y="55446"/>
                </a:cubicBezTo>
                <a:cubicBezTo>
                  <a:pt x="752918" y="52673"/>
                  <a:pt x="749404" y="51286"/>
                  <a:pt x="745061" y="51286"/>
                </a:cubicBezTo>
                <a:cubicBezTo>
                  <a:pt x="738245" y="51286"/>
                  <a:pt x="732620" y="54706"/>
                  <a:pt x="728186" y="61547"/>
                </a:cubicBezTo>
                <a:cubicBezTo>
                  <a:pt x="723752" y="68388"/>
                  <a:pt x="721535" y="75516"/>
                  <a:pt x="721535" y="82931"/>
                </a:cubicBezTo>
                <a:cubicBezTo>
                  <a:pt x="721535" y="87572"/>
                  <a:pt x="722953" y="91369"/>
                  <a:pt x="725788" y="94323"/>
                </a:cubicBezTo>
                <a:cubicBezTo>
                  <a:pt x="728623" y="97276"/>
                  <a:pt x="732062" y="98753"/>
                  <a:pt x="736103" y="98753"/>
                </a:cubicBezTo>
                <a:cubicBezTo>
                  <a:pt x="739300" y="98753"/>
                  <a:pt x="742392" y="97880"/>
                  <a:pt x="745378" y="96133"/>
                </a:cubicBezTo>
                <a:cubicBezTo>
                  <a:pt x="748363" y="94384"/>
                  <a:pt x="750882" y="91973"/>
                  <a:pt x="752933" y="88898"/>
                </a:cubicBezTo>
                <a:cubicBezTo>
                  <a:pt x="754984" y="85823"/>
                  <a:pt x="756612" y="81906"/>
                  <a:pt x="757819" y="77145"/>
                </a:cubicBezTo>
                <a:cubicBezTo>
                  <a:pt x="759025" y="72382"/>
                  <a:pt x="759629" y="68947"/>
                  <a:pt x="759629" y="66838"/>
                </a:cubicBezTo>
                <a:moveTo>
                  <a:pt x="716287" y="129252"/>
                </a:moveTo>
                <a:cubicBezTo>
                  <a:pt x="711401" y="131499"/>
                  <a:pt x="707707" y="134383"/>
                  <a:pt x="705203" y="137905"/>
                </a:cubicBezTo>
                <a:cubicBezTo>
                  <a:pt x="702700" y="141427"/>
                  <a:pt x="701448" y="144887"/>
                  <a:pt x="701448" y="148286"/>
                </a:cubicBezTo>
                <a:cubicBezTo>
                  <a:pt x="701448" y="152294"/>
                  <a:pt x="703258" y="155604"/>
                  <a:pt x="706877" y="158214"/>
                </a:cubicBezTo>
                <a:cubicBezTo>
                  <a:pt x="712065" y="161979"/>
                  <a:pt x="719665" y="163861"/>
                  <a:pt x="729679" y="163861"/>
                </a:cubicBezTo>
                <a:cubicBezTo>
                  <a:pt x="738305" y="163861"/>
                  <a:pt x="745679" y="162388"/>
                  <a:pt x="751802" y="159442"/>
                </a:cubicBezTo>
                <a:cubicBezTo>
                  <a:pt x="757924" y="156498"/>
                  <a:pt x="760986" y="152688"/>
                  <a:pt x="760986" y="148013"/>
                </a:cubicBezTo>
                <a:cubicBezTo>
                  <a:pt x="760986" y="145645"/>
                  <a:pt x="759855" y="143398"/>
                  <a:pt x="757593" y="141272"/>
                </a:cubicBezTo>
                <a:cubicBezTo>
                  <a:pt x="755331" y="139147"/>
                  <a:pt x="750942" y="137416"/>
                  <a:pt x="744427" y="136081"/>
                </a:cubicBezTo>
                <a:cubicBezTo>
                  <a:pt x="740869" y="135353"/>
                  <a:pt x="731488" y="133077"/>
                  <a:pt x="716287" y="129252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33434-5DE7-43C1-A1C8-C51936E7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88" y="1055918"/>
            <a:ext cx="367226" cy="771643"/>
          </a:xfrm>
          <a:custGeom xmlns:a="http://schemas.openxmlformats.org/drawingml/2006/main">
            <a:pathLst>
              <a:path w="367226" h="771643">
                <a:moveTo>
                  <a:pt x="93257" y="71843"/>
                </a:moveTo>
                <a:lnTo>
                  <a:pt x="3055" y="0"/>
                </a:lnTo>
                <a:lnTo>
                  <a:pt x="0" y="115627"/>
                </a:lnTo>
                <a:lnTo>
                  <a:pt x="39641" y="97016"/>
                </a:lnTo>
                <a:lnTo>
                  <a:pt x="353238" y="771643"/>
                </a:lnTo>
                <a:lnTo>
                  <a:pt x="367226" y="765050"/>
                </a:lnTo>
                <a:lnTo>
                  <a:pt x="53615" y="90455"/>
                </a:lnTo>
                <a:lnTo>
                  <a:pt x="93257" y="718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3be6001684660"/>
          <a:stretch xmlns:a="http://schemas.openxmlformats.org/drawingml/2006/main"/>
        </p:blipFill>
        <p:spPr>
          <a:xfrm xmlns:a="http://schemas.openxmlformats.org/drawingml/2006/main">
            <a:off x="8175776" y="1829429"/>
            <a:ext cx="1111863" cy="819643"/>
          </a:xfrm>
          <a:prstGeom xmlns:a="http://schemas.openxmlformats.org/drawingml/2006/main" prst="rect">
            <a:avLst/>
          </a:prstGeom>
        </p:spPr>
      </p:pic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6BADB-1153-4883-8702-B42D73CE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776" y="1828004"/>
            <a:ext cx="1111863" cy="822494"/>
          </a:xfrm>
          <a:custGeom xmlns:a="http://schemas.openxmlformats.org/drawingml/2006/main">
            <a:pathLst>
              <a:path w="1111863" h="822494" fill="none">
                <a:moveTo>
                  <a:pt x="0" y="137082"/>
                </a:moveTo>
                <a:cubicBezTo>
                  <a:pt x="0" y="61341"/>
                  <a:pt x="61069" y="0"/>
                  <a:pt x="136445" y="0"/>
                </a:cubicBezTo>
                <a:lnTo>
                  <a:pt x="975419" y="0"/>
                </a:lnTo>
                <a:cubicBezTo>
                  <a:pt x="1050785" y="0"/>
                  <a:pt x="1111863" y="61341"/>
                  <a:pt x="1111863" y="137082"/>
                </a:cubicBezTo>
                <a:lnTo>
                  <a:pt x="1111863" y="685411"/>
                </a:lnTo>
                <a:cubicBezTo>
                  <a:pt x="1111863" y="761111"/>
                  <a:pt x="1050785" y="822494"/>
                  <a:pt x="975419" y="822494"/>
                </a:cubicBezTo>
                <a:lnTo>
                  <a:pt x="136445" y="822494"/>
                </a:lnTo>
                <a:cubicBezTo>
                  <a:pt x="61069" y="822494"/>
                  <a:pt x="0" y="761111"/>
                  <a:pt x="0" y="685411"/>
                </a:cubicBezTo>
                <a:lnTo>
                  <a:pt x="0" y="137082"/>
                </a:lnTo>
                <a:close/>
                <a:moveTo>
                  <a:pt x="0" y="137082"/>
                </a:moveTo>
              </a:path>
            </a:pathLst>
          </a:custGeom>
          <a:noFill xmlns:a="http://schemas.openxmlformats.org/drawingml/2006/main"/>
          <a:ln xmlns:a="http://schemas.openxmlformats.org/drawingml/2006/main" w="41282" cap="flat">
            <a:solidFill>
              <a:srgbClr val="0000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09219-AA9C-4C52-B512-CC8AF9C5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66" y="2247006"/>
            <a:ext cx="154437" cy="85337"/>
          </a:xfrm>
          <a:custGeom xmlns:a="http://schemas.openxmlformats.org/drawingml/2006/main">
            <a:pathLst>
              <a:path w="154437" h="85337">
                <a:moveTo>
                  <a:pt x="0" y="85337"/>
                </a:moveTo>
                <a:lnTo>
                  <a:pt x="0" y="0"/>
                </a:lnTo>
                <a:lnTo>
                  <a:pt x="123539" y="0"/>
                </a:lnTo>
                <a:lnTo>
                  <a:pt x="154437" y="42663"/>
                </a:lnTo>
                <a:lnTo>
                  <a:pt x="123539" y="85337"/>
                </a:lnTo>
                <a:lnTo>
                  <a:pt x="0" y="85337"/>
                </a:lnTo>
                <a:close/>
                <a:moveTo>
                  <a:pt x="0" y="853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11555-83E9-4C4D-8950-3F44CC50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66" y="2247006"/>
            <a:ext cx="154437" cy="85337"/>
          </a:xfrm>
          <a:custGeom xmlns:a="http://schemas.openxmlformats.org/drawingml/2006/main">
            <a:pathLst>
              <a:path w="154437" h="85337" fill="none">
                <a:moveTo>
                  <a:pt x="0" y="85337"/>
                </a:moveTo>
                <a:lnTo>
                  <a:pt x="0" y="0"/>
                </a:lnTo>
                <a:lnTo>
                  <a:pt x="123539" y="0"/>
                </a:lnTo>
                <a:lnTo>
                  <a:pt x="154437" y="42663"/>
                </a:lnTo>
                <a:lnTo>
                  <a:pt x="123539" y="85337"/>
                </a:lnTo>
                <a:lnTo>
                  <a:pt x="0" y="85337"/>
                </a:lnTo>
                <a:close/>
                <a:moveTo>
                  <a:pt x="0" y="85337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110B4-13C3-484E-9AA3-90EA57E2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776" y="2153872"/>
            <a:ext cx="1108926" cy="10"/>
          </a:xfrm>
          <a:custGeom xmlns:a="http://schemas.openxmlformats.org/drawingml/2006/main">
            <a:pathLst>
              <a:path w="1108926" h="1" fill="none">
                <a:moveTo>
                  <a:pt x="0" y="0"/>
                </a:moveTo>
                <a:lnTo>
                  <a:pt x="1108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82" cap="flat">
            <a:solidFill>
              <a:srgbClr val="00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5C44D-115E-450B-AC4F-3F5F994A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66" y="2487548"/>
            <a:ext cx="154437" cy="77582"/>
          </a:xfrm>
          <a:custGeom xmlns:a="http://schemas.openxmlformats.org/drawingml/2006/main">
            <a:pathLst>
              <a:path w="154437" h="77582">
                <a:moveTo>
                  <a:pt x="0" y="77582"/>
                </a:moveTo>
                <a:lnTo>
                  <a:pt x="0" y="0"/>
                </a:lnTo>
                <a:lnTo>
                  <a:pt x="123539" y="0"/>
                </a:lnTo>
                <a:lnTo>
                  <a:pt x="154437" y="38806"/>
                </a:lnTo>
                <a:lnTo>
                  <a:pt x="123539" y="77582"/>
                </a:lnTo>
                <a:lnTo>
                  <a:pt x="0" y="77582"/>
                </a:lnTo>
                <a:close/>
                <a:moveTo>
                  <a:pt x="0" y="775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3803F-F3C5-442D-BEF3-CD7C8C75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66" y="2487548"/>
            <a:ext cx="154437" cy="77582"/>
          </a:xfrm>
          <a:custGeom xmlns:a="http://schemas.openxmlformats.org/drawingml/2006/main">
            <a:pathLst>
              <a:path w="154437" h="77582" fill="none">
                <a:moveTo>
                  <a:pt x="0" y="77582"/>
                </a:moveTo>
                <a:lnTo>
                  <a:pt x="0" y="0"/>
                </a:lnTo>
                <a:lnTo>
                  <a:pt x="123539" y="0"/>
                </a:lnTo>
                <a:lnTo>
                  <a:pt x="154437" y="38806"/>
                </a:lnTo>
                <a:lnTo>
                  <a:pt x="123539" y="77582"/>
                </a:lnTo>
                <a:lnTo>
                  <a:pt x="0" y="77582"/>
                </a:lnTo>
                <a:close/>
                <a:moveTo>
                  <a:pt x="0" y="77582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29" name="Text TS">
            <a:extLst xmlns:a="http://schemas.openxmlformats.org/drawingml/2006/main">
              <a:ext uri="{FF2B5EF4-FFF2-40B4-BE49-F238E27FC236}">
                <a16:creationId xmlns:a16="http://schemas.microsoft.com/office/drawing/2014/main" id="{49F85A3F-FD92-40CA-93B8-1E410858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015" y="1938617"/>
            <a:ext cx="212544" cy="128761"/>
          </a:xfrm>
          <a:custGeom xmlns:a="http://schemas.openxmlformats.org/drawingml/2006/main">
            <a:pathLst>
              <a:path w="212544" h="128761">
                <a:moveTo>
                  <a:pt x="110208" y="2728"/>
                </a:moveTo>
                <a:lnTo>
                  <a:pt x="110208" y="36191"/>
                </a:lnTo>
                <a:lnTo>
                  <a:pt x="106950" y="36191"/>
                </a:lnTo>
                <a:cubicBezTo>
                  <a:pt x="105020" y="28466"/>
                  <a:pt x="102879" y="22915"/>
                  <a:pt x="100526" y="19539"/>
                </a:cubicBezTo>
                <a:cubicBezTo>
                  <a:pt x="98174" y="16163"/>
                  <a:pt x="94946" y="13471"/>
                  <a:pt x="90845" y="11463"/>
                </a:cubicBezTo>
                <a:cubicBezTo>
                  <a:pt x="88552" y="10368"/>
                  <a:pt x="84541" y="9821"/>
                  <a:pt x="78810" y="9821"/>
                </a:cubicBezTo>
                <a:lnTo>
                  <a:pt x="69672" y="9821"/>
                </a:lnTo>
                <a:lnTo>
                  <a:pt x="69672" y="104936"/>
                </a:lnTo>
                <a:cubicBezTo>
                  <a:pt x="69672" y="111273"/>
                  <a:pt x="70018" y="115234"/>
                  <a:pt x="70712" y="116820"/>
                </a:cubicBezTo>
                <a:cubicBezTo>
                  <a:pt x="71406" y="118404"/>
                  <a:pt x="72763" y="119790"/>
                  <a:pt x="74784" y="120977"/>
                </a:cubicBezTo>
                <a:cubicBezTo>
                  <a:pt x="76805" y="122165"/>
                  <a:pt x="79564" y="122759"/>
                  <a:pt x="83063" y="122759"/>
                </a:cubicBezTo>
                <a:lnTo>
                  <a:pt x="87135" y="122759"/>
                </a:lnTo>
                <a:lnTo>
                  <a:pt x="87135" y="126033"/>
                </a:lnTo>
                <a:lnTo>
                  <a:pt x="22892" y="126033"/>
                </a:lnTo>
                <a:lnTo>
                  <a:pt x="22892" y="122759"/>
                </a:lnTo>
                <a:lnTo>
                  <a:pt x="26964" y="122759"/>
                </a:lnTo>
                <a:cubicBezTo>
                  <a:pt x="30523" y="122759"/>
                  <a:pt x="33388" y="122120"/>
                  <a:pt x="35560" y="120841"/>
                </a:cubicBezTo>
                <a:cubicBezTo>
                  <a:pt x="37128" y="119987"/>
                  <a:pt x="38365" y="118524"/>
                  <a:pt x="39269" y="116453"/>
                </a:cubicBezTo>
                <a:cubicBezTo>
                  <a:pt x="39933" y="114991"/>
                  <a:pt x="40265" y="111152"/>
                  <a:pt x="40265" y="104936"/>
                </a:cubicBezTo>
                <a:lnTo>
                  <a:pt x="40265" y="9821"/>
                </a:lnTo>
                <a:lnTo>
                  <a:pt x="31397" y="9821"/>
                </a:lnTo>
                <a:cubicBezTo>
                  <a:pt x="23133" y="9821"/>
                  <a:pt x="17131" y="11584"/>
                  <a:pt x="13391" y="15112"/>
                </a:cubicBezTo>
                <a:cubicBezTo>
                  <a:pt x="8143" y="20039"/>
                  <a:pt x="4826" y="27066"/>
                  <a:pt x="3438" y="36191"/>
                </a:cubicBezTo>
                <a:lnTo>
                  <a:pt x="0" y="36191"/>
                </a:lnTo>
                <a:lnTo>
                  <a:pt x="0" y="2728"/>
                </a:lnTo>
                <a:lnTo>
                  <a:pt x="110208" y="2728"/>
                </a:lnTo>
                <a:close/>
                <a:moveTo>
                  <a:pt x="203949" y="0"/>
                </a:moveTo>
                <a:lnTo>
                  <a:pt x="204944" y="41102"/>
                </a:lnTo>
                <a:lnTo>
                  <a:pt x="201234" y="41102"/>
                </a:lnTo>
                <a:cubicBezTo>
                  <a:pt x="199485" y="30822"/>
                  <a:pt x="195187" y="22554"/>
                  <a:pt x="188340" y="16297"/>
                </a:cubicBezTo>
                <a:cubicBezTo>
                  <a:pt x="181494" y="10040"/>
                  <a:pt x="174089" y="6911"/>
                  <a:pt x="166127" y="6911"/>
                </a:cubicBezTo>
                <a:cubicBezTo>
                  <a:pt x="159974" y="6911"/>
                  <a:pt x="155103" y="8558"/>
                  <a:pt x="151514" y="11852"/>
                </a:cubicBezTo>
                <a:cubicBezTo>
                  <a:pt x="147925" y="15145"/>
                  <a:pt x="146130" y="18937"/>
                  <a:pt x="146130" y="23228"/>
                </a:cubicBezTo>
                <a:cubicBezTo>
                  <a:pt x="146130" y="25946"/>
                  <a:pt x="146764" y="28363"/>
                  <a:pt x="148030" y="30479"/>
                </a:cubicBezTo>
                <a:cubicBezTo>
                  <a:pt x="149780" y="33319"/>
                  <a:pt x="152585" y="36129"/>
                  <a:pt x="156445" y="38908"/>
                </a:cubicBezTo>
                <a:cubicBezTo>
                  <a:pt x="159280" y="40903"/>
                  <a:pt x="165825" y="44439"/>
                  <a:pt x="176080" y="49516"/>
                </a:cubicBezTo>
                <a:cubicBezTo>
                  <a:pt x="190436" y="56586"/>
                  <a:pt x="200118" y="63264"/>
                  <a:pt x="205125" y="69552"/>
                </a:cubicBezTo>
                <a:cubicBezTo>
                  <a:pt x="210071" y="75838"/>
                  <a:pt x="212544" y="83031"/>
                  <a:pt x="212544" y="91132"/>
                </a:cubicBezTo>
                <a:cubicBezTo>
                  <a:pt x="212544" y="101407"/>
                  <a:pt x="208548" y="110247"/>
                  <a:pt x="200555" y="117653"/>
                </a:cubicBezTo>
                <a:cubicBezTo>
                  <a:pt x="192563" y="125058"/>
                  <a:pt x="182414" y="128761"/>
                  <a:pt x="170108" y="128761"/>
                </a:cubicBezTo>
                <a:cubicBezTo>
                  <a:pt x="166247" y="128761"/>
                  <a:pt x="162598" y="128367"/>
                  <a:pt x="159160" y="127578"/>
                </a:cubicBezTo>
                <a:cubicBezTo>
                  <a:pt x="155721" y="126790"/>
                  <a:pt x="151408" y="125305"/>
                  <a:pt x="146221" y="123123"/>
                </a:cubicBezTo>
                <a:cubicBezTo>
                  <a:pt x="143325" y="121910"/>
                  <a:pt x="140943" y="121304"/>
                  <a:pt x="139073" y="121304"/>
                </a:cubicBezTo>
                <a:cubicBezTo>
                  <a:pt x="137504" y="121304"/>
                  <a:pt x="135845" y="121918"/>
                  <a:pt x="134096" y="123146"/>
                </a:cubicBezTo>
                <a:cubicBezTo>
                  <a:pt x="132347" y="124373"/>
                  <a:pt x="130929" y="126245"/>
                  <a:pt x="129843" y="128761"/>
                </a:cubicBezTo>
                <a:lnTo>
                  <a:pt x="126495" y="128761"/>
                </a:lnTo>
                <a:lnTo>
                  <a:pt x="126495" y="82203"/>
                </a:lnTo>
                <a:lnTo>
                  <a:pt x="129843" y="82203"/>
                </a:lnTo>
                <a:cubicBezTo>
                  <a:pt x="132497" y="95267"/>
                  <a:pt x="137610" y="105232"/>
                  <a:pt x="145180" y="112097"/>
                </a:cubicBezTo>
                <a:cubicBezTo>
                  <a:pt x="152750" y="118963"/>
                  <a:pt x="160909" y="122395"/>
                  <a:pt x="169656" y="122395"/>
                </a:cubicBezTo>
                <a:cubicBezTo>
                  <a:pt x="176412" y="122395"/>
                  <a:pt x="181795" y="120552"/>
                  <a:pt x="185807" y="116865"/>
                </a:cubicBezTo>
                <a:cubicBezTo>
                  <a:pt x="189818" y="113179"/>
                  <a:pt x="191824" y="108888"/>
                  <a:pt x="191824" y="103993"/>
                </a:cubicBezTo>
                <a:cubicBezTo>
                  <a:pt x="191824" y="101092"/>
                  <a:pt x="191055" y="98283"/>
                  <a:pt x="189517" y="95565"/>
                </a:cubicBezTo>
                <a:cubicBezTo>
                  <a:pt x="187978" y="92844"/>
                  <a:pt x="185641" y="90260"/>
                  <a:pt x="182504" y="87813"/>
                </a:cubicBezTo>
                <a:cubicBezTo>
                  <a:pt x="179367" y="85365"/>
                  <a:pt x="173818" y="82178"/>
                  <a:pt x="165855" y="78250"/>
                </a:cubicBezTo>
                <a:cubicBezTo>
                  <a:pt x="154696" y="72751"/>
                  <a:pt x="146673" y="68064"/>
                  <a:pt x="141787" y="64190"/>
                </a:cubicBezTo>
                <a:cubicBezTo>
                  <a:pt x="136901" y="60316"/>
                  <a:pt x="133146" y="55988"/>
                  <a:pt x="130522" y="51206"/>
                </a:cubicBezTo>
                <a:cubicBezTo>
                  <a:pt x="127898" y="46425"/>
                  <a:pt x="126586" y="41159"/>
                  <a:pt x="126586" y="35410"/>
                </a:cubicBezTo>
                <a:cubicBezTo>
                  <a:pt x="126586" y="25604"/>
                  <a:pt x="130175" y="17252"/>
                  <a:pt x="137353" y="10352"/>
                </a:cubicBezTo>
                <a:cubicBezTo>
                  <a:pt x="144532" y="3451"/>
                  <a:pt x="153580" y="0"/>
                  <a:pt x="164498" y="0"/>
                </a:cubicBezTo>
                <a:cubicBezTo>
                  <a:pt x="168479" y="0"/>
                  <a:pt x="172340" y="491"/>
                  <a:pt x="176080" y="1472"/>
                </a:cubicBezTo>
                <a:cubicBezTo>
                  <a:pt x="178915" y="2207"/>
                  <a:pt x="182368" y="3570"/>
                  <a:pt x="186440" y="5561"/>
                </a:cubicBezTo>
                <a:cubicBezTo>
                  <a:pt x="190512" y="7552"/>
                  <a:pt x="193362" y="8548"/>
                  <a:pt x="194991" y="8548"/>
                </a:cubicBezTo>
                <a:cubicBezTo>
                  <a:pt x="196559" y="8548"/>
                  <a:pt x="197796" y="8058"/>
                  <a:pt x="198701" y="7079"/>
                </a:cubicBezTo>
                <a:cubicBezTo>
                  <a:pt x="199605" y="6097"/>
                  <a:pt x="200450" y="3738"/>
                  <a:pt x="201234" y="0"/>
                </a:cubicBezTo>
                <a:lnTo>
                  <a:pt x="203949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1">
            <a:extLst xmlns:a="http://schemas.openxmlformats.org/drawingml/2006/main">
              <a:ext uri="{FF2B5EF4-FFF2-40B4-BE49-F238E27FC236}">
                <a16:creationId xmlns:a16="http://schemas.microsoft.com/office/drawing/2014/main" id="{20558BC7-E827-4173-AFD8-62E21E16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926" y="2019548"/>
            <a:ext cx="44155" cy="83901"/>
          </a:xfrm>
          <a:custGeom xmlns:a="http://schemas.openxmlformats.org/drawingml/2006/main">
            <a:pathLst>
              <a:path w="44155" h="83901">
                <a:moveTo>
                  <a:pt x="32091" y="0"/>
                </a:moveTo>
                <a:lnTo>
                  <a:pt x="32091" y="67169"/>
                </a:lnTo>
                <a:cubicBezTo>
                  <a:pt x="32091" y="72264"/>
                  <a:pt x="32312" y="75514"/>
                  <a:pt x="32755" y="76920"/>
                </a:cubicBezTo>
                <a:cubicBezTo>
                  <a:pt x="33197" y="78325"/>
                  <a:pt x="34122" y="79476"/>
                  <a:pt x="35529" y="80373"/>
                </a:cubicBezTo>
                <a:cubicBezTo>
                  <a:pt x="36937" y="81270"/>
                  <a:pt x="39189" y="81718"/>
                  <a:pt x="42286" y="81718"/>
                </a:cubicBezTo>
                <a:lnTo>
                  <a:pt x="44155" y="81718"/>
                </a:lnTo>
                <a:lnTo>
                  <a:pt x="44155" y="83901"/>
                </a:lnTo>
                <a:lnTo>
                  <a:pt x="1086" y="83901"/>
                </a:lnTo>
                <a:lnTo>
                  <a:pt x="1086" y="81718"/>
                </a:lnTo>
                <a:lnTo>
                  <a:pt x="3257" y="81718"/>
                </a:lnTo>
                <a:cubicBezTo>
                  <a:pt x="6756" y="81718"/>
                  <a:pt x="9249" y="81311"/>
                  <a:pt x="10737" y="80496"/>
                </a:cubicBezTo>
                <a:cubicBezTo>
                  <a:pt x="12225" y="79680"/>
                  <a:pt x="13231" y="78559"/>
                  <a:pt x="13753" y="77134"/>
                </a:cubicBezTo>
                <a:cubicBezTo>
                  <a:pt x="14276" y="75706"/>
                  <a:pt x="14538" y="72385"/>
                  <a:pt x="14538" y="67169"/>
                </a:cubicBezTo>
                <a:lnTo>
                  <a:pt x="14538" y="24612"/>
                </a:lnTo>
                <a:cubicBezTo>
                  <a:pt x="14538" y="20813"/>
                  <a:pt x="14357" y="18439"/>
                  <a:pt x="13995" y="17489"/>
                </a:cubicBezTo>
                <a:cubicBezTo>
                  <a:pt x="13633" y="16540"/>
                  <a:pt x="12959" y="15731"/>
                  <a:pt x="11974" y="15065"/>
                </a:cubicBezTo>
                <a:cubicBezTo>
                  <a:pt x="10989" y="14398"/>
                  <a:pt x="9853" y="14064"/>
                  <a:pt x="8566" y="14064"/>
                </a:cubicBezTo>
                <a:cubicBezTo>
                  <a:pt x="6515" y="14064"/>
                  <a:pt x="4021" y="14711"/>
                  <a:pt x="1086" y="16004"/>
                </a:cubicBezTo>
                <a:lnTo>
                  <a:pt x="0" y="13822"/>
                </a:lnTo>
                <a:lnTo>
                  <a:pt x="30101" y="0"/>
                </a:lnTo>
                <a:lnTo>
                  <a:pt x="32091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giveWay">
            <a:extLst xmlns:a="http://schemas.openxmlformats.org/drawingml/2006/main">
              <a:ext uri="{FF2B5EF4-FFF2-40B4-BE49-F238E27FC236}">
                <a16:creationId xmlns:a16="http://schemas.microsoft.com/office/drawing/2014/main" id="{5343A6B2-3D78-4FAB-8B11-A1BAB333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887" y="2466656"/>
            <a:ext cx="505882" cy="134186"/>
          </a:xfrm>
          <a:custGeom xmlns:a="http://schemas.openxmlformats.org/drawingml/2006/main">
            <a:pathLst>
              <a:path w="505882" h="134186">
                <a:moveTo>
                  <a:pt x="17765" y="78339"/>
                </a:moveTo>
                <a:cubicBezTo>
                  <a:pt x="13753" y="76374"/>
                  <a:pt x="10673" y="73631"/>
                  <a:pt x="8524" y="70108"/>
                </a:cubicBezTo>
                <a:cubicBezTo>
                  <a:pt x="6375" y="66585"/>
                  <a:pt x="5301" y="62690"/>
                  <a:pt x="5301" y="58423"/>
                </a:cubicBezTo>
                <a:cubicBezTo>
                  <a:pt x="5301" y="51905"/>
                  <a:pt x="7748" y="46298"/>
                  <a:pt x="12643" y="41600"/>
                </a:cubicBezTo>
                <a:cubicBezTo>
                  <a:pt x="17538" y="36903"/>
                  <a:pt x="23806" y="34554"/>
                  <a:pt x="31446" y="34554"/>
                </a:cubicBezTo>
                <a:cubicBezTo>
                  <a:pt x="37702" y="34554"/>
                  <a:pt x="43122" y="36090"/>
                  <a:pt x="47707" y="39162"/>
                </a:cubicBezTo>
                <a:lnTo>
                  <a:pt x="61604" y="39162"/>
                </a:lnTo>
                <a:cubicBezTo>
                  <a:pt x="63657" y="39162"/>
                  <a:pt x="64851" y="39221"/>
                  <a:pt x="65185" y="39339"/>
                </a:cubicBezTo>
                <a:cubicBezTo>
                  <a:pt x="65519" y="39458"/>
                  <a:pt x="65758" y="39660"/>
                  <a:pt x="65901" y="39945"/>
                </a:cubicBezTo>
                <a:cubicBezTo>
                  <a:pt x="66188" y="40372"/>
                  <a:pt x="66331" y="41132"/>
                  <a:pt x="66331" y="42223"/>
                </a:cubicBezTo>
                <a:cubicBezTo>
                  <a:pt x="66331" y="43456"/>
                  <a:pt x="66212" y="44310"/>
                  <a:pt x="65973" y="44786"/>
                </a:cubicBezTo>
                <a:cubicBezTo>
                  <a:pt x="65830" y="45023"/>
                  <a:pt x="65579" y="45212"/>
                  <a:pt x="65221" y="45355"/>
                </a:cubicBezTo>
                <a:cubicBezTo>
                  <a:pt x="64863" y="45497"/>
                  <a:pt x="63657" y="45569"/>
                  <a:pt x="61604" y="45569"/>
                </a:cubicBezTo>
                <a:lnTo>
                  <a:pt x="53079" y="45569"/>
                </a:lnTo>
                <a:cubicBezTo>
                  <a:pt x="55754" y="49032"/>
                  <a:pt x="57091" y="53456"/>
                  <a:pt x="57091" y="58841"/>
                </a:cubicBezTo>
                <a:cubicBezTo>
                  <a:pt x="57091" y="64996"/>
                  <a:pt x="54751" y="70262"/>
                  <a:pt x="50071" y="74638"/>
                </a:cubicBezTo>
                <a:cubicBezTo>
                  <a:pt x="45391" y="79015"/>
                  <a:pt x="39111" y="81203"/>
                  <a:pt x="31232" y="81203"/>
                </a:cubicBezTo>
                <a:cubicBezTo>
                  <a:pt x="27984" y="81203"/>
                  <a:pt x="24665" y="80713"/>
                  <a:pt x="21275" y="79734"/>
                </a:cubicBezTo>
                <a:cubicBezTo>
                  <a:pt x="19174" y="81556"/>
                  <a:pt x="17753" y="83151"/>
                  <a:pt x="17013" y="84519"/>
                </a:cubicBezTo>
                <a:cubicBezTo>
                  <a:pt x="16272" y="85885"/>
                  <a:pt x="15902" y="87047"/>
                  <a:pt x="15902" y="88006"/>
                </a:cubicBezTo>
                <a:cubicBezTo>
                  <a:pt x="15902" y="88822"/>
                  <a:pt x="16296" y="89613"/>
                  <a:pt x="17084" y="90381"/>
                </a:cubicBezTo>
                <a:cubicBezTo>
                  <a:pt x="17872" y="91148"/>
                  <a:pt x="19412" y="91699"/>
                  <a:pt x="21705" y="92035"/>
                </a:cubicBezTo>
                <a:cubicBezTo>
                  <a:pt x="23042" y="92227"/>
                  <a:pt x="26384" y="92395"/>
                  <a:pt x="31733" y="92539"/>
                </a:cubicBezTo>
                <a:cubicBezTo>
                  <a:pt x="41570" y="92777"/>
                  <a:pt x="47946" y="93112"/>
                  <a:pt x="50859" y="93544"/>
                </a:cubicBezTo>
                <a:cubicBezTo>
                  <a:pt x="55300" y="94168"/>
                  <a:pt x="58846" y="95823"/>
                  <a:pt x="61496" y="98509"/>
                </a:cubicBezTo>
                <a:cubicBezTo>
                  <a:pt x="64146" y="101194"/>
                  <a:pt x="65472" y="104502"/>
                  <a:pt x="65472" y="108435"/>
                </a:cubicBezTo>
                <a:cubicBezTo>
                  <a:pt x="65472" y="113853"/>
                  <a:pt x="62941" y="118937"/>
                  <a:pt x="57879" y="123685"/>
                </a:cubicBezTo>
                <a:cubicBezTo>
                  <a:pt x="50429" y="130686"/>
                  <a:pt x="40711" y="134186"/>
                  <a:pt x="28724" y="134186"/>
                </a:cubicBezTo>
                <a:cubicBezTo>
                  <a:pt x="19508" y="134186"/>
                  <a:pt x="11724" y="132102"/>
                  <a:pt x="5372" y="127932"/>
                </a:cubicBezTo>
                <a:cubicBezTo>
                  <a:pt x="1791" y="125536"/>
                  <a:pt x="0" y="123043"/>
                  <a:pt x="0" y="120454"/>
                </a:cubicBezTo>
                <a:cubicBezTo>
                  <a:pt x="0" y="119306"/>
                  <a:pt x="263" y="118156"/>
                  <a:pt x="788" y="117006"/>
                </a:cubicBezTo>
                <a:cubicBezTo>
                  <a:pt x="1600" y="115232"/>
                  <a:pt x="3271" y="112763"/>
                  <a:pt x="5802" y="109600"/>
                </a:cubicBezTo>
                <a:cubicBezTo>
                  <a:pt x="6136" y="109170"/>
                  <a:pt x="8572" y="106582"/>
                  <a:pt x="13109" y="101837"/>
                </a:cubicBezTo>
                <a:cubicBezTo>
                  <a:pt x="10625" y="100347"/>
                  <a:pt x="8870" y="99014"/>
                  <a:pt x="7844" y="97837"/>
                </a:cubicBezTo>
                <a:cubicBezTo>
                  <a:pt x="6817" y="96659"/>
                  <a:pt x="6304" y="95326"/>
                  <a:pt x="6304" y="93837"/>
                </a:cubicBezTo>
                <a:cubicBezTo>
                  <a:pt x="6304" y="92154"/>
                  <a:pt x="6984" y="90183"/>
                  <a:pt x="8345" y="87925"/>
                </a:cubicBezTo>
                <a:cubicBezTo>
                  <a:pt x="9706" y="85666"/>
                  <a:pt x="12846" y="82471"/>
                  <a:pt x="17765" y="78339"/>
                </a:cubicBezTo>
                <a:moveTo>
                  <a:pt x="30229" y="38154"/>
                </a:moveTo>
                <a:cubicBezTo>
                  <a:pt x="26695" y="38154"/>
                  <a:pt x="23734" y="39562"/>
                  <a:pt x="21346" y="42379"/>
                </a:cubicBezTo>
                <a:cubicBezTo>
                  <a:pt x="18959" y="45194"/>
                  <a:pt x="17765" y="49513"/>
                  <a:pt x="17765" y="55337"/>
                </a:cubicBezTo>
                <a:cubicBezTo>
                  <a:pt x="17765" y="62879"/>
                  <a:pt x="19388" y="68726"/>
                  <a:pt x="22636" y="72877"/>
                </a:cubicBezTo>
                <a:cubicBezTo>
                  <a:pt x="25119" y="76028"/>
                  <a:pt x="28271" y="77603"/>
                  <a:pt x="32091" y="77603"/>
                </a:cubicBezTo>
                <a:cubicBezTo>
                  <a:pt x="35721" y="77603"/>
                  <a:pt x="38705" y="76243"/>
                  <a:pt x="41045" y="73523"/>
                </a:cubicBezTo>
                <a:cubicBezTo>
                  <a:pt x="43385" y="70802"/>
                  <a:pt x="44555" y="66530"/>
                  <a:pt x="44555" y="60706"/>
                </a:cubicBezTo>
                <a:cubicBezTo>
                  <a:pt x="44555" y="53118"/>
                  <a:pt x="42908" y="47175"/>
                  <a:pt x="39613" y="42878"/>
                </a:cubicBezTo>
                <a:cubicBezTo>
                  <a:pt x="37177" y="39729"/>
                  <a:pt x="34049" y="38154"/>
                  <a:pt x="30229" y="38154"/>
                </a:cubicBezTo>
                <a:moveTo>
                  <a:pt x="17048" y="102410"/>
                </a:moveTo>
                <a:cubicBezTo>
                  <a:pt x="14804" y="104853"/>
                  <a:pt x="13109" y="107128"/>
                  <a:pt x="11963" y="109236"/>
                </a:cubicBezTo>
                <a:cubicBezTo>
                  <a:pt x="10816" y="111344"/>
                  <a:pt x="10243" y="113285"/>
                  <a:pt x="10243" y="115058"/>
                </a:cubicBezTo>
                <a:cubicBezTo>
                  <a:pt x="10243" y="117357"/>
                  <a:pt x="11628" y="119369"/>
                  <a:pt x="14398" y="121093"/>
                </a:cubicBezTo>
                <a:cubicBezTo>
                  <a:pt x="19174" y="124063"/>
                  <a:pt x="26074" y="125548"/>
                  <a:pt x="35100" y="125548"/>
                </a:cubicBezTo>
                <a:cubicBezTo>
                  <a:pt x="43696" y="125548"/>
                  <a:pt x="50035" y="124026"/>
                  <a:pt x="54118" y="120983"/>
                </a:cubicBezTo>
                <a:cubicBezTo>
                  <a:pt x="58201" y="117942"/>
                  <a:pt x="60243" y="114697"/>
                  <a:pt x="60243" y="111249"/>
                </a:cubicBezTo>
                <a:cubicBezTo>
                  <a:pt x="60243" y="108758"/>
                  <a:pt x="59025" y="106985"/>
                  <a:pt x="56589" y="105931"/>
                </a:cubicBezTo>
                <a:cubicBezTo>
                  <a:pt x="54106" y="104877"/>
                  <a:pt x="49187" y="104254"/>
                  <a:pt x="41833" y="104064"/>
                </a:cubicBezTo>
                <a:cubicBezTo>
                  <a:pt x="31088" y="103776"/>
                  <a:pt x="22827" y="103225"/>
                  <a:pt x="17048" y="102410"/>
                </a:cubicBezTo>
                <a:close/>
                <a:moveTo>
                  <a:pt x="90256" y="0"/>
                </a:moveTo>
                <a:cubicBezTo>
                  <a:pt x="92262" y="0"/>
                  <a:pt x="93969" y="712"/>
                  <a:pt x="95378" y="2135"/>
                </a:cubicBezTo>
                <a:cubicBezTo>
                  <a:pt x="96787" y="3557"/>
                  <a:pt x="97491" y="5281"/>
                  <a:pt x="97491" y="7307"/>
                </a:cubicBezTo>
                <a:cubicBezTo>
                  <a:pt x="97491" y="9333"/>
                  <a:pt x="96787" y="11070"/>
                  <a:pt x="95378" y="12517"/>
                </a:cubicBezTo>
                <a:cubicBezTo>
                  <a:pt x="93969" y="13963"/>
                  <a:pt x="92262" y="14686"/>
                  <a:pt x="90256" y="14686"/>
                </a:cubicBezTo>
                <a:cubicBezTo>
                  <a:pt x="88251" y="14686"/>
                  <a:pt x="86531" y="13963"/>
                  <a:pt x="85099" y="12517"/>
                </a:cubicBezTo>
                <a:cubicBezTo>
                  <a:pt x="83666" y="11070"/>
                  <a:pt x="82950" y="9333"/>
                  <a:pt x="82950" y="7307"/>
                </a:cubicBezTo>
                <a:cubicBezTo>
                  <a:pt x="82950" y="5281"/>
                  <a:pt x="83654" y="3557"/>
                  <a:pt x="85063" y="2135"/>
                </a:cubicBezTo>
                <a:cubicBezTo>
                  <a:pt x="86472" y="712"/>
                  <a:pt x="88203" y="0"/>
                  <a:pt x="90256" y="0"/>
                </a:cubicBezTo>
                <a:moveTo>
                  <a:pt x="96202" y="34554"/>
                </a:moveTo>
                <a:lnTo>
                  <a:pt x="96202" y="87421"/>
                </a:lnTo>
                <a:cubicBezTo>
                  <a:pt x="96202" y="91539"/>
                  <a:pt x="96500" y="94281"/>
                  <a:pt x="97097" y="95646"/>
                </a:cubicBezTo>
                <a:cubicBezTo>
                  <a:pt x="97694" y="97010"/>
                  <a:pt x="98578" y="98028"/>
                  <a:pt x="99748" y="98698"/>
                </a:cubicBezTo>
                <a:cubicBezTo>
                  <a:pt x="100918" y="99369"/>
                  <a:pt x="103055" y="99704"/>
                  <a:pt x="106159" y="99704"/>
                </a:cubicBezTo>
                <a:lnTo>
                  <a:pt x="106159" y="102367"/>
                </a:lnTo>
                <a:lnTo>
                  <a:pt x="74282" y="102367"/>
                </a:lnTo>
                <a:lnTo>
                  <a:pt x="74282" y="99704"/>
                </a:lnTo>
                <a:cubicBezTo>
                  <a:pt x="77482" y="99704"/>
                  <a:pt x="79631" y="99393"/>
                  <a:pt x="80729" y="98770"/>
                </a:cubicBezTo>
                <a:cubicBezTo>
                  <a:pt x="81828" y="98148"/>
                  <a:pt x="82699" y="97118"/>
                  <a:pt x="83344" y="95682"/>
                </a:cubicBezTo>
                <a:cubicBezTo>
                  <a:pt x="83989" y="94245"/>
                  <a:pt x="84311" y="91491"/>
                  <a:pt x="84311" y="87421"/>
                </a:cubicBezTo>
                <a:lnTo>
                  <a:pt x="84311" y="62065"/>
                </a:lnTo>
                <a:cubicBezTo>
                  <a:pt x="84311" y="54929"/>
                  <a:pt x="84096" y="50309"/>
                  <a:pt x="83666" y="48203"/>
                </a:cubicBezTo>
                <a:cubicBezTo>
                  <a:pt x="83332" y="46670"/>
                  <a:pt x="82807" y="45605"/>
                  <a:pt x="82090" y="45006"/>
                </a:cubicBezTo>
                <a:cubicBezTo>
                  <a:pt x="81374" y="44408"/>
                  <a:pt x="80395" y="44109"/>
                  <a:pt x="79153" y="44109"/>
                </a:cubicBezTo>
                <a:cubicBezTo>
                  <a:pt x="77816" y="44109"/>
                  <a:pt x="76193" y="44468"/>
                  <a:pt x="74282" y="45186"/>
                </a:cubicBezTo>
                <a:lnTo>
                  <a:pt x="73280" y="42599"/>
                </a:lnTo>
                <a:lnTo>
                  <a:pt x="93050" y="34554"/>
                </a:lnTo>
                <a:lnTo>
                  <a:pt x="96202" y="34554"/>
                </a:lnTo>
                <a:close/>
                <a:moveTo>
                  <a:pt x="110982" y="36426"/>
                </a:moveTo>
                <a:lnTo>
                  <a:pt x="141856" y="36426"/>
                </a:lnTo>
                <a:lnTo>
                  <a:pt x="141856" y="39090"/>
                </a:lnTo>
                <a:lnTo>
                  <a:pt x="139850" y="39090"/>
                </a:lnTo>
                <a:cubicBezTo>
                  <a:pt x="137988" y="39090"/>
                  <a:pt x="136567" y="39546"/>
                  <a:pt x="135588" y="40457"/>
                </a:cubicBezTo>
                <a:cubicBezTo>
                  <a:pt x="134609" y="41369"/>
                  <a:pt x="134120" y="42593"/>
                  <a:pt x="134120" y="44129"/>
                </a:cubicBezTo>
                <a:cubicBezTo>
                  <a:pt x="134120" y="45809"/>
                  <a:pt x="134621" y="47800"/>
                  <a:pt x="135624" y="50104"/>
                </a:cubicBezTo>
                <a:lnTo>
                  <a:pt x="150882" y="86530"/>
                </a:lnTo>
                <a:lnTo>
                  <a:pt x="166211" y="48736"/>
                </a:lnTo>
                <a:cubicBezTo>
                  <a:pt x="167309" y="46049"/>
                  <a:pt x="167858" y="44009"/>
                  <a:pt x="167858" y="42617"/>
                </a:cubicBezTo>
                <a:cubicBezTo>
                  <a:pt x="167858" y="41945"/>
                  <a:pt x="167667" y="41393"/>
                  <a:pt x="167285" y="40961"/>
                </a:cubicBezTo>
                <a:cubicBezTo>
                  <a:pt x="166760" y="40241"/>
                  <a:pt x="166091" y="39750"/>
                  <a:pt x="165280" y="39486"/>
                </a:cubicBezTo>
                <a:cubicBezTo>
                  <a:pt x="164468" y="39222"/>
                  <a:pt x="162820" y="39090"/>
                  <a:pt x="160337" y="39090"/>
                </a:cubicBezTo>
                <a:lnTo>
                  <a:pt x="160337" y="36426"/>
                </a:lnTo>
                <a:lnTo>
                  <a:pt x="181755" y="36426"/>
                </a:lnTo>
                <a:lnTo>
                  <a:pt x="181755" y="39090"/>
                </a:lnTo>
                <a:cubicBezTo>
                  <a:pt x="179272" y="39282"/>
                  <a:pt x="177552" y="39786"/>
                  <a:pt x="176597" y="40601"/>
                </a:cubicBezTo>
                <a:cubicBezTo>
                  <a:pt x="174926" y="42041"/>
                  <a:pt x="173422" y="44441"/>
                  <a:pt x="172085" y="47800"/>
                </a:cubicBezTo>
                <a:lnTo>
                  <a:pt x="148804" y="104383"/>
                </a:lnTo>
                <a:lnTo>
                  <a:pt x="145867" y="104383"/>
                </a:lnTo>
                <a:lnTo>
                  <a:pt x="122444" y="48736"/>
                </a:lnTo>
                <a:cubicBezTo>
                  <a:pt x="121393" y="46145"/>
                  <a:pt x="120390" y="44285"/>
                  <a:pt x="119435" y="43157"/>
                </a:cubicBezTo>
                <a:cubicBezTo>
                  <a:pt x="118480" y="42029"/>
                  <a:pt x="117262" y="41081"/>
                  <a:pt x="115782" y="40313"/>
                </a:cubicBezTo>
                <a:cubicBezTo>
                  <a:pt x="114970" y="39882"/>
                  <a:pt x="113370" y="39474"/>
                  <a:pt x="110982" y="39090"/>
                </a:cubicBezTo>
                <a:lnTo>
                  <a:pt x="110982" y="36426"/>
                </a:lnTo>
                <a:close/>
                <a:moveTo>
                  <a:pt x="198732" y="61334"/>
                </a:moveTo>
                <a:cubicBezTo>
                  <a:pt x="198684" y="71102"/>
                  <a:pt x="201048" y="78763"/>
                  <a:pt x="205823" y="84319"/>
                </a:cubicBezTo>
                <a:cubicBezTo>
                  <a:pt x="210599" y="89872"/>
                  <a:pt x="216210" y="92649"/>
                  <a:pt x="222657" y="92649"/>
                </a:cubicBezTo>
                <a:cubicBezTo>
                  <a:pt x="226955" y="92649"/>
                  <a:pt x="230691" y="91461"/>
                  <a:pt x="233867" y="89086"/>
                </a:cubicBezTo>
                <a:cubicBezTo>
                  <a:pt x="237043" y="86710"/>
                  <a:pt x="239705" y="82643"/>
                  <a:pt x="241854" y="76884"/>
                </a:cubicBezTo>
                <a:lnTo>
                  <a:pt x="244075" y="78323"/>
                </a:lnTo>
                <a:cubicBezTo>
                  <a:pt x="243072" y="84898"/>
                  <a:pt x="240159" y="90885"/>
                  <a:pt x="235336" y="96284"/>
                </a:cubicBezTo>
                <a:cubicBezTo>
                  <a:pt x="230512" y="101684"/>
                  <a:pt x="224471" y="104383"/>
                  <a:pt x="217213" y="104383"/>
                </a:cubicBezTo>
                <a:cubicBezTo>
                  <a:pt x="209333" y="104383"/>
                  <a:pt x="202588" y="101306"/>
                  <a:pt x="196977" y="95153"/>
                </a:cubicBezTo>
                <a:cubicBezTo>
                  <a:pt x="191366" y="88998"/>
                  <a:pt x="188560" y="80724"/>
                  <a:pt x="188560" y="70330"/>
                </a:cubicBezTo>
                <a:cubicBezTo>
                  <a:pt x="188560" y="59076"/>
                  <a:pt x="191437" y="50300"/>
                  <a:pt x="197192" y="44003"/>
                </a:cubicBezTo>
                <a:cubicBezTo>
                  <a:pt x="202946" y="37704"/>
                  <a:pt x="210169" y="34554"/>
                  <a:pt x="218860" y="34554"/>
                </a:cubicBezTo>
                <a:cubicBezTo>
                  <a:pt x="226214" y="34554"/>
                  <a:pt x="232255" y="36984"/>
                  <a:pt x="236983" y="41843"/>
                </a:cubicBezTo>
                <a:cubicBezTo>
                  <a:pt x="241711" y="46701"/>
                  <a:pt x="244075" y="53198"/>
                  <a:pt x="244075" y="61334"/>
                </a:cubicBezTo>
                <a:lnTo>
                  <a:pt x="198732" y="61334"/>
                </a:lnTo>
                <a:moveTo>
                  <a:pt x="198732" y="57159"/>
                </a:moveTo>
                <a:lnTo>
                  <a:pt x="229104" y="57159"/>
                </a:lnTo>
                <a:cubicBezTo>
                  <a:pt x="228865" y="52935"/>
                  <a:pt x="228363" y="49960"/>
                  <a:pt x="227599" y="48232"/>
                </a:cubicBezTo>
                <a:cubicBezTo>
                  <a:pt x="226406" y="45545"/>
                  <a:pt x="224627" y="43433"/>
                  <a:pt x="222263" y="41897"/>
                </a:cubicBezTo>
                <a:cubicBezTo>
                  <a:pt x="219899" y="40361"/>
                  <a:pt x="217428" y="39594"/>
                  <a:pt x="214849" y="39594"/>
                </a:cubicBezTo>
                <a:cubicBezTo>
                  <a:pt x="210885" y="39594"/>
                  <a:pt x="207339" y="41141"/>
                  <a:pt x="204212" y="44237"/>
                </a:cubicBezTo>
                <a:cubicBezTo>
                  <a:pt x="201084" y="47332"/>
                  <a:pt x="199257" y="51640"/>
                  <a:pt x="198732" y="57159"/>
                </a:cubicBezTo>
                <a:close/>
                <a:moveTo>
                  <a:pt x="385571" y="4751"/>
                </a:moveTo>
                <a:lnTo>
                  <a:pt x="385571" y="7415"/>
                </a:lnTo>
                <a:cubicBezTo>
                  <a:pt x="383040" y="7415"/>
                  <a:pt x="380986" y="7871"/>
                  <a:pt x="379410" y="8783"/>
                </a:cubicBezTo>
                <a:cubicBezTo>
                  <a:pt x="377834" y="9693"/>
                  <a:pt x="376330" y="11395"/>
                  <a:pt x="374897" y="13889"/>
                </a:cubicBezTo>
                <a:cubicBezTo>
                  <a:pt x="373942" y="15567"/>
                  <a:pt x="372438" y="19572"/>
                  <a:pt x="370385" y="25902"/>
                </a:cubicBezTo>
                <a:lnTo>
                  <a:pt x="343308" y="104527"/>
                </a:lnTo>
                <a:lnTo>
                  <a:pt x="340442" y="104527"/>
                </a:lnTo>
                <a:lnTo>
                  <a:pt x="318308" y="42158"/>
                </a:lnTo>
                <a:lnTo>
                  <a:pt x="296317" y="104527"/>
                </a:lnTo>
                <a:lnTo>
                  <a:pt x="293738" y="104527"/>
                </a:lnTo>
                <a:lnTo>
                  <a:pt x="264871" y="23529"/>
                </a:lnTo>
                <a:cubicBezTo>
                  <a:pt x="262722" y="17486"/>
                  <a:pt x="261361" y="13913"/>
                  <a:pt x="260788" y="12809"/>
                </a:cubicBezTo>
                <a:cubicBezTo>
                  <a:pt x="259833" y="10987"/>
                  <a:pt x="258531" y="9633"/>
                  <a:pt x="256884" y="8747"/>
                </a:cubicBezTo>
                <a:cubicBezTo>
                  <a:pt x="255236" y="7859"/>
                  <a:pt x="253004" y="7415"/>
                  <a:pt x="250186" y="7415"/>
                </a:cubicBezTo>
                <a:lnTo>
                  <a:pt x="250186" y="4751"/>
                </a:lnTo>
                <a:lnTo>
                  <a:pt x="286145" y="4751"/>
                </a:lnTo>
                <a:lnTo>
                  <a:pt x="286145" y="7415"/>
                </a:lnTo>
                <a:lnTo>
                  <a:pt x="284426" y="7415"/>
                </a:lnTo>
                <a:cubicBezTo>
                  <a:pt x="281895" y="7415"/>
                  <a:pt x="279961" y="7991"/>
                  <a:pt x="278624" y="9143"/>
                </a:cubicBezTo>
                <a:cubicBezTo>
                  <a:pt x="277287" y="10293"/>
                  <a:pt x="276618" y="11683"/>
                  <a:pt x="276618" y="13313"/>
                </a:cubicBezTo>
                <a:cubicBezTo>
                  <a:pt x="276618" y="14992"/>
                  <a:pt x="277669" y="18852"/>
                  <a:pt x="279770" y="24894"/>
                </a:cubicBezTo>
                <a:lnTo>
                  <a:pt x="298896" y="79637"/>
                </a:lnTo>
                <a:lnTo>
                  <a:pt x="315013" y="33094"/>
                </a:lnTo>
                <a:lnTo>
                  <a:pt x="312148" y="24894"/>
                </a:lnTo>
                <a:lnTo>
                  <a:pt x="309856" y="18348"/>
                </a:lnTo>
                <a:cubicBezTo>
                  <a:pt x="308853" y="15950"/>
                  <a:pt x="307730" y="13840"/>
                  <a:pt x="306489" y="12018"/>
                </a:cubicBezTo>
                <a:cubicBezTo>
                  <a:pt x="305868" y="11107"/>
                  <a:pt x="305104" y="10340"/>
                  <a:pt x="304197" y="9716"/>
                </a:cubicBezTo>
                <a:cubicBezTo>
                  <a:pt x="303003" y="8854"/>
                  <a:pt x="301809" y="8231"/>
                  <a:pt x="300615" y="7847"/>
                </a:cubicBezTo>
                <a:cubicBezTo>
                  <a:pt x="299708" y="7559"/>
                  <a:pt x="298275" y="7415"/>
                  <a:pt x="296317" y="7415"/>
                </a:cubicBezTo>
                <a:lnTo>
                  <a:pt x="296317" y="4751"/>
                </a:lnTo>
                <a:lnTo>
                  <a:pt x="334139" y="4751"/>
                </a:lnTo>
                <a:lnTo>
                  <a:pt x="334139" y="7415"/>
                </a:lnTo>
                <a:lnTo>
                  <a:pt x="331560" y="7415"/>
                </a:lnTo>
                <a:cubicBezTo>
                  <a:pt x="328886" y="7415"/>
                  <a:pt x="326928" y="7991"/>
                  <a:pt x="325686" y="9143"/>
                </a:cubicBezTo>
                <a:cubicBezTo>
                  <a:pt x="324445" y="10293"/>
                  <a:pt x="323824" y="11851"/>
                  <a:pt x="323824" y="13817"/>
                </a:cubicBezTo>
                <a:cubicBezTo>
                  <a:pt x="323824" y="16263"/>
                  <a:pt x="324898" y="20532"/>
                  <a:pt x="327047" y="26622"/>
                </a:cubicBezTo>
                <a:lnTo>
                  <a:pt x="345672" y="79637"/>
                </a:lnTo>
                <a:lnTo>
                  <a:pt x="364153" y="25902"/>
                </a:lnTo>
                <a:cubicBezTo>
                  <a:pt x="366254" y="19956"/>
                  <a:pt x="367304" y="15831"/>
                  <a:pt x="367304" y="13529"/>
                </a:cubicBezTo>
                <a:cubicBezTo>
                  <a:pt x="367304" y="12427"/>
                  <a:pt x="366958" y="11396"/>
                  <a:pt x="366266" y="10436"/>
                </a:cubicBezTo>
                <a:cubicBezTo>
                  <a:pt x="365573" y="9476"/>
                  <a:pt x="364702" y="8805"/>
                  <a:pt x="363651" y="8423"/>
                </a:cubicBezTo>
                <a:cubicBezTo>
                  <a:pt x="361837" y="7751"/>
                  <a:pt x="359473" y="7415"/>
                  <a:pt x="356560" y="7415"/>
                </a:cubicBezTo>
                <a:lnTo>
                  <a:pt x="356560" y="4751"/>
                </a:lnTo>
                <a:lnTo>
                  <a:pt x="385571" y="4751"/>
                </a:lnTo>
                <a:close/>
                <a:moveTo>
                  <a:pt x="416764" y="92865"/>
                </a:moveTo>
                <a:cubicBezTo>
                  <a:pt x="410031" y="98096"/>
                  <a:pt x="405805" y="101120"/>
                  <a:pt x="404086" y="101935"/>
                </a:cubicBezTo>
                <a:cubicBezTo>
                  <a:pt x="401507" y="103183"/>
                  <a:pt x="398761" y="103807"/>
                  <a:pt x="395848" y="103807"/>
                </a:cubicBezTo>
                <a:cubicBezTo>
                  <a:pt x="391311" y="103807"/>
                  <a:pt x="387574" y="102247"/>
                  <a:pt x="384638" y="99128"/>
                </a:cubicBezTo>
                <a:cubicBezTo>
                  <a:pt x="381701" y="96008"/>
                  <a:pt x="380232" y="91905"/>
                  <a:pt x="380232" y="86818"/>
                </a:cubicBezTo>
                <a:cubicBezTo>
                  <a:pt x="380232" y="83602"/>
                  <a:pt x="380948" y="80819"/>
                  <a:pt x="382381" y="78467"/>
                </a:cubicBezTo>
                <a:cubicBezTo>
                  <a:pt x="384339" y="75204"/>
                  <a:pt x="387742" y="72132"/>
                  <a:pt x="392589" y="69253"/>
                </a:cubicBezTo>
                <a:cubicBezTo>
                  <a:pt x="397436" y="66373"/>
                  <a:pt x="405494" y="62870"/>
                  <a:pt x="416764" y="58742"/>
                </a:cubicBezTo>
                <a:lnTo>
                  <a:pt x="416764" y="56151"/>
                </a:lnTo>
                <a:cubicBezTo>
                  <a:pt x="416764" y="49576"/>
                  <a:pt x="415726" y="45065"/>
                  <a:pt x="413648" y="42617"/>
                </a:cubicBezTo>
                <a:cubicBezTo>
                  <a:pt x="411571" y="40169"/>
                  <a:pt x="408551" y="38946"/>
                  <a:pt x="404587" y="38946"/>
                </a:cubicBezTo>
                <a:cubicBezTo>
                  <a:pt x="401578" y="38946"/>
                  <a:pt x="399191" y="39759"/>
                  <a:pt x="397424" y="41384"/>
                </a:cubicBezTo>
                <a:cubicBezTo>
                  <a:pt x="395609" y="43010"/>
                  <a:pt x="394702" y="44875"/>
                  <a:pt x="394702" y="46979"/>
                </a:cubicBezTo>
                <a:lnTo>
                  <a:pt x="394845" y="51139"/>
                </a:lnTo>
                <a:cubicBezTo>
                  <a:pt x="394845" y="53337"/>
                  <a:pt x="394284" y="55034"/>
                  <a:pt x="393162" y="56230"/>
                </a:cubicBezTo>
                <a:cubicBezTo>
                  <a:pt x="392039" y="57425"/>
                  <a:pt x="390571" y="58023"/>
                  <a:pt x="388756" y="58023"/>
                </a:cubicBezTo>
                <a:cubicBezTo>
                  <a:pt x="386989" y="58023"/>
                  <a:pt x="385545" y="57401"/>
                  <a:pt x="384423" y="56158"/>
                </a:cubicBezTo>
                <a:cubicBezTo>
                  <a:pt x="383300" y="54913"/>
                  <a:pt x="382739" y="53214"/>
                  <a:pt x="382739" y="51060"/>
                </a:cubicBezTo>
                <a:cubicBezTo>
                  <a:pt x="382739" y="46946"/>
                  <a:pt x="384840" y="43167"/>
                  <a:pt x="389043" y="39722"/>
                </a:cubicBezTo>
                <a:cubicBezTo>
                  <a:pt x="393245" y="36277"/>
                  <a:pt x="399143" y="34554"/>
                  <a:pt x="406736" y="34554"/>
                </a:cubicBezTo>
                <a:cubicBezTo>
                  <a:pt x="412562" y="34554"/>
                  <a:pt x="417338" y="35537"/>
                  <a:pt x="421062" y="37501"/>
                </a:cubicBezTo>
                <a:cubicBezTo>
                  <a:pt x="423880" y="38988"/>
                  <a:pt x="425957" y="41313"/>
                  <a:pt x="427294" y="44478"/>
                </a:cubicBezTo>
                <a:cubicBezTo>
                  <a:pt x="428154" y="46538"/>
                  <a:pt x="428584" y="50756"/>
                  <a:pt x="428584" y="57132"/>
                </a:cubicBezTo>
                <a:lnTo>
                  <a:pt x="428584" y="79493"/>
                </a:lnTo>
                <a:cubicBezTo>
                  <a:pt x="428584" y="85773"/>
                  <a:pt x="428703" y="89619"/>
                  <a:pt x="428942" y="91034"/>
                </a:cubicBezTo>
                <a:cubicBezTo>
                  <a:pt x="429181" y="92448"/>
                  <a:pt x="429575" y="93395"/>
                  <a:pt x="430124" y="93875"/>
                </a:cubicBezTo>
                <a:cubicBezTo>
                  <a:pt x="430673" y="94353"/>
                  <a:pt x="431306" y="94593"/>
                  <a:pt x="432022" y="94593"/>
                </a:cubicBezTo>
                <a:cubicBezTo>
                  <a:pt x="432786" y="94593"/>
                  <a:pt x="433455" y="94425"/>
                  <a:pt x="434028" y="94089"/>
                </a:cubicBezTo>
                <a:cubicBezTo>
                  <a:pt x="435031" y="93465"/>
                  <a:pt x="436965" y="91713"/>
                  <a:pt x="439830" y="88834"/>
                </a:cubicBezTo>
                <a:lnTo>
                  <a:pt x="439830" y="92865"/>
                </a:lnTo>
                <a:cubicBezTo>
                  <a:pt x="434481" y="100064"/>
                  <a:pt x="429372" y="103663"/>
                  <a:pt x="424501" y="103663"/>
                </a:cubicBezTo>
                <a:cubicBezTo>
                  <a:pt x="422161" y="103663"/>
                  <a:pt x="420298" y="102847"/>
                  <a:pt x="418913" y="101216"/>
                </a:cubicBezTo>
                <a:cubicBezTo>
                  <a:pt x="417529" y="99584"/>
                  <a:pt x="416812" y="96800"/>
                  <a:pt x="416764" y="92865"/>
                </a:cubicBezTo>
                <a:moveTo>
                  <a:pt x="416764" y="88145"/>
                </a:moveTo>
                <a:lnTo>
                  <a:pt x="416764" y="63134"/>
                </a:lnTo>
                <a:cubicBezTo>
                  <a:pt x="409554" y="66000"/>
                  <a:pt x="404897" y="68030"/>
                  <a:pt x="402796" y="69226"/>
                </a:cubicBezTo>
                <a:cubicBezTo>
                  <a:pt x="399024" y="71328"/>
                  <a:pt x="396325" y="73526"/>
                  <a:pt x="394702" y="75819"/>
                </a:cubicBezTo>
                <a:cubicBezTo>
                  <a:pt x="393078" y="78113"/>
                  <a:pt x="392266" y="80621"/>
                  <a:pt x="392266" y="83344"/>
                </a:cubicBezTo>
                <a:cubicBezTo>
                  <a:pt x="392266" y="86785"/>
                  <a:pt x="393293" y="89640"/>
                  <a:pt x="395347" y="91909"/>
                </a:cubicBezTo>
                <a:cubicBezTo>
                  <a:pt x="397400" y="94178"/>
                  <a:pt x="399764" y="95313"/>
                  <a:pt x="402438" y="95313"/>
                </a:cubicBezTo>
                <a:cubicBezTo>
                  <a:pt x="406067" y="95313"/>
                  <a:pt x="410843" y="92923"/>
                  <a:pt x="416764" y="88145"/>
                </a:cubicBezTo>
                <a:close/>
                <a:moveTo>
                  <a:pt x="434250" y="36426"/>
                </a:moveTo>
                <a:lnTo>
                  <a:pt x="464837" y="36426"/>
                </a:lnTo>
                <a:lnTo>
                  <a:pt x="464837" y="39090"/>
                </a:lnTo>
                <a:lnTo>
                  <a:pt x="463332" y="39090"/>
                </a:lnTo>
                <a:cubicBezTo>
                  <a:pt x="461184" y="39090"/>
                  <a:pt x="459572" y="39558"/>
                  <a:pt x="458497" y="40493"/>
                </a:cubicBezTo>
                <a:cubicBezTo>
                  <a:pt x="457423" y="41429"/>
                  <a:pt x="456886" y="42593"/>
                  <a:pt x="456886" y="43985"/>
                </a:cubicBezTo>
                <a:cubicBezTo>
                  <a:pt x="456886" y="45857"/>
                  <a:pt x="457674" y="48448"/>
                  <a:pt x="459249" y="51760"/>
                </a:cubicBezTo>
                <a:lnTo>
                  <a:pt x="475223" y="85018"/>
                </a:lnTo>
                <a:lnTo>
                  <a:pt x="489908" y="48592"/>
                </a:lnTo>
                <a:cubicBezTo>
                  <a:pt x="490720" y="46624"/>
                  <a:pt x="491126" y="44681"/>
                  <a:pt x="491126" y="42761"/>
                </a:cubicBezTo>
                <a:cubicBezTo>
                  <a:pt x="491126" y="41897"/>
                  <a:pt x="490959" y="41249"/>
                  <a:pt x="490624" y="40817"/>
                </a:cubicBezTo>
                <a:cubicBezTo>
                  <a:pt x="490242" y="40289"/>
                  <a:pt x="489645" y="39870"/>
                  <a:pt x="488834" y="39558"/>
                </a:cubicBezTo>
                <a:cubicBezTo>
                  <a:pt x="488022" y="39246"/>
                  <a:pt x="486589" y="39090"/>
                  <a:pt x="484536" y="39090"/>
                </a:cubicBezTo>
                <a:lnTo>
                  <a:pt x="484536" y="36426"/>
                </a:lnTo>
                <a:lnTo>
                  <a:pt x="505882" y="36426"/>
                </a:lnTo>
                <a:lnTo>
                  <a:pt x="505882" y="39090"/>
                </a:lnTo>
                <a:cubicBezTo>
                  <a:pt x="504115" y="39282"/>
                  <a:pt x="502754" y="39666"/>
                  <a:pt x="501799" y="40241"/>
                </a:cubicBezTo>
                <a:cubicBezTo>
                  <a:pt x="500844" y="40817"/>
                  <a:pt x="499793" y="41897"/>
                  <a:pt x="498647" y="43481"/>
                </a:cubicBezTo>
                <a:cubicBezTo>
                  <a:pt x="498217" y="44153"/>
                  <a:pt x="497405" y="46001"/>
                  <a:pt x="496212" y="49024"/>
                </a:cubicBezTo>
                <a:lnTo>
                  <a:pt x="469493" y="114821"/>
                </a:lnTo>
                <a:cubicBezTo>
                  <a:pt x="466914" y="121204"/>
                  <a:pt x="463535" y="126028"/>
                  <a:pt x="459357" y="129291"/>
                </a:cubicBezTo>
                <a:cubicBezTo>
                  <a:pt x="455178" y="132555"/>
                  <a:pt x="451155" y="134186"/>
                  <a:pt x="447287" y="134186"/>
                </a:cubicBezTo>
                <a:cubicBezTo>
                  <a:pt x="444469" y="134186"/>
                  <a:pt x="442153" y="133380"/>
                  <a:pt x="440339" y="131768"/>
                </a:cubicBezTo>
                <a:cubicBezTo>
                  <a:pt x="438524" y="130156"/>
                  <a:pt x="437617" y="128306"/>
                  <a:pt x="437617" y="126220"/>
                </a:cubicBezTo>
                <a:cubicBezTo>
                  <a:pt x="437617" y="124229"/>
                  <a:pt x="438273" y="122622"/>
                  <a:pt x="439586" y="121402"/>
                </a:cubicBezTo>
                <a:cubicBezTo>
                  <a:pt x="440900" y="120182"/>
                  <a:pt x="442702" y="119573"/>
                  <a:pt x="444995" y="119573"/>
                </a:cubicBezTo>
                <a:cubicBezTo>
                  <a:pt x="446571" y="119573"/>
                  <a:pt x="448720" y="120101"/>
                  <a:pt x="451442" y="121156"/>
                </a:cubicBezTo>
                <a:cubicBezTo>
                  <a:pt x="453352" y="121876"/>
                  <a:pt x="454546" y="122236"/>
                  <a:pt x="455023" y="122236"/>
                </a:cubicBezTo>
                <a:cubicBezTo>
                  <a:pt x="456456" y="122236"/>
                  <a:pt x="458020" y="121487"/>
                  <a:pt x="459715" y="119989"/>
                </a:cubicBezTo>
                <a:cubicBezTo>
                  <a:pt x="461410" y="118492"/>
                  <a:pt x="463118" y="115595"/>
                  <a:pt x="464837" y="111296"/>
                </a:cubicBezTo>
                <a:lnTo>
                  <a:pt x="469493" y="99776"/>
                </a:lnTo>
                <a:lnTo>
                  <a:pt x="445926" y="50032"/>
                </a:lnTo>
                <a:cubicBezTo>
                  <a:pt x="445210" y="48544"/>
                  <a:pt x="444063" y="46696"/>
                  <a:pt x="442488" y="44489"/>
                </a:cubicBezTo>
                <a:cubicBezTo>
                  <a:pt x="441294" y="42809"/>
                  <a:pt x="440315" y="41681"/>
                  <a:pt x="439551" y="41105"/>
                </a:cubicBezTo>
                <a:cubicBezTo>
                  <a:pt x="438452" y="40337"/>
                  <a:pt x="436685" y="39666"/>
                  <a:pt x="434250" y="39090"/>
                </a:cubicBezTo>
                <a:lnTo>
                  <a:pt x="434250" y="3642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T">
            <a:extLst xmlns:a="http://schemas.openxmlformats.org/drawingml/2006/main">
              <a:ext uri="{FF2B5EF4-FFF2-40B4-BE49-F238E27FC236}">
                <a16:creationId xmlns:a16="http://schemas.microsoft.com/office/drawing/2014/main" id="{5E62F29A-FA82-4798-97F2-BFE42DB5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57" y="2259489"/>
            <a:ext cx="107403" cy="123305"/>
          </a:xfrm>
          <a:custGeom xmlns:a="http://schemas.openxmlformats.org/drawingml/2006/main">
            <a:pathLst>
              <a:path w="107403" h="123305">
                <a:moveTo>
                  <a:pt x="14206" y="0"/>
                </a:moveTo>
                <a:lnTo>
                  <a:pt x="107403" y="0"/>
                </a:lnTo>
                <a:lnTo>
                  <a:pt x="97359" y="32736"/>
                </a:lnTo>
                <a:lnTo>
                  <a:pt x="93921" y="32736"/>
                </a:lnTo>
                <a:cubicBezTo>
                  <a:pt x="95067" y="27964"/>
                  <a:pt x="95640" y="23705"/>
                  <a:pt x="95640" y="19960"/>
                </a:cubicBezTo>
                <a:cubicBezTo>
                  <a:pt x="95640" y="15551"/>
                  <a:pt x="94283" y="12230"/>
                  <a:pt x="91568" y="9994"/>
                </a:cubicBezTo>
                <a:cubicBezTo>
                  <a:pt x="89517" y="8302"/>
                  <a:pt x="84239" y="7456"/>
                  <a:pt x="75734" y="7456"/>
                </a:cubicBezTo>
                <a:lnTo>
                  <a:pt x="66052" y="7456"/>
                </a:lnTo>
                <a:lnTo>
                  <a:pt x="41803" y="92297"/>
                </a:lnTo>
                <a:cubicBezTo>
                  <a:pt x="38727" y="103002"/>
                  <a:pt x="37188" y="109601"/>
                  <a:pt x="37188" y="112094"/>
                </a:cubicBezTo>
                <a:cubicBezTo>
                  <a:pt x="37188" y="114406"/>
                  <a:pt x="38153" y="116307"/>
                  <a:pt x="40084" y="117798"/>
                </a:cubicBezTo>
                <a:cubicBezTo>
                  <a:pt x="42014" y="119287"/>
                  <a:pt x="45422" y="120031"/>
                  <a:pt x="50308" y="120031"/>
                </a:cubicBezTo>
                <a:lnTo>
                  <a:pt x="54471" y="120031"/>
                </a:lnTo>
                <a:lnTo>
                  <a:pt x="53385" y="123305"/>
                </a:lnTo>
                <a:lnTo>
                  <a:pt x="0" y="123305"/>
                </a:lnTo>
                <a:lnTo>
                  <a:pt x="995" y="120031"/>
                </a:lnTo>
                <a:lnTo>
                  <a:pt x="3348" y="120031"/>
                </a:lnTo>
                <a:cubicBezTo>
                  <a:pt x="8053" y="120031"/>
                  <a:pt x="11672" y="119270"/>
                  <a:pt x="14206" y="117749"/>
                </a:cubicBezTo>
                <a:cubicBezTo>
                  <a:pt x="15955" y="116715"/>
                  <a:pt x="17539" y="114844"/>
                  <a:pt x="18956" y="112137"/>
                </a:cubicBezTo>
                <a:cubicBezTo>
                  <a:pt x="20374" y="109430"/>
                  <a:pt x="22349" y="103695"/>
                  <a:pt x="24883" y="94934"/>
                </a:cubicBezTo>
                <a:lnTo>
                  <a:pt x="50308" y="7456"/>
                </a:lnTo>
                <a:lnTo>
                  <a:pt x="42979" y="7456"/>
                </a:lnTo>
                <a:cubicBezTo>
                  <a:pt x="35922" y="7456"/>
                  <a:pt x="30236" y="8363"/>
                  <a:pt x="25923" y="10176"/>
                </a:cubicBezTo>
                <a:cubicBezTo>
                  <a:pt x="21610" y="11987"/>
                  <a:pt x="18127" y="14615"/>
                  <a:pt x="15473" y="18059"/>
                </a:cubicBezTo>
                <a:cubicBezTo>
                  <a:pt x="12818" y="21501"/>
                  <a:pt x="10647" y="26393"/>
                  <a:pt x="8958" y="32736"/>
                </a:cubicBezTo>
                <a:lnTo>
                  <a:pt x="5610" y="32736"/>
                </a:lnTo>
                <a:lnTo>
                  <a:pt x="14206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S">
            <a:extLst xmlns:a="http://schemas.openxmlformats.org/drawingml/2006/main">
              <a:ext uri="{FF2B5EF4-FFF2-40B4-BE49-F238E27FC236}">
                <a16:creationId xmlns:a16="http://schemas.microsoft.com/office/drawing/2014/main" id="{79F7FDEC-2910-47C1-B4CB-01446F30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17" y="2256761"/>
            <a:ext cx="99169" cy="128761"/>
          </a:xfrm>
          <a:custGeom xmlns:a="http://schemas.openxmlformats.org/drawingml/2006/main">
            <a:pathLst>
              <a:path w="99169" h="128761">
                <a:moveTo>
                  <a:pt x="0" y="128761"/>
                </a:moveTo>
                <a:lnTo>
                  <a:pt x="10134" y="82931"/>
                </a:lnTo>
                <a:lnTo>
                  <a:pt x="13210" y="82931"/>
                </a:lnTo>
                <a:cubicBezTo>
                  <a:pt x="12788" y="87356"/>
                  <a:pt x="12577" y="91024"/>
                  <a:pt x="12577" y="93933"/>
                </a:cubicBezTo>
                <a:cubicBezTo>
                  <a:pt x="12577" y="102239"/>
                  <a:pt x="15216" y="108998"/>
                  <a:pt x="20494" y="114211"/>
                </a:cubicBezTo>
                <a:cubicBezTo>
                  <a:pt x="25772" y="119425"/>
                  <a:pt x="32664" y="122032"/>
                  <a:pt x="41170" y="122032"/>
                </a:cubicBezTo>
                <a:cubicBezTo>
                  <a:pt x="49072" y="122032"/>
                  <a:pt x="55074" y="119597"/>
                  <a:pt x="59176" y="114729"/>
                </a:cubicBezTo>
                <a:cubicBezTo>
                  <a:pt x="63277" y="109860"/>
                  <a:pt x="65328" y="104250"/>
                  <a:pt x="65328" y="97900"/>
                </a:cubicBezTo>
                <a:cubicBezTo>
                  <a:pt x="65328" y="93788"/>
                  <a:pt x="64393" y="90038"/>
                  <a:pt x="62523" y="86653"/>
                </a:cubicBezTo>
                <a:cubicBezTo>
                  <a:pt x="59688" y="81633"/>
                  <a:pt x="52118" y="72803"/>
                  <a:pt x="39812" y="60163"/>
                </a:cubicBezTo>
                <a:cubicBezTo>
                  <a:pt x="33840" y="54114"/>
                  <a:pt x="30010" y="49608"/>
                  <a:pt x="28321" y="46643"/>
                </a:cubicBezTo>
                <a:cubicBezTo>
                  <a:pt x="25546" y="41744"/>
                  <a:pt x="24159" y="36601"/>
                  <a:pt x="24159" y="31215"/>
                </a:cubicBezTo>
                <a:cubicBezTo>
                  <a:pt x="24159" y="22626"/>
                  <a:pt x="27356" y="15277"/>
                  <a:pt x="33750" y="9167"/>
                </a:cubicBezTo>
                <a:cubicBezTo>
                  <a:pt x="40144" y="3056"/>
                  <a:pt x="48348" y="0"/>
                  <a:pt x="58361" y="0"/>
                </a:cubicBezTo>
                <a:cubicBezTo>
                  <a:pt x="61739" y="0"/>
                  <a:pt x="64936" y="337"/>
                  <a:pt x="67952" y="1012"/>
                </a:cubicBezTo>
                <a:cubicBezTo>
                  <a:pt x="69822" y="1381"/>
                  <a:pt x="73231" y="2610"/>
                  <a:pt x="78177" y="4697"/>
                </a:cubicBezTo>
                <a:cubicBezTo>
                  <a:pt x="81676" y="6109"/>
                  <a:pt x="83606" y="6876"/>
                  <a:pt x="83968" y="6999"/>
                </a:cubicBezTo>
                <a:cubicBezTo>
                  <a:pt x="84812" y="7183"/>
                  <a:pt x="85747" y="7275"/>
                  <a:pt x="86773" y="7275"/>
                </a:cubicBezTo>
                <a:cubicBezTo>
                  <a:pt x="88522" y="7275"/>
                  <a:pt x="90030" y="6814"/>
                  <a:pt x="91297" y="5894"/>
                </a:cubicBezTo>
                <a:cubicBezTo>
                  <a:pt x="92564" y="4973"/>
                  <a:pt x="94042" y="3008"/>
                  <a:pt x="95731" y="0"/>
                </a:cubicBezTo>
                <a:lnTo>
                  <a:pt x="99169" y="0"/>
                </a:lnTo>
                <a:lnTo>
                  <a:pt x="89759" y="40920"/>
                </a:lnTo>
                <a:lnTo>
                  <a:pt x="86682" y="40920"/>
                </a:lnTo>
                <a:cubicBezTo>
                  <a:pt x="86924" y="37282"/>
                  <a:pt x="87044" y="34342"/>
                  <a:pt x="87044" y="32099"/>
                </a:cubicBezTo>
                <a:cubicBezTo>
                  <a:pt x="87044" y="24764"/>
                  <a:pt x="84631" y="18762"/>
                  <a:pt x="79806" y="14095"/>
                </a:cubicBezTo>
                <a:cubicBezTo>
                  <a:pt x="74980" y="9427"/>
                  <a:pt x="68616" y="7093"/>
                  <a:pt x="60714" y="7093"/>
                </a:cubicBezTo>
                <a:cubicBezTo>
                  <a:pt x="54440" y="7093"/>
                  <a:pt x="49343" y="8938"/>
                  <a:pt x="45422" y="12628"/>
                </a:cubicBezTo>
                <a:cubicBezTo>
                  <a:pt x="41501" y="16317"/>
                  <a:pt x="39541" y="20580"/>
                  <a:pt x="39541" y="25419"/>
                </a:cubicBezTo>
                <a:cubicBezTo>
                  <a:pt x="39541" y="29653"/>
                  <a:pt x="40793" y="33690"/>
                  <a:pt x="43296" y="37530"/>
                </a:cubicBezTo>
                <a:cubicBezTo>
                  <a:pt x="45799" y="41370"/>
                  <a:pt x="51560" y="47629"/>
                  <a:pt x="60578" y="56307"/>
                </a:cubicBezTo>
                <a:cubicBezTo>
                  <a:pt x="69596" y="64986"/>
                  <a:pt x="75432" y="71764"/>
                  <a:pt x="78086" y="76642"/>
                </a:cubicBezTo>
                <a:cubicBezTo>
                  <a:pt x="80741" y="81518"/>
                  <a:pt x="82068" y="86713"/>
                  <a:pt x="82068" y="92226"/>
                </a:cubicBezTo>
                <a:cubicBezTo>
                  <a:pt x="82068" y="98466"/>
                  <a:pt x="80424" y="104510"/>
                  <a:pt x="77136" y="110358"/>
                </a:cubicBezTo>
                <a:cubicBezTo>
                  <a:pt x="73849" y="116204"/>
                  <a:pt x="69129" y="120733"/>
                  <a:pt x="62976" y="123944"/>
                </a:cubicBezTo>
                <a:cubicBezTo>
                  <a:pt x="56823" y="127155"/>
                  <a:pt x="50097" y="128761"/>
                  <a:pt x="42798" y="128761"/>
                </a:cubicBezTo>
                <a:cubicBezTo>
                  <a:pt x="39179" y="128761"/>
                  <a:pt x="35801" y="128427"/>
                  <a:pt x="32664" y="127760"/>
                </a:cubicBezTo>
                <a:cubicBezTo>
                  <a:pt x="29527" y="127094"/>
                  <a:pt x="24521" y="125457"/>
                  <a:pt x="17644" y="122850"/>
                </a:cubicBezTo>
                <a:cubicBezTo>
                  <a:pt x="15292" y="121941"/>
                  <a:pt x="13331" y="121486"/>
                  <a:pt x="11763" y="121486"/>
                </a:cubicBezTo>
                <a:cubicBezTo>
                  <a:pt x="8204" y="121486"/>
                  <a:pt x="5429" y="123911"/>
                  <a:pt x="3438" y="128761"/>
                </a:cubicBezTo>
                <a:lnTo>
                  <a:pt x="0" y="128761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7cdf846664301"/>
          <a:stretch xmlns:a="http://schemas.openxmlformats.org/drawingml/2006/main"/>
        </p:blipFill>
        <p:spPr>
          <a:xfrm xmlns:a="http://schemas.openxmlformats.org/drawingml/2006/main">
            <a:off x="7171998" y="394766"/>
            <a:ext cx="1104147" cy="1267988"/>
          </a:xfrm>
          <a:prstGeom xmlns:a="http://schemas.openxmlformats.org/drawingml/2006/main" prst="rect">
            <a:avLst/>
          </a:prstGeom>
        </p:spPr>
      </p:pic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5729C-D351-4744-AA90-C817F3D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998" y="392476"/>
            <a:ext cx="1104147" cy="1272568"/>
          </a:xfrm>
          <a:custGeom xmlns:a="http://schemas.openxmlformats.org/drawingml/2006/main">
            <a:pathLst>
              <a:path w="1104147" h="1272568" fill="none">
                <a:moveTo>
                  <a:pt x="0" y="184940"/>
                </a:moveTo>
                <a:cubicBezTo>
                  <a:pt x="0" y="82766"/>
                  <a:pt x="82407" y="0"/>
                  <a:pt x="184014" y="0"/>
                </a:cubicBezTo>
                <a:lnTo>
                  <a:pt x="920173" y="0"/>
                </a:lnTo>
                <a:cubicBezTo>
                  <a:pt x="1021780" y="0"/>
                  <a:pt x="1104147" y="82766"/>
                  <a:pt x="1104147" y="184940"/>
                </a:cubicBezTo>
                <a:lnTo>
                  <a:pt x="1104147" y="1087628"/>
                </a:lnTo>
                <a:cubicBezTo>
                  <a:pt x="1104147" y="1189761"/>
                  <a:pt x="1021780" y="1272568"/>
                  <a:pt x="920173" y="1272568"/>
                </a:cubicBezTo>
                <a:lnTo>
                  <a:pt x="184014" y="1272568"/>
                </a:lnTo>
                <a:cubicBezTo>
                  <a:pt x="82407" y="1272568"/>
                  <a:pt x="0" y="1189761"/>
                  <a:pt x="0" y="1087628"/>
                </a:cubicBezTo>
                <a:lnTo>
                  <a:pt x="0" y="184940"/>
                </a:lnTo>
                <a:close/>
                <a:moveTo>
                  <a:pt x="0" y="184940"/>
                </a:moveTo>
              </a:path>
            </a:pathLst>
          </a:custGeom>
          <a:noFill xmlns:a="http://schemas.openxmlformats.org/drawingml/2006/main"/>
          <a:ln xmlns:a="http://schemas.openxmlformats.org/drawingml/2006/main" w="41282" cap="flat">
            <a:solidFill>
              <a:srgbClr val="0000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98BAE-0365-454D-83C6-0E2F38F1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811488"/>
            <a:ext cx="154396" cy="77572"/>
          </a:xfrm>
          <a:custGeom xmlns:a="http://schemas.openxmlformats.org/drawingml/2006/main">
            <a:pathLst>
              <a:path w="154396" h="77572">
                <a:moveTo>
                  <a:pt x="0" y="77572"/>
                </a:moveTo>
                <a:lnTo>
                  <a:pt x="0" y="0"/>
                </a:lnTo>
                <a:lnTo>
                  <a:pt x="123539" y="0"/>
                </a:lnTo>
                <a:lnTo>
                  <a:pt x="154396" y="38806"/>
                </a:lnTo>
                <a:lnTo>
                  <a:pt x="123539" y="77572"/>
                </a:lnTo>
                <a:lnTo>
                  <a:pt x="0" y="77572"/>
                </a:lnTo>
                <a:close/>
                <a:moveTo>
                  <a:pt x="0" y="77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1CCEA-8E52-4DC2-996E-1B1D8D0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811488"/>
            <a:ext cx="154396" cy="77572"/>
          </a:xfrm>
          <a:custGeom xmlns:a="http://schemas.openxmlformats.org/drawingml/2006/main">
            <a:pathLst>
              <a:path w="154396" h="77572" fill="none">
                <a:moveTo>
                  <a:pt x="0" y="77572"/>
                </a:moveTo>
                <a:lnTo>
                  <a:pt x="0" y="0"/>
                </a:lnTo>
                <a:lnTo>
                  <a:pt x="123539" y="0"/>
                </a:lnTo>
                <a:lnTo>
                  <a:pt x="154396" y="38806"/>
                </a:lnTo>
                <a:lnTo>
                  <a:pt x="123539" y="77572"/>
                </a:lnTo>
                <a:lnTo>
                  <a:pt x="0" y="77572"/>
                </a:lnTo>
                <a:close/>
                <a:moveTo>
                  <a:pt x="0" y="77572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DFCD7-DE29-4558-B33E-CAD8FE3C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998" y="718355"/>
            <a:ext cx="1108926" cy="10"/>
          </a:xfrm>
          <a:custGeom xmlns:a="http://schemas.openxmlformats.org/drawingml/2006/main">
            <a:pathLst>
              <a:path w="1108926" h="1" fill="none">
                <a:moveTo>
                  <a:pt x="0" y="0"/>
                </a:moveTo>
                <a:lnTo>
                  <a:pt x="1108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82" cap="flat">
            <a:solidFill>
              <a:srgbClr val="00000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F1D72-1B5F-4FF3-869E-FDBBCD55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1083082"/>
            <a:ext cx="154396" cy="85337"/>
          </a:xfrm>
          <a:custGeom xmlns:a="http://schemas.openxmlformats.org/drawingml/2006/main">
            <a:pathLst>
              <a:path w="154396" h="85337">
                <a:moveTo>
                  <a:pt x="0" y="85337"/>
                </a:moveTo>
                <a:lnTo>
                  <a:pt x="0" y="0"/>
                </a:lnTo>
                <a:lnTo>
                  <a:pt x="123539" y="0"/>
                </a:lnTo>
                <a:lnTo>
                  <a:pt x="154396" y="42663"/>
                </a:lnTo>
                <a:lnTo>
                  <a:pt x="123539" y="85337"/>
                </a:lnTo>
                <a:lnTo>
                  <a:pt x="0" y="85337"/>
                </a:lnTo>
                <a:close/>
                <a:moveTo>
                  <a:pt x="0" y="853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BD398-2C6E-477E-932F-0FEF76D9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1083082"/>
            <a:ext cx="154396" cy="85337"/>
          </a:xfrm>
          <a:custGeom xmlns:a="http://schemas.openxmlformats.org/drawingml/2006/main">
            <a:pathLst>
              <a:path w="154396" h="85337" fill="none">
                <a:moveTo>
                  <a:pt x="0" y="85337"/>
                </a:moveTo>
                <a:lnTo>
                  <a:pt x="0" y="0"/>
                </a:lnTo>
                <a:lnTo>
                  <a:pt x="123539" y="0"/>
                </a:lnTo>
                <a:lnTo>
                  <a:pt x="154396" y="42663"/>
                </a:lnTo>
                <a:lnTo>
                  <a:pt x="123539" y="85337"/>
                </a:lnTo>
                <a:lnTo>
                  <a:pt x="0" y="85337"/>
                </a:lnTo>
                <a:close/>
                <a:moveTo>
                  <a:pt x="0" y="85337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71A4F-7442-4044-9A11-43824DD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1277052"/>
            <a:ext cx="154396" cy="85337"/>
          </a:xfrm>
          <a:custGeom xmlns:a="http://schemas.openxmlformats.org/drawingml/2006/main">
            <a:pathLst>
              <a:path w="154396" h="85337">
                <a:moveTo>
                  <a:pt x="0" y="85337"/>
                </a:moveTo>
                <a:lnTo>
                  <a:pt x="0" y="0"/>
                </a:lnTo>
                <a:lnTo>
                  <a:pt x="123539" y="0"/>
                </a:lnTo>
                <a:lnTo>
                  <a:pt x="154396" y="42674"/>
                </a:lnTo>
                <a:lnTo>
                  <a:pt x="123539" y="85337"/>
                </a:lnTo>
                <a:lnTo>
                  <a:pt x="0" y="85337"/>
                </a:lnTo>
                <a:close/>
                <a:moveTo>
                  <a:pt x="0" y="853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6FD5C-4E51-4914-ACF7-7ABC8EFA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1277052"/>
            <a:ext cx="154396" cy="85337"/>
          </a:xfrm>
          <a:custGeom xmlns:a="http://schemas.openxmlformats.org/drawingml/2006/main">
            <a:pathLst>
              <a:path w="154396" h="85337" fill="none">
                <a:moveTo>
                  <a:pt x="0" y="85337"/>
                </a:moveTo>
                <a:lnTo>
                  <a:pt x="0" y="0"/>
                </a:lnTo>
                <a:lnTo>
                  <a:pt x="123539" y="0"/>
                </a:lnTo>
                <a:lnTo>
                  <a:pt x="154396" y="42674"/>
                </a:lnTo>
                <a:lnTo>
                  <a:pt x="123539" y="85337"/>
                </a:lnTo>
                <a:lnTo>
                  <a:pt x="0" y="85337"/>
                </a:lnTo>
                <a:close/>
                <a:moveTo>
                  <a:pt x="0" y="85337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58C3A-3192-418E-80D2-34CFCBF2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1463277"/>
            <a:ext cx="154396" cy="77613"/>
          </a:xfrm>
          <a:custGeom xmlns:a="http://schemas.openxmlformats.org/drawingml/2006/main">
            <a:pathLst>
              <a:path w="154396" h="77613">
                <a:moveTo>
                  <a:pt x="0" y="77613"/>
                </a:moveTo>
                <a:lnTo>
                  <a:pt x="0" y="0"/>
                </a:lnTo>
                <a:lnTo>
                  <a:pt x="123539" y="0"/>
                </a:lnTo>
                <a:lnTo>
                  <a:pt x="154396" y="38806"/>
                </a:lnTo>
                <a:lnTo>
                  <a:pt x="123539" y="77613"/>
                </a:lnTo>
                <a:lnTo>
                  <a:pt x="0" y="77613"/>
                </a:lnTo>
                <a:close/>
                <a:moveTo>
                  <a:pt x="0" y="776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0EF59-76AA-4DE3-AA93-CB64C01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729" y="1463277"/>
            <a:ext cx="154396" cy="77613"/>
          </a:xfrm>
          <a:custGeom xmlns:a="http://schemas.openxmlformats.org/drawingml/2006/main">
            <a:pathLst>
              <a:path w="154396" h="77613" fill="none">
                <a:moveTo>
                  <a:pt x="0" y="77613"/>
                </a:moveTo>
                <a:lnTo>
                  <a:pt x="0" y="0"/>
                </a:lnTo>
                <a:lnTo>
                  <a:pt x="123539" y="0"/>
                </a:lnTo>
                <a:lnTo>
                  <a:pt x="154396" y="38806"/>
                </a:lnTo>
                <a:lnTo>
                  <a:pt x="123539" y="77613"/>
                </a:lnTo>
                <a:lnTo>
                  <a:pt x="0" y="77613"/>
                </a:lnTo>
                <a:close/>
                <a:moveTo>
                  <a:pt x="0" y="77613"/>
                </a:move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round/>
          </a:ln>
        </p:spPr>
      </p:sp>
      <p:sp>
        <p:nvSpPr>
          <p:cNvPr id="145" name="Text OS">
            <a:extLst xmlns:a="http://schemas.openxmlformats.org/drawingml/2006/main">
              <a:ext uri="{FF2B5EF4-FFF2-40B4-BE49-F238E27FC236}">
                <a16:creationId xmlns:a16="http://schemas.microsoft.com/office/drawing/2014/main" id="{F08FE6CD-91AF-4F84-9D84-EB09C9C1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118" y="503094"/>
            <a:ext cx="232571" cy="128761"/>
          </a:xfrm>
          <a:custGeom xmlns:a="http://schemas.openxmlformats.org/drawingml/2006/main">
            <a:pathLst>
              <a:path w="232571" h="128761">
                <a:moveTo>
                  <a:pt x="64333" y="909"/>
                </a:moveTo>
                <a:cubicBezTo>
                  <a:pt x="83877" y="182"/>
                  <a:pt x="99757" y="5911"/>
                  <a:pt x="111972" y="18096"/>
                </a:cubicBezTo>
                <a:cubicBezTo>
                  <a:pt x="124187" y="30281"/>
                  <a:pt x="130295" y="45527"/>
                  <a:pt x="130295" y="63835"/>
                </a:cubicBezTo>
                <a:cubicBezTo>
                  <a:pt x="130295" y="79475"/>
                  <a:pt x="125741" y="93236"/>
                  <a:pt x="116632" y="105118"/>
                </a:cubicBezTo>
                <a:cubicBezTo>
                  <a:pt x="104568" y="120880"/>
                  <a:pt x="87527" y="128761"/>
                  <a:pt x="65509" y="128761"/>
                </a:cubicBezTo>
                <a:cubicBezTo>
                  <a:pt x="43432" y="128761"/>
                  <a:pt x="26361" y="121244"/>
                  <a:pt x="14296" y="106209"/>
                </a:cubicBezTo>
                <a:cubicBezTo>
                  <a:pt x="4765" y="94327"/>
                  <a:pt x="0" y="80233"/>
                  <a:pt x="0" y="63926"/>
                </a:cubicBezTo>
                <a:cubicBezTo>
                  <a:pt x="0" y="45618"/>
                  <a:pt x="6198" y="30356"/>
                  <a:pt x="18594" y="18141"/>
                </a:cubicBezTo>
                <a:cubicBezTo>
                  <a:pt x="30990" y="5926"/>
                  <a:pt x="46237" y="182"/>
                  <a:pt x="64333" y="909"/>
                </a:cubicBezTo>
                <a:moveTo>
                  <a:pt x="65419" y="6729"/>
                </a:moveTo>
                <a:cubicBezTo>
                  <a:pt x="54199" y="6729"/>
                  <a:pt x="45664" y="12483"/>
                  <a:pt x="39812" y="23992"/>
                </a:cubicBezTo>
                <a:cubicBezTo>
                  <a:pt x="35047" y="33441"/>
                  <a:pt x="32664" y="47010"/>
                  <a:pt x="32664" y="64699"/>
                </a:cubicBezTo>
                <a:cubicBezTo>
                  <a:pt x="32664" y="85717"/>
                  <a:pt x="36344" y="101254"/>
                  <a:pt x="43703" y="111310"/>
                </a:cubicBezTo>
                <a:cubicBezTo>
                  <a:pt x="48830" y="118337"/>
                  <a:pt x="56009" y="121850"/>
                  <a:pt x="65238" y="121850"/>
                </a:cubicBezTo>
                <a:cubicBezTo>
                  <a:pt x="71451" y="121850"/>
                  <a:pt x="76639" y="120335"/>
                  <a:pt x="80801" y="117306"/>
                </a:cubicBezTo>
                <a:cubicBezTo>
                  <a:pt x="86109" y="113430"/>
                  <a:pt x="90241" y="107237"/>
                  <a:pt x="93197" y="98727"/>
                </a:cubicBezTo>
                <a:cubicBezTo>
                  <a:pt x="96153" y="90216"/>
                  <a:pt x="97631" y="79115"/>
                  <a:pt x="97631" y="65426"/>
                </a:cubicBezTo>
                <a:cubicBezTo>
                  <a:pt x="97631" y="49130"/>
                  <a:pt x="96123" y="36939"/>
                  <a:pt x="93107" y="28854"/>
                </a:cubicBezTo>
                <a:cubicBezTo>
                  <a:pt x="90090" y="20767"/>
                  <a:pt x="86245" y="15058"/>
                  <a:pt x="81570" y="11727"/>
                </a:cubicBezTo>
                <a:cubicBezTo>
                  <a:pt x="76895" y="8395"/>
                  <a:pt x="71511" y="6729"/>
                  <a:pt x="65419" y="6729"/>
                </a:cubicBezTo>
                <a:close/>
                <a:moveTo>
                  <a:pt x="223975" y="0"/>
                </a:moveTo>
                <a:lnTo>
                  <a:pt x="224971" y="41102"/>
                </a:lnTo>
                <a:lnTo>
                  <a:pt x="221261" y="41102"/>
                </a:lnTo>
                <a:cubicBezTo>
                  <a:pt x="219512" y="30822"/>
                  <a:pt x="215214" y="22554"/>
                  <a:pt x="208367" y="16297"/>
                </a:cubicBezTo>
                <a:cubicBezTo>
                  <a:pt x="201521" y="10040"/>
                  <a:pt x="194116" y="6911"/>
                  <a:pt x="186154" y="6911"/>
                </a:cubicBezTo>
                <a:cubicBezTo>
                  <a:pt x="180001" y="6911"/>
                  <a:pt x="175130" y="8558"/>
                  <a:pt x="171541" y="11852"/>
                </a:cubicBezTo>
                <a:cubicBezTo>
                  <a:pt x="167952" y="15145"/>
                  <a:pt x="166157" y="18937"/>
                  <a:pt x="166157" y="23228"/>
                </a:cubicBezTo>
                <a:cubicBezTo>
                  <a:pt x="166157" y="25946"/>
                  <a:pt x="166790" y="28363"/>
                  <a:pt x="168057" y="30479"/>
                </a:cubicBezTo>
                <a:cubicBezTo>
                  <a:pt x="169806" y="33319"/>
                  <a:pt x="172611" y="36129"/>
                  <a:pt x="176472" y="38908"/>
                </a:cubicBezTo>
                <a:cubicBezTo>
                  <a:pt x="179307" y="40903"/>
                  <a:pt x="185852" y="44439"/>
                  <a:pt x="196107" y="49516"/>
                </a:cubicBezTo>
                <a:cubicBezTo>
                  <a:pt x="210463" y="56586"/>
                  <a:pt x="220145" y="63264"/>
                  <a:pt x="225152" y="69552"/>
                </a:cubicBezTo>
                <a:cubicBezTo>
                  <a:pt x="230098" y="75838"/>
                  <a:pt x="232571" y="83031"/>
                  <a:pt x="232571" y="91132"/>
                </a:cubicBezTo>
                <a:cubicBezTo>
                  <a:pt x="232571" y="101407"/>
                  <a:pt x="228575" y="110247"/>
                  <a:pt x="220582" y="117653"/>
                </a:cubicBezTo>
                <a:cubicBezTo>
                  <a:pt x="212590" y="125058"/>
                  <a:pt x="202441" y="128761"/>
                  <a:pt x="190135" y="128761"/>
                </a:cubicBezTo>
                <a:cubicBezTo>
                  <a:pt x="186274" y="128761"/>
                  <a:pt x="182625" y="128367"/>
                  <a:pt x="179186" y="127578"/>
                </a:cubicBezTo>
                <a:cubicBezTo>
                  <a:pt x="175748" y="126790"/>
                  <a:pt x="171435" y="125305"/>
                  <a:pt x="166247" y="123123"/>
                </a:cubicBezTo>
                <a:cubicBezTo>
                  <a:pt x="163352" y="121910"/>
                  <a:pt x="160969" y="121304"/>
                  <a:pt x="159099" y="121304"/>
                </a:cubicBezTo>
                <a:cubicBezTo>
                  <a:pt x="157531" y="121304"/>
                  <a:pt x="155872" y="121918"/>
                  <a:pt x="154123" y="123146"/>
                </a:cubicBezTo>
                <a:cubicBezTo>
                  <a:pt x="152373" y="124373"/>
                  <a:pt x="150956" y="126245"/>
                  <a:pt x="149870" y="128761"/>
                </a:cubicBezTo>
                <a:lnTo>
                  <a:pt x="146522" y="128761"/>
                </a:lnTo>
                <a:lnTo>
                  <a:pt x="146522" y="82203"/>
                </a:lnTo>
                <a:lnTo>
                  <a:pt x="149870" y="82203"/>
                </a:lnTo>
                <a:cubicBezTo>
                  <a:pt x="152524" y="95267"/>
                  <a:pt x="157637" y="105232"/>
                  <a:pt x="165207" y="112097"/>
                </a:cubicBezTo>
                <a:cubicBezTo>
                  <a:pt x="172777" y="118963"/>
                  <a:pt x="180936" y="122395"/>
                  <a:pt x="189682" y="122395"/>
                </a:cubicBezTo>
                <a:cubicBezTo>
                  <a:pt x="196439" y="122395"/>
                  <a:pt x="201822" y="120552"/>
                  <a:pt x="205834" y="116865"/>
                </a:cubicBezTo>
                <a:cubicBezTo>
                  <a:pt x="209845" y="113179"/>
                  <a:pt x="211851" y="108888"/>
                  <a:pt x="211851" y="103993"/>
                </a:cubicBezTo>
                <a:cubicBezTo>
                  <a:pt x="211851" y="101092"/>
                  <a:pt x="211082" y="98283"/>
                  <a:pt x="209543" y="95565"/>
                </a:cubicBezTo>
                <a:cubicBezTo>
                  <a:pt x="208005" y="92844"/>
                  <a:pt x="205668" y="90260"/>
                  <a:pt x="202531" y="87813"/>
                </a:cubicBezTo>
                <a:cubicBezTo>
                  <a:pt x="199394" y="85365"/>
                  <a:pt x="193845" y="82178"/>
                  <a:pt x="185882" y="78250"/>
                </a:cubicBezTo>
                <a:cubicBezTo>
                  <a:pt x="174723" y="72751"/>
                  <a:pt x="166700" y="68064"/>
                  <a:pt x="161814" y="64190"/>
                </a:cubicBezTo>
                <a:cubicBezTo>
                  <a:pt x="156928" y="60316"/>
                  <a:pt x="153173" y="55988"/>
                  <a:pt x="150549" y="51206"/>
                </a:cubicBezTo>
                <a:cubicBezTo>
                  <a:pt x="147925" y="46425"/>
                  <a:pt x="146613" y="41159"/>
                  <a:pt x="146613" y="35410"/>
                </a:cubicBezTo>
                <a:cubicBezTo>
                  <a:pt x="146613" y="25604"/>
                  <a:pt x="150202" y="17252"/>
                  <a:pt x="157380" y="10352"/>
                </a:cubicBezTo>
                <a:cubicBezTo>
                  <a:pt x="164558" y="3451"/>
                  <a:pt x="173607" y="0"/>
                  <a:pt x="184525" y="0"/>
                </a:cubicBezTo>
                <a:cubicBezTo>
                  <a:pt x="188506" y="0"/>
                  <a:pt x="192367" y="491"/>
                  <a:pt x="196107" y="1472"/>
                </a:cubicBezTo>
                <a:cubicBezTo>
                  <a:pt x="198942" y="2207"/>
                  <a:pt x="202395" y="3570"/>
                  <a:pt x="206467" y="5561"/>
                </a:cubicBezTo>
                <a:cubicBezTo>
                  <a:pt x="210539" y="7552"/>
                  <a:pt x="213389" y="8548"/>
                  <a:pt x="215018" y="8548"/>
                </a:cubicBezTo>
                <a:cubicBezTo>
                  <a:pt x="216586" y="8548"/>
                  <a:pt x="217823" y="8058"/>
                  <a:pt x="218727" y="7079"/>
                </a:cubicBezTo>
                <a:cubicBezTo>
                  <a:pt x="219632" y="6097"/>
                  <a:pt x="220477" y="3738"/>
                  <a:pt x="221261" y="0"/>
                </a:cubicBezTo>
                <a:lnTo>
                  <a:pt x="223975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standOn">
            <a:extLst xmlns:a="http://schemas.openxmlformats.org/drawingml/2006/main">
              <a:ext uri="{FF2B5EF4-FFF2-40B4-BE49-F238E27FC236}">
                <a16:creationId xmlns:a16="http://schemas.microsoft.com/office/drawing/2014/main" id="{DF210606-EB2B-42A8-B0A6-4AD1E5D1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764" y="1077690"/>
            <a:ext cx="481152" cy="104527"/>
          </a:xfrm>
          <a:custGeom xmlns:a="http://schemas.openxmlformats.org/drawingml/2006/main">
            <a:pathLst>
              <a:path w="481152" h="104527">
                <a:moveTo>
                  <a:pt x="39827" y="34554"/>
                </a:moveTo>
                <a:lnTo>
                  <a:pt x="39827" y="56871"/>
                </a:lnTo>
                <a:lnTo>
                  <a:pt x="37464" y="56871"/>
                </a:lnTo>
                <a:cubicBezTo>
                  <a:pt x="35649" y="49871"/>
                  <a:pt x="33321" y="45110"/>
                  <a:pt x="30479" y="42588"/>
                </a:cubicBezTo>
                <a:cubicBezTo>
                  <a:pt x="27638" y="40064"/>
                  <a:pt x="24021" y="38802"/>
                  <a:pt x="19627" y="38802"/>
                </a:cubicBezTo>
                <a:cubicBezTo>
                  <a:pt x="16284" y="38802"/>
                  <a:pt x="13586" y="39689"/>
                  <a:pt x="11533" y="41463"/>
                </a:cubicBezTo>
                <a:cubicBezTo>
                  <a:pt x="9479" y="43236"/>
                  <a:pt x="8453" y="45201"/>
                  <a:pt x="8453" y="47359"/>
                </a:cubicBezTo>
                <a:cubicBezTo>
                  <a:pt x="8453" y="50044"/>
                  <a:pt x="9217" y="52345"/>
                  <a:pt x="10745" y="54261"/>
                </a:cubicBezTo>
                <a:cubicBezTo>
                  <a:pt x="12225" y="56227"/>
                  <a:pt x="15234" y="58313"/>
                  <a:pt x="19770" y="60517"/>
                </a:cubicBezTo>
                <a:lnTo>
                  <a:pt x="30229" y="65624"/>
                </a:lnTo>
                <a:cubicBezTo>
                  <a:pt x="39923" y="70369"/>
                  <a:pt x="44770" y="76626"/>
                  <a:pt x="44770" y="84393"/>
                </a:cubicBezTo>
                <a:cubicBezTo>
                  <a:pt x="44770" y="90384"/>
                  <a:pt x="42514" y="95214"/>
                  <a:pt x="38001" y="98883"/>
                </a:cubicBezTo>
                <a:cubicBezTo>
                  <a:pt x="33488" y="102550"/>
                  <a:pt x="28438" y="104383"/>
                  <a:pt x="22851" y="104383"/>
                </a:cubicBezTo>
                <a:cubicBezTo>
                  <a:pt x="18839" y="104383"/>
                  <a:pt x="14255" y="103663"/>
                  <a:pt x="9097" y="102223"/>
                </a:cubicBezTo>
                <a:cubicBezTo>
                  <a:pt x="7521" y="101744"/>
                  <a:pt x="6232" y="101504"/>
                  <a:pt x="5229" y="101504"/>
                </a:cubicBezTo>
                <a:cubicBezTo>
                  <a:pt x="4131" y="101504"/>
                  <a:pt x="3271" y="102127"/>
                  <a:pt x="2650" y="103375"/>
                </a:cubicBezTo>
                <a:lnTo>
                  <a:pt x="287" y="103375"/>
                </a:lnTo>
                <a:lnTo>
                  <a:pt x="287" y="79763"/>
                </a:lnTo>
                <a:lnTo>
                  <a:pt x="2650" y="79763"/>
                </a:lnTo>
                <a:cubicBezTo>
                  <a:pt x="3988" y="86506"/>
                  <a:pt x="6542" y="91587"/>
                  <a:pt x="10315" y="95007"/>
                </a:cubicBezTo>
                <a:cubicBezTo>
                  <a:pt x="14088" y="98426"/>
                  <a:pt x="18314" y="100136"/>
                  <a:pt x="22994" y="100136"/>
                </a:cubicBezTo>
                <a:cubicBezTo>
                  <a:pt x="26289" y="100136"/>
                  <a:pt x="28975" y="99165"/>
                  <a:pt x="31052" y="97225"/>
                </a:cubicBezTo>
                <a:cubicBezTo>
                  <a:pt x="33130" y="95283"/>
                  <a:pt x="34168" y="92945"/>
                  <a:pt x="34168" y="90213"/>
                </a:cubicBezTo>
                <a:cubicBezTo>
                  <a:pt x="34168" y="86904"/>
                  <a:pt x="33010" y="84124"/>
                  <a:pt x="30694" y="81871"/>
                </a:cubicBezTo>
                <a:cubicBezTo>
                  <a:pt x="28378" y="79618"/>
                  <a:pt x="23758" y="76767"/>
                  <a:pt x="16834" y="73316"/>
                </a:cubicBezTo>
                <a:cubicBezTo>
                  <a:pt x="9909" y="69863"/>
                  <a:pt x="5372" y="66747"/>
                  <a:pt x="3223" y="63966"/>
                </a:cubicBezTo>
                <a:cubicBezTo>
                  <a:pt x="1074" y="61234"/>
                  <a:pt x="0" y="57782"/>
                  <a:pt x="0" y="53611"/>
                </a:cubicBezTo>
                <a:cubicBezTo>
                  <a:pt x="0" y="48194"/>
                  <a:pt x="1850" y="43664"/>
                  <a:pt x="5551" y="40021"/>
                </a:cubicBezTo>
                <a:cubicBezTo>
                  <a:pt x="9252" y="36377"/>
                  <a:pt x="14040" y="34554"/>
                  <a:pt x="19914" y="34554"/>
                </a:cubicBezTo>
                <a:cubicBezTo>
                  <a:pt x="22492" y="34554"/>
                  <a:pt x="25620" y="35106"/>
                  <a:pt x="29298" y="36210"/>
                </a:cubicBezTo>
                <a:cubicBezTo>
                  <a:pt x="31733" y="36930"/>
                  <a:pt x="33357" y="37290"/>
                  <a:pt x="34168" y="37290"/>
                </a:cubicBezTo>
                <a:cubicBezTo>
                  <a:pt x="34933" y="37290"/>
                  <a:pt x="35529" y="37122"/>
                  <a:pt x="35959" y="36786"/>
                </a:cubicBezTo>
                <a:cubicBezTo>
                  <a:pt x="36389" y="36450"/>
                  <a:pt x="36891" y="35706"/>
                  <a:pt x="37464" y="34554"/>
                </a:cubicBezTo>
                <a:lnTo>
                  <a:pt x="39827" y="34554"/>
                </a:lnTo>
                <a:close/>
                <a:moveTo>
                  <a:pt x="73543" y="14686"/>
                </a:moveTo>
                <a:lnTo>
                  <a:pt x="73543" y="36426"/>
                </a:lnTo>
                <a:lnTo>
                  <a:pt x="88872" y="36426"/>
                </a:lnTo>
                <a:lnTo>
                  <a:pt x="88872" y="41465"/>
                </a:lnTo>
                <a:lnTo>
                  <a:pt x="73543" y="41465"/>
                </a:lnTo>
                <a:lnTo>
                  <a:pt x="73543" y="84168"/>
                </a:lnTo>
                <a:cubicBezTo>
                  <a:pt x="73543" y="88435"/>
                  <a:pt x="74152" y="91311"/>
                  <a:pt x="75369" y="92797"/>
                </a:cubicBezTo>
                <a:cubicBezTo>
                  <a:pt x="76587" y="94282"/>
                  <a:pt x="78151" y="95025"/>
                  <a:pt x="80061" y="95025"/>
                </a:cubicBezTo>
                <a:cubicBezTo>
                  <a:pt x="81637" y="95025"/>
                  <a:pt x="83165" y="94533"/>
                  <a:pt x="84646" y="93549"/>
                </a:cubicBezTo>
                <a:cubicBezTo>
                  <a:pt x="86126" y="92565"/>
                  <a:pt x="87272" y="91113"/>
                  <a:pt x="88084" y="89194"/>
                </a:cubicBezTo>
                <a:lnTo>
                  <a:pt x="90878" y="89194"/>
                </a:lnTo>
                <a:cubicBezTo>
                  <a:pt x="89206" y="93910"/>
                  <a:pt x="86842" y="97477"/>
                  <a:pt x="83786" y="99895"/>
                </a:cubicBezTo>
                <a:cubicBezTo>
                  <a:pt x="80730" y="102311"/>
                  <a:pt x="77578" y="103519"/>
                  <a:pt x="74331" y="103519"/>
                </a:cubicBezTo>
                <a:cubicBezTo>
                  <a:pt x="72134" y="103519"/>
                  <a:pt x="69985" y="102907"/>
                  <a:pt x="67884" y="101681"/>
                </a:cubicBezTo>
                <a:cubicBezTo>
                  <a:pt x="65783" y="100456"/>
                  <a:pt x="64231" y="98703"/>
                  <a:pt x="63228" y="96422"/>
                </a:cubicBezTo>
                <a:cubicBezTo>
                  <a:pt x="62225" y="94139"/>
                  <a:pt x="61724" y="90619"/>
                  <a:pt x="61724" y="85862"/>
                </a:cubicBezTo>
                <a:lnTo>
                  <a:pt x="61724" y="41465"/>
                </a:lnTo>
                <a:lnTo>
                  <a:pt x="51337" y="41465"/>
                </a:lnTo>
                <a:lnTo>
                  <a:pt x="51337" y="39090"/>
                </a:lnTo>
                <a:cubicBezTo>
                  <a:pt x="53963" y="38031"/>
                  <a:pt x="56650" y="36238"/>
                  <a:pt x="59395" y="33711"/>
                </a:cubicBezTo>
                <a:cubicBezTo>
                  <a:pt x="62141" y="31184"/>
                  <a:pt x="64589" y="28187"/>
                  <a:pt x="66738" y="24721"/>
                </a:cubicBezTo>
                <a:cubicBezTo>
                  <a:pt x="67836" y="22893"/>
                  <a:pt x="69364" y="19548"/>
                  <a:pt x="71322" y="14686"/>
                </a:cubicBezTo>
                <a:lnTo>
                  <a:pt x="73543" y="14686"/>
                </a:lnTo>
                <a:close/>
                <a:moveTo>
                  <a:pt x="132449" y="92865"/>
                </a:moveTo>
                <a:cubicBezTo>
                  <a:pt x="125716" y="98096"/>
                  <a:pt x="121489" y="101120"/>
                  <a:pt x="119770" y="101935"/>
                </a:cubicBezTo>
                <a:cubicBezTo>
                  <a:pt x="117191" y="103183"/>
                  <a:pt x="114446" y="103807"/>
                  <a:pt x="111533" y="103807"/>
                </a:cubicBezTo>
                <a:cubicBezTo>
                  <a:pt x="106996" y="103807"/>
                  <a:pt x="103259" y="102247"/>
                  <a:pt x="100322" y="99128"/>
                </a:cubicBezTo>
                <a:cubicBezTo>
                  <a:pt x="97385" y="96008"/>
                  <a:pt x="95917" y="91905"/>
                  <a:pt x="95917" y="86818"/>
                </a:cubicBezTo>
                <a:cubicBezTo>
                  <a:pt x="95917" y="83602"/>
                  <a:pt x="96633" y="80819"/>
                  <a:pt x="98066" y="78467"/>
                </a:cubicBezTo>
                <a:cubicBezTo>
                  <a:pt x="100024" y="75204"/>
                  <a:pt x="103426" y="72132"/>
                  <a:pt x="108273" y="69253"/>
                </a:cubicBezTo>
                <a:cubicBezTo>
                  <a:pt x="113120" y="66373"/>
                  <a:pt x="121179" y="62870"/>
                  <a:pt x="132449" y="58742"/>
                </a:cubicBezTo>
                <a:lnTo>
                  <a:pt x="132449" y="56151"/>
                </a:lnTo>
                <a:cubicBezTo>
                  <a:pt x="132449" y="49576"/>
                  <a:pt x="131410" y="45065"/>
                  <a:pt x="129333" y="42617"/>
                </a:cubicBezTo>
                <a:cubicBezTo>
                  <a:pt x="127256" y="40169"/>
                  <a:pt x="124235" y="38946"/>
                  <a:pt x="120272" y="38946"/>
                </a:cubicBezTo>
                <a:cubicBezTo>
                  <a:pt x="117263" y="38946"/>
                  <a:pt x="114875" y="39759"/>
                  <a:pt x="113108" y="41384"/>
                </a:cubicBezTo>
                <a:cubicBezTo>
                  <a:pt x="111294" y="43010"/>
                  <a:pt x="110386" y="44875"/>
                  <a:pt x="110386" y="46979"/>
                </a:cubicBezTo>
                <a:lnTo>
                  <a:pt x="110530" y="51139"/>
                </a:lnTo>
                <a:cubicBezTo>
                  <a:pt x="110530" y="53337"/>
                  <a:pt x="109969" y="55034"/>
                  <a:pt x="108846" y="56230"/>
                </a:cubicBezTo>
                <a:cubicBezTo>
                  <a:pt x="107724" y="57425"/>
                  <a:pt x="106256" y="58023"/>
                  <a:pt x="104441" y="58023"/>
                </a:cubicBezTo>
                <a:cubicBezTo>
                  <a:pt x="102674" y="58023"/>
                  <a:pt x="101229" y="57401"/>
                  <a:pt x="100107" y="56158"/>
                </a:cubicBezTo>
                <a:cubicBezTo>
                  <a:pt x="98985" y="54913"/>
                  <a:pt x="98424" y="53214"/>
                  <a:pt x="98424" y="51060"/>
                </a:cubicBezTo>
                <a:cubicBezTo>
                  <a:pt x="98424" y="46946"/>
                  <a:pt x="100525" y="43167"/>
                  <a:pt x="104727" y="39722"/>
                </a:cubicBezTo>
                <a:cubicBezTo>
                  <a:pt x="108930" y="36277"/>
                  <a:pt x="114828" y="34554"/>
                  <a:pt x="122421" y="34554"/>
                </a:cubicBezTo>
                <a:cubicBezTo>
                  <a:pt x="128247" y="34554"/>
                  <a:pt x="133022" y="35537"/>
                  <a:pt x="136747" y="37501"/>
                </a:cubicBezTo>
                <a:cubicBezTo>
                  <a:pt x="139565" y="38988"/>
                  <a:pt x="141642" y="41313"/>
                  <a:pt x="142979" y="44478"/>
                </a:cubicBezTo>
                <a:cubicBezTo>
                  <a:pt x="143839" y="46538"/>
                  <a:pt x="144268" y="50756"/>
                  <a:pt x="144268" y="57132"/>
                </a:cubicBezTo>
                <a:lnTo>
                  <a:pt x="144268" y="79493"/>
                </a:lnTo>
                <a:cubicBezTo>
                  <a:pt x="144268" y="85773"/>
                  <a:pt x="144388" y="89619"/>
                  <a:pt x="144627" y="91034"/>
                </a:cubicBezTo>
                <a:cubicBezTo>
                  <a:pt x="144865" y="92448"/>
                  <a:pt x="145259" y="93395"/>
                  <a:pt x="145808" y="93875"/>
                </a:cubicBezTo>
                <a:cubicBezTo>
                  <a:pt x="146358" y="94353"/>
                  <a:pt x="146990" y="94593"/>
                  <a:pt x="147707" y="94593"/>
                </a:cubicBezTo>
                <a:cubicBezTo>
                  <a:pt x="148471" y="94593"/>
                  <a:pt x="149139" y="94425"/>
                  <a:pt x="149712" y="94089"/>
                </a:cubicBezTo>
                <a:cubicBezTo>
                  <a:pt x="150715" y="93465"/>
                  <a:pt x="152649" y="91713"/>
                  <a:pt x="155515" y="88834"/>
                </a:cubicBezTo>
                <a:lnTo>
                  <a:pt x="155515" y="92865"/>
                </a:lnTo>
                <a:cubicBezTo>
                  <a:pt x="150166" y="100064"/>
                  <a:pt x="145056" y="103663"/>
                  <a:pt x="140185" y="103663"/>
                </a:cubicBezTo>
                <a:cubicBezTo>
                  <a:pt x="137845" y="103663"/>
                  <a:pt x="135983" y="102847"/>
                  <a:pt x="134598" y="101216"/>
                </a:cubicBezTo>
                <a:cubicBezTo>
                  <a:pt x="133213" y="99584"/>
                  <a:pt x="132497" y="96800"/>
                  <a:pt x="132449" y="92865"/>
                </a:cubicBezTo>
                <a:moveTo>
                  <a:pt x="132449" y="88145"/>
                </a:moveTo>
                <a:lnTo>
                  <a:pt x="132449" y="63134"/>
                </a:lnTo>
                <a:cubicBezTo>
                  <a:pt x="125238" y="66000"/>
                  <a:pt x="120582" y="68030"/>
                  <a:pt x="118481" y="69226"/>
                </a:cubicBezTo>
                <a:cubicBezTo>
                  <a:pt x="114708" y="71328"/>
                  <a:pt x="112010" y="73526"/>
                  <a:pt x="110386" y="75819"/>
                </a:cubicBezTo>
                <a:cubicBezTo>
                  <a:pt x="108763" y="78113"/>
                  <a:pt x="107951" y="80621"/>
                  <a:pt x="107951" y="83344"/>
                </a:cubicBezTo>
                <a:cubicBezTo>
                  <a:pt x="107951" y="86785"/>
                  <a:pt x="108978" y="89640"/>
                  <a:pt x="111031" y="91909"/>
                </a:cubicBezTo>
                <a:cubicBezTo>
                  <a:pt x="113085" y="94178"/>
                  <a:pt x="115448" y="95313"/>
                  <a:pt x="118123" y="95313"/>
                </a:cubicBezTo>
                <a:cubicBezTo>
                  <a:pt x="121752" y="95313"/>
                  <a:pt x="126527" y="92923"/>
                  <a:pt x="132449" y="88145"/>
                </a:cubicBezTo>
                <a:close/>
                <a:moveTo>
                  <a:pt x="179533" y="48520"/>
                </a:moveTo>
                <a:cubicBezTo>
                  <a:pt x="187222" y="39210"/>
                  <a:pt x="194552" y="34554"/>
                  <a:pt x="201524" y="34554"/>
                </a:cubicBezTo>
                <a:cubicBezTo>
                  <a:pt x="205106" y="34554"/>
                  <a:pt x="208186" y="35453"/>
                  <a:pt x="210765" y="37249"/>
                </a:cubicBezTo>
                <a:cubicBezTo>
                  <a:pt x="213344" y="39045"/>
                  <a:pt x="215397" y="42001"/>
                  <a:pt x="216925" y="46120"/>
                </a:cubicBezTo>
                <a:cubicBezTo>
                  <a:pt x="217976" y="48992"/>
                  <a:pt x="218501" y="53397"/>
                  <a:pt x="218501" y="59336"/>
                </a:cubicBezTo>
                <a:lnTo>
                  <a:pt x="218501" y="87421"/>
                </a:lnTo>
                <a:cubicBezTo>
                  <a:pt x="218501" y="91587"/>
                  <a:pt x="218835" y="94413"/>
                  <a:pt x="219504" y="95897"/>
                </a:cubicBezTo>
                <a:cubicBezTo>
                  <a:pt x="220029" y="97094"/>
                  <a:pt x="220877" y="98028"/>
                  <a:pt x="222047" y="98698"/>
                </a:cubicBezTo>
                <a:cubicBezTo>
                  <a:pt x="223217" y="99369"/>
                  <a:pt x="225378" y="99704"/>
                  <a:pt x="228530" y="99704"/>
                </a:cubicBezTo>
                <a:lnTo>
                  <a:pt x="228530" y="102367"/>
                </a:lnTo>
                <a:lnTo>
                  <a:pt x="196080" y="102367"/>
                </a:lnTo>
                <a:lnTo>
                  <a:pt x="196080" y="99704"/>
                </a:lnTo>
                <a:lnTo>
                  <a:pt x="197441" y="99704"/>
                </a:lnTo>
                <a:cubicBezTo>
                  <a:pt x="200498" y="99704"/>
                  <a:pt x="202635" y="99238"/>
                  <a:pt x="203852" y="98307"/>
                </a:cubicBezTo>
                <a:cubicBezTo>
                  <a:pt x="205070" y="97375"/>
                  <a:pt x="205918" y="96003"/>
                  <a:pt x="206395" y="94190"/>
                </a:cubicBezTo>
                <a:cubicBezTo>
                  <a:pt x="206586" y="93473"/>
                  <a:pt x="206682" y="91229"/>
                  <a:pt x="206682" y="87457"/>
                </a:cubicBezTo>
                <a:lnTo>
                  <a:pt x="206682" y="60598"/>
                </a:lnTo>
                <a:cubicBezTo>
                  <a:pt x="206682" y="54631"/>
                  <a:pt x="205906" y="50298"/>
                  <a:pt x="204354" y="47600"/>
                </a:cubicBezTo>
                <a:cubicBezTo>
                  <a:pt x="202802" y="44902"/>
                  <a:pt x="200187" y="43553"/>
                  <a:pt x="196510" y="43553"/>
                </a:cubicBezTo>
                <a:cubicBezTo>
                  <a:pt x="190827" y="43553"/>
                  <a:pt x="185168" y="46657"/>
                  <a:pt x="179533" y="52864"/>
                </a:cubicBezTo>
                <a:lnTo>
                  <a:pt x="179533" y="87457"/>
                </a:lnTo>
                <a:cubicBezTo>
                  <a:pt x="179533" y="91898"/>
                  <a:pt x="179796" y="94643"/>
                  <a:pt x="180321" y="95693"/>
                </a:cubicBezTo>
                <a:cubicBezTo>
                  <a:pt x="180990" y="97077"/>
                  <a:pt x="181909" y="98092"/>
                  <a:pt x="183079" y="98737"/>
                </a:cubicBezTo>
                <a:cubicBezTo>
                  <a:pt x="184249" y="99381"/>
                  <a:pt x="186625" y="99704"/>
                  <a:pt x="190207" y="99704"/>
                </a:cubicBezTo>
                <a:lnTo>
                  <a:pt x="190207" y="102367"/>
                </a:lnTo>
                <a:lnTo>
                  <a:pt x="157757" y="102367"/>
                </a:lnTo>
                <a:lnTo>
                  <a:pt x="157757" y="99704"/>
                </a:lnTo>
                <a:lnTo>
                  <a:pt x="159190" y="99704"/>
                </a:lnTo>
                <a:cubicBezTo>
                  <a:pt x="162533" y="99704"/>
                  <a:pt x="164789" y="98854"/>
                  <a:pt x="165959" y="97155"/>
                </a:cubicBezTo>
                <a:cubicBezTo>
                  <a:pt x="167129" y="95454"/>
                  <a:pt x="167714" y="92210"/>
                  <a:pt x="167714" y="87421"/>
                </a:cubicBezTo>
                <a:lnTo>
                  <a:pt x="167714" y="62999"/>
                </a:lnTo>
                <a:cubicBezTo>
                  <a:pt x="167714" y="55098"/>
                  <a:pt x="167535" y="50286"/>
                  <a:pt x="167177" y="48563"/>
                </a:cubicBezTo>
                <a:cubicBezTo>
                  <a:pt x="166819" y="46838"/>
                  <a:pt x="166270" y="45665"/>
                  <a:pt x="165529" y="45042"/>
                </a:cubicBezTo>
                <a:cubicBezTo>
                  <a:pt x="164789" y="44420"/>
                  <a:pt x="163798" y="44109"/>
                  <a:pt x="162557" y="44109"/>
                </a:cubicBezTo>
                <a:cubicBezTo>
                  <a:pt x="161219" y="44109"/>
                  <a:pt x="159620" y="44468"/>
                  <a:pt x="157757" y="45186"/>
                </a:cubicBezTo>
                <a:lnTo>
                  <a:pt x="156683" y="42599"/>
                </a:lnTo>
                <a:lnTo>
                  <a:pt x="176453" y="34554"/>
                </a:lnTo>
                <a:lnTo>
                  <a:pt x="179533" y="34554"/>
                </a:lnTo>
                <a:lnTo>
                  <a:pt x="179533" y="48520"/>
                </a:lnTo>
                <a:close/>
                <a:moveTo>
                  <a:pt x="280105" y="94953"/>
                </a:moveTo>
                <a:cubicBezTo>
                  <a:pt x="276905" y="98312"/>
                  <a:pt x="273777" y="100724"/>
                  <a:pt x="270721" y="102187"/>
                </a:cubicBezTo>
                <a:cubicBezTo>
                  <a:pt x="267665" y="103651"/>
                  <a:pt x="264370" y="104383"/>
                  <a:pt x="260836" y="104383"/>
                </a:cubicBezTo>
                <a:cubicBezTo>
                  <a:pt x="253672" y="104383"/>
                  <a:pt x="247417" y="101378"/>
                  <a:pt x="242068" y="95369"/>
                </a:cubicBezTo>
                <a:cubicBezTo>
                  <a:pt x="236720" y="89358"/>
                  <a:pt x="234045" y="81634"/>
                  <a:pt x="234045" y="72198"/>
                </a:cubicBezTo>
                <a:cubicBezTo>
                  <a:pt x="234045" y="62763"/>
                  <a:pt x="237006" y="54130"/>
                  <a:pt x="242928" y="46300"/>
                </a:cubicBezTo>
                <a:cubicBezTo>
                  <a:pt x="248849" y="38470"/>
                  <a:pt x="256466" y="34554"/>
                  <a:pt x="265778" y="34554"/>
                </a:cubicBezTo>
                <a:cubicBezTo>
                  <a:pt x="271557" y="34554"/>
                  <a:pt x="276332" y="36402"/>
                  <a:pt x="280105" y="40098"/>
                </a:cubicBezTo>
                <a:lnTo>
                  <a:pt x="280105" y="27904"/>
                </a:lnTo>
                <a:cubicBezTo>
                  <a:pt x="280105" y="20338"/>
                  <a:pt x="279926" y="15687"/>
                  <a:pt x="279567" y="13952"/>
                </a:cubicBezTo>
                <a:cubicBezTo>
                  <a:pt x="279209" y="12217"/>
                  <a:pt x="278648" y="11037"/>
                  <a:pt x="277884" y="10411"/>
                </a:cubicBezTo>
                <a:cubicBezTo>
                  <a:pt x="277120" y="9784"/>
                  <a:pt x="276165" y="9471"/>
                  <a:pt x="275019" y="9471"/>
                </a:cubicBezTo>
                <a:cubicBezTo>
                  <a:pt x="273777" y="9471"/>
                  <a:pt x="272130" y="9856"/>
                  <a:pt x="270076" y="10627"/>
                </a:cubicBezTo>
                <a:lnTo>
                  <a:pt x="269145" y="8096"/>
                </a:lnTo>
                <a:lnTo>
                  <a:pt x="288701" y="0"/>
                </a:lnTo>
                <a:lnTo>
                  <a:pt x="291924" y="0"/>
                </a:lnTo>
                <a:lnTo>
                  <a:pt x="291924" y="76236"/>
                </a:lnTo>
                <a:cubicBezTo>
                  <a:pt x="291924" y="83962"/>
                  <a:pt x="292103" y="88678"/>
                  <a:pt x="292461" y="90381"/>
                </a:cubicBezTo>
                <a:cubicBezTo>
                  <a:pt x="292819" y="92085"/>
                  <a:pt x="293392" y="93273"/>
                  <a:pt x="294180" y="93945"/>
                </a:cubicBezTo>
                <a:cubicBezTo>
                  <a:pt x="294968" y="94617"/>
                  <a:pt x="295888" y="94953"/>
                  <a:pt x="296938" y="94953"/>
                </a:cubicBezTo>
                <a:cubicBezTo>
                  <a:pt x="298228" y="94953"/>
                  <a:pt x="299947" y="94545"/>
                  <a:pt x="302096" y="93729"/>
                </a:cubicBezTo>
                <a:lnTo>
                  <a:pt x="302884" y="96248"/>
                </a:lnTo>
                <a:lnTo>
                  <a:pt x="283400" y="104383"/>
                </a:lnTo>
                <a:lnTo>
                  <a:pt x="280105" y="104383"/>
                </a:lnTo>
                <a:lnTo>
                  <a:pt x="280105" y="94953"/>
                </a:lnTo>
                <a:moveTo>
                  <a:pt x="280105" y="89929"/>
                </a:moveTo>
                <a:lnTo>
                  <a:pt x="280105" y="56036"/>
                </a:lnTo>
                <a:cubicBezTo>
                  <a:pt x="279818" y="52780"/>
                  <a:pt x="278959" y="49812"/>
                  <a:pt x="277526" y="47132"/>
                </a:cubicBezTo>
                <a:cubicBezTo>
                  <a:pt x="276093" y="44451"/>
                  <a:pt x="274195" y="42428"/>
                  <a:pt x="271831" y="41065"/>
                </a:cubicBezTo>
                <a:cubicBezTo>
                  <a:pt x="269467" y="39700"/>
                  <a:pt x="267163" y="39018"/>
                  <a:pt x="264919" y="39018"/>
                </a:cubicBezTo>
                <a:cubicBezTo>
                  <a:pt x="260716" y="39018"/>
                  <a:pt x="256968" y="40909"/>
                  <a:pt x="253672" y="44691"/>
                </a:cubicBezTo>
                <a:cubicBezTo>
                  <a:pt x="249327" y="49669"/>
                  <a:pt x="247154" y="56945"/>
                  <a:pt x="247154" y="66519"/>
                </a:cubicBezTo>
                <a:cubicBezTo>
                  <a:pt x="247154" y="76190"/>
                  <a:pt x="249255" y="83599"/>
                  <a:pt x="253458" y="88746"/>
                </a:cubicBezTo>
                <a:cubicBezTo>
                  <a:pt x="257660" y="93892"/>
                  <a:pt x="262340" y="96464"/>
                  <a:pt x="267497" y="96464"/>
                </a:cubicBezTo>
                <a:cubicBezTo>
                  <a:pt x="271843" y="96464"/>
                  <a:pt x="276046" y="94286"/>
                  <a:pt x="280105" y="89929"/>
                </a:cubicBezTo>
                <a:close/>
                <a:moveTo>
                  <a:pt x="356178" y="2592"/>
                </a:moveTo>
                <a:cubicBezTo>
                  <a:pt x="368786" y="2592"/>
                  <a:pt x="379710" y="7396"/>
                  <a:pt x="388950" y="17005"/>
                </a:cubicBezTo>
                <a:cubicBezTo>
                  <a:pt x="398191" y="26614"/>
                  <a:pt x="402811" y="38607"/>
                  <a:pt x="402811" y="52983"/>
                </a:cubicBezTo>
                <a:cubicBezTo>
                  <a:pt x="402811" y="67792"/>
                  <a:pt x="398155" y="80085"/>
                  <a:pt x="388843" y="89862"/>
                </a:cubicBezTo>
                <a:cubicBezTo>
                  <a:pt x="379531" y="99639"/>
                  <a:pt x="368260" y="104527"/>
                  <a:pt x="355032" y="104527"/>
                </a:cubicBezTo>
                <a:cubicBezTo>
                  <a:pt x="341661" y="104527"/>
                  <a:pt x="330427" y="99759"/>
                  <a:pt x="321329" y="90222"/>
                </a:cubicBezTo>
                <a:cubicBezTo>
                  <a:pt x="312232" y="80685"/>
                  <a:pt x="307684" y="68344"/>
                  <a:pt x="307684" y="53199"/>
                </a:cubicBezTo>
                <a:cubicBezTo>
                  <a:pt x="307684" y="37720"/>
                  <a:pt x="312937" y="25092"/>
                  <a:pt x="323443" y="15316"/>
                </a:cubicBezTo>
                <a:cubicBezTo>
                  <a:pt x="332564" y="6833"/>
                  <a:pt x="343476" y="2592"/>
                  <a:pt x="356178" y="2592"/>
                </a:cubicBezTo>
                <a:moveTo>
                  <a:pt x="354817" y="7919"/>
                </a:moveTo>
                <a:cubicBezTo>
                  <a:pt x="346126" y="7919"/>
                  <a:pt x="339154" y="11153"/>
                  <a:pt x="333901" y="17621"/>
                </a:cubicBezTo>
                <a:cubicBezTo>
                  <a:pt x="327359" y="25672"/>
                  <a:pt x="324087" y="37460"/>
                  <a:pt x="324087" y="52986"/>
                </a:cubicBezTo>
                <a:cubicBezTo>
                  <a:pt x="324087" y="68894"/>
                  <a:pt x="327478" y="81136"/>
                  <a:pt x="334259" y="89713"/>
                </a:cubicBezTo>
                <a:cubicBezTo>
                  <a:pt x="339464" y="96230"/>
                  <a:pt x="346341" y="99488"/>
                  <a:pt x="354889" y="99488"/>
                </a:cubicBezTo>
                <a:cubicBezTo>
                  <a:pt x="364010" y="99488"/>
                  <a:pt x="371544" y="95918"/>
                  <a:pt x="377489" y="88780"/>
                </a:cubicBezTo>
                <a:cubicBezTo>
                  <a:pt x="383434" y="81639"/>
                  <a:pt x="386407" y="70378"/>
                  <a:pt x="386407" y="54997"/>
                </a:cubicBezTo>
                <a:cubicBezTo>
                  <a:pt x="386407" y="38323"/>
                  <a:pt x="383136" y="25888"/>
                  <a:pt x="376594" y="17693"/>
                </a:cubicBezTo>
                <a:cubicBezTo>
                  <a:pt x="371341" y="11177"/>
                  <a:pt x="364082" y="7919"/>
                  <a:pt x="354817" y="7919"/>
                </a:cubicBezTo>
                <a:close/>
                <a:moveTo>
                  <a:pt x="432155" y="48520"/>
                </a:moveTo>
                <a:cubicBezTo>
                  <a:pt x="439844" y="39210"/>
                  <a:pt x="447174" y="34554"/>
                  <a:pt x="454146" y="34554"/>
                </a:cubicBezTo>
                <a:cubicBezTo>
                  <a:pt x="457728" y="34554"/>
                  <a:pt x="460808" y="35453"/>
                  <a:pt x="463387" y="37249"/>
                </a:cubicBezTo>
                <a:cubicBezTo>
                  <a:pt x="465966" y="39045"/>
                  <a:pt x="468019" y="42001"/>
                  <a:pt x="469547" y="46120"/>
                </a:cubicBezTo>
                <a:cubicBezTo>
                  <a:pt x="470598" y="48992"/>
                  <a:pt x="471123" y="53397"/>
                  <a:pt x="471123" y="59336"/>
                </a:cubicBezTo>
                <a:lnTo>
                  <a:pt x="471123" y="87421"/>
                </a:lnTo>
                <a:cubicBezTo>
                  <a:pt x="471123" y="91587"/>
                  <a:pt x="471457" y="94413"/>
                  <a:pt x="472126" y="95897"/>
                </a:cubicBezTo>
                <a:cubicBezTo>
                  <a:pt x="472651" y="97094"/>
                  <a:pt x="473499" y="98028"/>
                  <a:pt x="474669" y="98698"/>
                </a:cubicBezTo>
                <a:cubicBezTo>
                  <a:pt x="475839" y="99369"/>
                  <a:pt x="478000" y="99704"/>
                  <a:pt x="481152" y="99704"/>
                </a:cubicBezTo>
                <a:lnTo>
                  <a:pt x="481152" y="102367"/>
                </a:lnTo>
                <a:lnTo>
                  <a:pt x="448702" y="102367"/>
                </a:lnTo>
                <a:lnTo>
                  <a:pt x="448702" y="99704"/>
                </a:lnTo>
                <a:lnTo>
                  <a:pt x="450063" y="99704"/>
                </a:lnTo>
                <a:cubicBezTo>
                  <a:pt x="453120" y="99704"/>
                  <a:pt x="455257" y="99238"/>
                  <a:pt x="456474" y="98307"/>
                </a:cubicBezTo>
                <a:cubicBezTo>
                  <a:pt x="457692" y="97375"/>
                  <a:pt x="458540" y="96003"/>
                  <a:pt x="459017" y="94190"/>
                </a:cubicBezTo>
                <a:cubicBezTo>
                  <a:pt x="459208" y="93473"/>
                  <a:pt x="459304" y="91229"/>
                  <a:pt x="459304" y="87457"/>
                </a:cubicBezTo>
                <a:lnTo>
                  <a:pt x="459304" y="60598"/>
                </a:lnTo>
                <a:cubicBezTo>
                  <a:pt x="459304" y="54631"/>
                  <a:pt x="458528" y="50298"/>
                  <a:pt x="456976" y="47600"/>
                </a:cubicBezTo>
                <a:cubicBezTo>
                  <a:pt x="455424" y="44902"/>
                  <a:pt x="452809" y="43553"/>
                  <a:pt x="449132" y="43553"/>
                </a:cubicBezTo>
                <a:cubicBezTo>
                  <a:pt x="443449" y="43553"/>
                  <a:pt x="437790" y="46657"/>
                  <a:pt x="432155" y="52864"/>
                </a:cubicBezTo>
                <a:lnTo>
                  <a:pt x="432155" y="87457"/>
                </a:lnTo>
                <a:cubicBezTo>
                  <a:pt x="432155" y="91898"/>
                  <a:pt x="432418" y="94643"/>
                  <a:pt x="432943" y="95693"/>
                </a:cubicBezTo>
                <a:cubicBezTo>
                  <a:pt x="433612" y="97077"/>
                  <a:pt x="434531" y="98092"/>
                  <a:pt x="435701" y="98737"/>
                </a:cubicBezTo>
                <a:cubicBezTo>
                  <a:pt x="436871" y="99381"/>
                  <a:pt x="439247" y="99704"/>
                  <a:pt x="442828" y="99704"/>
                </a:cubicBezTo>
                <a:lnTo>
                  <a:pt x="442828" y="102367"/>
                </a:lnTo>
                <a:lnTo>
                  <a:pt x="410379" y="102367"/>
                </a:lnTo>
                <a:lnTo>
                  <a:pt x="410379" y="99704"/>
                </a:lnTo>
                <a:lnTo>
                  <a:pt x="411812" y="99704"/>
                </a:lnTo>
                <a:cubicBezTo>
                  <a:pt x="415155" y="99704"/>
                  <a:pt x="417411" y="98854"/>
                  <a:pt x="418581" y="97155"/>
                </a:cubicBezTo>
                <a:cubicBezTo>
                  <a:pt x="419751" y="95454"/>
                  <a:pt x="420336" y="92210"/>
                  <a:pt x="420336" y="87421"/>
                </a:cubicBezTo>
                <a:lnTo>
                  <a:pt x="420336" y="62999"/>
                </a:lnTo>
                <a:cubicBezTo>
                  <a:pt x="420336" y="55098"/>
                  <a:pt x="420157" y="50286"/>
                  <a:pt x="419799" y="48563"/>
                </a:cubicBezTo>
                <a:cubicBezTo>
                  <a:pt x="419441" y="46838"/>
                  <a:pt x="418891" y="45665"/>
                  <a:pt x="418151" y="45042"/>
                </a:cubicBezTo>
                <a:cubicBezTo>
                  <a:pt x="417411" y="44420"/>
                  <a:pt x="416420" y="44109"/>
                  <a:pt x="415178" y="44109"/>
                </a:cubicBezTo>
                <a:cubicBezTo>
                  <a:pt x="413841" y="44109"/>
                  <a:pt x="412242" y="44468"/>
                  <a:pt x="410379" y="45186"/>
                </a:cubicBezTo>
                <a:lnTo>
                  <a:pt x="409305" y="42599"/>
                </a:lnTo>
                <a:lnTo>
                  <a:pt x="429075" y="34554"/>
                </a:lnTo>
                <a:lnTo>
                  <a:pt x="432155" y="34554"/>
                </a:lnTo>
                <a:lnTo>
                  <a:pt x="432155" y="4852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OS">
            <a:extLst xmlns:a="http://schemas.openxmlformats.org/drawingml/2006/main">
              <a:ext uri="{FF2B5EF4-FFF2-40B4-BE49-F238E27FC236}">
                <a16:creationId xmlns:a16="http://schemas.microsoft.com/office/drawing/2014/main" id="{D4EB8285-66CB-44AE-BE88-210832FF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80" y="821237"/>
            <a:ext cx="223190" cy="128761"/>
          </a:xfrm>
          <a:custGeom xmlns:a="http://schemas.openxmlformats.org/drawingml/2006/main">
            <a:pathLst>
              <a:path w="223190" h="128761">
                <a:moveTo>
                  <a:pt x="80258" y="0"/>
                </a:moveTo>
                <a:cubicBezTo>
                  <a:pt x="88401" y="0"/>
                  <a:pt x="95610" y="1771"/>
                  <a:pt x="101883" y="5314"/>
                </a:cubicBezTo>
                <a:cubicBezTo>
                  <a:pt x="108157" y="8855"/>
                  <a:pt x="113073" y="14091"/>
                  <a:pt x="116632" y="21022"/>
                </a:cubicBezTo>
                <a:cubicBezTo>
                  <a:pt x="120191" y="27952"/>
                  <a:pt x="121971" y="35141"/>
                  <a:pt x="121971" y="42588"/>
                </a:cubicBezTo>
                <a:cubicBezTo>
                  <a:pt x="121971" y="55784"/>
                  <a:pt x="118155" y="69632"/>
                  <a:pt x="110524" y="84130"/>
                </a:cubicBezTo>
                <a:cubicBezTo>
                  <a:pt x="102894" y="98628"/>
                  <a:pt x="92926" y="109691"/>
                  <a:pt x="80620" y="117320"/>
                </a:cubicBezTo>
                <a:cubicBezTo>
                  <a:pt x="68314" y="124947"/>
                  <a:pt x="55586" y="128761"/>
                  <a:pt x="42436" y="128761"/>
                </a:cubicBezTo>
                <a:cubicBezTo>
                  <a:pt x="32966" y="128761"/>
                  <a:pt x="25049" y="126657"/>
                  <a:pt x="18685" y="122449"/>
                </a:cubicBezTo>
                <a:cubicBezTo>
                  <a:pt x="12321" y="118242"/>
                  <a:pt x="7616" y="112688"/>
                  <a:pt x="4569" y="105789"/>
                </a:cubicBezTo>
                <a:cubicBezTo>
                  <a:pt x="1523" y="98887"/>
                  <a:pt x="0" y="92197"/>
                  <a:pt x="0" y="85718"/>
                </a:cubicBezTo>
                <a:cubicBezTo>
                  <a:pt x="0" y="74217"/>
                  <a:pt x="2760" y="62852"/>
                  <a:pt x="8279" y="51624"/>
                </a:cubicBezTo>
                <a:cubicBezTo>
                  <a:pt x="13799" y="40394"/>
                  <a:pt x="20389" y="31011"/>
                  <a:pt x="28050" y="23475"/>
                </a:cubicBezTo>
                <a:cubicBezTo>
                  <a:pt x="35710" y="15937"/>
                  <a:pt x="43884" y="10140"/>
                  <a:pt x="52570" y="6084"/>
                </a:cubicBezTo>
                <a:cubicBezTo>
                  <a:pt x="61257" y="2028"/>
                  <a:pt x="70486" y="0"/>
                  <a:pt x="80258" y="0"/>
                </a:cubicBezTo>
                <a:moveTo>
                  <a:pt x="77182" y="5820"/>
                </a:moveTo>
                <a:cubicBezTo>
                  <a:pt x="71149" y="5820"/>
                  <a:pt x="65253" y="7318"/>
                  <a:pt x="59492" y="10315"/>
                </a:cubicBezTo>
                <a:cubicBezTo>
                  <a:pt x="53732" y="13310"/>
                  <a:pt x="48016" y="18213"/>
                  <a:pt x="42346" y="25024"/>
                </a:cubicBezTo>
                <a:cubicBezTo>
                  <a:pt x="36676" y="31832"/>
                  <a:pt x="31578" y="40744"/>
                  <a:pt x="27054" y="51761"/>
                </a:cubicBezTo>
                <a:cubicBezTo>
                  <a:pt x="21505" y="65319"/>
                  <a:pt x="18730" y="78121"/>
                  <a:pt x="18730" y="90165"/>
                </a:cubicBezTo>
                <a:cubicBezTo>
                  <a:pt x="18730" y="98760"/>
                  <a:pt x="20932" y="106372"/>
                  <a:pt x="25335" y="113001"/>
                </a:cubicBezTo>
                <a:cubicBezTo>
                  <a:pt x="29739" y="119628"/>
                  <a:pt x="36495" y="122941"/>
                  <a:pt x="45603" y="122941"/>
                </a:cubicBezTo>
                <a:cubicBezTo>
                  <a:pt x="51093" y="122941"/>
                  <a:pt x="56476" y="121579"/>
                  <a:pt x="61754" y="118855"/>
                </a:cubicBezTo>
                <a:cubicBezTo>
                  <a:pt x="67033" y="116130"/>
                  <a:pt x="72537" y="111470"/>
                  <a:pt x="78267" y="104874"/>
                </a:cubicBezTo>
                <a:cubicBezTo>
                  <a:pt x="85446" y="96582"/>
                  <a:pt x="91478" y="86005"/>
                  <a:pt x="96364" y="73144"/>
                </a:cubicBezTo>
                <a:cubicBezTo>
                  <a:pt x="101250" y="60281"/>
                  <a:pt x="103693" y="48280"/>
                  <a:pt x="103693" y="37143"/>
                </a:cubicBezTo>
                <a:cubicBezTo>
                  <a:pt x="103693" y="28912"/>
                  <a:pt x="101491" y="21633"/>
                  <a:pt x="97088" y="15308"/>
                </a:cubicBezTo>
                <a:cubicBezTo>
                  <a:pt x="92684" y="8982"/>
                  <a:pt x="86049" y="5820"/>
                  <a:pt x="77182" y="5820"/>
                </a:cubicBezTo>
                <a:close/>
                <a:moveTo>
                  <a:pt x="124021" y="128761"/>
                </a:moveTo>
                <a:lnTo>
                  <a:pt x="134155" y="82931"/>
                </a:lnTo>
                <a:lnTo>
                  <a:pt x="137231" y="82931"/>
                </a:lnTo>
                <a:cubicBezTo>
                  <a:pt x="136809" y="87356"/>
                  <a:pt x="136598" y="91024"/>
                  <a:pt x="136598" y="93933"/>
                </a:cubicBezTo>
                <a:cubicBezTo>
                  <a:pt x="136598" y="102239"/>
                  <a:pt x="139237" y="108998"/>
                  <a:pt x="144515" y="114211"/>
                </a:cubicBezTo>
                <a:cubicBezTo>
                  <a:pt x="149793" y="119425"/>
                  <a:pt x="156685" y="122032"/>
                  <a:pt x="165190" y="122032"/>
                </a:cubicBezTo>
                <a:cubicBezTo>
                  <a:pt x="173092" y="122032"/>
                  <a:pt x="179094" y="119597"/>
                  <a:pt x="183196" y="114729"/>
                </a:cubicBezTo>
                <a:cubicBezTo>
                  <a:pt x="187298" y="109860"/>
                  <a:pt x="189349" y="104250"/>
                  <a:pt x="189349" y="97900"/>
                </a:cubicBezTo>
                <a:cubicBezTo>
                  <a:pt x="189349" y="93788"/>
                  <a:pt x="188414" y="90038"/>
                  <a:pt x="186544" y="86653"/>
                </a:cubicBezTo>
                <a:cubicBezTo>
                  <a:pt x="183709" y="81633"/>
                  <a:pt x="176139" y="72803"/>
                  <a:pt x="163833" y="60163"/>
                </a:cubicBezTo>
                <a:cubicBezTo>
                  <a:pt x="157861" y="54114"/>
                  <a:pt x="154031" y="49608"/>
                  <a:pt x="152342" y="46643"/>
                </a:cubicBezTo>
                <a:cubicBezTo>
                  <a:pt x="149567" y="41744"/>
                  <a:pt x="148179" y="36601"/>
                  <a:pt x="148179" y="31215"/>
                </a:cubicBezTo>
                <a:cubicBezTo>
                  <a:pt x="148179" y="22626"/>
                  <a:pt x="151377" y="15277"/>
                  <a:pt x="157771" y="9167"/>
                </a:cubicBezTo>
                <a:cubicBezTo>
                  <a:pt x="164165" y="3056"/>
                  <a:pt x="172368" y="0"/>
                  <a:pt x="182382" y="0"/>
                </a:cubicBezTo>
                <a:cubicBezTo>
                  <a:pt x="185760" y="0"/>
                  <a:pt x="188957" y="337"/>
                  <a:pt x="191973" y="1012"/>
                </a:cubicBezTo>
                <a:cubicBezTo>
                  <a:pt x="193843" y="1381"/>
                  <a:pt x="197251" y="2610"/>
                  <a:pt x="202198" y="4697"/>
                </a:cubicBezTo>
                <a:cubicBezTo>
                  <a:pt x="205696" y="6109"/>
                  <a:pt x="207627" y="6876"/>
                  <a:pt x="207988" y="6999"/>
                </a:cubicBezTo>
                <a:cubicBezTo>
                  <a:pt x="208833" y="7183"/>
                  <a:pt x="209768" y="7275"/>
                  <a:pt x="210793" y="7275"/>
                </a:cubicBezTo>
                <a:cubicBezTo>
                  <a:pt x="212543" y="7275"/>
                  <a:pt x="214051" y="6814"/>
                  <a:pt x="215318" y="5894"/>
                </a:cubicBezTo>
                <a:cubicBezTo>
                  <a:pt x="216584" y="4973"/>
                  <a:pt x="218062" y="3008"/>
                  <a:pt x="219751" y="0"/>
                </a:cubicBezTo>
                <a:lnTo>
                  <a:pt x="223190" y="0"/>
                </a:lnTo>
                <a:lnTo>
                  <a:pt x="213779" y="40920"/>
                </a:lnTo>
                <a:lnTo>
                  <a:pt x="210703" y="40920"/>
                </a:lnTo>
                <a:cubicBezTo>
                  <a:pt x="210944" y="37282"/>
                  <a:pt x="211065" y="34342"/>
                  <a:pt x="211065" y="32099"/>
                </a:cubicBezTo>
                <a:cubicBezTo>
                  <a:pt x="211065" y="24764"/>
                  <a:pt x="208652" y="18762"/>
                  <a:pt x="203826" y="14095"/>
                </a:cubicBezTo>
                <a:cubicBezTo>
                  <a:pt x="199001" y="9427"/>
                  <a:pt x="192637" y="7093"/>
                  <a:pt x="184734" y="7093"/>
                </a:cubicBezTo>
                <a:cubicBezTo>
                  <a:pt x="178461" y="7093"/>
                  <a:pt x="173364" y="8938"/>
                  <a:pt x="169443" y="12628"/>
                </a:cubicBezTo>
                <a:cubicBezTo>
                  <a:pt x="165522" y="16317"/>
                  <a:pt x="163561" y="20580"/>
                  <a:pt x="163561" y="25419"/>
                </a:cubicBezTo>
                <a:cubicBezTo>
                  <a:pt x="163561" y="29653"/>
                  <a:pt x="164813" y="33690"/>
                  <a:pt x="167317" y="37530"/>
                </a:cubicBezTo>
                <a:cubicBezTo>
                  <a:pt x="169820" y="41370"/>
                  <a:pt x="175581" y="47629"/>
                  <a:pt x="184599" y="56307"/>
                </a:cubicBezTo>
                <a:cubicBezTo>
                  <a:pt x="193617" y="64986"/>
                  <a:pt x="199453" y="71764"/>
                  <a:pt x="202107" y="76642"/>
                </a:cubicBezTo>
                <a:cubicBezTo>
                  <a:pt x="204761" y="81518"/>
                  <a:pt x="206088" y="86713"/>
                  <a:pt x="206088" y="92226"/>
                </a:cubicBezTo>
                <a:cubicBezTo>
                  <a:pt x="206088" y="98466"/>
                  <a:pt x="204445" y="104510"/>
                  <a:pt x="201157" y="110358"/>
                </a:cubicBezTo>
                <a:cubicBezTo>
                  <a:pt x="197869" y="116204"/>
                  <a:pt x="193149" y="120733"/>
                  <a:pt x="186996" y="123944"/>
                </a:cubicBezTo>
                <a:cubicBezTo>
                  <a:pt x="180844" y="127155"/>
                  <a:pt x="174118" y="128761"/>
                  <a:pt x="166819" y="128761"/>
                </a:cubicBezTo>
                <a:cubicBezTo>
                  <a:pt x="163200" y="128761"/>
                  <a:pt x="159822" y="128427"/>
                  <a:pt x="156685" y="127760"/>
                </a:cubicBezTo>
                <a:cubicBezTo>
                  <a:pt x="153548" y="127094"/>
                  <a:pt x="148541" y="125457"/>
                  <a:pt x="141665" y="122850"/>
                </a:cubicBezTo>
                <a:cubicBezTo>
                  <a:pt x="139312" y="121941"/>
                  <a:pt x="137352" y="121486"/>
                  <a:pt x="135783" y="121486"/>
                </a:cubicBezTo>
                <a:cubicBezTo>
                  <a:pt x="132224" y="121486"/>
                  <a:pt x="129450" y="123911"/>
                  <a:pt x="127459" y="128761"/>
                </a:cubicBezTo>
                <a:lnTo>
                  <a:pt x="124021" y="128761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giveWay">
            <a:extLst xmlns:a="http://schemas.openxmlformats.org/drawingml/2006/main">
              <a:ext uri="{FF2B5EF4-FFF2-40B4-BE49-F238E27FC236}">
                <a16:creationId xmlns:a16="http://schemas.microsoft.com/office/drawing/2014/main" id="{9179CA00-DE73-483A-8D46-3AD2652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49" y="1263920"/>
            <a:ext cx="512630" cy="134186"/>
          </a:xfrm>
          <a:custGeom xmlns:a="http://schemas.openxmlformats.org/drawingml/2006/main">
            <a:pathLst>
              <a:path w="512630" h="134186">
                <a:moveTo>
                  <a:pt x="17765" y="78339"/>
                </a:moveTo>
                <a:cubicBezTo>
                  <a:pt x="13753" y="76374"/>
                  <a:pt x="10673" y="73631"/>
                  <a:pt x="8524" y="70108"/>
                </a:cubicBezTo>
                <a:cubicBezTo>
                  <a:pt x="6375" y="66585"/>
                  <a:pt x="5301" y="62690"/>
                  <a:pt x="5301" y="58423"/>
                </a:cubicBezTo>
                <a:cubicBezTo>
                  <a:pt x="5301" y="51905"/>
                  <a:pt x="7748" y="46298"/>
                  <a:pt x="12643" y="41600"/>
                </a:cubicBezTo>
                <a:cubicBezTo>
                  <a:pt x="17538" y="36903"/>
                  <a:pt x="23806" y="34554"/>
                  <a:pt x="31446" y="34554"/>
                </a:cubicBezTo>
                <a:cubicBezTo>
                  <a:pt x="37702" y="34554"/>
                  <a:pt x="43122" y="36090"/>
                  <a:pt x="47707" y="39162"/>
                </a:cubicBezTo>
                <a:lnTo>
                  <a:pt x="61604" y="39162"/>
                </a:lnTo>
                <a:cubicBezTo>
                  <a:pt x="63657" y="39162"/>
                  <a:pt x="64851" y="39221"/>
                  <a:pt x="65185" y="39339"/>
                </a:cubicBezTo>
                <a:cubicBezTo>
                  <a:pt x="65519" y="39458"/>
                  <a:pt x="65758" y="39660"/>
                  <a:pt x="65901" y="39945"/>
                </a:cubicBezTo>
                <a:cubicBezTo>
                  <a:pt x="66188" y="40372"/>
                  <a:pt x="66331" y="41132"/>
                  <a:pt x="66331" y="42223"/>
                </a:cubicBezTo>
                <a:cubicBezTo>
                  <a:pt x="66331" y="43456"/>
                  <a:pt x="66212" y="44310"/>
                  <a:pt x="65973" y="44786"/>
                </a:cubicBezTo>
                <a:cubicBezTo>
                  <a:pt x="65830" y="45023"/>
                  <a:pt x="65579" y="45212"/>
                  <a:pt x="65221" y="45355"/>
                </a:cubicBezTo>
                <a:cubicBezTo>
                  <a:pt x="64863" y="45497"/>
                  <a:pt x="63657" y="45569"/>
                  <a:pt x="61604" y="45569"/>
                </a:cubicBezTo>
                <a:lnTo>
                  <a:pt x="53079" y="45569"/>
                </a:lnTo>
                <a:cubicBezTo>
                  <a:pt x="55754" y="49032"/>
                  <a:pt x="57091" y="53456"/>
                  <a:pt x="57091" y="58841"/>
                </a:cubicBezTo>
                <a:cubicBezTo>
                  <a:pt x="57091" y="64996"/>
                  <a:pt x="54751" y="70262"/>
                  <a:pt x="50071" y="74638"/>
                </a:cubicBezTo>
                <a:cubicBezTo>
                  <a:pt x="45391" y="79015"/>
                  <a:pt x="39111" y="81203"/>
                  <a:pt x="31232" y="81203"/>
                </a:cubicBezTo>
                <a:cubicBezTo>
                  <a:pt x="27984" y="81203"/>
                  <a:pt x="24665" y="80713"/>
                  <a:pt x="21275" y="79734"/>
                </a:cubicBezTo>
                <a:cubicBezTo>
                  <a:pt x="19174" y="81556"/>
                  <a:pt x="17753" y="83151"/>
                  <a:pt x="17013" y="84519"/>
                </a:cubicBezTo>
                <a:cubicBezTo>
                  <a:pt x="16272" y="85885"/>
                  <a:pt x="15902" y="87047"/>
                  <a:pt x="15902" y="88006"/>
                </a:cubicBezTo>
                <a:cubicBezTo>
                  <a:pt x="15902" y="88822"/>
                  <a:pt x="16296" y="89613"/>
                  <a:pt x="17084" y="90381"/>
                </a:cubicBezTo>
                <a:cubicBezTo>
                  <a:pt x="17872" y="91148"/>
                  <a:pt x="19412" y="91699"/>
                  <a:pt x="21705" y="92035"/>
                </a:cubicBezTo>
                <a:cubicBezTo>
                  <a:pt x="23042" y="92227"/>
                  <a:pt x="26384" y="92395"/>
                  <a:pt x="31733" y="92539"/>
                </a:cubicBezTo>
                <a:cubicBezTo>
                  <a:pt x="41570" y="92777"/>
                  <a:pt x="47946" y="93112"/>
                  <a:pt x="50859" y="93544"/>
                </a:cubicBezTo>
                <a:cubicBezTo>
                  <a:pt x="55300" y="94168"/>
                  <a:pt x="58846" y="95823"/>
                  <a:pt x="61496" y="98509"/>
                </a:cubicBezTo>
                <a:cubicBezTo>
                  <a:pt x="64146" y="101194"/>
                  <a:pt x="65472" y="104502"/>
                  <a:pt x="65472" y="108435"/>
                </a:cubicBezTo>
                <a:cubicBezTo>
                  <a:pt x="65472" y="113853"/>
                  <a:pt x="62941" y="118937"/>
                  <a:pt x="57879" y="123685"/>
                </a:cubicBezTo>
                <a:cubicBezTo>
                  <a:pt x="50429" y="130686"/>
                  <a:pt x="40711" y="134186"/>
                  <a:pt x="28724" y="134186"/>
                </a:cubicBezTo>
                <a:cubicBezTo>
                  <a:pt x="19508" y="134186"/>
                  <a:pt x="11724" y="132102"/>
                  <a:pt x="5372" y="127932"/>
                </a:cubicBezTo>
                <a:cubicBezTo>
                  <a:pt x="1791" y="125536"/>
                  <a:pt x="0" y="123043"/>
                  <a:pt x="0" y="120454"/>
                </a:cubicBezTo>
                <a:cubicBezTo>
                  <a:pt x="0" y="119306"/>
                  <a:pt x="263" y="118156"/>
                  <a:pt x="788" y="117006"/>
                </a:cubicBezTo>
                <a:cubicBezTo>
                  <a:pt x="1600" y="115232"/>
                  <a:pt x="3271" y="112763"/>
                  <a:pt x="5802" y="109600"/>
                </a:cubicBezTo>
                <a:cubicBezTo>
                  <a:pt x="6136" y="109170"/>
                  <a:pt x="8572" y="106582"/>
                  <a:pt x="13109" y="101837"/>
                </a:cubicBezTo>
                <a:cubicBezTo>
                  <a:pt x="10625" y="100347"/>
                  <a:pt x="8870" y="99014"/>
                  <a:pt x="7844" y="97837"/>
                </a:cubicBezTo>
                <a:cubicBezTo>
                  <a:pt x="6817" y="96659"/>
                  <a:pt x="6304" y="95326"/>
                  <a:pt x="6304" y="93837"/>
                </a:cubicBezTo>
                <a:cubicBezTo>
                  <a:pt x="6304" y="92154"/>
                  <a:pt x="6984" y="90183"/>
                  <a:pt x="8345" y="87925"/>
                </a:cubicBezTo>
                <a:cubicBezTo>
                  <a:pt x="9706" y="85666"/>
                  <a:pt x="12846" y="82471"/>
                  <a:pt x="17765" y="78339"/>
                </a:cubicBezTo>
                <a:moveTo>
                  <a:pt x="30229" y="38154"/>
                </a:moveTo>
                <a:cubicBezTo>
                  <a:pt x="26695" y="38154"/>
                  <a:pt x="23734" y="39562"/>
                  <a:pt x="21346" y="42379"/>
                </a:cubicBezTo>
                <a:cubicBezTo>
                  <a:pt x="18959" y="45194"/>
                  <a:pt x="17765" y="49513"/>
                  <a:pt x="17765" y="55337"/>
                </a:cubicBezTo>
                <a:cubicBezTo>
                  <a:pt x="17765" y="62879"/>
                  <a:pt x="19388" y="68726"/>
                  <a:pt x="22636" y="72877"/>
                </a:cubicBezTo>
                <a:cubicBezTo>
                  <a:pt x="25119" y="76028"/>
                  <a:pt x="28271" y="77603"/>
                  <a:pt x="32091" y="77603"/>
                </a:cubicBezTo>
                <a:cubicBezTo>
                  <a:pt x="35721" y="77603"/>
                  <a:pt x="38705" y="76243"/>
                  <a:pt x="41045" y="73523"/>
                </a:cubicBezTo>
                <a:cubicBezTo>
                  <a:pt x="43385" y="70802"/>
                  <a:pt x="44555" y="66530"/>
                  <a:pt x="44555" y="60706"/>
                </a:cubicBezTo>
                <a:cubicBezTo>
                  <a:pt x="44555" y="53118"/>
                  <a:pt x="42908" y="47175"/>
                  <a:pt x="39613" y="42878"/>
                </a:cubicBezTo>
                <a:cubicBezTo>
                  <a:pt x="37177" y="39729"/>
                  <a:pt x="34049" y="38154"/>
                  <a:pt x="30229" y="38154"/>
                </a:cubicBezTo>
                <a:moveTo>
                  <a:pt x="17048" y="102410"/>
                </a:moveTo>
                <a:cubicBezTo>
                  <a:pt x="14804" y="104853"/>
                  <a:pt x="13109" y="107128"/>
                  <a:pt x="11963" y="109236"/>
                </a:cubicBezTo>
                <a:cubicBezTo>
                  <a:pt x="10816" y="111344"/>
                  <a:pt x="10243" y="113285"/>
                  <a:pt x="10243" y="115058"/>
                </a:cubicBezTo>
                <a:cubicBezTo>
                  <a:pt x="10243" y="117357"/>
                  <a:pt x="11628" y="119369"/>
                  <a:pt x="14398" y="121093"/>
                </a:cubicBezTo>
                <a:cubicBezTo>
                  <a:pt x="19174" y="124063"/>
                  <a:pt x="26074" y="125548"/>
                  <a:pt x="35100" y="125548"/>
                </a:cubicBezTo>
                <a:cubicBezTo>
                  <a:pt x="43696" y="125548"/>
                  <a:pt x="50035" y="124026"/>
                  <a:pt x="54118" y="120983"/>
                </a:cubicBezTo>
                <a:cubicBezTo>
                  <a:pt x="58201" y="117942"/>
                  <a:pt x="60243" y="114697"/>
                  <a:pt x="60243" y="111249"/>
                </a:cubicBezTo>
                <a:cubicBezTo>
                  <a:pt x="60243" y="108758"/>
                  <a:pt x="59025" y="106985"/>
                  <a:pt x="56589" y="105931"/>
                </a:cubicBezTo>
                <a:cubicBezTo>
                  <a:pt x="54106" y="104877"/>
                  <a:pt x="49187" y="104254"/>
                  <a:pt x="41833" y="104064"/>
                </a:cubicBezTo>
                <a:cubicBezTo>
                  <a:pt x="31088" y="103776"/>
                  <a:pt x="22827" y="103225"/>
                  <a:pt x="17048" y="102410"/>
                </a:cubicBezTo>
                <a:close/>
                <a:moveTo>
                  <a:pt x="90257" y="0"/>
                </a:moveTo>
                <a:cubicBezTo>
                  <a:pt x="92262" y="0"/>
                  <a:pt x="93970" y="712"/>
                  <a:pt x="95378" y="2135"/>
                </a:cubicBezTo>
                <a:cubicBezTo>
                  <a:pt x="96787" y="3557"/>
                  <a:pt x="97491" y="5281"/>
                  <a:pt x="97491" y="7307"/>
                </a:cubicBezTo>
                <a:cubicBezTo>
                  <a:pt x="97491" y="9333"/>
                  <a:pt x="96787" y="11070"/>
                  <a:pt x="95378" y="12517"/>
                </a:cubicBezTo>
                <a:cubicBezTo>
                  <a:pt x="93970" y="13963"/>
                  <a:pt x="92262" y="14686"/>
                  <a:pt x="90257" y="14686"/>
                </a:cubicBezTo>
                <a:cubicBezTo>
                  <a:pt x="88251" y="14686"/>
                  <a:pt x="86532" y="13963"/>
                  <a:pt x="85099" y="12517"/>
                </a:cubicBezTo>
                <a:cubicBezTo>
                  <a:pt x="83666" y="11070"/>
                  <a:pt x="82950" y="9333"/>
                  <a:pt x="82950" y="7307"/>
                </a:cubicBezTo>
                <a:cubicBezTo>
                  <a:pt x="82950" y="5281"/>
                  <a:pt x="83655" y="3557"/>
                  <a:pt x="85063" y="2135"/>
                </a:cubicBezTo>
                <a:cubicBezTo>
                  <a:pt x="86472" y="712"/>
                  <a:pt x="88203" y="0"/>
                  <a:pt x="90257" y="0"/>
                </a:cubicBezTo>
                <a:moveTo>
                  <a:pt x="96202" y="34554"/>
                </a:moveTo>
                <a:lnTo>
                  <a:pt x="96202" y="87421"/>
                </a:lnTo>
                <a:cubicBezTo>
                  <a:pt x="96202" y="91539"/>
                  <a:pt x="96501" y="94281"/>
                  <a:pt x="97097" y="95646"/>
                </a:cubicBezTo>
                <a:cubicBezTo>
                  <a:pt x="97694" y="97010"/>
                  <a:pt x="98578" y="98028"/>
                  <a:pt x="99748" y="98698"/>
                </a:cubicBezTo>
                <a:cubicBezTo>
                  <a:pt x="100918" y="99369"/>
                  <a:pt x="103055" y="99704"/>
                  <a:pt x="106159" y="99704"/>
                </a:cubicBezTo>
                <a:lnTo>
                  <a:pt x="106159" y="102367"/>
                </a:lnTo>
                <a:lnTo>
                  <a:pt x="74283" y="102367"/>
                </a:lnTo>
                <a:lnTo>
                  <a:pt x="74283" y="99704"/>
                </a:lnTo>
                <a:cubicBezTo>
                  <a:pt x="77482" y="99704"/>
                  <a:pt x="79631" y="99393"/>
                  <a:pt x="80730" y="98770"/>
                </a:cubicBezTo>
                <a:cubicBezTo>
                  <a:pt x="81828" y="98148"/>
                  <a:pt x="82699" y="97118"/>
                  <a:pt x="83344" y="95682"/>
                </a:cubicBezTo>
                <a:cubicBezTo>
                  <a:pt x="83989" y="94245"/>
                  <a:pt x="84311" y="91491"/>
                  <a:pt x="84311" y="87421"/>
                </a:cubicBezTo>
                <a:lnTo>
                  <a:pt x="84311" y="62065"/>
                </a:lnTo>
                <a:cubicBezTo>
                  <a:pt x="84311" y="54929"/>
                  <a:pt x="84096" y="50309"/>
                  <a:pt x="83666" y="48203"/>
                </a:cubicBezTo>
                <a:cubicBezTo>
                  <a:pt x="83332" y="46670"/>
                  <a:pt x="82807" y="45605"/>
                  <a:pt x="82091" y="45006"/>
                </a:cubicBezTo>
                <a:cubicBezTo>
                  <a:pt x="81374" y="44408"/>
                  <a:pt x="80395" y="44109"/>
                  <a:pt x="79154" y="44109"/>
                </a:cubicBezTo>
                <a:cubicBezTo>
                  <a:pt x="77817" y="44109"/>
                  <a:pt x="76193" y="44468"/>
                  <a:pt x="74283" y="45186"/>
                </a:cubicBezTo>
                <a:lnTo>
                  <a:pt x="73280" y="42599"/>
                </a:lnTo>
                <a:lnTo>
                  <a:pt x="93050" y="34554"/>
                </a:lnTo>
                <a:lnTo>
                  <a:pt x="96202" y="34554"/>
                </a:lnTo>
                <a:close/>
                <a:moveTo>
                  <a:pt x="110982" y="36426"/>
                </a:moveTo>
                <a:lnTo>
                  <a:pt x="141856" y="36426"/>
                </a:lnTo>
                <a:lnTo>
                  <a:pt x="141856" y="39090"/>
                </a:lnTo>
                <a:lnTo>
                  <a:pt x="139850" y="39090"/>
                </a:lnTo>
                <a:cubicBezTo>
                  <a:pt x="137988" y="39090"/>
                  <a:pt x="136567" y="39546"/>
                  <a:pt x="135588" y="40457"/>
                </a:cubicBezTo>
                <a:cubicBezTo>
                  <a:pt x="134609" y="41369"/>
                  <a:pt x="134120" y="42593"/>
                  <a:pt x="134120" y="44129"/>
                </a:cubicBezTo>
                <a:cubicBezTo>
                  <a:pt x="134120" y="45809"/>
                  <a:pt x="134621" y="47800"/>
                  <a:pt x="135624" y="50104"/>
                </a:cubicBezTo>
                <a:lnTo>
                  <a:pt x="150882" y="86530"/>
                </a:lnTo>
                <a:lnTo>
                  <a:pt x="166211" y="48736"/>
                </a:lnTo>
                <a:cubicBezTo>
                  <a:pt x="167309" y="46049"/>
                  <a:pt x="167858" y="44009"/>
                  <a:pt x="167858" y="42617"/>
                </a:cubicBezTo>
                <a:cubicBezTo>
                  <a:pt x="167858" y="41945"/>
                  <a:pt x="167667" y="41393"/>
                  <a:pt x="167285" y="40961"/>
                </a:cubicBezTo>
                <a:cubicBezTo>
                  <a:pt x="166760" y="40241"/>
                  <a:pt x="166091" y="39750"/>
                  <a:pt x="165280" y="39486"/>
                </a:cubicBezTo>
                <a:cubicBezTo>
                  <a:pt x="164468" y="39222"/>
                  <a:pt x="162820" y="39090"/>
                  <a:pt x="160337" y="39090"/>
                </a:cubicBezTo>
                <a:lnTo>
                  <a:pt x="160337" y="36426"/>
                </a:lnTo>
                <a:lnTo>
                  <a:pt x="181755" y="36426"/>
                </a:lnTo>
                <a:lnTo>
                  <a:pt x="181755" y="39090"/>
                </a:lnTo>
                <a:cubicBezTo>
                  <a:pt x="179272" y="39282"/>
                  <a:pt x="177552" y="39786"/>
                  <a:pt x="176597" y="40601"/>
                </a:cubicBezTo>
                <a:cubicBezTo>
                  <a:pt x="174926" y="42041"/>
                  <a:pt x="173422" y="44441"/>
                  <a:pt x="172085" y="47800"/>
                </a:cubicBezTo>
                <a:lnTo>
                  <a:pt x="148804" y="104383"/>
                </a:lnTo>
                <a:lnTo>
                  <a:pt x="145867" y="104383"/>
                </a:lnTo>
                <a:lnTo>
                  <a:pt x="122444" y="48736"/>
                </a:lnTo>
                <a:cubicBezTo>
                  <a:pt x="121393" y="46145"/>
                  <a:pt x="120390" y="44285"/>
                  <a:pt x="119435" y="43157"/>
                </a:cubicBezTo>
                <a:cubicBezTo>
                  <a:pt x="118480" y="42029"/>
                  <a:pt x="117262" y="41081"/>
                  <a:pt x="115782" y="40313"/>
                </a:cubicBezTo>
                <a:cubicBezTo>
                  <a:pt x="114970" y="39882"/>
                  <a:pt x="113370" y="39474"/>
                  <a:pt x="110982" y="39090"/>
                </a:cubicBezTo>
                <a:lnTo>
                  <a:pt x="110982" y="36426"/>
                </a:lnTo>
                <a:close/>
                <a:moveTo>
                  <a:pt x="198732" y="61334"/>
                </a:moveTo>
                <a:cubicBezTo>
                  <a:pt x="198684" y="71102"/>
                  <a:pt x="201048" y="78763"/>
                  <a:pt x="205824" y="84319"/>
                </a:cubicBezTo>
                <a:cubicBezTo>
                  <a:pt x="210599" y="89872"/>
                  <a:pt x="216210" y="92649"/>
                  <a:pt x="222657" y="92649"/>
                </a:cubicBezTo>
                <a:cubicBezTo>
                  <a:pt x="226955" y="92649"/>
                  <a:pt x="230692" y="91461"/>
                  <a:pt x="233868" y="89086"/>
                </a:cubicBezTo>
                <a:cubicBezTo>
                  <a:pt x="237043" y="86710"/>
                  <a:pt x="239706" y="82643"/>
                  <a:pt x="241855" y="76884"/>
                </a:cubicBezTo>
                <a:lnTo>
                  <a:pt x="244075" y="78323"/>
                </a:lnTo>
                <a:cubicBezTo>
                  <a:pt x="243072" y="84898"/>
                  <a:pt x="240159" y="90885"/>
                  <a:pt x="235336" y="96284"/>
                </a:cubicBezTo>
                <a:cubicBezTo>
                  <a:pt x="230513" y="101684"/>
                  <a:pt x="224472" y="104383"/>
                  <a:pt x="217213" y="104383"/>
                </a:cubicBezTo>
                <a:cubicBezTo>
                  <a:pt x="209334" y="104383"/>
                  <a:pt x="202588" y="101306"/>
                  <a:pt x="196977" y="95153"/>
                </a:cubicBezTo>
                <a:cubicBezTo>
                  <a:pt x="191366" y="88998"/>
                  <a:pt x="188560" y="80724"/>
                  <a:pt x="188560" y="70330"/>
                </a:cubicBezTo>
                <a:cubicBezTo>
                  <a:pt x="188560" y="59076"/>
                  <a:pt x="191438" y="50300"/>
                  <a:pt x="197192" y="44003"/>
                </a:cubicBezTo>
                <a:cubicBezTo>
                  <a:pt x="202947" y="37704"/>
                  <a:pt x="210169" y="34554"/>
                  <a:pt x="218861" y="34554"/>
                </a:cubicBezTo>
                <a:cubicBezTo>
                  <a:pt x="226215" y="34554"/>
                  <a:pt x="232256" y="36984"/>
                  <a:pt x="236984" y="41843"/>
                </a:cubicBezTo>
                <a:cubicBezTo>
                  <a:pt x="241711" y="46701"/>
                  <a:pt x="244075" y="53198"/>
                  <a:pt x="244075" y="61334"/>
                </a:cubicBezTo>
                <a:lnTo>
                  <a:pt x="198732" y="61334"/>
                </a:lnTo>
                <a:moveTo>
                  <a:pt x="198732" y="57159"/>
                </a:moveTo>
                <a:lnTo>
                  <a:pt x="229104" y="57159"/>
                </a:lnTo>
                <a:cubicBezTo>
                  <a:pt x="228865" y="52935"/>
                  <a:pt x="228364" y="49960"/>
                  <a:pt x="227600" y="48232"/>
                </a:cubicBezTo>
                <a:cubicBezTo>
                  <a:pt x="226406" y="45545"/>
                  <a:pt x="224627" y="43433"/>
                  <a:pt x="222263" y="41897"/>
                </a:cubicBezTo>
                <a:cubicBezTo>
                  <a:pt x="219900" y="40361"/>
                  <a:pt x="217428" y="39594"/>
                  <a:pt x="214849" y="39594"/>
                </a:cubicBezTo>
                <a:cubicBezTo>
                  <a:pt x="210886" y="39594"/>
                  <a:pt x="207340" y="41141"/>
                  <a:pt x="204212" y="44237"/>
                </a:cubicBezTo>
                <a:cubicBezTo>
                  <a:pt x="201084" y="47332"/>
                  <a:pt x="199258" y="51640"/>
                  <a:pt x="198732" y="57159"/>
                </a:cubicBezTo>
                <a:close/>
                <a:moveTo>
                  <a:pt x="385571" y="4751"/>
                </a:moveTo>
                <a:lnTo>
                  <a:pt x="385571" y="7415"/>
                </a:lnTo>
                <a:cubicBezTo>
                  <a:pt x="383040" y="7415"/>
                  <a:pt x="380987" y="7871"/>
                  <a:pt x="379411" y="8783"/>
                </a:cubicBezTo>
                <a:cubicBezTo>
                  <a:pt x="377835" y="9693"/>
                  <a:pt x="376331" y="11395"/>
                  <a:pt x="374898" y="13889"/>
                </a:cubicBezTo>
                <a:cubicBezTo>
                  <a:pt x="373943" y="15567"/>
                  <a:pt x="372439" y="19572"/>
                  <a:pt x="370385" y="25902"/>
                </a:cubicBezTo>
                <a:lnTo>
                  <a:pt x="343308" y="104527"/>
                </a:lnTo>
                <a:lnTo>
                  <a:pt x="340443" y="104527"/>
                </a:lnTo>
                <a:lnTo>
                  <a:pt x="318309" y="42158"/>
                </a:lnTo>
                <a:lnTo>
                  <a:pt x="296318" y="104527"/>
                </a:lnTo>
                <a:lnTo>
                  <a:pt x="293739" y="104527"/>
                </a:lnTo>
                <a:lnTo>
                  <a:pt x="264871" y="23529"/>
                </a:lnTo>
                <a:cubicBezTo>
                  <a:pt x="262722" y="17486"/>
                  <a:pt x="261361" y="13913"/>
                  <a:pt x="260788" y="12809"/>
                </a:cubicBezTo>
                <a:cubicBezTo>
                  <a:pt x="259833" y="10987"/>
                  <a:pt x="258532" y="9633"/>
                  <a:pt x="256884" y="8747"/>
                </a:cubicBezTo>
                <a:cubicBezTo>
                  <a:pt x="255237" y="7859"/>
                  <a:pt x="253004" y="7415"/>
                  <a:pt x="250187" y="7415"/>
                </a:cubicBezTo>
                <a:lnTo>
                  <a:pt x="250187" y="4751"/>
                </a:lnTo>
                <a:lnTo>
                  <a:pt x="286146" y="4751"/>
                </a:lnTo>
                <a:lnTo>
                  <a:pt x="286146" y="7415"/>
                </a:lnTo>
                <a:lnTo>
                  <a:pt x="284427" y="7415"/>
                </a:lnTo>
                <a:cubicBezTo>
                  <a:pt x="281896" y="7415"/>
                  <a:pt x="279962" y="7991"/>
                  <a:pt x="278625" y="9143"/>
                </a:cubicBezTo>
                <a:cubicBezTo>
                  <a:pt x="277287" y="10293"/>
                  <a:pt x="276619" y="11683"/>
                  <a:pt x="276619" y="13313"/>
                </a:cubicBezTo>
                <a:cubicBezTo>
                  <a:pt x="276619" y="14992"/>
                  <a:pt x="277669" y="18852"/>
                  <a:pt x="279771" y="24894"/>
                </a:cubicBezTo>
                <a:lnTo>
                  <a:pt x="298896" y="79637"/>
                </a:lnTo>
                <a:lnTo>
                  <a:pt x="315014" y="33094"/>
                </a:lnTo>
                <a:lnTo>
                  <a:pt x="312148" y="24894"/>
                </a:lnTo>
                <a:lnTo>
                  <a:pt x="309856" y="18348"/>
                </a:lnTo>
                <a:cubicBezTo>
                  <a:pt x="308853" y="15950"/>
                  <a:pt x="307731" y="13840"/>
                  <a:pt x="306489" y="12018"/>
                </a:cubicBezTo>
                <a:cubicBezTo>
                  <a:pt x="305869" y="11107"/>
                  <a:pt x="305105" y="10340"/>
                  <a:pt x="304197" y="9716"/>
                </a:cubicBezTo>
                <a:cubicBezTo>
                  <a:pt x="303003" y="8854"/>
                  <a:pt x="301809" y="8231"/>
                  <a:pt x="300616" y="7847"/>
                </a:cubicBezTo>
                <a:cubicBezTo>
                  <a:pt x="299708" y="7559"/>
                  <a:pt x="298276" y="7415"/>
                  <a:pt x="296318" y="7415"/>
                </a:cubicBezTo>
                <a:lnTo>
                  <a:pt x="296318" y="4751"/>
                </a:lnTo>
                <a:lnTo>
                  <a:pt x="334139" y="4751"/>
                </a:lnTo>
                <a:lnTo>
                  <a:pt x="334139" y="7415"/>
                </a:lnTo>
                <a:lnTo>
                  <a:pt x="331561" y="7415"/>
                </a:lnTo>
                <a:cubicBezTo>
                  <a:pt x="328886" y="7415"/>
                  <a:pt x="326928" y="7991"/>
                  <a:pt x="325687" y="9143"/>
                </a:cubicBezTo>
                <a:cubicBezTo>
                  <a:pt x="324445" y="10293"/>
                  <a:pt x="323824" y="11851"/>
                  <a:pt x="323824" y="13817"/>
                </a:cubicBezTo>
                <a:cubicBezTo>
                  <a:pt x="323824" y="16263"/>
                  <a:pt x="324899" y="20532"/>
                  <a:pt x="327048" y="26622"/>
                </a:cubicBezTo>
                <a:lnTo>
                  <a:pt x="345672" y="79637"/>
                </a:lnTo>
                <a:lnTo>
                  <a:pt x="364153" y="25902"/>
                </a:lnTo>
                <a:cubicBezTo>
                  <a:pt x="366254" y="19956"/>
                  <a:pt x="367305" y="15831"/>
                  <a:pt x="367305" y="13529"/>
                </a:cubicBezTo>
                <a:cubicBezTo>
                  <a:pt x="367305" y="12427"/>
                  <a:pt x="366959" y="11396"/>
                  <a:pt x="366266" y="10436"/>
                </a:cubicBezTo>
                <a:cubicBezTo>
                  <a:pt x="365574" y="9476"/>
                  <a:pt x="364702" y="8805"/>
                  <a:pt x="363652" y="8423"/>
                </a:cubicBezTo>
                <a:cubicBezTo>
                  <a:pt x="361837" y="7751"/>
                  <a:pt x="359473" y="7415"/>
                  <a:pt x="356560" y="7415"/>
                </a:cubicBezTo>
                <a:lnTo>
                  <a:pt x="356560" y="4751"/>
                </a:lnTo>
                <a:lnTo>
                  <a:pt x="385571" y="4751"/>
                </a:lnTo>
                <a:close/>
                <a:moveTo>
                  <a:pt x="416764" y="92865"/>
                </a:moveTo>
                <a:cubicBezTo>
                  <a:pt x="410031" y="98096"/>
                  <a:pt x="405804" y="101120"/>
                  <a:pt x="404085" y="101935"/>
                </a:cubicBezTo>
                <a:cubicBezTo>
                  <a:pt x="401507" y="103183"/>
                  <a:pt x="398761" y="103807"/>
                  <a:pt x="395848" y="103807"/>
                </a:cubicBezTo>
                <a:cubicBezTo>
                  <a:pt x="391311" y="103807"/>
                  <a:pt x="387574" y="102247"/>
                  <a:pt x="384637" y="99128"/>
                </a:cubicBezTo>
                <a:cubicBezTo>
                  <a:pt x="381700" y="96008"/>
                  <a:pt x="380232" y="91905"/>
                  <a:pt x="380232" y="86818"/>
                </a:cubicBezTo>
                <a:cubicBezTo>
                  <a:pt x="380232" y="83602"/>
                  <a:pt x="380948" y="80819"/>
                  <a:pt x="382381" y="78467"/>
                </a:cubicBezTo>
                <a:cubicBezTo>
                  <a:pt x="384339" y="75204"/>
                  <a:pt x="387741" y="72132"/>
                  <a:pt x="392588" y="69253"/>
                </a:cubicBezTo>
                <a:cubicBezTo>
                  <a:pt x="397435" y="66373"/>
                  <a:pt x="405494" y="62870"/>
                  <a:pt x="416764" y="58742"/>
                </a:cubicBezTo>
                <a:lnTo>
                  <a:pt x="416764" y="56151"/>
                </a:lnTo>
                <a:cubicBezTo>
                  <a:pt x="416764" y="49576"/>
                  <a:pt x="415726" y="45065"/>
                  <a:pt x="413648" y="42617"/>
                </a:cubicBezTo>
                <a:cubicBezTo>
                  <a:pt x="411571" y="40169"/>
                  <a:pt x="408550" y="38946"/>
                  <a:pt x="404587" y="38946"/>
                </a:cubicBezTo>
                <a:cubicBezTo>
                  <a:pt x="401578" y="38946"/>
                  <a:pt x="399190" y="39759"/>
                  <a:pt x="397424" y="41384"/>
                </a:cubicBezTo>
                <a:cubicBezTo>
                  <a:pt x="395609" y="43010"/>
                  <a:pt x="394702" y="44875"/>
                  <a:pt x="394702" y="46979"/>
                </a:cubicBezTo>
                <a:lnTo>
                  <a:pt x="394845" y="51139"/>
                </a:lnTo>
                <a:cubicBezTo>
                  <a:pt x="394845" y="53337"/>
                  <a:pt x="394284" y="55034"/>
                  <a:pt x="393161" y="56230"/>
                </a:cubicBezTo>
                <a:cubicBezTo>
                  <a:pt x="392039" y="57425"/>
                  <a:pt x="390571" y="58023"/>
                  <a:pt x="388756" y="58023"/>
                </a:cubicBezTo>
                <a:cubicBezTo>
                  <a:pt x="386989" y="58023"/>
                  <a:pt x="385545" y="57401"/>
                  <a:pt x="384422" y="56158"/>
                </a:cubicBezTo>
                <a:cubicBezTo>
                  <a:pt x="383300" y="54913"/>
                  <a:pt x="382739" y="53214"/>
                  <a:pt x="382739" y="51060"/>
                </a:cubicBezTo>
                <a:cubicBezTo>
                  <a:pt x="382739" y="46946"/>
                  <a:pt x="384840" y="43167"/>
                  <a:pt x="389043" y="39722"/>
                </a:cubicBezTo>
                <a:cubicBezTo>
                  <a:pt x="393245" y="36277"/>
                  <a:pt x="399143" y="34554"/>
                  <a:pt x="406736" y="34554"/>
                </a:cubicBezTo>
                <a:cubicBezTo>
                  <a:pt x="412562" y="34554"/>
                  <a:pt x="417337" y="35537"/>
                  <a:pt x="421062" y="37501"/>
                </a:cubicBezTo>
                <a:cubicBezTo>
                  <a:pt x="423880" y="38988"/>
                  <a:pt x="425957" y="41313"/>
                  <a:pt x="427294" y="44478"/>
                </a:cubicBezTo>
                <a:cubicBezTo>
                  <a:pt x="428154" y="46538"/>
                  <a:pt x="428583" y="50756"/>
                  <a:pt x="428583" y="57132"/>
                </a:cubicBezTo>
                <a:lnTo>
                  <a:pt x="428583" y="79493"/>
                </a:lnTo>
                <a:cubicBezTo>
                  <a:pt x="428583" y="85773"/>
                  <a:pt x="428703" y="89619"/>
                  <a:pt x="428942" y="91034"/>
                </a:cubicBezTo>
                <a:cubicBezTo>
                  <a:pt x="429180" y="92448"/>
                  <a:pt x="429574" y="93395"/>
                  <a:pt x="430124" y="93875"/>
                </a:cubicBezTo>
                <a:cubicBezTo>
                  <a:pt x="430673" y="94353"/>
                  <a:pt x="431306" y="94593"/>
                  <a:pt x="432022" y="94593"/>
                </a:cubicBezTo>
                <a:cubicBezTo>
                  <a:pt x="432786" y="94593"/>
                  <a:pt x="433454" y="94425"/>
                  <a:pt x="434028" y="94089"/>
                </a:cubicBezTo>
                <a:cubicBezTo>
                  <a:pt x="435030" y="93465"/>
                  <a:pt x="436964" y="91713"/>
                  <a:pt x="439830" y="88834"/>
                </a:cubicBezTo>
                <a:lnTo>
                  <a:pt x="439830" y="92865"/>
                </a:lnTo>
                <a:cubicBezTo>
                  <a:pt x="434481" y="100064"/>
                  <a:pt x="429371" y="103663"/>
                  <a:pt x="424500" y="103663"/>
                </a:cubicBezTo>
                <a:cubicBezTo>
                  <a:pt x="422160" y="103663"/>
                  <a:pt x="420298" y="102847"/>
                  <a:pt x="418913" y="101216"/>
                </a:cubicBezTo>
                <a:cubicBezTo>
                  <a:pt x="417528" y="99584"/>
                  <a:pt x="416812" y="96800"/>
                  <a:pt x="416764" y="92865"/>
                </a:cubicBezTo>
                <a:moveTo>
                  <a:pt x="416764" y="88145"/>
                </a:moveTo>
                <a:lnTo>
                  <a:pt x="416764" y="63134"/>
                </a:lnTo>
                <a:cubicBezTo>
                  <a:pt x="409553" y="66000"/>
                  <a:pt x="404897" y="68030"/>
                  <a:pt x="402796" y="69226"/>
                </a:cubicBezTo>
                <a:cubicBezTo>
                  <a:pt x="399023" y="71328"/>
                  <a:pt x="396325" y="73526"/>
                  <a:pt x="394702" y="75819"/>
                </a:cubicBezTo>
                <a:cubicBezTo>
                  <a:pt x="393078" y="78113"/>
                  <a:pt x="392266" y="80621"/>
                  <a:pt x="392266" y="83344"/>
                </a:cubicBezTo>
                <a:cubicBezTo>
                  <a:pt x="392266" y="86785"/>
                  <a:pt x="393293" y="89640"/>
                  <a:pt x="395346" y="91909"/>
                </a:cubicBezTo>
                <a:cubicBezTo>
                  <a:pt x="397400" y="94178"/>
                  <a:pt x="399764" y="95313"/>
                  <a:pt x="402438" y="95313"/>
                </a:cubicBezTo>
                <a:cubicBezTo>
                  <a:pt x="406067" y="95313"/>
                  <a:pt x="410843" y="92923"/>
                  <a:pt x="416764" y="88145"/>
                </a:cubicBezTo>
                <a:close/>
                <a:moveTo>
                  <a:pt x="440998" y="36426"/>
                </a:moveTo>
                <a:lnTo>
                  <a:pt x="471585" y="36426"/>
                </a:lnTo>
                <a:lnTo>
                  <a:pt x="471585" y="39090"/>
                </a:lnTo>
                <a:lnTo>
                  <a:pt x="470081" y="39090"/>
                </a:lnTo>
                <a:cubicBezTo>
                  <a:pt x="467932" y="39090"/>
                  <a:pt x="466320" y="39558"/>
                  <a:pt x="465246" y="40493"/>
                </a:cubicBezTo>
                <a:cubicBezTo>
                  <a:pt x="464171" y="41429"/>
                  <a:pt x="463634" y="42593"/>
                  <a:pt x="463634" y="43985"/>
                </a:cubicBezTo>
                <a:cubicBezTo>
                  <a:pt x="463634" y="45857"/>
                  <a:pt x="464422" y="48448"/>
                  <a:pt x="465998" y="51760"/>
                </a:cubicBezTo>
                <a:lnTo>
                  <a:pt x="481972" y="85018"/>
                </a:lnTo>
                <a:lnTo>
                  <a:pt x="496657" y="48592"/>
                </a:lnTo>
                <a:cubicBezTo>
                  <a:pt x="497468" y="46624"/>
                  <a:pt x="497874" y="44681"/>
                  <a:pt x="497874" y="42761"/>
                </a:cubicBezTo>
                <a:cubicBezTo>
                  <a:pt x="497874" y="41897"/>
                  <a:pt x="497707" y="41249"/>
                  <a:pt x="497373" y="40817"/>
                </a:cubicBezTo>
                <a:cubicBezTo>
                  <a:pt x="496991" y="40289"/>
                  <a:pt x="496394" y="39870"/>
                  <a:pt x="495582" y="39558"/>
                </a:cubicBezTo>
                <a:cubicBezTo>
                  <a:pt x="494770" y="39246"/>
                  <a:pt x="493338" y="39090"/>
                  <a:pt x="491284" y="39090"/>
                </a:cubicBezTo>
                <a:lnTo>
                  <a:pt x="491284" y="36426"/>
                </a:lnTo>
                <a:lnTo>
                  <a:pt x="512630" y="36426"/>
                </a:lnTo>
                <a:lnTo>
                  <a:pt x="512630" y="39090"/>
                </a:lnTo>
                <a:cubicBezTo>
                  <a:pt x="510864" y="39282"/>
                  <a:pt x="509503" y="39666"/>
                  <a:pt x="508547" y="40241"/>
                </a:cubicBezTo>
                <a:cubicBezTo>
                  <a:pt x="507592" y="40817"/>
                  <a:pt x="506542" y="41897"/>
                  <a:pt x="505396" y="43481"/>
                </a:cubicBezTo>
                <a:cubicBezTo>
                  <a:pt x="504966" y="44153"/>
                  <a:pt x="504154" y="46001"/>
                  <a:pt x="502960" y="49024"/>
                </a:cubicBezTo>
                <a:lnTo>
                  <a:pt x="476241" y="114821"/>
                </a:lnTo>
                <a:cubicBezTo>
                  <a:pt x="473663" y="121204"/>
                  <a:pt x="470284" y="126028"/>
                  <a:pt x="466105" y="129291"/>
                </a:cubicBezTo>
                <a:cubicBezTo>
                  <a:pt x="461927" y="132555"/>
                  <a:pt x="457904" y="134186"/>
                  <a:pt x="454035" y="134186"/>
                </a:cubicBezTo>
                <a:cubicBezTo>
                  <a:pt x="451218" y="134186"/>
                  <a:pt x="448902" y="133380"/>
                  <a:pt x="447087" y="131768"/>
                </a:cubicBezTo>
                <a:cubicBezTo>
                  <a:pt x="445272" y="130156"/>
                  <a:pt x="444365" y="128306"/>
                  <a:pt x="444365" y="126220"/>
                </a:cubicBezTo>
                <a:cubicBezTo>
                  <a:pt x="444365" y="124229"/>
                  <a:pt x="445022" y="122622"/>
                  <a:pt x="446335" y="121402"/>
                </a:cubicBezTo>
                <a:cubicBezTo>
                  <a:pt x="447648" y="120182"/>
                  <a:pt x="449451" y="119573"/>
                  <a:pt x="451743" y="119573"/>
                </a:cubicBezTo>
                <a:cubicBezTo>
                  <a:pt x="453319" y="119573"/>
                  <a:pt x="455468" y="120101"/>
                  <a:pt x="458190" y="121156"/>
                </a:cubicBezTo>
                <a:cubicBezTo>
                  <a:pt x="460100" y="121876"/>
                  <a:pt x="461294" y="122236"/>
                  <a:pt x="461772" y="122236"/>
                </a:cubicBezTo>
                <a:cubicBezTo>
                  <a:pt x="463204" y="122236"/>
                  <a:pt x="464768" y="121487"/>
                  <a:pt x="466464" y="119989"/>
                </a:cubicBezTo>
                <a:cubicBezTo>
                  <a:pt x="468159" y="118492"/>
                  <a:pt x="469866" y="115595"/>
                  <a:pt x="471585" y="111296"/>
                </a:cubicBezTo>
                <a:lnTo>
                  <a:pt x="476241" y="99776"/>
                </a:lnTo>
                <a:lnTo>
                  <a:pt x="452674" y="50032"/>
                </a:lnTo>
                <a:cubicBezTo>
                  <a:pt x="451958" y="48544"/>
                  <a:pt x="450812" y="46696"/>
                  <a:pt x="449236" y="44489"/>
                </a:cubicBezTo>
                <a:cubicBezTo>
                  <a:pt x="448042" y="42809"/>
                  <a:pt x="447063" y="41681"/>
                  <a:pt x="446299" y="41105"/>
                </a:cubicBezTo>
                <a:cubicBezTo>
                  <a:pt x="445201" y="40337"/>
                  <a:pt x="443434" y="39666"/>
                  <a:pt x="440998" y="39090"/>
                </a:cubicBezTo>
                <a:lnTo>
                  <a:pt x="440998" y="3642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ambiguous">
            <a:extLst xmlns:a="http://schemas.openxmlformats.org/drawingml/2006/main">
              <a:ext uri="{FF2B5EF4-FFF2-40B4-BE49-F238E27FC236}">
                <a16:creationId xmlns:a16="http://schemas.microsoft.com/office/drawing/2014/main" id="{E648F17E-26E5-4285-8C73-7EFB1773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983" y="1457910"/>
            <a:ext cx="633513" cy="134186"/>
          </a:xfrm>
          <a:custGeom xmlns:a="http://schemas.openxmlformats.org/drawingml/2006/main">
            <a:pathLst>
              <a:path w="633513" h="134186">
                <a:moveTo>
                  <a:pt x="36532" y="92865"/>
                </a:moveTo>
                <a:cubicBezTo>
                  <a:pt x="29799" y="98096"/>
                  <a:pt x="25573" y="101120"/>
                  <a:pt x="23853" y="101935"/>
                </a:cubicBezTo>
                <a:cubicBezTo>
                  <a:pt x="21275" y="103183"/>
                  <a:pt x="18529" y="103807"/>
                  <a:pt x="15616" y="103807"/>
                </a:cubicBezTo>
                <a:cubicBezTo>
                  <a:pt x="11079" y="103807"/>
                  <a:pt x="7342" y="102247"/>
                  <a:pt x="4405" y="99128"/>
                </a:cubicBezTo>
                <a:cubicBezTo>
                  <a:pt x="1468" y="96008"/>
                  <a:pt x="0" y="91905"/>
                  <a:pt x="0" y="86818"/>
                </a:cubicBezTo>
                <a:cubicBezTo>
                  <a:pt x="0" y="83602"/>
                  <a:pt x="716" y="80819"/>
                  <a:pt x="2149" y="78467"/>
                </a:cubicBezTo>
                <a:cubicBezTo>
                  <a:pt x="4107" y="75204"/>
                  <a:pt x="7509" y="72132"/>
                  <a:pt x="12357" y="69253"/>
                </a:cubicBezTo>
                <a:cubicBezTo>
                  <a:pt x="17204" y="66373"/>
                  <a:pt x="25262" y="62870"/>
                  <a:pt x="36532" y="58742"/>
                </a:cubicBezTo>
                <a:lnTo>
                  <a:pt x="36532" y="56151"/>
                </a:lnTo>
                <a:cubicBezTo>
                  <a:pt x="36532" y="49576"/>
                  <a:pt x="35494" y="45065"/>
                  <a:pt x="33416" y="42617"/>
                </a:cubicBezTo>
                <a:cubicBezTo>
                  <a:pt x="31339" y="40169"/>
                  <a:pt x="28319" y="38946"/>
                  <a:pt x="24355" y="38946"/>
                </a:cubicBezTo>
                <a:cubicBezTo>
                  <a:pt x="21346" y="38946"/>
                  <a:pt x="18959" y="39759"/>
                  <a:pt x="17192" y="41384"/>
                </a:cubicBezTo>
                <a:cubicBezTo>
                  <a:pt x="15377" y="43010"/>
                  <a:pt x="14470" y="44875"/>
                  <a:pt x="14470" y="46979"/>
                </a:cubicBezTo>
                <a:lnTo>
                  <a:pt x="14613" y="51139"/>
                </a:lnTo>
                <a:cubicBezTo>
                  <a:pt x="14613" y="53337"/>
                  <a:pt x="14052" y="55034"/>
                  <a:pt x="12930" y="56230"/>
                </a:cubicBezTo>
                <a:cubicBezTo>
                  <a:pt x="11807" y="57425"/>
                  <a:pt x="10339" y="58023"/>
                  <a:pt x="8524" y="58023"/>
                </a:cubicBezTo>
                <a:cubicBezTo>
                  <a:pt x="6757" y="58023"/>
                  <a:pt x="5313" y="57401"/>
                  <a:pt x="4190" y="56158"/>
                </a:cubicBezTo>
                <a:cubicBezTo>
                  <a:pt x="3068" y="54913"/>
                  <a:pt x="2507" y="53214"/>
                  <a:pt x="2507" y="51060"/>
                </a:cubicBezTo>
                <a:cubicBezTo>
                  <a:pt x="2507" y="46946"/>
                  <a:pt x="4608" y="43167"/>
                  <a:pt x="8811" y="39722"/>
                </a:cubicBezTo>
                <a:cubicBezTo>
                  <a:pt x="13013" y="36277"/>
                  <a:pt x="18911" y="34554"/>
                  <a:pt x="26504" y="34554"/>
                </a:cubicBezTo>
                <a:cubicBezTo>
                  <a:pt x="32330" y="34554"/>
                  <a:pt x="37105" y="35537"/>
                  <a:pt x="40830" y="37501"/>
                </a:cubicBezTo>
                <a:cubicBezTo>
                  <a:pt x="43648" y="38988"/>
                  <a:pt x="45725" y="41313"/>
                  <a:pt x="47062" y="44478"/>
                </a:cubicBezTo>
                <a:cubicBezTo>
                  <a:pt x="47922" y="46538"/>
                  <a:pt x="48352" y="50756"/>
                  <a:pt x="48352" y="57132"/>
                </a:cubicBezTo>
                <a:lnTo>
                  <a:pt x="48352" y="79493"/>
                </a:lnTo>
                <a:cubicBezTo>
                  <a:pt x="48352" y="85773"/>
                  <a:pt x="48471" y="89619"/>
                  <a:pt x="48710" y="91034"/>
                </a:cubicBezTo>
                <a:cubicBezTo>
                  <a:pt x="48949" y="92448"/>
                  <a:pt x="49343" y="93395"/>
                  <a:pt x="49892" y="93875"/>
                </a:cubicBezTo>
                <a:cubicBezTo>
                  <a:pt x="50441" y="94353"/>
                  <a:pt x="51074" y="94593"/>
                  <a:pt x="51790" y="94593"/>
                </a:cubicBezTo>
                <a:cubicBezTo>
                  <a:pt x="52554" y="94593"/>
                  <a:pt x="53223" y="94425"/>
                  <a:pt x="53796" y="94089"/>
                </a:cubicBezTo>
                <a:cubicBezTo>
                  <a:pt x="54799" y="93465"/>
                  <a:pt x="56733" y="91713"/>
                  <a:pt x="59598" y="88834"/>
                </a:cubicBezTo>
                <a:lnTo>
                  <a:pt x="59598" y="92865"/>
                </a:lnTo>
                <a:cubicBezTo>
                  <a:pt x="54249" y="100064"/>
                  <a:pt x="49140" y="103663"/>
                  <a:pt x="44269" y="103663"/>
                </a:cubicBezTo>
                <a:cubicBezTo>
                  <a:pt x="41929" y="103663"/>
                  <a:pt x="40066" y="102847"/>
                  <a:pt x="38681" y="101216"/>
                </a:cubicBezTo>
                <a:cubicBezTo>
                  <a:pt x="37296" y="99584"/>
                  <a:pt x="36580" y="96800"/>
                  <a:pt x="36532" y="92865"/>
                </a:cubicBezTo>
                <a:moveTo>
                  <a:pt x="36532" y="88145"/>
                </a:moveTo>
                <a:lnTo>
                  <a:pt x="36532" y="63134"/>
                </a:lnTo>
                <a:cubicBezTo>
                  <a:pt x="29321" y="66000"/>
                  <a:pt x="24665" y="68030"/>
                  <a:pt x="22564" y="69226"/>
                </a:cubicBezTo>
                <a:cubicBezTo>
                  <a:pt x="18791" y="71328"/>
                  <a:pt x="16093" y="73526"/>
                  <a:pt x="14470" y="75819"/>
                </a:cubicBezTo>
                <a:cubicBezTo>
                  <a:pt x="12846" y="78113"/>
                  <a:pt x="12034" y="80621"/>
                  <a:pt x="12034" y="83344"/>
                </a:cubicBezTo>
                <a:cubicBezTo>
                  <a:pt x="12034" y="86785"/>
                  <a:pt x="13061" y="89640"/>
                  <a:pt x="15114" y="91909"/>
                </a:cubicBezTo>
                <a:cubicBezTo>
                  <a:pt x="17168" y="94178"/>
                  <a:pt x="19532" y="95313"/>
                  <a:pt x="22206" y="95313"/>
                </a:cubicBezTo>
                <a:cubicBezTo>
                  <a:pt x="25835" y="95313"/>
                  <a:pt x="30611" y="92923"/>
                  <a:pt x="36532" y="88145"/>
                </a:cubicBezTo>
                <a:close/>
                <a:moveTo>
                  <a:pt x="83975" y="48592"/>
                </a:moveTo>
                <a:cubicBezTo>
                  <a:pt x="88750" y="43793"/>
                  <a:pt x="91568" y="41033"/>
                  <a:pt x="92427" y="40313"/>
                </a:cubicBezTo>
                <a:cubicBezTo>
                  <a:pt x="94576" y="38490"/>
                  <a:pt x="96892" y="37074"/>
                  <a:pt x="99376" y="36066"/>
                </a:cubicBezTo>
                <a:cubicBezTo>
                  <a:pt x="101859" y="35058"/>
                  <a:pt x="104318" y="34554"/>
                  <a:pt x="106754" y="34554"/>
                </a:cubicBezTo>
                <a:cubicBezTo>
                  <a:pt x="110861" y="34554"/>
                  <a:pt x="114395" y="35754"/>
                  <a:pt x="117355" y="38154"/>
                </a:cubicBezTo>
                <a:cubicBezTo>
                  <a:pt x="120316" y="40553"/>
                  <a:pt x="122298" y="44033"/>
                  <a:pt x="123301" y="48592"/>
                </a:cubicBezTo>
                <a:cubicBezTo>
                  <a:pt x="128220" y="42833"/>
                  <a:pt x="132374" y="39054"/>
                  <a:pt x="135765" y="37254"/>
                </a:cubicBezTo>
                <a:cubicBezTo>
                  <a:pt x="139155" y="35454"/>
                  <a:pt x="142641" y="34554"/>
                  <a:pt x="146223" y="34554"/>
                </a:cubicBezTo>
                <a:cubicBezTo>
                  <a:pt x="149709" y="34554"/>
                  <a:pt x="152801" y="35453"/>
                  <a:pt x="155499" y="37249"/>
                </a:cubicBezTo>
                <a:cubicBezTo>
                  <a:pt x="158198" y="39045"/>
                  <a:pt x="160335" y="41977"/>
                  <a:pt x="161910" y="46048"/>
                </a:cubicBezTo>
                <a:cubicBezTo>
                  <a:pt x="162961" y="48825"/>
                  <a:pt x="163486" y="53183"/>
                  <a:pt x="163486" y="59120"/>
                </a:cubicBezTo>
                <a:lnTo>
                  <a:pt x="163486" y="87421"/>
                </a:lnTo>
                <a:cubicBezTo>
                  <a:pt x="163486" y="91539"/>
                  <a:pt x="163797" y="94365"/>
                  <a:pt x="164418" y="95897"/>
                </a:cubicBezTo>
                <a:cubicBezTo>
                  <a:pt x="164895" y="96950"/>
                  <a:pt x="165779" y="97848"/>
                  <a:pt x="167068" y="98590"/>
                </a:cubicBezTo>
                <a:cubicBezTo>
                  <a:pt x="168357" y="99333"/>
                  <a:pt x="170459" y="99704"/>
                  <a:pt x="173372" y="99704"/>
                </a:cubicBezTo>
                <a:lnTo>
                  <a:pt x="173372" y="102367"/>
                </a:lnTo>
                <a:lnTo>
                  <a:pt x="140994" y="102367"/>
                </a:lnTo>
                <a:lnTo>
                  <a:pt x="140994" y="99704"/>
                </a:lnTo>
                <a:lnTo>
                  <a:pt x="142355" y="99704"/>
                </a:lnTo>
                <a:cubicBezTo>
                  <a:pt x="145172" y="99704"/>
                  <a:pt x="147369" y="99155"/>
                  <a:pt x="148945" y="98057"/>
                </a:cubicBezTo>
                <a:cubicBezTo>
                  <a:pt x="150043" y="97292"/>
                  <a:pt x="150831" y="96074"/>
                  <a:pt x="151309" y="94404"/>
                </a:cubicBezTo>
                <a:cubicBezTo>
                  <a:pt x="151500" y="93592"/>
                  <a:pt x="151595" y="91277"/>
                  <a:pt x="151595" y="87457"/>
                </a:cubicBezTo>
                <a:lnTo>
                  <a:pt x="151595" y="59237"/>
                </a:lnTo>
                <a:cubicBezTo>
                  <a:pt x="151595" y="53889"/>
                  <a:pt x="150951" y="50117"/>
                  <a:pt x="149661" y="47922"/>
                </a:cubicBezTo>
                <a:cubicBezTo>
                  <a:pt x="147799" y="44865"/>
                  <a:pt x="144814" y="43337"/>
                  <a:pt x="140707" y="43337"/>
                </a:cubicBezTo>
                <a:cubicBezTo>
                  <a:pt x="138176" y="43337"/>
                  <a:pt x="135633" y="43970"/>
                  <a:pt x="133079" y="45236"/>
                </a:cubicBezTo>
                <a:cubicBezTo>
                  <a:pt x="130524" y="46500"/>
                  <a:pt x="127432" y="48852"/>
                  <a:pt x="123802" y="52291"/>
                </a:cubicBezTo>
                <a:lnTo>
                  <a:pt x="123659" y="53078"/>
                </a:lnTo>
                <a:lnTo>
                  <a:pt x="123802" y="56158"/>
                </a:lnTo>
                <a:lnTo>
                  <a:pt x="123802" y="87457"/>
                </a:lnTo>
                <a:cubicBezTo>
                  <a:pt x="123802" y="91946"/>
                  <a:pt x="124053" y="94739"/>
                  <a:pt x="124554" y="95837"/>
                </a:cubicBezTo>
                <a:cubicBezTo>
                  <a:pt x="125056" y="96935"/>
                  <a:pt x="125999" y="97854"/>
                  <a:pt x="127384" y="98595"/>
                </a:cubicBezTo>
                <a:cubicBezTo>
                  <a:pt x="128769" y="99334"/>
                  <a:pt x="131133" y="99704"/>
                  <a:pt x="134475" y="99704"/>
                </a:cubicBezTo>
                <a:lnTo>
                  <a:pt x="134475" y="102367"/>
                </a:lnTo>
                <a:lnTo>
                  <a:pt x="101310" y="102367"/>
                </a:lnTo>
                <a:lnTo>
                  <a:pt x="101310" y="99704"/>
                </a:lnTo>
                <a:cubicBezTo>
                  <a:pt x="104939" y="99704"/>
                  <a:pt x="107434" y="99274"/>
                  <a:pt x="108795" y="98415"/>
                </a:cubicBezTo>
                <a:cubicBezTo>
                  <a:pt x="110156" y="97555"/>
                  <a:pt x="111099" y="96266"/>
                  <a:pt x="111625" y="94548"/>
                </a:cubicBezTo>
                <a:cubicBezTo>
                  <a:pt x="111864" y="93735"/>
                  <a:pt x="111983" y="91371"/>
                  <a:pt x="111983" y="87457"/>
                </a:cubicBezTo>
                <a:lnTo>
                  <a:pt x="111983" y="59237"/>
                </a:lnTo>
                <a:cubicBezTo>
                  <a:pt x="111983" y="53889"/>
                  <a:pt x="111195" y="50045"/>
                  <a:pt x="109619" y="47706"/>
                </a:cubicBezTo>
                <a:cubicBezTo>
                  <a:pt x="107518" y="44649"/>
                  <a:pt x="104581" y="43121"/>
                  <a:pt x="100808" y="43121"/>
                </a:cubicBezTo>
                <a:cubicBezTo>
                  <a:pt x="98230" y="43121"/>
                  <a:pt x="95675" y="43813"/>
                  <a:pt x="93144" y="45197"/>
                </a:cubicBezTo>
                <a:cubicBezTo>
                  <a:pt x="89180" y="47299"/>
                  <a:pt x="86124" y="49662"/>
                  <a:pt x="83975" y="52288"/>
                </a:cubicBezTo>
                <a:lnTo>
                  <a:pt x="83975" y="87457"/>
                </a:lnTo>
                <a:cubicBezTo>
                  <a:pt x="83975" y="91754"/>
                  <a:pt x="84273" y="94547"/>
                  <a:pt x="84870" y="95837"/>
                </a:cubicBezTo>
                <a:cubicBezTo>
                  <a:pt x="85467" y="97125"/>
                  <a:pt x="86351" y="98092"/>
                  <a:pt x="87521" y="98737"/>
                </a:cubicBezTo>
                <a:cubicBezTo>
                  <a:pt x="88691" y="99381"/>
                  <a:pt x="91066" y="99704"/>
                  <a:pt x="94648" y="99704"/>
                </a:cubicBezTo>
                <a:lnTo>
                  <a:pt x="94648" y="102367"/>
                </a:lnTo>
                <a:lnTo>
                  <a:pt x="62199" y="102367"/>
                </a:lnTo>
                <a:lnTo>
                  <a:pt x="62199" y="99704"/>
                </a:lnTo>
                <a:cubicBezTo>
                  <a:pt x="65207" y="99704"/>
                  <a:pt x="67308" y="99381"/>
                  <a:pt x="68502" y="98734"/>
                </a:cubicBezTo>
                <a:cubicBezTo>
                  <a:pt x="69696" y="98088"/>
                  <a:pt x="70603" y="97058"/>
                  <a:pt x="71224" y="95646"/>
                </a:cubicBezTo>
                <a:cubicBezTo>
                  <a:pt x="71845" y="94233"/>
                  <a:pt x="72156" y="91491"/>
                  <a:pt x="72156" y="87421"/>
                </a:cubicBezTo>
                <a:lnTo>
                  <a:pt x="72156" y="62281"/>
                </a:lnTo>
                <a:cubicBezTo>
                  <a:pt x="72156" y="55049"/>
                  <a:pt x="71941" y="50381"/>
                  <a:pt x="71511" y="48275"/>
                </a:cubicBezTo>
                <a:cubicBezTo>
                  <a:pt x="71177" y="46694"/>
                  <a:pt x="70651" y="45605"/>
                  <a:pt x="69935" y="45006"/>
                </a:cubicBezTo>
                <a:cubicBezTo>
                  <a:pt x="69219" y="44408"/>
                  <a:pt x="68240" y="44109"/>
                  <a:pt x="66998" y="44109"/>
                </a:cubicBezTo>
                <a:cubicBezTo>
                  <a:pt x="65661" y="44109"/>
                  <a:pt x="64061" y="44468"/>
                  <a:pt x="62199" y="45186"/>
                </a:cubicBezTo>
                <a:lnTo>
                  <a:pt x="61124" y="42599"/>
                </a:lnTo>
                <a:lnTo>
                  <a:pt x="80895" y="34554"/>
                </a:lnTo>
                <a:lnTo>
                  <a:pt x="83975" y="34554"/>
                </a:lnTo>
                <a:lnTo>
                  <a:pt x="83975" y="48592"/>
                </a:lnTo>
                <a:close/>
                <a:moveTo>
                  <a:pt x="196605" y="47872"/>
                </a:moveTo>
                <a:cubicBezTo>
                  <a:pt x="202956" y="38994"/>
                  <a:pt x="209809" y="34554"/>
                  <a:pt x="217163" y="34554"/>
                </a:cubicBezTo>
                <a:cubicBezTo>
                  <a:pt x="223897" y="34554"/>
                  <a:pt x="229770" y="37443"/>
                  <a:pt x="234785" y="43220"/>
                </a:cubicBezTo>
                <a:cubicBezTo>
                  <a:pt x="239799" y="48997"/>
                  <a:pt x="242306" y="56896"/>
                  <a:pt x="242306" y="66915"/>
                </a:cubicBezTo>
                <a:cubicBezTo>
                  <a:pt x="242306" y="78614"/>
                  <a:pt x="238438" y="88034"/>
                  <a:pt x="230702" y="95178"/>
                </a:cubicBezTo>
                <a:cubicBezTo>
                  <a:pt x="224064" y="101315"/>
                  <a:pt x="216662" y="104383"/>
                  <a:pt x="208496" y="104383"/>
                </a:cubicBezTo>
                <a:cubicBezTo>
                  <a:pt x="204675" y="104383"/>
                  <a:pt x="200795" y="103687"/>
                  <a:pt x="196856" y="102295"/>
                </a:cubicBezTo>
                <a:cubicBezTo>
                  <a:pt x="192916" y="100904"/>
                  <a:pt x="188892" y="98816"/>
                  <a:pt x="184786" y="96032"/>
                </a:cubicBezTo>
                <a:lnTo>
                  <a:pt x="184786" y="27716"/>
                </a:lnTo>
                <a:cubicBezTo>
                  <a:pt x="184786" y="20229"/>
                  <a:pt x="184606" y="15621"/>
                  <a:pt x="184248" y="13894"/>
                </a:cubicBezTo>
                <a:cubicBezTo>
                  <a:pt x="183890" y="12166"/>
                  <a:pt x="183329" y="10990"/>
                  <a:pt x="182565" y="10366"/>
                </a:cubicBezTo>
                <a:cubicBezTo>
                  <a:pt x="181801" y="9742"/>
                  <a:pt x="180846" y="9430"/>
                  <a:pt x="179700" y="9430"/>
                </a:cubicBezTo>
                <a:cubicBezTo>
                  <a:pt x="178362" y="9430"/>
                  <a:pt x="176691" y="9814"/>
                  <a:pt x="174685" y="10582"/>
                </a:cubicBezTo>
                <a:lnTo>
                  <a:pt x="173683" y="8063"/>
                </a:lnTo>
                <a:lnTo>
                  <a:pt x="193381" y="0"/>
                </a:lnTo>
                <a:lnTo>
                  <a:pt x="196605" y="0"/>
                </a:lnTo>
                <a:lnTo>
                  <a:pt x="196605" y="47872"/>
                </a:lnTo>
                <a:moveTo>
                  <a:pt x="196605" y="52459"/>
                </a:moveTo>
                <a:lnTo>
                  <a:pt x="196605" y="91805"/>
                </a:lnTo>
                <a:cubicBezTo>
                  <a:pt x="199040" y="94197"/>
                  <a:pt x="201559" y="96004"/>
                  <a:pt x="204162" y="97225"/>
                </a:cubicBezTo>
                <a:cubicBezTo>
                  <a:pt x="206765" y="98446"/>
                  <a:pt x="209427" y="99056"/>
                  <a:pt x="212149" y="99056"/>
                </a:cubicBezTo>
                <a:cubicBezTo>
                  <a:pt x="216495" y="99056"/>
                  <a:pt x="220542" y="96663"/>
                  <a:pt x="224291" y="91877"/>
                </a:cubicBezTo>
                <a:cubicBezTo>
                  <a:pt x="228039" y="87090"/>
                  <a:pt x="229914" y="80125"/>
                  <a:pt x="229914" y="70983"/>
                </a:cubicBezTo>
                <a:cubicBezTo>
                  <a:pt x="229914" y="62559"/>
                  <a:pt x="228039" y="56085"/>
                  <a:pt x="224291" y="51562"/>
                </a:cubicBezTo>
                <a:cubicBezTo>
                  <a:pt x="220542" y="47038"/>
                  <a:pt x="216280" y="44777"/>
                  <a:pt x="211504" y="44777"/>
                </a:cubicBezTo>
                <a:cubicBezTo>
                  <a:pt x="208973" y="44777"/>
                  <a:pt x="206442" y="45423"/>
                  <a:pt x="203911" y="46716"/>
                </a:cubicBezTo>
                <a:cubicBezTo>
                  <a:pt x="202001" y="47673"/>
                  <a:pt x="199566" y="49587"/>
                  <a:pt x="196605" y="52459"/>
                </a:cubicBezTo>
                <a:close/>
                <a:moveTo>
                  <a:pt x="268667" y="0"/>
                </a:moveTo>
                <a:cubicBezTo>
                  <a:pt x="270673" y="0"/>
                  <a:pt x="272380" y="712"/>
                  <a:pt x="273789" y="2135"/>
                </a:cubicBezTo>
                <a:cubicBezTo>
                  <a:pt x="275197" y="3557"/>
                  <a:pt x="275902" y="5281"/>
                  <a:pt x="275902" y="7307"/>
                </a:cubicBezTo>
                <a:cubicBezTo>
                  <a:pt x="275902" y="9333"/>
                  <a:pt x="275197" y="11070"/>
                  <a:pt x="273789" y="12517"/>
                </a:cubicBezTo>
                <a:cubicBezTo>
                  <a:pt x="272380" y="13963"/>
                  <a:pt x="270673" y="14686"/>
                  <a:pt x="268667" y="14686"/>
                </a:cubicBezTo>
                <a:cubicBezTo>
                  <a:pt x="266661" y="14686"/>
                  <a:pt x="264942" y="13963"/>
                  <a:pt x="263509" y="12517"/>
                </a:cubicBezTo>
                <a:cubicBezTo>
                  <a:pt x="262077" y="11070"/>
                  <a:pt x="261360" y="9333"/>
                  <a:pt x="261360" y="7307"/>
                </a:cubicBezTo>
                <a:cubicBezTo>
                  <a:pt x="261360" y="5281"/>
                  <a:pt x="262065" y="3557"/>
                  <a:pt x="263474" y="2135"/>
                </a:cubicBezTo>
                <a:cubicBezTo>
                  <a:pt x="264882" y="712"/>
                  <a:pt x="266613" y="0"/>
                  <a:pt x="268667" y="0"/>
                </a:cubicBezTo>
                <a:moveTo>
                  <a:pt x="274612" y="34554"/>
                </a:moveTo>
                <a:lnTo>
                  <a:pt x="274612" y="87421"/>
                </a:lnTo>
                <a:cubicBezTo>
                  <a:pt x="274612" y="91539"/>
                  <a:pt x="274911" y="94281"/>
                  <a:pt x="275508" y="95646"/>
                </a:cubicBezTo>
                <a:cubicBezTo>
                  <a:pt x="276105" y="97010"/>
                  <a:pt x="276988" y="98028"/>
                  <a:pt x="278158" y="98698"/>
                </a:cubicBezTo>
                <a:cubicBezTo>
                  <a:pt x="279328" y="99369"/>
                  <a:pt x="281465" y="99704"/>
                  <a:pt x="284569" y="99704"/>
                </a:cubicBezTo>
                <a:lnTo>
                  <a:pt x="284569" y="102367"/>
                </a:lnTo>
                <a:lnTo>
                  <a:pt x="252693" y="102367"/>
                </a:lnTo>
                <a:lnTo>
                  <a:pt x="252693" y="99704"/>
                </a:lnTo>
                <a:cubicBezTo>
                  <a:pt x="255892" y="99704"/>
                  <a:pt x="258041" y="99393"/>
                  <a:pt x="259140" y="98770"/>
                </a:cubicBezTo>
                <a:cubicBezTo>
                  <a:pt x="260238" y="98148"/>
                  <a:pt x="261110" y="97118"/>
                  <a:pt x="261754" y="95682"/>
                </a:cubicBezTo>
                <a:cubicBezTo>
                  <a:pt x="262399" y="94245"/>
                  <a:pt x="262721" y="91491"/>
                  <a:pt x="262721" y="87421"/>
                </a:cubicBezTo>
                <a:lnTo>
                  <a:pt x="262721" y="62065"/>
                </a:lnTo>
                <a:cubicBezTo>
                  <a:pt x="262721" y="54929"/>
                  <a:pt x="262507" y="50309"/>
                  <a:pt x="262077" y="48203"/>
                </a:cubicBezTo>
                <a:cubicBezTo>
                  <a:pt x="261742" y="46670"/>
                  <a:pt x="261217" y="45605"/>
                  <a:pt x="260501" y="45006"/>
                </a:cubicBezTo>
                <a:cubicBezTo>
                  <a:pt x="259784" y="44408"/>
                  <a:pt x="258806" y="44109"/>
                  <a:pt x="257564" y="44109"/>
                </a:cubicBezTo>
                <a:cubicBezTo>
                  <a:pt x="256227" y="44109"/>
                  <a:pt x="254603" y="44468"/>
                  <a:pt x="252693" y="45186"/>
                </a:cubicBezTo>
                <a:lnTo>
                  <a:pt x="251690" y="42599"/>
                </a:lnTo>
                <a:lnTo>
                  <a:pt x="271461" y="34554"/>
                </a:lnTo>
                <a:lnTo>
                  <a:pt x="274612" y="34554"/>
                </a:lnTo>
                <a:close/>
                <a:moveTo>
                  <a:pt x="310309" y="78339"/>
                </a:moveTo>
                <a:cubicBezTo>
                  <a:pt x="306298" y="76374"/>
                  <a:pt x="303218" y="73631"/>
                  <a:pt x="301069" y="70108"/>
                </a:cubicBezTo>
                <a:cubicBezTo>
                  <a:pt x="298920" y="66585"/>
                  <a:pt x="297845" y="62690"/>
                  <a:pt x="297845" y="58423"/>
                </a:cubicBezTo>
                <a:cubicBezTo>
                  <a:pt x="297845" y="51905"/>
                  <a:pt x="300293" y="46298"/>
                  <a:pt x="305188" y="41600"/>
                </a:cubicBezTo>
                <a:cubicBezTo>
                  <a:pt x="310082" y="36903"/>
                  <a:pt x="316350" y="34554"/>
                  <a:pt x="323991" y="34554"/>
                </a:cubicBezTo>
                <a:cubicBezTo>
                  <a:pt x="330247" y="34554"/>
                  <a:pt x="335667" y="36090"/>
                  <a:pt x="340251" y="39162"/>
                </a:cubicBezTo>
                <a:lnTo>
                  <a:pt x="354148" y="39162"/>
                </a:lnTo>
                <a:cubicBezTo>
                  <a:pt x="356202" y="39162"/>
                  <a:pt x="357395" y="39221"/>
                  <a:pt x="357730" y="39339"/>
                </a:cubicBezTo>
                <a:cubicBezTo>
                  <a:pt x="358064" y="39458"/>
                  <a:pt x="358303" y="39660"/>
                  <a:pt x="358446" y="39945"/>
                </a:cubicBezTo>
                <a:cubicBezTo>
                  <a:pt x="358733" y="40372"/>
                  <a:pt x="358876" y="41132"/>
                  <a:pt x="358876" y="42223"/>
                </a:cubicBezTo>
                <a:cubicBezTo>
                  <a:pt x="358876" y="43456"/>
                  <a:pt x="358756" y="44310"/>
                  <a:pt x="358518" y="44786"/>
                </a:cubicBezTo>
                <a:cubicBezTo>
                  <a:pt x="358374" y="45023"/>
                  <a:pt x="358124" y="45212"/>
                  <a:pt x="357765" y="45355"/>
                </a:cubicBezTo>
                <a:cubicBezTo>
                  <a:pt x="357407" y="45497"/>
                  <a:pt x="356202" y="45569"/>
                  <a:pt x="354148" y="45569"/>
                </a:cubicBezTo>
                <a:lnTo>
                  <a:pt x="345624" y="45569"/>
                </a:lnTo>
                <a:cubicBezTo>
                  <a:pt x="348298" y="49032"/>
                  <a:pt x="349635" y="53456"/>
                  <a:pt x="349635" y="58841"/>
                </a:cubicBezTo>
                <a:cubicBezTo>
                  <a:pt x="349635" y="64996"/>
                  <a:pt x="347295" y="70262"/>
                  <a:pt x="342615" y="74638"/>
                </a:cubicBezTo>
                <a:cubicBezTo>
                  <a:pt x="337935" y="79015"/>
                  <a:pt x="331656" y="81203"/>
                  <a:pt x="323776" y="81203"/>
                </a:cubicBezTo>
                <a:cubicBezTo>
                  <a:pt x="320529" y="81203"/>
                  <a:pt x="317210" y="80713"/>
                  <a:pt x="313819" y="79734"/>
                </a:cubicBezTo>
                <a:cubicBezTo>
                  <a:pt x="311718" y="81556"/>
                  <a:pt x="310297" y="83151"/>
                  <a:pt x="309557" y="84519"/>
                </a:cubicBezTo>
                <a:cubicBezTo>
                  <a:pt x="308817" y="85885"/>
                  <a:pt x="308447" y="87047"/>
                  <a:pt x="308447" y="88006"/>
                </a:cubicBezTo>
                <a:cubicBezTo>
                  <a:pt x="308447" y="88822"/>
                  <a:pt x="308841" y="89613"/>
                  <a:pt x="309629" y="90381"/>
                </a:cubicBezTo>
                <a:cubicBezTo>
                  <a:pt x="310417" y="91148"/>
                  <a:pt x="311957" y="91699"/>
                  <a:pt x="314249" y="92035"/>
                </a:cubicBezTo>
                <a:cubicBezTo>
                  <a:pt x="315586" y="92227"/>
                  <a:pt x="318929" y="92395"/>
                  <a:pt x="324278" y="92539"/>
                </a:cubicBezTo>
                <a:cubicBezTo>
                  <a:pt x="334115" y="92777"/>
                  <a:pt x="340490" y="93112"/>
                  <a:pt x="343403" y="93544"/>
                </a:cubicBezTo>
                <a:cubicBezTo>
                  <a:pt x="347844" y="94168"/>
                  <a:pt x="351390" y="95823"/>
                  <a:pt x="354041" y="98509"/>
                </a:cubicBezTo>
                <a:cubicBezTo>
                  <a:pt x="356691" y="101194"/>
                  <a:pt x="358016" y="104502"/>
                  <a:pt x="358016" y="108435"/>
                </a:cubicBezTo>
                <a:cubicBezTo>
                  <a:pt x="358016" y="113853"/>
                  <a:pt x="355485" y="118937"/>
                  <a:pt x="350423" y="123685"/>
                </a:cubicBezTo>
                <a:cubicBezTo>
                  <a:pt x="342973" y="130686"/>
                  <a:pt x="333255" y="134186"/>
                  <a:pt x="321269" y="134186"/>
                </a:cubicBezTo>
                <a:cubicBezTo>
                  <a:pt x="312052" y="134186"/>
                  <a:pt x="304268" y="132102"/>
                  <a:pt x="297917" y="127932"/>
                </a:cubicBezTo>
                <a:cubicBezTo>
                  <a:pt x="294335" y="125536"/>
                  <a:pt x="292545" y="123043"/>
                  <a:pt x="292545" y="120454"/>
                </a:cubicBezTo>
                <a:cubicBezTo>
                  <a:pt x="292545" y="119306"/>
                  <a:pt x="292807" y="118156"/>
                  <a:pt x="293332" y="117006"/>
                </a:cubicBezTo>
                <a:cubicBezTo>
                  <a:pt x="294144" y="115232"/>
                  <a:pt x="295816" y="112763"/>
                  <a:pt x="298347" y="109600"/>
                </a:cubicBezTo>
                <a:cubicBezTo>
                  <a:pt x="298681" y="109170"/>
                  <a:pt x="301116" y="106582"/>
                  <a:pt x="305653" y="101837"/>
                </a:cubicBezTo>
                <a:cubicBezTo>
                  <a:pt x="303170" y="100347"/>
                  <a:pt x="301415" y="99014"/>
                  <a:pt x="300388" y="97837"/>
                </a:cubicBezTo>
                <a:cubicBezTo>
                  <a:pt x="299361" y="96659"/>
                  <a:pt x="298848" y="95326"/>
                  <a:pt x="298848" y="93837"/>
                </a:cubicBezTo>
                <a:cubicBezTo>
                  <a:pt x="298848" y="92154"/>
                  <a:pt x="299529" y="90183"/>
                  <a:pt x="300890" y="87925"/>
                </a:cubicBezTo>
                <a:cubicBezTo>
                  <a:pt x="302251" y="85666"/>
                  <a:pt x="305391" y="82471"/>
                  <a:pt x="310309" y="78339"/>
                </a:cubicBezTo>
                <a:moveTo>
                  <a:pt x="322773" y="38154"/>
                </a:moveTo>
                <a:cubicBezTo>
                  <a:pt x="319239" y="38154"/>
                  <a:pt x="316279" y="39562"/>
                  <a:pt x="313891" y="42379"/>
                </a:cubicBezTo>
                <a:cubicBezTo>
                  <a:pt x="311503" y="45194"/>
                  <a:pt x="310309" y="49513"/>
                  <a:pt x="310309" y="55337"/>
                </a:cubicBezTo>
                <a:cubicBezTo>
                  <a:pt x="310309" y="62879"/>
                  <a:pt x="311933" y="68726"/>
                  <a:pt x="315180" y="72877"/>
                </a:cubicBezTo>
                <a:cubicBezTo>
                  <a:pt x="317663" y="76028"/>
                  <a:pt x="320815" y="77603"/>
                  <a:pt x="324636" y="77603"/>
                </a:cubicBezTo>
                <a:cubicBezTo>
                  <a:pt x="328265" y="77603"/>
                  <a:pt x="331250" y="76243"/>
                  <a:pt x="333590" y="73523"/>
                </a:cubicBezTo>
                <a:cubicBezTo>
                  <a:pt x="335930" y="70802"/>
                  <a:pt x="337100" y="66530"/>
                  <a:pt x="337100" y="60706"/>
                </a:cubicBezTo>
                <a:cubicBezTo>
                  <a:pt x="337100" y="53118"/>
                  <a:pt x="335452" y="47175"/>
                  <a:pt x="332157" y="42878"/>
                </a:cubicBezTo>
                <a:cubicBezTo>
                  <a:pt x="329722" y="39729"/>
                  <a:pt x="326594" y="38154"/>
                  <a:pt x="322773" y="38154"/>
                </a:cubicBezTo>
                <a:moveTo>
                  <a:pt x="309593" y="102410"/>
                </a:moveTo>
                <a:cubicBezTo>
                  <a:pt x="307348" y="104853"/>
                  <a:pt x="305653" y="107128"/>
                  <a:pt x="304507" y="109236"/>
                </a:cubicBezTo>
                <a:cubicBezTo>
                  <a:pt x="303361" y="111344"/>
                  <a:pt x="302788" y="113285"/>
                  <a:pt x="302788" y="115058"/>
                </a:cubicBezTo>
                <a:cubicBezTo>
                  <a:pt x="302788" y="117357"/>
                  <a:pt x="304173" y="119369"/>
                  <a:pt x="306943" y="121093"/>
                </a:cubicBezTo>
                <a:cubicBezTo>
                  <a:pt x="311718" y="124063"/>
                  <a:pt x="318619" y="125548"/>
                  <a:pt x="327644" y="125548"/>
                </a:cubicBezTo>
                <a:cubicBezTo>
                  <a:pt x="336240" y="125548"/>
                  <a:pt x="342579" y="124026"/>
                  <a:pt x="346663" y="120983"/>
                </a:cubicBezTo>
                <a:cubicBezTo>
                  <a:pt x="350746" y="117942"/>
                  <a:pt x="352787" y="114697"/>
                  <a:pt x="352787" y="111249"/>
                </a:cubicBezTo>
                <a:cubicBezTo>
                  <a:pt x="352787" y="108758"/>
                  <a:pt x="351569" y="106985"/>
                  <a:pt x="349134" y="105931"/>
                </a:cubicBezTo>
                <a:cubicBezTo>
                  <a:pt x="346651" y="104877"/>
                  <a:pt x="341732" y="104254"/>
                  <a:pt x="334378" y="104064"/>
                </a:cubicBezTo>
                <a:cubicBezTo>
                  <a:pt x="323633" y="103776"/>
                  <a:pt x="315371" y="103225"/>
                  <a:pt x="309593" y="102410"/>
                </a:cubicBezTo>
                <a:close/>
                <a:moveTo>
                  <a:pt x="423632" y="36426"/>
                </a:moveTo>
                <a:lnTo>
                  <a:pt x="423632" y="76380"/>
                </a:lnTo>
                <a:cubicBezTo>
                  <a:pt x="423632" y="84010"/>
                  <a:pt x="423811" y="88678"/>
                  <a:pt x="424169" y="90381"/>
                </a:cubicBezTo>
                <a:cubicBezTo>
                  <a:pt x="424527" y="92085"/>
                  <a:pt x="425100" y="93273"/>
                  <a:pt x="425888" y="93945"/>
                </a:cubicBezTo>
                <a:cubicBezTo>
                  <a:pt x="426676" y="94617"/>
                  <a:pt x="427596" y="94953"/>
                  <a:pt x="428646" y="94953"/>
                </a:cubicBezTo>
                <a:cubicBezTo>
                  <a:pt x="430127" y="94953"/>
                  <a:pt x="431798" y="94545"/>
                  <a:pt x="433660" y="93729"/>
                </a:cubicBezTo>
                <a:lnTo>
                  <a:pt x="434663" y="96248"/>
                </a:lnTo>
                <a:lnTo>
                  <a:pt x="415036" y="104383"/>
                </a:lnTo>
                <a:lnTo>
                  <a:pt x="411813" y="104383"/>
                </a:lnTo>
                <a:lnTo>
                  <a:pt x="411813" y="90417"/>
                </a:lnTo>
                <a:cubicBezTo>
                  <a:pt x="406178" y="96560"/>
                  <a:pt x="401880" y="100424"/>
                  <a:pt x="398919" y="102007"/>
                </a:cubicBezTo>
                <a:cubicBezTo>
                  <a:pt x="395958" y="103591"/>
                  <a:pt x="392830" y="104383"/>
                  <a:pt x="389535" y="104383"/>
                </a:cubicBezTo>
                <a:cubicBezTo>
                  <a:pt x="385858" y="104383"/>
                  <a:pt x="382670" y="103315"/>
                  <a:pt x="379972" y="101180"/>
                </a:cubicBezTo>
                <a:cubicBezTo>
                  <a:pt x="377274" y="99044"/>
                  <a:pt x="375400" y="96296"/>
                  <a:pt x="374349" y="92937"/>
                </a:cubicBezTo>
                <a:cubicBezTo>
                  <a:pt x="373299" y="89577"/>
                  <a:pt x="372773" y="84826"/>
                  <a:pt x="372773" y="78683"/>
                </a:cubicBezTo>
                <a:lnTo>
                  <a:pt x="372773" y="49240"/>
                </a:lnTo>
                <a:cubicBezTo>
                  <a:pt x="372773" y="46121"/>
                  <a:pt x="372439" y="43961"/>
                  <a:pt x="371770" y="42761"/>
                </a:cubicBezTo>
                <a:cubicBezTo>
                  <a:pt x="371102" y="41561"/>
                  <a:pt x="370111" y="40637"/>
                  <a:pt x="368798" y="39990"/>
                </a:cubicBezTo>
                <a:cubicBezTo>
                  <a:pt x="367484" y="39342"/>
                  <a:pt x="365109" y="39042"/>
                  <a:pt x="361670" y="39090"/>
                </a:cubicBezTo>
                <a:lnTo>
                  <a:pt x="361670" y="36426"/>
                </a:lnTo>
                <a:lnTo>
                  <a:pt x="384664" y="36426"/>
                </a:lnTo>
                <a:lnTo>
                  <a:pt x="384664" y="80447"/>
                </a:lnTo>
                <a:cubicBezTo>
                  <a:pt x="384664" y="86575"/>
                  <a:pt x="385727" y="90597"/>
                  <a:pt x="387852" y="92512"/>
                </a:cubicBezTo>
                <a:cubicBezTo>
                  <a:pt x="389977" y="94427"/>
                  <a:pt x="392544" y="95385"/>
                  <a:pt x="395552" y="95385"/>
                </a:cubicBezTo>
                <a:cubicBezTo>
                  <a:pt x="397606" y="95385"/>
                  <a:pt x="399934" y="94738"/>
                  <a:pt x="402536" y="93445"/>
                </a:cubicBezTo>
                <a:cubicBezTo>
                  <a:pt x="405139" y="92153"/>
                  <a:pt x="408231" y="89688"/>
                  <a:pt x="411813" y="86051"/>
                </a:cubicBezTo>
                <a:lnTo>
                  <a:pt x="411813" y="48783"/>
                </a:lnTo>
                <a:cubicBezTo>
                  <a:pt x="411813" y="45049"/>
                  <a:pt x="411132" y="42524"/>
                  <a:pt x="409771" y="41209"/>
                </a:cubicBezTo>
                <a:cubicBezTo>
                  <a:pt x="408410" y="39892"/>
                  <a:pt x="405581" y="39186"/>
                  <a:pt x="401283" y="39090"/>
                </a:cubicBezTo>
                <a:lnTo>
                  <a:pt x="401283" y="36426"/>
                </a:lnTo>
                <a:lnTo>
                  <a:pt x="423632" y="36426"/>
                </a:lnTo>
                <a:close/>
                <a:moveTo>
                  <a:pt x="471554" y="34554"/>
                </a:moveTo>
                <a:cubicBezTo>
                  <a:pt x="481487" y="34554"/>
                  <a:pt x="489462" y="38342"/>
                  <a:pt x="495479" y="45917"/>
                </a:cubicBezTo>
                <a:cubicBezTo>
                  <a:pt x="500589" y="52389"/>
                  <a:pt x="503144" y="59820"/>
                  <a:pt x="503144" y="68211"/>
                </a:cubicBezTo>
                <a:cubicBezTo>
                  <a:pt x="503144" y="74108"/>
                  <a:pt x="501735" y="80077"/>
                  <a:pt x="498918" y="86118"/>
                </a:cubicBezTo>
                <a:cubicBezTo>
                  <a:pt x="496100" y="92158"/>
                  <a:pt x="492220" y="96712"/>
                  <a:pt x="487278" y="99780"/>
                </a:cubicBezTo>
                <a:cubicBezTo>
                  <a:pt x="482335" y="102849"/>
                  <a:pt x="476831" y="104383"/>
                  <a:pt x="470766" y="104383"/>
                </a:cubicBezTo>
                <a:cubicBezTo>
                  <a:pt x="460881" y="104383"/>
                  <a:pt x="453026" y="100427"/>
                  <a:pt x="447199" y="92516"/>
                </a:cubicBezTo>
                <a:cubicBezTo>
                  <a:pt x="442281" y="85853"/>
                  <a:pt x="439821" y="78374"/>
                  <a:pt x="439821" y="70081"/>
                </a:cubicBezTo>
                <a:cubicBezTo>
                  <a:pt x="439821" y="64040"/>
                  <a:pt x="441314" y="58035"/>
                  <a:pt x="444298" y="52066"/>
                </a:cubicBezTo>
                <a:cubicBezTo>
                  <a:pt x="447283" y="46097"/>
                  <a:pt x="451211" y="41686"/>
                  <a:pt x="456082" y="38833"/>
                </a:cubicBezTo>
                <a:cubicBezTo>
                  <a:pt x="460953" y="35981"/>
                  <a:pt x="466110" y="34554"/>
                  <a:pt x="471554" y="34554"/>
                </a:cubicBezTo>
                <a:moveTo>
                  <a:pt x="469334" y="39306"/>
                </a:moveTo>
                <a:cubicBezTo>
                  <a:pt x="466803" y="39306"/>
                  <a:pt x="464260" y="40061"/>
                  <a:pt x="461705" y="41571"/>
                </a:cubicBezTo>
                <a:cubicBezTo>
                  <a:pt x="459150" y="43081"/>
                  <a:pt x="457085" y="45730"/>
                  <a:pt x="455509" y="49517"/>
                </a:cubicBezTo>
                <a:cubicBezTo>
                  <a:pt x="453933" y="53304"/>
                  <a:pt x="453145" y="58169"/>
                  <a:pt x="453145" y="64112"/>
                </a:cubicBezTo>
                <a:cubicBezTo>
                  <a:pt x="453145" y="73699"/>
                  <a:pt x="455043" y="81968"/>
                  <a:pt x="458840" y="88919"/>
                </a:cubicBezTo>
                <a:cubicBezTo>
                  <a:pt x="462636" y="95869"/>
                  <a:pt x="467638" y="99344"/>
                  <a:pt x="473847" y="99344"/>
                </a:cubicBezTo>
                <a:cubicBezTo>
                  <a:pt x="478479" y="99344"/>
                  <a:pt x="482299" y="97426"/>
                  <a:pt x="485308" y="93592"/>
                </a:cubicBezTo>
                <a:cubicBezTo>
                  <a:pt x="488316" y="89757"/>
                  <a:pt x="489821" y="83166"/>
                  <a:pt x="489821" y="73820"/>
                </a:cubicBezTo>
                <a:cubicBezTo>
                  <a:pt x="489821" y="62123"/>
                  <a:pt x="487313" y="52919"/>
                  <a:pt x="482299" y="46208"/>
                </a:cubicBezTo>
                <a:cubicBezTo>
                  <a:pt x="478909" y="41606"/>
                  <a:pt x="474587" y="39306"/>
                  <a:pt x="469334" y="39306"/>
                </a:cubicBezTo>
                <a:close/>
                <a:moveTo>
                  <a:pt x="570335" y="36426"/>
                </a:moveTo>
                <a:lnTo>
                  <a:pt x="570335" y="76380"/>
                </a:lnTo>
                <a:cubicBezTo>
                  <a:pt x="570335" y="84010"/>
                  <a:pt x="570514" y="88678"/>
                  <a:pt x="570872" y="90381"/>
                </a:cubicBezTo>
                <a:cubicBezTo>
                  <a:pt x="571230" y="92085"/>
                  <a:pt x="571803" y="93273"/>
                  <a:pt x="572591" y="93945"/>
                </a:cubicBezTo>
                <a:cubicBezTo>
                  <a:pt x="573379" y="94617"/>
                  <a:pt x="574298" y="94953"/>
                  <a:pt x="575349" y="94953"/>
                </a:cubicBezTo>
                <a:cubicBezTo>
                  <a:pt x="576829" y="94953"/>
                  <a:pt x="578501" y="94545"/>
                  <a:pt x="580363" y="93729"/>
                </a:cubicBezTo>
                <a:lnTo>
                  <a:pt x="581366" y="96248"/>
                </a:lnTo>
                <a:lnTo>
                  <a:pt x="561739" y="104383"/>
                </a:lnTo>
                <a:lnTo>
                  <a:pt x="558515" y="104383"/>
                </a:lnTo>
                <a:lnTo>
                  <a:pt x="558515" y="90417"/>
                </a:lnTo>
                <a:cubicBezTo>
                  <a:pt x="552880" y="96560"/>
                  <a:pt x="548582" y="100424"/>
                  <a:pt x="545622" y="102007"/>
                </a:cubicBezTo>
                <a:cubicBezTo>
                  <a:pt x="542661" y="103591"/>
                  <a:pt x="539533" y="104383"/>
                  <a:pt x="536238" y="104383"/>
                </a:cubicBezTo>
                <a:cubicBezTo>
                  <a:pt x="532561" y="104383"/>
                  <a:pt x="529373" y="103315"/>
                  <a:pt x="526675" y="101180"/>
                </a:cubicBezTo>
                <a:cubicBezTo>
                  <a:pt x="523977" y="99044"/>
                  <a:pt x="522102" y="96296"/>
                  <a:pt x="521052" y="92937"/>
                </a:cubicBezTo>
                <a:cubicBezTo>
                  <a:pt x="520001" y="89577"/>
                  <a:pt x="519476" y="84826"/>
                  <a:pt x="519476" y="78683"/>
                </a:cubicBezTo>
                <a:lnTo>
                  <a:pt x="519476" y="49240"/>
                </a:lnTo>
                <a:cubicBezTo>
                  <a:pt x="519476" y="46121"/>
                  <a:pt x="519142" y="43961"/>
                  <a:pt x="518473" y="42761"/>
                </a:cubicBezTo>
                <a:cubicBezTo>
                  <a:pt x="517804" y="41561"/>
                  <a:pt x="516814" y="40637"/>
                  <a:pt x="515500" y="39990"/>
                </a:cubicBezTo>
                <a:cubicBezTo>
                  <a:pt x="514187" y="39342"/>
                  <a:pt x="511811" y="39042"/>
                  <a:pt x="508373" y="39090"/>
                </a:cubicBezTo>
                <a:lnTo>
                  <a:pt x="508373" y="36426"/>
                </a:lnTo>
                <a:lnTo>
                  <a:pt x="531367" y="36426"/>
                </a:lnTo>
                <a:lnTo>
                  <a:pt x="531367" y="80447"/>
                </a:lnTo>
                <a:cubicBezTo>
                  <a:pt x="531367" y="86575"/>
                  <a:pt x="532429" y="90597"/>
                  <a:pt x="534554" y="92512"/>
                </a:cubicBezTo>
                <a:cubicBezTo>
                  <a:pt x="536679" y="94427"/>
                  <a:pt x="539246" y="95385"/>
                  <a:pt x="542255" y="95385"/>
                </a:cubicBezTo>
                <a:cubicBezTo>
                  <a:pt x="544308" y="95385"/>
                  <a:pt x="546636" y="94738"/>
                  <a:pt x="549239" y="93445"/>
                </a:cubicBezTo>
                <a:cubicBezTo>
                  <a:pt x="551842" y="92153"/>
                  <a:pt x="554934" y="89688"/>
                  <a:pt x="558515" y="86051"/>
                </a:cubicBezTo>
                <a:lnTo>
                  <a:pt x="558515" y="48783"/>
                </a:lnTo>
                <a:cubicBezTo>
                  <a:pt x="558515" y="45049"/>
                  <a:pt x="557835" y="42524"/>
                  <a:pt x="556474" y="41209"/>
                </a:cubicBezTo>
                <a:cubicBezTo>
                  <a:pt x="555113" y="39892"/>
                  <a:pt x="552283" y="39186"/>
                  <a:pt x="547985" y="39090"/>
                </a:cubicBezTo>
                <a:lnTo>
                  <a:pt x="547985" y="36426"/>
                </a:lnTo>
                <a:lnTo>
                  <a:pt x="570335" y="36426"/>
                </a:lnTo>
                <a:close/>
                <a:moveTo>
                  <a:pt x="628571" y="34554"/>
                </a:moveTo>
                <a:lnTo>
                  <a:pt x="628571" y="56871"/>
                </a:lnTo>
                <a:lnTo>
                  <a:pt x="626207" y="56871"/>
                </a:lnTo>
                <a:cubicBezTo>
                  <a:pt x="624392" y="49871"/>
                  <a:pt x="622064" y="45110"/>
                  <a:pt x="619223" y="42588"/>
                </a:cubicBezTo>
                <a:cubicBezTo>
                  <a:pt x="616381" y="40064"/>
                  <a:pt x="612764" y="38802"/>
                  <a:pt x="608371" y="38802"/>
                </a:cubicBezTo>
                <a:cubicBezTo>
                  <a:pt x="605028" y="38802"/>
                  <a:pt x="602330" y="39689"/>
                  <a:pt x="600276" y="41463"/>
                </a:cubicBezTo>
                <a:cubicBezTo>
                  <a:pt x="598223" y="43236"/>
                  <a:pt x="597196" y="45201"/>
                  <a:pt x="597196" y="47359"/>
                </a:cubicBezTo>
                <a:cubicBezTo>
                  <a:pt x="597196" y="50044"/>
                  <a:pt x="597960" y="52345"/>
                  <a:pt x="599488" y="54261"/>
                </a:cubicBezTo>
                <a:cubicBezTo>
                  <a:pt x="600969" y="56227"/>
                  <a:pt x="603977" y="58313"/>
                  <a:pt x="608514" y="60517"/>
                </a:cubicBezTo>
                <a:lnTo>
                  <a:pt x="618972" y="65624"/>
                </a:lnTo>
                <a:cubicBezTo>
                  <a:pt x="628666" y="70369"/>
                  <a:pt x="633513" y="76626"/>
                  <a:pt x="633513" y="84393"/>
                </a:cubicBezTo>
                <a:cubicBezTo>
                  <a:pt x="633513" y="90384"/>
                  <a:pt x="631257" y="95214"/>
                  <a:pt x="626744" y="98883"/>
                </a:cubicBezTo>
                <a:cubicBezTo>
                  <a:pt x="622231" y="102550"/>
                  <a:pt x="617181" y="104383"/>
                  <a:pt x="611594" y="104383"/>
                </a:cubicBezTo>
                <a:cubicBezTo>
                  <a:pt x="607583" y="104383"/>
                  <a:pt x="602998" y="103663"/>
                  <a:pt x="597841" y="102223"/>
                </a:cubicBezTo>
                <a:cubicBezTo>
                  <a:pt x="596265" y="101744"/>
                  <a:pt x="594975" y="101504"/>
                  <a:pt x="593973" y="101504"/>
                </a:cubicBezTo>
                <a:cubicBezTo>
                  <a:pt x="592874" y="101504"/>
                  <a:pt x="592015" y="102127"/>
                  <a:pt x="591394" y="103375"/>
                </a:cubicBezTo>
                <a:lnTo>
                  <a:pt x="589030" y="103375"/>
                </a:lnTo>
                <a:lnTo>
                  <a:pt x="589030" y="79763"/>
                </a:lnTo>
                <a:lnTo>
                  <a:pt x="591394" y="79763"/>
                </a:lnTo>
                <a:cubicBezTo>
                  <a:pt x="592731" y="86506"/>
                  <a:pt x="595286" y="91587"/>
                  <a:pt x="599058" y="95007"/>
                </a:cubicBezTo>
                <a:cubicBezTo>
                  <a:pt x="602831" y="98426"/>
                  <a:pt x="607057" y="100136"/>
                  <a:pt x="611737" y="100136"/>
                </a:cubicBezTo>
                <a:cubicBezTo>
                  <a:pt x="615032" y="100136"/>
                  <a:pt x="617719" y="99165"/>
                  <a:pt x="619796" y="97225"/>
                </a:cubicBezTo>
                <a:cubicBezTo>
                  <a:pt x="621873" y="95283"/>
                  <a:pt x="622912" y="92945"/>
                  <a:pt x="622912" y="90213"/>
                </a:cubicBezTo>
                <a:cubicBezTo>
                  <a:pt x="622912" y="86904"/>
                  <a:pt x="621754" y="84124"/>
                  <a:pt x="619438" y="81871"/>
                </a:cubicBezTo>
                <a:cubicBezTo>
                  <a:pt x="617122" y="79618"/>
                  <a:pt x="612501" y="76767"/>
                  <a:pt x="605577" y="73316"/>
                </a:cubicBezTo>
                <a:cubicBezTo>
                  <a:pt x="598653" y="69863"/>
                  <a:pt x="594116" y="66747"/>
                  <a:pt x="591967" y="63966"/>
                </a:cubicBezTo>
                <a:cubicBezTo>
                  <a:pt x="589818" y="61234"/>
                  <a:pt x="588743" y="57782"/>
                  <a:pt x="588743" y="53611"/>
                </a:cubicBezTo>
                <a:cubicBezTo>
                  <a:pt x="588743" y="48194"/>
                  <a:pt x="590594" y="43664"/>
                  <a:pt x="594295" y="40021"/>
                </a:cubicBezTo>
                <a:cubicBezTo>
                  <a:pt x="597996" y="36377"/>
                  <a:pt x="602783" y="34554"/>
                  <a:pt x="608657" y="34554"/>
                </a:cubicBezTo>
                <a:cubicBezTo>
                  <a:pt x="611236" y="34554"/>
                  <a:pt x="614364" y="35106"/>
                  <a:pt x="618041" y="36210"/>
                </a:cubicBezTo>
                <a:cubicBezTo>
                  <a:pt x="620476" y="36930"/>
                  <a:pt x="622100" y="37290"/>
                  <a:pt x="622912" y="37290"/>
                </a:cubicBezTo>
                <a:cubicBezTo>
                  <a:pt x="623676" y="37290"/>
                  <a:pt x="624273" y="37122"/>
                  <a:pt x="624703" y="36786"/>
                </a:cubicBezTo>
                <a:cubicBezTo>
                  <a:pt x="625132" y="36450"/>
                  <a:pt x="625634" y="35706"/>
                  <a:pt x="626207" y="34554"/>
                </a:cubicBezTo>
                <a:lnTo>
                  <a:pt x="628571" y="34554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AE213-7454-4680-A989-DFBFC899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316" y="1020002"/>
            <a:ext cx="589522" cy="729731"/>
          </a:xfrm>
          <a:custGeom xmlns:a="http://schemas.openxmlformats.org/drawingml/2006/main">
            <a:pathLst>
              <a:path w="589522" h="729731">
                <a:moveTo>
                  <a:pt x="58749" y="644389"/>
                </a:moveTo>
                <a:lnTo>
                  <a:pt x="24746" y="616757"/>
                </a:lnTo>
                <a:lnTo>
                  <a:pt x="0" y="729731"/>
                </a:lnTo>
                <a:lnTo>
                  <a:pt x="104786" y="681801"/>
                </a:lnTo>
                <a:lnTo>
                  <a:pt x="70761" y="654151"/>
                </a:lnTo>
                <a:lnTo>
                  <a:pt x="589522" y="9761"/>
                </a:lnTo>
                <a:lnTo>
                  <a:pt x="577508" y="0"/>
                </a:lnTo>
                <a:lnTo>
                  <a:pt x="58749" y="6443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crossing">
            <a:extLst xmlns:a="http://schemas.openxmlformats.org/drawingml/2006/main">
              <a:ext uri="{FF2B5EF4-FFF2-40B4-BE49-F238E27FC236}">
                <a16:creationId xmlns:a16="http://schemas.microsoft.com/office/drawing/2014/main" id="{F906D22E-EEC0-4487-8786-1F49B2BC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762" y="1170115"/>
            <a:ext cx="619977" cy="158768"/>
          </a:xfrm>
          <a:custGeom xmlns:a="http://schemas.openxmlformats.org/drawingml/2006/main">
            <a:pathLst>
              <a:path w="619977" h="158768">
                <a:moveTo>
                  <a:pt x="66505" y="98753"/>
                </a:moveTo>
                <a:cubicBezTo>
                  <a:pt x="60231" y="106331"/>
                  <a:pt x="53897" y="111893"/>
                  <a:pt x="47503" y="115439"/>
                </a:cubicBezTo>
                <a:cubicBezTo>
                  <a:pt x="41109" y="118985"/>
                  <a:pt x="34353" y="120759"/>
                  <a:pt x="27235" y="120759"/>
                </a:cubicBezTo>
                <a:cubicBezTo>
                  <a:pt x="18670" y="120759"/>
                  <a:pt x="11989" y="118331"/>
                  <a:pt x="7193" y="113475"/>
                </a:cubicBezTo>
                <a:cubicBezTo>
                  <a:pt x="2398" y="108620"/>
                  <a:pt x="0" y="102097"/>
                  <a:pt x="0" y="93905"/>
                </a:cubicBezTo>
                <a:cubicBezTo>
                  <a:pt x="0" y="84620"/>
                  <a:pt x="2579" y="75487"/>
                  <a:pt x="7736" y="66506"/>
                </a:cubicBezTo>
                <a:cubicBezTo>
                  <a:pt x="12894" y="57522"/>
                  <a:pt x="19831" y="50224"/>
                  <a:pt x="28547" y="44611"/>
                </a:cubicBezTo>
                <a:cubicBezTo>
                  <a:pt x="37264" y="38998"/>
                  <a:pt x="45814" y="36191"/>
                  <a:pt x="54199" y="36191"/>
                </a:cubicBezTo>
                <a:cubicBezTo>
                  <a:pt x="60774" y="36191"/>
                  <a:pt x="65690" y="37566"/>
                  <a:pt x="68948" y="40314"/>
                </a:cubicBezTo>
                <a:cubicBezTo>
                  <a:pt x="72205" y="43063"/>
                  <a:pt x="73834" y="46432"/>
                  <a:pt x="73834" y="50419"/>
                </a:cubicBezTo>
                <a:cubicBezTo>
                  <a:pt x="73834" y="54165"/>
                  <a:pt x="72688" y="57367"/>
                  <a:pt x="70395" y="60027"/>
                </a:cubicBezTo>
                <a:cubicBezTo>
                  <a:pt x="68706" y="62080"/>
                  <a:pt x="66625" y="63107"/>
                  <a:pt x="64152" y="63107"/>
                </a:cubicBezTo>
                <a:cubicBezTo>
                  <a:pt x="62282" y="63107"/>
                  <a:pt x="60729" y="62506"/>
                  <a:pt x="59492" y="61303"/>
                </a:cubicBezTo>
                <a:cubicBezTo>
                  <a:pt x="58256" y="60100"/>
                  <a:pt x="57637" y="58597"/>
                  <a:pt x="57637" y="56793"/>
                </a:cubicBezTo>
                <a:cubicBezTo>
                  <a:pt x="57637" y="55651"/>
                  <a:pt x="57864" y="54598"/>
                  <a:pt x="58316" y="53636"/>
                </a:cubicBezTo>
                <a:cubicBezTo>
                  <a:pt x="58768" y="52674"/>
                  <a:pt x="59703" y="51516"/>
                  <a:pt x="61121" y="50164"/>
                </a:cubicBezTo>
                <a:cubicBezTo>
                  <a:pt x="62539" y="48809"/>
                  <a:pt x="63398" y="47832"/>
                  <a:pt x="63700" y="47231"/>
                </a:cubicBezTo>
                <a:cubicBezTo>
                  <a:pt x="64001" y="46629"/>
                  <a:pt x="64152" y="45997"/>
                  <a:pt x="64152" y="45336"/>
                </a:cubicBezTo>
                <a:cubicBezTo>
                  <a:pt x="64152" y="44072"/>
                  <a:pt x="63579" y="43020"/>
                  <a:pt x="62433" y="42179"/>
                </a:cubicBezTo>
                <a:cubicBezTo>
                  <a:pt x="60684" y="40976"/>
                  <a:pt x="58210" y="40374"/>
                  <a:pt x="55013" y="40374"/>
                </a:cubicBezTo>
                <a:cubicBezTo>
                  <a:pt x="49102" y="40374"/>
                  <a:pt x="43251" y="42466"/>
                  <a:pt x="37460" y="46648"/>
                </a:cubicBezTo>
                <a:cubicBezTo>
                  <a:pt x="31669" y="50831"/>
                  <a:pt x="26723" y="56772"/>
                  <a:pt x="22621" y="64471"/>
                </a:cubicBezTo>
                <a:cubicBezTo>
                  <a:pt x="17674" y="73807"/>
                  <a:pt x="15201" y="83143"/>
                  <a:pt x="15201" y="92478"/>
                </a:cubicBezTo>
                <a:cubicBezTo>
                  <a:pt x="15201" y="98662"/>
                  <a:pt x="16950" y="103557"/>
                  <a:pt x="20449" y="107164"/>
                </a:cubicBezTo>
                <a:cubicBezTo>
                  <a:pt x="23948" y="110771"/>
                  <a:pt x="28713" y="112575"/>
                  <a:pt x="34745" y="112575"/>
                </a:cubicBezTo>
                <a:cubicBezTo>
                  <a:pt x="39390" y="112575"/>
                  <a:pt x="43990" y="111408"/>
                  <a:pt x="48544" y="109074"/>
                </a:cubicBezTo>
                <a:cubicBezTo>
                  <a:pt x="53098" y="106740"/>
                  <a:pt x="58210" y="102511"/>
                  <a:pt x="63881" y="96389"/>
                </a:cubicBezTo>
                <a:lnTo>
                  <a:pt x="66505" y="98753"/>
                </a:lnTo>
                <a:close/>
                <a:moveTo>
                  <a:pt x="86892" y="41283"/>
                </a:moveTo>
                <a:lnTo>
                  <a:pt x="118108" y="36191"/>
                </a:lnTo>
                <a:lnTo>
                  <a:pt x="105079" y="80475"/>
                </a:lnTo>
                <a:cubicBezTo>
                  <a:pt x="115635" y="62312"/>
                  <a:pt x="125226" y="49615"/>
                  <a:pt x="133852" y="42386"/>
                </a:cubicBezTo>
                <a:cubicBezTo>
                  <a:pt x="138738" y="38256"/>
                  <a:pt x="142720" y="36191"/>
                  <a:pt x="145796" y="36191"/>
                </a:cubicBezTo>
                <a:cubicBezTo>
                  <a:pt x="147787" y="36191"/>
                  <a:pt x="149355" y="36785"/>
                  <a:pt x="150501" y="37973"/>
                </a:cubicBezTo>
                <a:cubicBezTo>
                  <a:pt x="151647" y="39159"/>
                  <a:pt x="152220" y="40878"/>
                  <a:pt x="152220" y="43130"/>
                </a:cubicBezTo>
                <a:cubicBezTo>
                  <a:pt x="152220" y="47147"/>
                  <a:pt x="151195" y="50981"/>
                  <a:pt x="149144" y="54633"/>
                </a:cubicBezTo>
                <a:cubicBezTo>
                  <a:pt x="147696" y="57373"/>
                  <a:pt x="145615" y="58742"/>
                  <a:pt x="142900" y="58742"/>
                </a:cubicBezTo>
                <a:cubicBezTo>
                  <a:pt x="141513" y="58742"/>
                  <a:pt x="140322" y="58288"/>
                  <a:pt x="139326" y="57378"/>
                </a:cubicBezTo>
                <a:cubicBezTo>
                  <a:pt x="138331" y="56469"/>
                  <a:pt x="137713" y="55075"/>
                  <a:pt x="137472" y="53196"/>
                </a:cubicBezTo>
                <a:cubicBezTo>
                  <a:pt x="137351" y="52044"/>
                  <a:pt x="137079" y="51286"/>
                  <a:pt x="136657" y="50922"/>
                </a:cubicBezTo>
                <a:cubicBezTo>
                  <a:pt x="136175" y="50437"/>
                  <a:pt x="135602" y="50195"/>
                  <a:pt x="134938" y="50195"/>
                </a:cubicBezTo>
                <a:cubicBezTo>
                  <a:pt x="133913" y="50195"/>
                  <a:pt x="132947" y="50437"/>
                  <a:pt x="132043" y="50922"/>
                </a:cubicBezTo>
                <a:cubicBezTo>
                  <a:pt x="130474" y="51771"/>
                  <a:pt x="128091" y="54134"/>
                  <a:pt x="124894" y="58012"/>
                </a:cubicBezTo>
                <a:cubicBezTo>
                  <a:pt x="119888" y="63953"/>
                  <a:pt x="114459" y="71651"/>
                  <a:pt x="108608" y="81106"/>
                </a:cubicBezTo>
                <a:cubicBezTo>
                  <a:pt x="106074" y="85105"/>
                  <a:pt x="103902" y="89621"/>
                  <a:pt x="102093" y="94652"/>
                </a:cubicBezTo>
                <a:cubicBezTo>
                  <a:pt x="99559" y="101561"/>
                  <a:pt x="98112" y="105713"/>
                  <a:pt x="97750" y="107107"/>
                </a:cubicBezTo>
                <a:lnTo>
                  <a:pt x="94854" y="118576"/>
                </a:lnTo>
                <a:lnTo>
                  <a:pt x="81010" y="118576"/>
                </a:lnTo>
                <a:lnTo>
                  <a:pt x="97750" y="62016"/>
                </a:lnTo>
                <a:cubicBezTo>
                  <a:pt x="99680" y="55435"/>
                  <a:pt x="100645" y="50742"/>
                  <a:pt x="100645" y="47939"/>
                </a:cubicBezTo>
                <a:cubicBezTo>
                  <a:pt x="100645" y="46842"/>
                  <a:pt x="100193" y="45928"/>
                  <a:pt x="99288" y="45196"/>
                </a:cubicBezTo>
                <a:cubicBezTo>
                  <a:pt x="98081" y="44225"/>
                  <a:pt x="96483" y="43739"/>
                  <a:pt x="94492" y="43739"/>
                </a:cubicBezTo>
                <a:cubicBezTo>
                  <a:pt x="93226" y="43739"/>
                  <a:pt x="90903" y="44011"/>
                  <a:pt x="87525" y="44557"/>
                </a:cubicBezTo>
                <a:lnTo>
                  <a:pt x="86892" y="41283"/>
                </a:lnTo>
                <a:close/>
                <a:moveTo>
                  <a:pt x="228126" y="64684"/>
                </a:moveTo>
                <a:cubicBezTo>
                  <a:pt x="228126" y="73787"/>
                  <a:pt x="225728" y="82799"/>
                  <a:pt x="220932" y="91720"/>
                </a:cubicBezTo>
                <a:cubicBezTo>
                  <a:pt x="216137" y="100641"/>
                  <a:pt x="209456" y="107711"/>
                  <a:pt x="200890" y="112930"/>
                </a:cubicBezTo>
                <a:cubicBezTo>
                  <a:pt x="192325" y="118149"/>
                  <a:pt x="184000" y="120759"/>
                  <a:pt x="175917" y="120759"/>
                </a:cubicBezTo>
                <a:cubicBezTo>
                  <a:pt x="167653" y="120759"/>
                  <a:pt x="160912" y="118104"/>
                  <a:pt x="155694" y="112793"/>
                </a:cubicBezTo>
                <a:cubicBezTo>
                  <a:pt x="150476" y="107483"/>
                  <a:pt x="147868" y="100610"/>
                  <a:pt x="147868" y="92174"/>
                </a:cubicBezTo>
                <a:cubicBezTo>
                  <a:pt x="147868" y="83254"/>
                  <a:pt x="150416" y="74302"/>
                  <a:pt x="155513" y="65321"/>
                </a:cubicBezTo>
                <a:cubicBezTo>
                  <a:pt x="160610" y="56339"/>
                  <a:pt x="167427" y="49239"/>
                  <a:pt x="175962" y="44020"/>
                </a:cubicBezTo>
                <a:cubicBezTo>
                  <a:pt x="184498" y="38801"/>
                  <a:pt x="192747" y="36191"/>
                  <a:pt x="200709" y="36191"/>
                </a:cubicBezTo>
                <a:cubicBezTo>
                  <a:pt x="208672" y="36191"/>
                  <a:pt x="215232" y="38831"/>
                  <a:pt x="220389" y="44111"/>
                </a:cubicBezTo>
                <a:cubicBezTo>
                  <a:pt x="225547" y="49391"/>
                  <a:pt x="228126" y="56248"/>
                  <a:pt x="228126" y="64684"/>
                </a:cubicBezTo>
                <a:moveTo>
                  <a:pt x="213105" y="58259"/>
                </a:moveTo>
                <a:cubicBezTo>
                  <a:pt x="213105" y="52601"/>
                  <a:pt x="211733" y="48266"/>
                  <a:pt x="208988" y="45256"/>
                </a:cubicBezTo>
                <a:cubicBezTo>
                  <a:pt x="206244" y="42244"/>
                  <a:pt x="202700" y="40738"/>
                  <a:pt x="198357" y="40738"/>
                </a:cubicBezTo>
                <a:cubicBezTo>
                  <a:pt x="189489" y="40738"/>
                  <a:pt x="181331" y="47142"/>
                  <a:pt x="173881" y="59950"/>
                </a:cubicBezTo>
                <a:cubicBezTo>
                  <a:pt x="166432" y="72757"/>
                  <a:pt x="162707" y="85487"/>
                  <a:pt x="162707" y="98142"/>
                </a:cubicBezTo>
                <a:cubicBezTo>
                  <a:pt x="162707" y="103922"/>
                  <a:pt x="164154" y="108378"/>
                  <a:pt x="167050" y="111512"/>
                </a:cubicBezTo>
                <a:cubicBezTo>
                  <a:pt x="169945" y="114645"/>
                  <a:pt x="173595" y="116212"/>
                  <a:pt x="177998" y="116212"/>
                </a:cubicBezTo>
                <a:cubicBezTo>
                  <a:pt x="186504" y="116212"/>
                  <a:pt x="194481" y="109839"/>
                  <a:pt x="201931" y="97093"/>
                </a:cubicBezTo>
                <a:cubicBezTo>
                  <a:pt x="209381" y="84346"/>
                  <a:pt x="213105" y="71401"/>
                  <a:pt x="213105" y="58259"/>
                </a:cubicBezTo>
                <a:close/>
                <a:moveTo>
                  <a:pt x="302321" y="36191"/>
                </a:moveTo>
                <a:lnTo>
                  <a:pt x="296802" y="64198"/>
                </a:lnTo>
                <a:lnTo>
                  <a:pt x="293454" y="64198"/>
                </a:lnTo>
                <a:cubicBezTo>
                  <a:pt x="293152" y="56011"/>
                  <a:pt x="291433" y="50054"/>
                  <a:pt x="288296" y="46327"/>
                </a:cubicBezTo>
                <a:cubicBezTo>
                  <a:pt x="285160" y="42601"/>
                  <a:pt x="281269" y="40738"/>
                  <a:pt x="276624" y="40738"/>
                </a:cubicBezTo>
                <a:cubicBezTo>
                  <a:pt x="272884" y="40738"/>
                  <a:pt x="269913" y="41771"/>
                  <a:pt x="267712" y="43838"/>
                </a:cubicBezTo>
                <a:cubicBezTo>
                  <a:pt x="265510" y="45903"/>
                  <a:pt x="264409" y="48393"/>
                  <a:pt x="264409" y="51309"/>
                </a:cubicBezTo>
                <a:cubicBezTo>
                  <a:pt x="264409" y="53315"/>
                  <a:pt x="264846" y="55229"/>
                  <a:pt x="265721" y="57052"/>
                </a:cubicBezTo>
                <a:cubicBezTo>
                  <a:pt x="266596" y="58874"/>
                  <a:pt x="268511" y="61426"/>
                  <a:pt x="271467" y="64707"/>
                </a:cubicBezTo>
                <a:cubicBezTo>
                  <a:pt x="279309" y="73336"/>
                  <a:pt x="284376" y="79838"/>
                  <a:pt x="286668" y="84212"/>
                </a:cubicBezTo>
                <a:cubicBezTo>
                  <a:pt x="288960" y="88586"/>
                  <a:pt x="290106" y="92718"/>
                  <a:pt x="290106" y="96607"/>
                </a:cubicBezTo>
                <a:cubicBezTo>
                  <a:pt x="290106" y="102925"/>
                  <a:pt x="287497" y="108530"/>
                  <a:pt x="282279" y="113421"/>
                </a:cubicBezTo>
                <a:cubicBezTo>
                  <a:pt x="277062" y="118313"/>
                  <a:pt x="270471" y="120759"/>
                  <a:pt x="262509" y="120759"/>
                </a:cubicBezTo>
                <a:cubicBezTo>
                  <a:pt x="258166" y="120759"/>
                  <a:pt x="253159" y="119728"/>
                  <a:pt x="247489" y="117667"/>
                </a:cubicBezTo>
                <a:cubicBezTo>
                  <a:pt x="245498" y="116939"/>
                  <a:pt x="243960" y="116576"/>
                  <a:pt x="242874" y="116576"/>
                </a:cubicBezTo>
                <a:cubicBezTo>
                  <a:pt x="240160" y="116576"/>
                  <a:pt x="238109" y="117970"/>
                  <a:pt x="236721" y="120759"/>
                </a:cubicBezTo>
                <a:lnTo>
                  <a:pt x="233374" y="120759"/>
                </a:lnTo>
                <a:lnTo>
                  <a:pt x="238893" y="91115"/>
                </a:lnTo>
                <a:lnTo>
                  <a:pt x="242241" y="91115"/>
                </a:lnTo>
                <a:cubicBezTo>
                  <a:pt x="242603" y="100395"/>
                  <a:pt x="244503" y="106960"/>
                  <a:pt x="247941" y="110807"/>
                </a:cubicBezTo>
                <a:cubicBezTo>
                  <a:pt x="251380" y="114653"/>
                  <a:pt x="256085" y="116576"/>
                  <a:pt x="262057" y="116576"/>
                </a:cubicBezTo>
                <a:cubicBezTo>
                  <a:pt x="266641" y="116576"/>
                  <a:pt x="270275" y="115286"/>
                  <a:pt x="272960" y="112708"/>
                </a:cubicBezTo>
                <a:cubicBezTo>
                  <a:pt x="275644" y="110128"/>
                  <a:pt x="276986" y="106957"/>
                  <a:pt x="276986" y="103194"/>
                </a:cubicBezTo>
                <a:cubicBezTo>
                  <a:pt x="276986" y="100766"/>
                  <a:pt x="276504" y="98520"/>
                  <a:pt x="275538" y="96457"/>
                </a:cubicBezTo>
                <a:cubicBezTo>
                  <a:pt x="273849" y="92816"/>
                  <a:pt x="270306" y="87778"/>
                  <a:pt x="264907" y="81345"/>
                </a:cubicBezTo>
                <a:cubicBezTo>
                  <a:pt x="259508" y="74911"/>
                  <a:pt x="256039" y="70086"/>
                  <a:pt x="254501" y="66870"/>
                </a:cubicBezTo>
                <a:cubicBezTo>
                  <a:pt x="252963" y="63653"/>
                  <a:pt x="252194" y="60436"/>
                  <a:pt x="252194" y="57219"/>
                </a:cubicBezTo>
                <a:cubicBezTo>
                  <a:pt x="252194" y="51333"/>
                  <a:pt x="254320" y="46358"/>
                  <a:pt x="258573" y="42292"/>
                </a:cubicBezTo>
                <a:cubicBezTo>
                  <a:pt x="262826" y="38225"/>
                  <a:pt x="268300" y="36191"/>
                  <a:pt x="274996" y="36191"/>
                </a:cubicBezTo>
                <a:cubicBezTo>
                  <a:pt x="276926" y="36191"/>
                  <a:pt x="278675" y="36346"/>
                  <a:pt x="280244" y="36654"/>
                </a:cubicBezTo>
                <a:cubicBezTo>
                  <a:pt x="281088" y="36840"/>
                  <a:pt x="283064" y="37537"/>
                  <a:pt x="286170" y="38746"/>
                </a:cubicBezTo>
                <a:cubicBezTo>
                  <a:pt x="289277" y="39953"/>
                  <a:pt x="291343" y="40556"/>
                  <a:pt x="292368" y="40556"/>
                </a:cubicBezTo>
                <a:cubicBezTo>
                  <a:pt x="294962" y="40556"/>
                  <a:pt x="297134" y="39101"/>
                  <a:pt x="298883" y="36191"/>
                </a:cubicBezTo>
                <a:lnTo>
                  <a:pt x="302321" y="36191"/>
                </a:lnTo>
                <a:close/>
                <a:moveTo>
                  <a:pt x="374406" y="36191"/>
                </a:moveTo>
                <a:lnTo>
                  <a:pt x="368887" y="64198"/>
                </a:lnTo>
                <a:lnTo>
                  <a:pt x="365539" y="64198"/>
                </a:lnTo>
                <a:cubicBezTo>
                  <a:pt x="365237" y="56011"/>
                  <a:pt x="363518" y="50054"/>
                  <a:pt x="360381" y="46327"/>
                </a:cubicBezTo>
                <a:cubicBezTo>
                  <a:pt x="357244" y="42601"/>
                  <a:pt x="353354" y="40738"/>
                  <a:pt x="348709" y="40738"/>
                </a:cubicBezTo>
                <a:cubicBezTo>
                  <a:pt x="344969" y="40738"/>
                  <a:pt x="341998" y="41771"/>
                  <a:pt x="339796" y="43838"/>
                </a:cubicBezTo>
                <a:cubicBezTo>
                  <a:pt x="337595" y="45903"/>
                  <a:pt x="336494" y="48393"/>
                  <a:pt x="336494" y="51309"/>
                </a:cubicBezTo>
                <a:cubicBezTo>
                  <a:pt x="336494" y="53315"/>
                  <a:pt x="336931" y="55229"/>
                  <a:pt x="337806" y="57052"/>
                </a:cubicBezTo>
                <a:cubicBezTo>
                  <a:pt x="338680" y="58874"/>
                  <a:pt x="340596" y="61426"/>
                  <a:pt x="343551" y="64707"/>
                </a:cubicBezTo>
                <a:cubicBezTo>
                  <a:pt x="351393" y="73336"/>
                  <a:pt x="356460" y="79838"/>
                  <a:pt x="358752" y="84212"/>
                </a:cubicBezTo>
                <a:cubicBezTo>
                  <a:pt x="361045" y="88586"/>
                  <a:pt x="362191" y="92718"/>
                  <a:pt x="362191" y="96607"/>
                </a:cubicBezTo>
                <a:cubicBezTo>
                  <a:pt x="362191" y="102925"/>
                  <a:pt x="359582" y="108530"/>
                  <a:pt x="354364" y="113421"/>
                </a:cubicBezTo>
                <a:cubicBezTo>
                  <a:pt x="349146" y="118313"/>
                  <a:pt x="342556" y="120759"/>
                  <a:pt x="334594" y="120759"/>
                </a:cubicBezTo>
                <a:cubicBezTo>
                  <a:pt x="330250" y="120759"/>
                  <a:pt x="325244" y="119728"/>
                  <a:pt x="319574" y="117667"/>
                </a:cubicBezTo>
                <a:cubicBezTo>
                  <a:pt x="317583" y="116939"/>
                  <a:pt x="316045" y="116576"/>
                  <a:pt x="314959" y="116576"/>
                </a:cubicBezTo>
                <a:cubicBezTo>
                  <a:pt x="312244" y="116576"/>
                  <a:pt x="310194" y="117970"/>
                  <a:pt x="308806" y="120759"/>
                </a:cubicBezTo>
                <a:lnTo>
                  <a:pt x="305458" y="120759"/>
                </a:lnTo>
                <a:lnTo>
                  <a:pt x="310978" y="91115"/>
                </a:lnTo>
                <a:lnTo>
                  <a:pt x="314326" y="91115"/>
                </a:lnTo>
                <a:cubicBezTo>
                  <a:pt x="314687" y="100395"/>
                  <a:pt x="316588" y="106960"/>
                  <a:pt x="320026" y="110807"/>
                </a:cubicBezTo>
                <a:cubicBezTo>
                  <a:pt x="323464" y="114653"/>
                  <a:pt x="328169" y="116576"/>
                  <a:pt x="334141" y="116576"/>
                </a:cubicBezTo>
                <a:cubicBezTo>
                  <a:pt x="338726" y="116576"/>
                  <a:pt x="342360" y="115286"/>
                  <a:pt x="345044" y="112708"/>
                </a:cubicBezTo>
                <a:cubicBezTo>
                  <a:pt x="347729" y="110128"/>
                  <a:pt x="349071" y="106957"/>
                  <a:pt x="349071" y="103194"/>
                </a:cubicBezTo>
                <a:cubicBezTo>
                  <a:pt x="349071" y="100766"/>
                  <a:pt x="348588" y="98520"/>
                  <a:pt x="347623" y="96457"/>
                </a:cubicBezTo>
                <a:cubicBezTo>
                  <a:pt x="345934" y="92816"/>
                  <a:pt x="342390" y="87778"/>
                  <a:pt x="336991" y="81345"/>
                </a:cubicBezTo>
                <a:cubicBezTo>
                  <a:pt x="331593" y="74911"/>
                  <a:pt x="328124" y="70086"/>
                  <a:pt x="326586" y="66870"/>
                </a:cubicBezTo>
                <a:cubicBezTo>
                  <a:pt x="325048" y="63653"/>
                  <a:pt x="324279" y="60436"/>
                  <a:pt x="324279" y="57219"/>
                </a:cubicBezTo>
                <a:cubicBezTo>
                  <a:pt x="324279" y="51333"/>
                  <a:pt x="326405" y="46358"/>
                  <a:pt x="330658" y="42292"/>
                </a:cubicBezTo>
                <a:cubicBezTo>
                  <a:pt x="334910" y="38225"/>
                  <a:pt x="340385" y="36191"/>
                  <a:pt x="347080" y="36191"/>
                </a:cubicBezTo>
                <a:cubicBezTo>
                  <a:pt x="349011" y="36191"/>
                  <a:pt x="350760" y="36346"/>
                  <a:pt x="352328" y="36654"/>
                </a:cubicBezTo>
                <a:cubicBezTo>
                  <a:pt x="353173" y="36840"/>
                  <a:pt x="355148" y="37537"/>
                  <a:pt x="358255" y="38746"/>
                </a:cubicBezTo>
                <a:cubicBezTo>
                  <a:pt x="361361" y="39953"/>
                  <a:pt x="363427" y="40556"/>
                  <a:pt x="364453" y="40556"/>
                </a:cubicBezTo>
                <a:cubicBezTo>
                  <a:pt x="367047" y="40556"/>
                  <a:pt x="369218" y="39101"/>
                  <a:pt x="370968" y="36191"/>
                </a:cubicBezTo>
                <a:lnTo>
                  <a:pt x="374406" y="36191"/>
                </a:lnTo>
                <a:close/>
                <a:moveTo>
                  <a:pt x="420704" y="0"/>
                </a:moveTo>
                <a:cubicBezTo>
                  <a:pt x="423237" y="0"/>
                  <a:pt x="425379" y="879"/>
                  <a:pt x="427128" y="2637"/>
                </a:cubicBezTo>
                <a:cubicBezTo>
                  <a:pt x="428877" y="4395"/>
                  <a:pt x="429752" y="6547"/>
                  <a:pt x="429752" y="9093"/>
                </a:cubicBezTo>
                <a:cubicBezTo>
                  <a:pt x="429752" y="11579"/>
                  <a:pt x="428862" y="13716"/>
                  <a:pt x="427083" y="15504"/>
                </a:cubicBezTo>
                <a:cubicBezTo>
                  <a:pt x="425303" y="17292"/>
                  <a:pt x="423177" y="18187"/>
                  <a:pt x="420704" y="18187"/>
                </a:cubicBezTo>
                <a:cubicBezTo>
                  <a:pt x="418231" y="18187"/>
                  <a:pt x="416104" y="17292"/>
                  <a:pt x="414325" y="15504"/>
                </a:cubicBezTo>
                <a:cubicBezTo>
                  <a:pt x="412545" y="13716"/>
                  <a:pt x="411655" y="11579"/>
                  <a:pt x="411655" y="9093"/>
                </a:cubicBezTo>
                <a:cubicBezTo>
                  <a:pt x="411655" y="6547"/>
                  <a:pt x="412530" y="4395"/>
                  <a:pt x="414279" y="2637"/>
                </a:cubicBezTo>
                <a:cubicBezTo>
                  <a:pt x="416029" y="879"/>
                  <a:pt x="418170" y="0"/>
                  <a:pt x="420704" y="0"/>
                </a:cubicBezTo>
                <a:moveTo>
                  <a:pt x="421880" y="36191"/>
                </a:moveTo>
                <a:lnTo>
                  <a:pt x="403964" y="99966"/>
                </a:lnTo>
                <a:cubicBezTo>
                  <a:pt x="402758" y="104272"/>
                  <a:pt x="402155" y="106850"/>
                  <a:pt x="402155" y="107698"/>
                </a:cubicBezTo>
                <a:cubicBezTo>
                  <a:pt x="402155" y="108672"/>
                  <a:pt x="402441" y="109464"/>
                  <a:pt x="403014" y="110074"/>
                </a:cubicBezTo>
                <a:cubicBezTo>
                  <a:pt x="403587" y="110682"/>
                  <a:pt x="404266" y="110986"/>
                  <a:pt x="405050" y="110986"/>
                </a:cubicBezTo>
                <a:cubicBezTo>
                  <a:pt x="405955" y="110986"/>
                  <a:pt x="407041" y="110499"/>
                  <a:pt x="408308" y="109526"/>
                </a:cubicBezTo>
                <a:cubicBezTo>
                  <a:pt x="411746" y="106792"/>
                  <a:pt x="415214" y="102909"/>
                  <a:pt x="418713" y="97878"/>
                </a:cubicBezTo>
                <a:lnTo>
                  <a:pt x="421880" y="99969"/>
                </a:lnTo>
                <a:cubicBezTo>
                  <a:pt x="417778" y="106279"/>
                  <a:pt x="412952" y="111596"/>
                  <a:pt x="407403" y="115919"/>
                </a:cubicBezTo>
                <a:cubicBezTo>
                  <a:pt x="403301" y="119145"/>
                  <a:pt x="399380" y="120759"/>
                  <a:pt x="395640" y="120759"/>
                </a:cubicBezTo>
                <a:cubicBezTo>
                  <a:pt x="393167" y="120759"/>
                  <a:pt x="391146" y="120016"/>
                  <a:pt x="389578" y="118531"/>
                </a:cubicBezTo>
                <a:cubicBezTo>
                  <a:pt x="388009" y="117045"/>
                  <a:pt x="387225" y="115181"/>
                  <a:pt x="387225" y="112938"/>
                </a:cubicBezTo>
                <a:cubicBezTo>
                  <a:pt x="387225" y="110692"/>
                  <a:pt x="387979" y="106957"/>
                  <a:pt x="389487" y="101734"/>
                </a:cubicBezTo>
                <a:lnTo>
                  <a:pt x="401250" y="60925"/>
                </a:lnTo>
                <a:cubicBezTo>
                  <a:pt x="403180" y="54294"/>
                  <a:pt x="404145" y="50135"/>
                  <a:pt x="404145" y="48447"/>
                </a:cubicBezTo>
                <a:cubicBezTo>
                  <a:pt x="404145" y="47121"/>
                  <a:pt x="403678" y="46036"/>
                  <a:pt x="402743" y="45191"/>
                </a:cubicBezTo>
                <a:cubicBezTo>
                  <a:pt x="401808" y="44344"/>
                  <a:pt x="400526" y="43920"/>
                  <a:pt x="398897" y="43920"/>
                </a:cubicBezTo>
                <a:cubicBezTo>
                  <a:pt x="397570" y="43920"/>
                  <a:pt x="394826" y="44254"/>
                  <a:pt x="390664" y="44921"/>
                </a:cubicBezTo>
                <a:lnTo>
                  <a:pt x="390664" y="41283"/>
                </a:lnTo>
                <a:lnTo>
                  <a:pt x="421880" y="36191"/>
                </a:lnTo>
                <a:close/>
                <a:moveTo>
                  <a:pt x="471676" y="36191"/>
                </a:moveTo>
                <a:lnTo>
                  <a:pt x="459642" y="77691"/>
                </a:lnTo>
                <a:cubicBezTo>
                  <a:pt x="470922" y="60726"/>
                  <a:pt x="479563" y="49569"/>
                  <a:pt x="485565" y="44219"/>
                </a:cubicBezTo>
                <a:cubicBezTo>
                  <a:pt x="491567" y="38867"/>
                  <a:pt x="497343" y="36191"/>
                  <a:pt x="502893" y="36191"/>
                </a:cubicBezTo>
                <a:cubicBezTo>
                  <a:pt x="505909" y="36191"/>
                  <a:pt x="508397" y="37197"/>
                  <a:pt x="510357" y="39209"/>
                </a:cubicBezTo>
                <a:cubicBezTo>
                  <a:pt x="512318" y="41221"/>
                  <a:pt x="513298" y="43842"/>
                  <a:pt x="513298" y="47072"/>
                </a:cubicBezTo>
                <a:cubicBezTo>
                  <a:pt x="513298" y="50711"/>
                  <a:pt x="512423" y="55565"/>
                  <a:pt x="510674" y="61632"/>
                </a:cubicBezTo>
                <a:lnTo>
                  <a:pt x="499635" y="99943"/>
                </a:lnTo>
                <a:cubicBezTo>
                  <a:pt x="498369" y="104373"/>
                  <a:pt x="497735" y="107072"/>
                  <a:pt x="497735" y="108042"/>
                </a:cubicBezTo>
                <a:cubicBezTo>
                  <a:pt x="497735" y="108891"/>
                  <a:pt x="497976" y="109603"/>
                  <a:pt x="498459" y="110179"/>
                </a:cubicBezTo>
                <a:cubicBezTo>
                  <a:pt x="498942" y="110753"/>
                  <a:pt x="499454" y="111040"/>
                  <a:pt x="499997" y="111040"/>
                </a:cubicBezTo>
                <a:cubicBezTo>
                  <a:pt x="500721" y="111040"/>
                  <a:pt x="501596" y="110646"/>
                  <a:pt x="502621" y="109858"/>
                </a:cubicBezTo>
                <a:cubicBezTo>
                  <a:pt x="505818" y="107314"/>
                  <a:pt x="509317" y="103435"/>
                  <a:pt x="513117" y="98221"/>
                </a:cubicBezTo>
                <a:lnTo>
                  <a:pt x="515922" y="99949"/>
                </a:lnTo>
                <a:cubicBezTo>
                  <a:pt x="510312" y="108008"/>
                  <a:pt x="505004" y="113763"/>
                  <a:pt x="499997" y="117215"/>
                </a:cubicBezTo>
                <a:cubicBezTo>
                  <a:pt x="496499" y="119577"/>
                  <a:pt x="493362" y="120759"/>
                  <a:pt x="490587" y="120759"/>
                </a:cubicBezTo>
                <a:cubicBezTo>
                  <a:pt x="488355" y="120759"/>
                  <a:pt x="486576" y="120077"/>
                  <a:pt x="485249" y="118713"/>
                </a:cubicBezTo>
                <a:cubicBezTo>
                  <a:pt x="483921" y="117349"/>
                  <a:pt x="483258" y="115515"/>
                  <a:pt x="483258" y="113211"/>
                </a:cubicBezTo>
                <a:cubicBezTo>
                  <a:pt x="483258" y="110309"/>
                  <a:pt x="484283" y="105321"/>
                  <a:pt x="486334" y="98247"/>
                </a:cubicBezTo>
                <a:lnTo>
                  <a:pt x="496830" y="61794"/>
                </a:lnTo>
                <a:cubicBezTo>
                  <a:pt x="498157" y="57259"/>
                  <a:pt x="498821" y="53722"/>
                  <a:pt x="498821" y="51184"/>
                </a:cubicBezTo>
                <a:cubicBezTo>
                  <a:pt x="498821" y="49975"/>
                  <a:pt x="498429" y="48993"/>
                  <a:pt x="497645" y="48237"/>
                </a:cubicBezTo>
                <a:cubicBezTo>
                  <a:pt x="496860" y="47481"/>
                  <a:pt x="495895" y="47103"/>
                  <a:pt x="494749" y="47103"/>
                </a:cubicBezTo>
                <a:cubicBezTo>
                  <a:pt x="493060" y="47103"/>
                  <a:pt x="491039" y="47829"/>
                  <a:pt x="488687" y="49280"/>
                </a:cubicBezTo>
                <a:cubicBezTo>
                  <a:pt x="484223" y="51998"/>
                  <a:pt x="479578" y="56485"/>
                  <a:pt x="474753" y="62741"/>
                </a:cubicBezTo>
                <a:cubicBezTo>
                  <a:pt x="469927" y="68994"/>
                  <a:pt x="464830" y="76985"/>
                  <a:pt x="459461" y="86713"/>
                </a:cubicBezTo>
                <a:cubicBezTo>
                  <a:pt x="456626" y="91849"/>
                  <a:pt x="454273" y="97468"/>
                  <a:pt x="452403" y="103572"/>
                </a:cubicBezTo>
                <a:lnTo>
                  <a:pt x="447879" y="118576"/>
                </a:lnTo>
                <a:lnTo>
                  <a:pt x="434307" y="118576"/>
                </a:lnTo>
                <a:lnTo>
                  <a:pt x="450775" y="61470"/>
                </a:lnTo>
                <a:cubicBezTo>
                  <a:pt x="452705" y="54658"/>
                  <a:pt x="453670" y="50559"/>
                  <a:pt x="453670" y="49172"/>
                </a:cubicBezTo>
                <a:cubicBezTo>
                  <a:pt x="453670" y="47846"/>
                  <a:pt x="453142" y="46684"/>
                  <a:pt x="452087" y="45688"/>
                </a:cubicBezTo>
                <a:cubicBezTo>
                  <a:pt x="451031" y="44692"/>
                  <a:pt x="449719" y="44193"/>
                  <a:pt x="448151" y="44193"/>
                </a:cubicBezTo>
                <a:cubicBezTo>
                  <a:pt x="447427" y="44193"/>
                  <a:pt x="446160" y="44315"/>
                  <a:pt x="444350" y="44557"/>
                </a:cubicBezTo>
                <a:lnTo>
                  <a:pt x="440912" y="45103"/>
                </a:lnTo>
                <a:lnTo>
                  <a:pt x="440369" y="41829"/>
                </a:lnTo>
                <a:lnTo>
                  <a:pt x="471676" y="36191"/>
                </a:lnTo>
                <a:close/>
                <a:moveTo>
                  <a:pt x="619977" y="41829"/>
                </a:moveTo>
                <a:lnTo>
                  <a:pt x="617353" y="51286"/>
                </a:lnTo>
                <a:lnTo>
                  <a:pt x="602243" y="51286"/>
                </a:lnTo>
                <a:cubicBezTo>
                  <a:pt x="603389" y="54560"/>
                  <a:pt x="603962" y="57621"/>
                  <a:pt x="603962" y="60470"/>
                </a:cubicBezTo>
                <a:cubicBezTo>
                  <a:pt x="603962" y="68472"/>
                  <a:pt x="600584" y="75595"/>
                  <a:pt x="593828" y="81839"/>
                </a:cubicBezTo>
                <a:cubicBezTo>
                  <a:pt x="587012" y="88083"/>
                  <a:pt x="577662" y="91539"/>
                  <a:pt x="565778" y="92206"/>
                </a:cubicBezTo>
                <a:cubicBezTo>
                  <a:pt x="559384" y="94157"/>
                  <a:pt x="554589" y="96474"/>
                  <a:pt x="551392" y="99156"/>
                </a:cubicBezTo>
                <a:cubicBezTo>
                  <a:pt x="550185" y="100132"/>
                  <a:pt x="549582" y="101138"/>
                  <a:pt x="549582" y="102174"/>
                </a:cubicBezTo>
                <a:cubicBezTo>
                  <a:pt x="549582" y="103394"/>
                  <a:pt x="550125" y="104507"/>
                  <a:pt x="551211" y="105513"/>
                </a:cubicBezTo>
                <a:cubicBezTo>
                  <a:pt x="552296" y="106519"/>
                  <a:pt x="555041" y="107540"/>
                  <a:pt x="559445" y="108576"/>
                </a:cubicBezTo>
                <a:lnTo>
                  <a:pt x="576998" y="112634"/>
                </a:lnTo>
                <a:cubicBezTo>
                  <a:pt x="586710" y="114917"/>
                  <a:pt x="593134" y="117637"/>
                  <a:pt x="596271" y="120793"/>
                </a:cubicBezTo>
                <a:cubicBezTo>
                  <a:pt x="599347" y="124011"/>
                  <a:pt x="600886" y="127715"/>
                  <a:pt x="600886" y="131903"/>
                </a:cubicBezTo>
                <a:cubicBezTo>
                  <a:pt x="600886" y="136882"/>
                  <a:pt x="599061" y="141435"/>
                  <a:pt x="595411" y="145563"/>
                </a:cubicBezTo>
                <a:cubicBezTo>
                  <a:pt x="591762" y="149691"/>
                  <a:pt x="586423" y="152924"/>
                  <a:pt x="579396" y="155262"/>
                </a:cubicBezTo>
                <a:cubicBezTo>
                  <a:pt x="572368" y="157600"/>
                  <a:pt x="564602" y="158768"/>
                  <a:pt x="556097" y="158768"/>
                </a:cubicBezTo>
                <a:cubicBezTo>
                  <a:pt x="548617" y="158768"/>
                  <a:pt x="541800" y="157872"/>
                  <a:pt x="535648" y="156080"/>
                </a:cubicBezTo>
                <a:cubicBezTo>
                  <a:pt x="529495" y="154290"/>
                  <a:pt x="525091" y="151877"/>
                  <a:pt x="522437" y="148843"/>
                </a:cubicBezTo>
                <a:cubicBezTo>
                  <a:pt x="519783" y="145808"/>
                  <a:pt x="518456" y="142682"/>
                  <a:pt x="518456" y="139465"/>
                </a:cubicBezTo>
                <a:cubicBezTo>
                  <a:pt x="518456" y="136855"/>
                  <a:pt x="519316" y="134138"/>
                  <a:pt x="521035" y="131315"/>
                </a:cubicBezTo>
                <a:cubicBezTo>
                  <a:pt x="522754" y="128493"/>
                  <a:pt x="524910" y="126171"/>
                  <a:pt x="527504" y="124350"/>
                </a:cubicBezTo>
                <a:cubicBezTo>
                  <a:pt x="529133" y="123197"/>
                  <a:pt x="533747" y="120465"/>
                  <a:pt x="541348" y="116155"/>
                </a:cubicBezTo>
                <a:cubicBezTo>
                  <a:pt x="538573" y="113969"/>
                  <a:pt x="537186" y="111571"/>
                  <a:pt x="537186" y="108960"/>
                </a:cubicBezTo>
                <a:cubicBezTo>
                  <a:pt x="537186" y="106533"/>
                  <a:pt x="538407" y="103954"/>
                  <a:pt x="540850" y="101222"/>
                </a:cubicBezTo>
                <a:cubicBezTo>
                  <a:pt x="543293" y="98489"/>
                  <a:pt x="548466" y="95483"/>
                  <a:pt x="556368" y="92206"/>
                </a:cubicBezTo>
                <a:cubicBezTo>
                  <a:pt x="549733" y="90933"/>
                  <a:pt x="544470" y="88144"/>
                  <a:pt x="540579" y="83840"/>
                </a:cubicBezTo>
                <a:cubicBezTo>
                  <a:pt x="536688" y="79536"/>
                  <a:pt x="534743" y="74747"/>
                  <a:pt x="534743" y="69473"/>
                </a:cubicBezTo>
                <a:cubicBezTo>
                  <a:pt x="534743" y="60864"/>
                  <a:pt x="538498" y="53165"/>
                  <a:pt x="546008" y="46376"/>
                </a:cubicBezTo>
                <a:cubicBezTo>
                  <a:pt x="553518" y="39586"/>
                  <a:pt x="563516" y="36191"/>
                  <a:pt x="576003" y="36191"/>
                </a:cubicBezTo>
                <a:cubicBezTo>
                  <a:pt x="580527" y="36191"/>
                  <a:pt x="584237" y="36646"/>
                  <a:pt x="587132" y="37555"/>
                </a:cubicBezTo>
                <a:cubicBezTo>
                  <a:pt x="590028" y="38465"/>
                  <a:pt x="592833" y="39889"/>
                  <a:pt x="595547" y="41829"/>
                </a:cubicBezTo>
                <a:lnTo>
                  <a:pt x="619977" y="41829"/>
                </a:lnTo>
                <a:moveTo>
                  <a:pt x="588580" y="56108"/>
                </a:moveTo>
                <a:cubicBezTo>
                  <a:pt x="588580" y="51285"/>
                  <a:pt x="587238" y="47488"/>
                  <a:pt x="584553" y="44716"/>
                </a:cubicBezTo>
                <a:cubicBezTo>
                  <a:pt x="581869" y="41943"/>
                  <a:pt x="578355" y="40556"/>
                  <a:pt x="574012" y="40556"/>
                </a:cubicBezTo>
                <a:cubicBezTo>
                  <a:pt x="567196" y="40556"/>
                  <a:pt x="561571" y="43976"/>
                  <a:pt x="557137" y="50817"/>
                </a:cubicBezTo>
                <a:cubicBezTo>
                  <a:pt x="552704" y="57658"/>
                  <a:pt x="550487" y="64786"/>
                  <a:pt x="550487" y="72201"/>
                </a:cubicBezTo>
                <a:cubicBezTo>
                  <a:pt x="550487" y="76842"/>
                  <a:pt x="551904" y="80639"/>
                  <a:pt x="554739" y="83593"/>
                </a:cubicBezTo>
                <a:cubicBezTo>
                  <a:pt x="557575" y="86546"/>
                  <a:pt x="561013" y="88023"/>
                  <a:pt x="565054" y="88023"/>
                </a:cubicBezTo>
                <a:cubicBezTo>
                  <a:pt x="568251" y="88023"/>
                  <a:pt x="571343" y="87149"/>
                  <a:pt x="574329" y="85403"/>
                </a:cubicBezTo>
                <a:cubicBezTo>
                  <a:pt x="577315" y="83654"/>
                  <a:pt x="579833" y="81243"/>
                  <a:pt x="581884" y="78168"/>
                </a:cubicBezTo>
                <a:cubicBezTo>
                  <a:pt x="583935" y="75093"/>
                  <a:pt x="585564" y="71176"/>
                  <a:pt x="586770" y="66415"/>
                </a:cubicBezTo>
                <a:cubicBezTo>
                  <a:pt x="587977" y="61652"/>
                  <a:pt x="588580" y="58217"/>
                  <a:pt x="588580" y="56108"/>
                </a:cubicBezTo>
                <a:moveTo>
                  <a:pt x="545239" y="118522"/>
                </a:moveTo>
                <a:cubicBezTo>
                  <a:pt x="540353" y="120769"/>
                  <a:pt x="536658" y="123653"/>
                  <a:pt x="534155" y="127175"/>
                </a:cubicBezTo>
                <a:cubicBezTo>
                  <a:pt x="531651" y="130697"/>
                  <a:pt x="530400" y="134157"/>
                  <a:pt x="530400" y="137556"/>
                </a:cubicBezTo>
                <a:cubicBezTo>
                  <a:pt x="530400" y="141564"/>
                  <a:pt x="532209" y="144874"/>
                  <a:pt x="535829" y="147484"/>
                </a:cubicBezTo>
                <a:cubicBezTo>
                  <a:pt x="541016" y="151248"/>
                  <a:pt x="548617" y="153131"/>
                  <a:pt x="558630" y="153131"/>
                </a:cubicBezTo>
                <a:cubicBezTo>
                  <a:pt x="567256" y="153131"/>
                  <a:pt x="574631" y="151658"/>
                  <a:pt x="580753" y="148712"/>
                </a:cubicBezTo>
                <a:cubicBezTo>
                  <a:pt x="586876" y="145768"/>
                  <a:pt x="589937" y="141958"/>
                  <a:pt x="589937" y="137283"/>
                </a:cubicBezTo>
                <a:cubicBezTo>
                  <a:pt x="589937" y="134915"/>
                  <a:pt x="588806" y="132668"/>
                  <a:pt x="586544" y="130542"/>
                </a:cubicBezTo>
                <a:cubicBezTo>
                  <a:pt x="584282" y="128417"/>
                  <a:pt x="579894" y="126686"/>
                  <a:pt x="573379" y="125351"/>
                </a:cubicBezTo>
                <a:cubicBezTo>
                  <a:pt x="569820" y="124623"/>
                  <a:pt x="560440" y="122347"/>
                  <a:pt x="545239" y="118522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F8632-942D-4C45-A34F-E432C315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776" y="2425466"/>
            <a:ext cx="1108926" cy="10"/>
          </a:xfrm>
          <a:custGeom xmlns:a="http://schemas.openxmlformats.org/drawingml/2006/main">
            <a:pathLst>
              <a:path w="1108926" h="1" fill="none">
                <a:moveTo>
                  <a:pt x="0" y="0"/>
                </a:moveTo>
                <a:lnTo>
                  <a:pt x="1108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custDash>
              <a:ds d="400001" sp="300001"/>
            </a:custDash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D3BA8-C508-4784-B58F-90A55AB9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84" y="2417711"/>
            <a:ext cx="1099603" cy="10"/>
          </a:xfrm>
          <a:custGeom xmlns:a="http://schemas.openxmlformats.org/drawingml/2006/main">
            <a:pathLst>
              <a:path w="1099603" h="1" fill="none">
                <a:moveTo>
                  <a:pt x="0" y="0"/>
                </a:moveTo>
                <a:lnTo>
                  <a:pt x="1099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custDash>
              <a:ds d="400001" sp="300001"/>
            </a:custDash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6DB2F-B6B4-4878-AC6D-02342DA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998" y="1005459"/>
            <a:ext cx="1108926" cy="10"/>
          </a:xfrm>
          <a:custGeom xmlns:a="http://schemas.openxmlformats.org/drawingml/2006/main">
            <a:pathLst>
              <a:path w="1108926" h="1" fill="none">
                <a:moveTo>
                  <a:pt x="0" y="0"/>
                </a:moveTo>
                <a:lnTo>
                  <a:pt x="1108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320" cap="flat">
            <a:solidFill>
              <a:srgbClr val="000000"/>
            </a:solidFill>
            <a:custDash>
              <a:ds d="400001" sp="300001"/>
            </a:custDash>
            <a:round/>
          </a:ln>
        </p:spPr>
      </p:sp>
      <p:sp>
        <p:nvSpPr>
          <p:cNvPr id="155" name="Text (b)Overtakingandcrossingwithfunctionalmodel.">
            <a:extLst xmlns:a="http://schemas.openxmlformats.org/drawingml/2006/main">
              <a:ext uri="{FF2B5EF4-FFF2-40B4-BE49-F238E27FC236}">
                <a16:creationId xmlns:a16="http://schemas.microsoft.com/office/drawing/2014/main" id="{83883020-3629-48D1-8B58-F8F4B52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198" y="2879813"/>
            <a:ext cx="5354892" cy="242199"/>
          </a:xfrm>
          <a:custGeom xmlns:a="http://schemas.openxmlformats.org/drawingml/2006/main">
            <a:pathLst>
              <a:path w="5354892" h="242199">
                <a:moveTo>
                  <a:pt x="0" y="116832"/>
                </a:moveTo>
                <a:cubicBezTo>
                  <a:pt x="0" y="128365"/>
                  <a:pt x="1024" y="187548"/>
                  <a:pt x="54319" y="233669"/>
                </a:cubicBezTo>
                <a:lnTo>
                  <a:pt x="60211" y="229313"/>
                </a:lnTo>
                <a:cubicBezTo>
                  <a:pt x="51754" y="219575"/>
                  <a:pt x="21268" y="184217"/>
                  <a:pt x="21268" y="116832"/>
                </a:cubicBezTo>
                <a:cubicBezTo>
                  <a:pt x="21268" y="49448"/>
                  <a:pt x="52012" y="14090"/>
                  <a:pt x="60211" y="4867"/>
                </a:cubicBezTo>
                <a:lnTo>
                  <a:pt x="54319" y="254"/>
                </a:lnTo>
                <a:cubicBezTo>
                  <a:pt x="23829" y="26389"/>
                  <a:pt x="0" y="69179"/>
                  <a:pt x="0" y="116832"/>
                </a:cubicBezTo>
                <a:close/>
                <a:moveTo>
                  <a:pt x="110172" y="160580"/>
                </a:moveTo>
                <a:lnTo>
                  <a:pt x="110172" y="94181"/>
                </a:lnTo>
                <a:cubicBezTo>
                  <a:pt x="120164" y="83926"/>
                  <a:pt x="126572" y="79055"/>
                  <a:pt x="137077" y="79055"/>
                </a:cubicBezTo>
                <a:cubicBezTo>
                  <a:pt x="152703" y="79055"/>
                  <a:pt x="166539" y="91925"/>
                  <a:pt x="166539" y="123916"/>
                </a:cubicBezTo>
                <a:cubicBezTo>
                  <a:pt x="166539" y="155709"/>
                  <a:pt x="157059" y="173653"/>
                  <a:pt x="132722" y="173653"/>
                </a:cubicBezTo>
                <a:cubicBezTo>
                  <a:pt x="124778" y="173653"/>
                  <a:pt x="115297" y="166988"/>
                  <a:pt x="110172" y="160580"/>
                </a:cubicBezTo>
                <a:moveTo>
                  <a:pt x="110172" y="53189"/>
                </a:moveTo>
                <a:cubicBezTo>
                  <a:pt x="110172" y="34244"/>
                  <a:pt x="110480" y="20728"/>
                  <a:pt x="111712" y="5059"/>
                </a:cubicBezTo>
                <a:cubicBezTo>
                  <a:pt x="111712" y="3268"/>
                  <a:pt x="110993" y="2498"/>
                  <a:pt x="109405" y="2498"/>
                </a:cubicBezTo>
                <a:cubicBezTo>
                  <a:pt x="102998" y="5059"/>
                  <a:pt x="97516" y="6853"/>
                  <a:pt x="87113" y="7620"/>
                </a:cubicBezTo>
                <a:lnTo>
                  <a:pt x="86601" y="8390"/>
                </a:lnTo>
                <a:cubicBezTo>
                  <a:pt x="88599" y="19344"/>
                  <a:pt x="89674" y="38341"/>
                  <a:pt x="89674" y="57798"/>
                </a:cubicBezTo>
                <a:lnTo>
                  <a:pt x="89674" y="162629"/>
                </a:lnTo>
                <a:cubicBezTo>
                  <a:pt x="89674" y="172629"/>
                  <a:pt x="89471" y="176269"/>
                  <a:pt x="88395" y="181852"/>
                </a:cubicBezTo>
                <a:cubicBezTo>
                  <a:pt x="89932" y="183388"/>
                  <a:pt x="92903" y="183900"/>
                  <a:pt x="95569" y="183900"/>
                </a:cubicBezTo>
                <a:cubicBezTo>
                  <a:pt x="98388" y="180827"/>
                  <a:pt x="101359" y="176472"/>
                  <a:pt x="104022" y="171347"/>
                </a:cubicBezTo>
                <a:cubicBezTo>
                  <a:pt x="111454" y="177755"/>
                  <a:pt x="123241" y="183900"/>
                  <a:pt x="134258" y="183900"/>
                </a:cubicBezTo>
                <a:cubicBezTo>
                  <a:pt x="160389" y="183900"/>
                  <a:pt x="189343" y="165451"/>
                  <a:pt x="189343" y="121868"/>
                </a:cubicBezTo>
                <a:cubicBezTo>
                  <a:pt x="189343" y="90592"/>
                  <a:pt x="167051" y="68804"/>
                  <a:pt x="142198" y="68804"/>
                </a:cubicBezTo>
                <a:cubicBezTo>
                  <a:pt x="129903" y="68804"/>
                  <a:pt x="118886" y="72135"/>
                  <a:pt x="110172" y="81619"/>
                </a:cubicBezTo>
                <a:lnTo>
                  <a:pt x="110172" y="53189"/>
                </a:lnTo>
                <a:close/>
                <a:moveTo>
                  <a:pt x="263390" y="116832"/>
                </a:moveTo>
                <a:cubicBezTo>
                  <a:pt x="263390" y="105303"/>
                  <a:pt x="262366" y="46117"/>
                  <a:pt x="209071" y="0"/>
                </a:cubicBezTo>
                <a:lnTo>
                  <a:pt x="203179" y="4355"/>
                </a:lnTo>
                <a:cubicBezTo>
                  <a:pt x="211632" y="14090"/>
                  <a:pt x="242122" y="49448"/>
                  <a:pt x="242122" y="116832"/>
                </a:cubicBezTo>
                <a:cubicBezTo>
                  <a:pt x="242122" y="184217"/>
                  <a:pt x="211378" y="219575"/>
                  <a:pt x="203179" y="228801"/>
                </a:cubicBezTo>
                <a:lnTo>
                  <a:pt x="209071" y="233411"/>
                </a:lnTo>
                <a:cubicBezTo>
                  <a:pt x="239561" y="207279"/>
                  <a:pt x="263390" y="164490"/>
                  <a:pt x="263390" y="116832"/>
                </a:cubicBezTo>
                <a:close/>
                <a:moveTo>
                  <a:pt x="429673" y="24032"/>
                </a:moveTo>
                <a:cubicBezTo>
                  <a:pt x="465797" y="24032"/>
                  <a:pt x="488860" y="48627"/>
                  <a:pt x="488860" y="101918"/>
                </a:cubicBezTo>
                <a:cubicBezTo>
                  <a:pt x="488860" y="147776"/>
                  <a:pt x="467592" y="172629"/>
                  <a:pt x="438384" y="172629"/>
                </a:cubicBezTo>
                <a:cubicBezTo>
                  <a:pt x="407639" y="172629"/>
                  <a:pt x="378431" y="146752"/>
                  <a:pt x="378431" y="97562"/>
                </a:cubicBezTo>
                <a:cubicBezTo>
                  <a:pt x="378431" y="43759"/>
                  <a:pt x="405074" y="24032"/>
                  <a:pt x="429673" y="24032"/>
                </a:cubicBezTo>
                <a:moveTo>
                  <a:pt x="515249" y="97050"/>
                </a:moveTo>
                <a:cubicBezTo>
                  <a:pt x="515249" y="46324"/>
                  <a:pt x="479121" y="12757"/>
                  <a:pt x="433004" y="12757"/>
                </a:cubicBezTo>
                <a:cubicBezTo>
                  <a:pt x="387141" y="12757"/>
                  <a:pt x="352038" y="51704"/>
                  <a:pt x="352038" y="101918"/>
                </a:cubicBezTo>
                <a:cubicBezTo>
                  <a:pt x="352038" y="152390"/>
                  <a:pt x="389190" y="183900"/>
                  <a:pt x="433258" y="183900"/>
                </a:cubicBezTo>
                <a:cubicBezTo>
                  <a:pt x="482198" y="183900"/>
                  <a:pt x="515249" y="148288"/>
                  <a:pt x="515249" y="97050"/>
                </a:cubicBezTo>
                <a:close/>
                <a:moveTo>
                  <a:pt x="582890" y="182149"/>
                </a:moveTo>
                <a:cubicBezTo>
                  <a:pt x="585451" y="181383"/>
                  <a:pt x="588269" y="181383"/>
                  <a:pt x="590830" y="181383"/>
                </a:cubicBezTo>
                <a:cubicBezTo>
                  <a:pt x="593395" y="181383"/>
                  <a:pt x="596213" y="181383"/>
                  <a:pt x="598520" y="182149"/>
                </a:cubicBezTo>
                <a:cubicBezTo>
                  <a:pt x="611840" y="144782"/>
                  <a:pt x="627728" y="108435"/>
                  <a:pt x="644379" y="70805"/>
                </a:cubicBezTo>
                <a:cubicBezTo>
                  <a:pt x="642076" y="71576"/>
                  <a:pt x="637205" y="71576"/>
                  <a:pt x="634644" y="71576"/>
                </a:cubicBezTo>
                <a:cubicBezTo>
                  <a:pt x="632083" y="71576"/>
                  <a:pt x="628240" y="71576"/>
                  <a:pt x="625934" y="70805"/>
                </a:cubicBezTo>
                <a:cubicBezTo>
                  <a:pt x="615581" y="99732"/>
                  <a:pt x="606668" y="133209"/>
                  <a:pt x="594880" y="158297"/>
                </a:cubicBezTo>
                <a:lnTo>
                  <a:pt x="594368" y="158297"/>
                </a:lnTo>
                <a:cubicBezTo>
                  <a:pt x="581557" y="129014"/>
                  <a:pt x="573206" y="100139"/>
                  <a:pt x="563929" y="70805"/>
                </a:cubicBezTo>
                <a:cubicBezTo>
                  <a:pt x="560598" y="71576"/>
                  <a:pt x="554706" y="71576"/>
                  <a:pt x="551117" y="71576"/>
                </a:cubicBezTo>
                <a:cubicBezTo>
                  <a:pt x="547020" y="71576"/>
                  <a:pt x="540358" y="71576"/>
                  <a:pt x="536257" y="70805"/>
                </a:cubicBezTo>
                <a:cubicBezTo>
                  <a:pt x="553424" y="108435"/>
                  <a:pt x="568542" y="144782"/>
                  <a:pt x="582890" y="182149"/>
                </a:cubicBezTo>
                <a:close/>
                <a:moveTo>
                  <a:pt x="679485" y="111351"/>
                </a:moveTo>
                <a:cubicBezTo>
                  <a:pt x="683840" y="84692"/>
                  <a:pt x="700647" y="79055"/>
                  <a:pt x="708693" y="79055"/>
                </a:cubicBezTo>
                <a:cubicBezTo>
                  <a:pt x="718838" y="79055"/>
                  <a:pt x="730215" y="88539"/>
                  <a:pt x="730215" y="107762"/>
                </a:cubicBezTo>
                <a:cubicBezTo>
                  <a:pt x="730215" y="110069"/>
                  <a:pt x="729190" y="111351"/>
                  <a:pt x="726626" y="111351"/>
                </a:cubicBezTo>
                <a:lnTo>
                  <a:pt x="679485" y="111351"/>
                </a:lnTo>
                <a:moveTo>
                  <a:pt x="747894" y="154681"/>
                </a:moveTo>
                <a:cubicBezTo>
                  <a:pt x="738925" y="164427"/>
                  <a:pt x="726884" y="168786"/>
                  <a:pt x="712790" y="168786"/>
                </a:cubicBezTo>
                <a:cubicBezTo>
                  <a:pt x="704029" y="168786"/>
                  <a:pt x="691936" y="165451"/>
                  <a:pt x="684864" y="154168"/>
                </a:cubicBezTo>
                <a:cubicBezTo>
                  <a:pt x="680353" y="146987"/>
                  <a:pt x="678714" y="136525"/>
                  <a:pt x="678714" y="121598"/>
                </a:cubicBezTo>
                <a:lnTo>
                  <a:pt x="748406" y="121598"/>
                </a:lnTo>
                <a:cubicBezTo>
                  <a:pt x="751224" y="121598"/>
                  <a:pt x="753015" y="120062"/>
                  <a:pt x="753015" y="117243"/>
                </a:cubicBezTo>
                <a:cubicBezTo>
                  <a:pt x="753015" y="95717"/>
                  <a:pt x="742510" y="68804"/>
                  <a:pt x="708693" y="68804"/>
                </a:cubicBezTo>
                <a:cubicBezTo>
                  <a:pt x="682299" y="68804"/>
                  <a:pt x="656168" y="90076"/>
                  <a:pt x="656168" y="127756"/>
                </a:cubicBezTo>
                <a:cubicBezTo>
                  <a:pt x="656168" y="142319"/>
                  <a:pt x="659139" y="156682"/>
                  <a:pt x="667697" y="166992"/>
                </a:cubicBezTo>
                <a:cubicBezTo>
                  <a:pt x="676509" y="177598"/>
                  <a:pt x="691166" y="183900"/>
                  <a:pt x="708435" y="183900"/>
                </a:cubicBezTo>
                <a:cubicBezTo>
                  <a:pt x="726884" y="183900"/>
                  <a:pt x="743280" y="174424"/>
                  <a:pt x="753015" y="161092"/>
                </a:cubicBezTo>
                <a:lnTo>
                  <a:pt x="747894" y="154681"/>
                </a:lnTo>
                <a:close/>
                <a:moveTo>
                  <a:pt x="806309" y="95717"/>
                </a:moveTo>
                <a:lnTo>
                  <a:pt x="806309" y="72393"/>
                </a:lnTo>
                <a:cubicBezTo>
                  <a:pt x="806309" y="70395"/>
                  <a:pt x="806000" y="69832"/>
                  <a:pt x="804772" y="69832"/>
                </a:cubicBezTo>
                <a:cubicBezTo>
                  <a:pt x="799033" y="70958"/>
                  <a:pt x="789861" y="71161"/>
                  <a:pt x="784017" y="70598"/>
                </a:cubicBezTo>
                <a:lnTo>
                  <a:pt x="783504" y="71368"/>
                </a:lnTo>
                <a:cubicBezTo>
                  <a:pt x="785299" y="82436"/>
                  <a:pt x="785811" y="101875"/>
                  <a:pt x="785811" y="121109"/>
                </a:cubicBezTo>
                <a:lnTo>
                  <a:pt x="785811" y="135215"/>
                </a:lnTo>
                <a:cubicBezTo>
                  <a:pt x="785811" y="154450"/>
                  <a:pt x="785506" y="167582"/>
                  <a:pt x="783504" y="181383"/>
                </a:cubicBezTo>
                <a:lnTo>
                  <a:pt x="784017" y="182149"/>
                </a:lnTo>
                <a:cubicBezTo>
                  <a:pt x="787093" y="181637"/>
                  <a:pt x="792985" y="181383"/>
                  <a:pt x="796062" y="181383"/>
                </a:cubicBezTo>
                <a:cubicBezTo>
                  <a:pt x="799135" y="181383"/>
                  <a:pt x="805026" y="181637"/>
                  <a:pt x="808103" y="182149"/>
                </a:cubicBezTo>
                <a:lnTo>
                  <a:pt x="808615" y="181383"/>
                </a:lnTo>
                <a:cubicBezTo>
                  <a:pt x="806719" y="166761"/>
                  <a:pt x="806309" y="154708"/>
                  <a:pt x="806309" y="135215"/>
                </a:cubicBezTo>
                <a:lnTo>
                  <a:pt x="806309" y="121880"/>
                </a:lnTo>
                <a:cubicBezTo>
                  <a:pt x="806309" y="111105"/>
                  <a:pt x="809538" y="104951"/>
                  <a:pt x="815019" y="96487"/>
                </a:cubicBezTo>
                <a:cubicBezTo>
                  <a:pt x="818761" y="90795"/>
                  <a:pt x="824500" y="87511"/>
                  <a:pt x="829367" y="87511"/>
                </a:cubicBezTo>
                <a:cubicBezTo>
                  <a:pt x="834492" y="87511"/>
                  <a:pt x="839360" y="88023"/>
                  <a:pt x="842691" y="91100"/>
                </a:cubicBezTo>
                <a:lnTo>
                  <a:pt x="844739" y="90588"/>
                </a:lnTo>
                <a:lnTo>
                  <a:pt x="849865" y="71623"/>
                </a:lnTo>
                <a:lnTo>
                  <a:pt x="848840" y="70598"/>
                </a:lnTo>
                <a:cubicBezTo>
                  <a:pt x="844485" y="69320"/>
                  <a:pt x="844227" y="68804"/>
                  <a:pt x="839618" y="68804"/>
                </a:cubicBezTo>
                <a:cubicBezTo>
                  <a:pt x="825782" y="68804"/>
                  <a:pt x="818350" y="76748"/>
                  <a:pt x="807079" y="96229"/>
                </a:cubicBezTo>
                <a:lnTo>
                  <a:pt x="806309" y="95717"/>
                </a:lnTo>
                <a:close/>
                <a:moveTo>
                  <a:pt x="878816" y="71556"/>
                </a:moveTo>
                <a:cubicBezTo>
                  <a:pt x="873589" y="71556"/>
                  <a:pt x="868158" y="71454"/>
                  <a:pt x="864980" y="71044"/>
                </a:cubicBezTo>
                <a:cubicBezTo>
                  <a:pt x="863240" y="75247"/>
                  <a:pt x="861856" y="77706"/>
                  <a:pt x="859346" y="81549"/>
                </a:cubicBezTo>
                <a:lnTo>
                  <a:pt x="860625" y="83343"/>
                </a:lnTo>
                <a:cubicBezTo>
                  <a:pt x="865035" y="83034"/>
                  <a:pt x="872975" y="82882"/>
                  <a:pt x="878816" y="82831"/>
                </a:cubicBezTo>
                <a:lnTo>
                  <a:pt x="878816" y="117884"/>
                </a:lnTo>
                <a:cubicBezTo>
                  <a:pt x="878816" y="133237"/>
                  <a:pt x="878050" y="151662"/>
                  <a:pt x="878050" y="159337"/>
                </a:cubicBezTo>
                <a:cubicBezTo>
                  <a:pt x="878050" y="175976"/>
                  <a:pt x="888809" y="183900"/>
                  <a:pt x="900596" y="183900"/>
                </a:cubicBezTo>
                <a:cubicBezTo>
                  <a:pt x="911359" y="183900"/>
                  <a:pt x="919557" y="181344"/>
                  <a:pt x="930316" y="174443"/>
                </a:cubicBezTo>
                <a:lnTo>
                  <a:pt x="927192" y="168137"/>
                </a:lnTo>
                <a:cubicBezTo>
                  <a:pt x="919299" y="170854"/>
                  <a:pt x="913407" y="171112"/>
                  <a:pt x="907000" y="170088"/>
                </a:cubicBezTo>
                <a:cubicBezTo>
                  <a:pt x="900905" y="169114"/>
                  <a:pt x="898547" y="162969"/>
                  <a:pt x="898547" y="149102"/>
                </a:cubicBezTo>
                <a:cubicBezTo>
                  <a:pt x="898547" y="141427"/>
                  <a:pt x="899314" y="130422"/>
                  <a:pt x="899314" y="115073"/>
                </a:cubicBezTo>
                <a:lnTo>
                  <a:pt x="899314" y="82831"/>
                </a:lnTo>
                <a:lnTo>
                  <a:pt x="909052" y="82831"/>
                </a:lnTo>
                <a:cubicBezTo>
                  <a:pt x="915202" y="82831"/>
                  <a:pt x="924116" y="83034"/>
                  <a:pt x="927497" y="83343"/>
                </a:cubicBezTo>
                <a:cubicBezTo>
                  <a:pt x="928267" y="79246"/>
                  <a:pt x="929038" y="76631"/>
                  <a:pt x="930574" y="72838"/>
                </a:cubicBezTo>
                <a:lnTo>
                  <a:pt x="929292" y="71044"/>
                </a:lnTo>
                <a:cubicBezTo>
                  <a:pt x="924679" y="71251"/>
                  <a:pt x="917250" y="71556"/>
                  <a:pt x="911359" y="71556"/>
                </a:cubicBezTo>
                <a:lnTo>
                  <a:pt x="899314" y="71556"/>
                </a:lnTo>
                <a:cubicBezTo>
                  <a:pt x="899314" y="52392"/>
                  <a:pt x="899470" y="49010"/>
                  <a:pt x="900596" y="34150"/>
                </a:cubicBezTo>
                <a:cubicBezTo>
                  <a:pt x="900596" y="32304"/>
                  <a:pt x="899880" y="31589"/>
                  <a:pt x="898289" y="31589"/>
                </a:cubicBezTo>
                <a:cubicBezTo>
                  <a:pt x="891885" y="34150"/>
                  <a:pt x="888707" y="36867"/>
                  <a:pt x="880356" y="37993"/>
                </a:cubicBezTo>
                <a:lnTo>
                  <a:pt x="879844" y="38763"/>
                </a:lnTo>
                <a:cubicBezTo>
                  <a:pt x="879332" y="47681"/>
                  <a:pt x="878816" y="56696"/>
                  <a:pt x="878816" y="71556"/>
                </a:cubicBezTo>
                <a:close/>
                <a:moveTo>
                  <a:pt x="1021018" y="123662"/>
                </a:moveTo>
                <a:lnTo>
                  <a:pt x="1019994" y="154172"/>
                </a:lnTo>
                <a:cubicBezTo>
                  <a:pt x="1019994" y="157503"/>
                  <a:pt x="1018454" y="159298"/>
                  <a:pt x="1016405" y="160838"/>
                </a:cubicBezTo>
                <a:cubicBezTo>
                  <a:pt x="1009231" y="166221"/>
                  <a:pt x="1000521" y="170835"/>
                  <a:pt x="992834" y="170835"/>
                </a:cubicBezTo>
                <a:cubicBezTo>
                  <a:pt x="981305" y="170835"/>
                  <a:pt x="973873" y="163145"/>
                  <a:pt x="973873" y="155197"/>
                </a:cubicBezTo>
                <a:cubicBezTo>
                  <a:pt x="973873" y="143660"/>
                  <a:pt x="979253" y="134941"/>
                  <a:pt x="999238" y="129558"/>
                </a:cubicBezTo>
                <a:lnTo>
                  <a:pt x="1021018" y="123662"/>
                </a:lnTo>
                <a:moveTo>
                  <a:pt x="1021018" y="169040"/>
                </a:moveTo>
                <a:cubicBezTo>
                  <a:pt x="1023989" y="179033"/>
                  <a:pt x="1031625" y="183900"/>
                  <a:pt x="1041004" y="183900"/>
                </a:cubicBezTo>
                <a:cubicBezTo>
                  <a:pt x="1047458" y="183900"/>
                  <a:pt x="1055352" y="182364"/>
                  <a:pt x="1061396" y="175960"/>
                </a:cubicBezTo>
                <a:lnTo>
                  <a:pt x="1059500" y="169603"/>
                </a:lnTo>
                <a:cubicBezTo>
                  <a:pt x="1056681" y="170581"/>
                  <a:pt x="1054531" y="170936"/>
                  <a:pt x="1052584" y="170936"/>
                </a:cubicBezTo>
                <a:cubicBezTo>
                  <a:pt x="1050019" y="170936"/>
                  <a:pt x="1046637" y="170475"/>
                  <a:pt x="1045050" y="169040"/>
                </a:cubicBezTo>
                <a:cubicBezTo>
                  <a:pt x="1042439" y="166683"/>
                  <a:pt x="1040797" y="160428"/>
                  <a:pt x="1040797" y="149043"/>
                </a:cubicBezTo>
                <a:cubicBezTo>
                  <a:pt x="1040797" y="141607"/>
                  <a:pt x="1041516" y="113153"/>
                  <a:pt x="1041516" y="110331"/>
                </a:cubicBezTo>
                <a:cubicBezTo>
                  <a:pt x="1041516" y="75724"/>
                  <a:pt x="1018712" y="68804"/>
                  <a:pt x="999238" y="68804"/>
                </a:cubicBezTo>
                <a:cubicBezTo>
                  <a:pt x="979765" y="68804"/>
                  <a:pt x="967982" y="78284"/>
                  <a:pt x="961574" y="83668"/>
                </a:cubicBezTo>
                <a:lnTo>
                  <a:pt x="960808" y="84696"/>
                </a:lnTo>
                <a:lnTo>
                  <a:pt x="965163" y="101871"/>
                </a:lnTo>
                <a:lnTo>
                  <a:pt x="968494" y="102129"/>
                </a:lnTo>
                <a:cubicBezTo>
                  <a:pt x="975668" y="90592"/>
                  <a:pt x="984378" y="80337"/>
                  <a:pt x="996677" y="80337"/>
                </a:cubicBezTo>
                <a:cubicBezTo>
                  <a:pt x="1005900" y="80337"/>
                  <a:pt x="1021272" y="81619"/>
                  <a:pt x="1021272" y="110589"/>
                </a:cubicBezTo>
                <a:cubicBezTo>
                  <a:pt x="1021272" y="112383"/>
                  <a:pt x="1020248" y="113408"/>
                  <a:pt x="1019478" y="113666"/>
                </a:cubicBezTo>
                <a:lnTo>
                  <a:pt x="995653" y="119049"/>
                </a:lnTo>
                <a:cubicBezTo>
                  <a:pt x="969518" y="124945"/>
                  <a:pt x="953121" y="138788"/>
                  <a:pt x="953121" y="156221"/>
                </a:cubicBezTo>
                <a:cubicBezTo>
                  <a:pt x="953121" y="175190"/>
                  <a:pt x="966187" y="183900"/>
                  <a:pt x="985148" y="183900"/>
                </a:cubicBezTo>
                <a:cubicBezTo>
                  <a:pt x="999238" y="183900"/>
                  <a:pt x="1006412" y="180573"/>
                  <a:pt x="1019994" y="169040"/>
                </a:cubicBezTo>
                <a:lnTo>
                  <a:pt x="1021018" y="169040"/>
                </a:lnTo>
                <a:close/>
                <a:moveTo>
                  <a:pt x="1087890" y="130168"/>
                </a:moveTo>
                <a:cubicBezTo>
                  <a:pt x="1087890" y="149219"/>
                  <a:pt x="1087530" y="167656"/>
                  <a:pt x="1085583" y="181383"/>
                </a:cubicBezTo>
                <a:lnTo>
                  <a:pt x="1086096" y="182149"/>
                </a:lnTo>
                <a:cubicBezTo>
                  <a:pt x="1089168" y="181637"/>
                  <a:pt x="1095064" y="181383"/>
                  <a:pt x="1098137" y="181383"/>
                </a:cubicBezTo>
                <a:cubicBezTo>
                  <a:pt x="1101214" y="181383"/>
                  <a:pt x="1107105" y="181637"/>
                  <a:pt x="1110178" y="182149"/>
                </a:cubicBezTo>
                <a:lnTo>
                  <a:pt x="1110690" y="181383"/>
                </a:lnTo>
                <a:cubicBezTo>
                  <a:pt x="1108693" y="166784"/>
                  <a:pt x="1108388" y="149422"/>
                  <a:pt x="1108388" y="130168"/>
                </a:cubicBezTo>
                <a:lnTo>
                  <a:pt x="1108388" y="127603"/>
                </a:lnTo>
                <a:cubicBezTo>
                  <a:pt x="1110487" y="127658"/>
                  <a:pt x="1116688" y="128424"/>
                  <a:pt x="1118893" y="130422"/>
                </a:cubicBezTo>
                <a:cubicBezTo>
                  <a:pt x="1135543" y="147835"/>
                  <a:pt x="1141693" y="157054"/>
                  <a:pt x="1159118" y="182149"/>
                </a:cubicBezTo>
                <a:cubicBezTo>
                  <a:pt x="1163012" y="181691"/>
                  <a:pt x="1171671" y="181383"/>
                  <a:pt x="1176026" y="181383"/>
                </a:cubicBezTo>
                <a:cubicBezTo>
                  <a:pt x="1180331" y="181383"/>
                  <a:pt x="1189096" y="181691"/>
                  <a:pt x="1191399" y="182149"/>
                </a:cubicBezTo>
                <a:lnTo>
                  <a:pt x="1191911" y="181383"/>
                </a:lnTo>
                <a:cubicBezTo>
                  <a:pt x="1172852" y="161256"/>
                  <a:pt x="1159219" y="149934"/>
                  <a:pt x="1134777" y="120429"/>
                </a:cubicBezTo>
                <a:cubicBezTo>
                  <a:pt x="1144871" y="109944"/>
                  <a:pt x="1169877" y="85642"/>
                  <a:pt x="1186531" y="71576"/>
                </a:cubicBezTo>
                <a:lnTo>
                  <a:pt x="1186019" y="70805"/>
                </a:lnTo>
                <a:cubicBezTo>
                  <a:pt x="1181152" y="71576"/>
                  <a:pt x="1167058" y="71576"/>
                  <a:pt x="1160142" y="71576"/>
                </a:cubicBezTo>
                <a:cubicBezTo>
                  <a:pt x="1149074" y="87534"/>
                  <a:pt x="1129804" y="108255"/>
                  <a:pt x="1119659" y="116082"/>
                </a:cubicBezTo>
                <a:cubicBezTo>
                  <a:pt x="1116379" y="118588"/>
                  <a:pt x="1111719" y="119612"/>
                  <a:pt x="1108388" y="119866"/>
                </a:cubicBezTo>
                <a:lnTo>
                  <a:pt x="1108388" y="53346"/>
                </a:lnTo>
                <a:cubicBezTo>
                  <a:pt x="1108388" y="34087"/>
                  <a:pt x="1109463" y="21299"/>
                  <a:pt x="1110690" y="5067"/>
                </a:cubicBezTo>
                <a:cubicBezTo>
                  <a:pt x="1110690" y="3268"/>
                  <a:pt x="1109975" y="2498"/>
                  <a:pt x="1108388" y="2498"/>
                </a:cubicBezTo>
                <a:cubicBezTo>
                  <a:pt x="1101980" y="5067"/>
                  <a:pt x="1096499" y="6865"/>
                  <a:pt x="1086096" y="7635"/>
                </a:cubicBezTo>
                <a:lnTo>
                  <a:pt x="1085583" y="8405"/>
                </a:lnTo>
                <a:cubicBezTo>
                  <a:pt x="1087581" y="19344"/>
                  <a:pt x="1087890" y="38450"/>
                  <a:pt x="1087890" y="57967"/>
                </a:cubicBezTo>
                <a:lnTo>
                  <a:pt x="1087890" y="130168"/>
                </a:lnTo>
                <a:close/>
                <a:moveTo>
                  <a:pt x="1214201" y="28328"/>
                </a:moveTo>
                <a:cubicBezTo>
                  <a:pt x="1214201" y="35244"/>
                  <a:pt x="1220351" y="41394"/>
                  <a:pt x="1227271" y="41394"/>
                </a:cubicBezTo>
                <a:cubicBezTo>
                  <a:pt x="1234187" y="41394"/>
                  <a:pt x="1240337" y="35244"/>
                  <a:pt x="1240337" y="28328"/>
                </a:cubicBezTo>
                <a:cubicBezTo>
                  <a:pt x="1240337" y="21409"/>
                  <a:pt x="1234187" y="15259"/>
                  <a:pt x="1227271" y="15259"/>
                </a:cubicBezTo>
                <a:cubicBezTo>
                  <a:pt x="1220351" y="15259"/>
                  <a:pt x="1214201" y="21409"/>
                  <a:pt x="1214201" y="28328"/>
                </a:cubicBezTo>
                <a:moveTo>
                  <a:pt x="1216766" y="121234"/>
                </a:moveTo>
                <a:lnTo>
                  <a:pt x="1216766" y="135313"/>
                </a:lnTo>
                <a:cubicBezTo>
                  <a:pt x="1216766" y="154508"/>
                  <a:pt x="1216305" y="167562"/>
                  <a:pt x="1214459" y="181383"/>
                </a:cubicBezTo>
                <a:lnTo>
                  <a:pt x="1214972" y="182149"/>
                </a:lnTo>
                <a:cubicBezTo>
                  <a:pt x="1218045" y="181641"/>
                  <a:pt x="1223940" y="181383"/>
                  <a:pt x="1227013" y="181383"/>
                </a:cubicBezTo>
                <a:cubicBezTo>
                  <a:pt x="1230090" y="181383"/>
                  <a:pt x="1235981" y="181641"/>
                  <a:pt x="1239054" y="182149"/>
                </a:cubicBezTo>
                <a:lnTo>
                  <a:pt x="1239566" y="181383"/>
                </a:lnTo>
                <a:cubicBezTo>
                  <a:pt x="1237725" y="166847"/>
                  <a:pt x="1237264" y="154763"/>
                  <a:pt x="1237264" y="135313"/>
                </a:cubicBezTo>
                <a:lnTo>
                  <a:pt x="1237264" y="117141"/>
                </a:lnTo>
                <a:cubicBezTo>
                  <a:pt x="1237264" y="97945"/>
                  <a:pt x="1237928" y="88731"/>
                  <a:pt x="1239566" y="73116"/>
                </a:cubicBezTo>
                <a:cubicBezTo>
                  <a:pt x="1239566" y="70813"/>
                  <a:pt x="1239262" y="70555"/>
                  <a:pt x="1237264" y="70555"/>
                </a:cubicBezTo>
                <a:cubicBezTo>
                  <a:pt x="1231419" y="71122"/>
                  <a:pt x="1220402" y="71275"/>
                  <a:pt x="1214972" y="70813"/>
                </a:cubicBezTo>
                <a:lnTo>
                  <a:pt x="1214459" y="71580"/>
                </a:lnTo>
                <a:cubicBezTo>
                  <a:pt x="1216047" y="82534"/>
                  <a:pt x="1216766" y="102039"/>
                  <a:pt x="1216766" y="121234"/>
                </a:cubicBezTo>
                <a:close/>
                <a:moveTo>
                  <a:pt x="1378180" y="135215"/>
                </a:moveTo>
                <a:cubicBezTo>
                  <a:pt x="1378180" y="127009"/>
                  <a:pt x="1378693" y="117520"/>
                  <a:pt x="1378693" y="109314"/>
                </a:cubicBezTo>
                <a:cubicBezTo>
                  <a:pt x="1378693" y="82640"/>
                  <a:pt x="1369982" y="68804"/>
                  <a:pt x="1346924" y="68804"/>
                </a:cubicBezTo>
                <a:cubicBezTo>
                  <a:pt x="1337185" y="68804"/>
                  <a:pt x="1318994" y="72651"/>
                  <a:pt x="1302597" y="91874"/>
                </a:cubicBezTo>
                <a:lnTo>
                  <a:pt x="1302085" y="91104"/>
                </a:lnTo>
                <a:lnTo>
                  <a:pt x="1302085" y="72393"/>
                </a:lnTo>
                <a:cubicBezTo>
                  <a:pt x="1302035" y="70395"/>
                  <a:pt x="1301776" y="69832"/>
                  <a:pt x="1300549" y="69832"/>
                </a:cubicBezTo>
                <a:cubicBezTo>
                  <a:pt x="1294810" y="70958"/>
                  <a:pt x="1285634" y="71161"/>
                  <a:pt x="1279793" y="70598"/>
                </a:cubicBezTo>
                <a:lnTo>
                  <a:pt x="1279281" y="71368"/>
                </a:lnTo>
                <a:cubicBezTo>
                  <a:pt x="1281076" y="82436"/>
                  <a:pt x="1281588" y="101875"/>
                  <a:pt x="1281588" y="121109"/>
                </a:cubicBezTo>
                <a:lnTo>
                  <a:pt x="1281588" y="135215"/>
                </a:lnTo>
                <a:cubicBezTo>
                  <a:pt x="1281588" y="154454"/>
                  <a:pt x="1281330" y="167531"/>
                  <a:pt x="1279281" y="181383"/>
                </a:cubicBezTo>
                <a:lnTo>
                  <a:pt x="1279793" y="182149"/>
                </a:lnTo>
                <a:cubicBezTo>
                  <a:pt x="1282870" y="181637"/>
                  <a:pt x="1288762" y="181383"/>
                  <a:pt x="1291835" y="181383"/>
                </a:cubicBezTo>
                <a:cubicBezTo>
                  <a:pt x="1294911" y="181383"/>
                  <a:pt x="1300803" y="181637"/>
                  <a:pt x="1303880" y="182149"/>
                </a:cubicBezTo>
                <a:lnTo>
                  <a:pt x="1304392" y="181383"/>
                </a:lnTo>
                <a:cubicBezTo>
                  <a:pt x="1302339" y="166761"/>
                  <a:pt x="1302085" y="154708"/>
                  <a:pt x="1302085" y="135215"/>
                </a:cubicBezTo>
                <a:lnTo>
                  <a:pt x="1302085" y="105209"/>
                </a:lnTo>
                <a:cubicBezTo>
                  <a:pt x="1315151" y="89821"/>
                  <a:pt x="1330011" y="84180"/>
                  <a:pt x="1339238" y="84180"/>
                </a:cubicBezTo>
                <a:cubicBezTo>
                  <a:pt x="1352303" y="84180"/>
                  <a:pt x="1357683" y="89309"/>
                  <a:pt x="1357683" y="110081"/>
                </a:cubicBezTo>
                <a:lnTo>
                  <a:pt x="1357683" y="135215"/>
                </a:lnTo>
                <a:cubicBezTo>
                  <a:pt x="1357683" y="154454"/>
                  <a:pt x="1357221" y="167582"/>
                  <a:pt x="1355376" y="181383"/>
                </a:cubicBezTo>
                <a:lnTo>
                  <a:pt x="1355888" y="182149"/>
                </a:lnTo>
                <a:cubicBezTo>
                  <a:pt x="1358965" y="181637"/>
                  <a:pt x="1364857" y="181383"/>
                  <a:pt x="1367934" y="181383"/>
                </a:cubicBezTo>
                <a:cubicBezTo>
                  <a:pt x="1371006" y="181383"/>
                  <a:pt x="1376898" y="181637"/>
                  <a:pt x="1379975" y="182149"/>
                </a:cubicBezTo>
                <a:lnTo>
                  <a:pt x="1380487" y="181383"/>
                </a:lnTo>
                <a:cubicBezTo>
                  <a:pt x="1378489" y="166761"/>
                  <a:pt x="1378180" y="154708"/>
                  <a:pt x="1378180" y="135215"/>
                </a:cubicBezTo>
                <a:close/>
                <a:moveTo>
                  <a:pt x="1424301" y="208042"/>
                </a:moveTo>
                <a:cubicBezTo>
                  <a:pt x="1424301" y="199554"/>
                  <a:pt x="1431987" y="190038"/>
                  <a:pt x="1440951" y="185151"/>
                </a:cubicBezTo>
                <a:cubicBezTo>
                  <a:pt x="1448536" y="185175"/>
                  <a:pt x="1460222" y="184401"/>
                  <a:pt x="1463756" y="184401"/>
                </a:cubicBezTo>
                <a:cubicBezTo>
                  <a:pt x="1476055" y="184401"/>
                  <a:pt x="1483894" y="184659"/>
                  <a:pt x="1490915" y="188772"/>
                </a:cubicBezTo>
                <a:cubicBezTo>
                  <a:pt x="1498347" y="193142"/>
                  <a:pt x="1500908" y="200598"/>
                  <a:pt x="1500908" y="207279"/>
                </a:cubicBezTo>
                <a:cubicBezTo>
                  <a:pt x="1500908" y="222960"/>
                  <a:pt x="1479898" y="231182"/>
                  <a:pt x="1457864" y="231182"/>
                </a:cubicBezTo>
                <a:cubicBezTo>
                  <a:pt x="1441209" y="231182"/>
                  <a:pt x="1424301" y="225529"/>
                  <a:pt x="1424301" y="208049"/>
                </a:cubicBezTo>
                <a:lnTo>
                  <a:pt x="1424301" y="208042"/>
                </a:lnTo>
                <a:moveTo>
                  <a:pt x="1498347" y="108227"/>
                </a:moveTo>
                <a:cubicBezTo>
                  <a:pt x="1498347" y="90568"/>
                  <a:pt x="1491427" y="82382"/>
                  <a:pt x="1485434" y="78441"/>
                </a:cubicBezTo>
                <a:cubicBezTo>
                  <a:pt x="1493120" y="79055"/>
                  <a:pt x="1501623" y="80024"/>
                  <a:pt x="1512183" y="81099"/>
                </a:cubicBezTo>
                <a:lnTo>
                  <a:pt x="1512949" y="80333"/>
                </a:lnTo>
                <a:cubicBezTo>
                  <a:pt x="1512437" y="78030"/>
                  <a:pt x="1512183" y="75982"/>
                  <a:pt x="1512183" y="73675"/>
                </a:cubicBezTo>
                <a:cubicBezTo>
                  <a:pt x="1512183" y="71368"/>
                  <a:pt x="1512437" y="69320"/>
                  <a:pt x="1512949" y="67013"/>
                </a:cubicBezTo>
                <a:lnTo>
                  <a:pt x="1512183" y="66243"/>
                </a:lnTo>
                <a:cubicBezTo>
                  <a:pt x="1499935" y="67267"/>
                  <a:pt x="1490864" y="69984"/>
                  <a:pt x="1471751" y="71009"/>
                </a:cubicBezTo>
                <a:cubicBezTo>
                  <a:pt x="1467188" y="69574"/>
                  <a:pt x="1461555" y="68804"/>
                  <a:pt x="1456070" y="68804"/>
                </a:cubicBezTo>
                <a:cubicBezTo>
                  <a:pt x="1435830" y="68804"/>
                  <a:pt x="1412514" y="82382"/>
                  <a:pt x="1412514" y="107715"/>
                </a:cubicBezTo>
                <a:cubicBezTo>
                  <a:pt x="1412514" y="126911"/>
                  <a:pt x="1423531" y="135610"/>
                  <a:pt x="1430705" y="139711"/>
                </a:cubicBezTo>
                <a:cubicBezTo>
                  <a:pt x="1423276" y="144832"/>
                  <a:pt x="1414308" y="152296"/>
                  <a:pt x="1414308" y="161053"/>
                </a:cubicBezTo>
                <a:cubicBezTo>
                  <a:pt x="1414308" y="171593"/>
                  <a:pt x="1420458" y="180816"/>
                  <a:pt x="1434239" y="183173"/>
                </a:cubicBezTo>
                <a:cubicBezTo>
                  <a:pt x="1427120" y="186152"/>
                  <a:pt x="1419125" y="191086"/>
                  <a:pt x="1412514" y="196227"/>
                </a:cubicBezTo>
                <a:cubicBezTo>
                  <a:pt x="1409284" y="201110"/>
                  <a:pt x="1406622" y="208358"/>
                  <a:pt x="1406622" y="213191"/>
                </a:cubicBezTo>
                <a:cubicBezTo>
                  <a:pt x="1406622" y="233438"/>
                  <a:pt x="1428656" y="242199"/>
                  <a:pt x="1455815" y="242199"/>
                </a:cubicBezTo>
                <a:cubicBezTo>
                  <a:pt x="1495783" y="242199"/>
                  <a:pt x="1519611" y="225478"/>
                  <a:pt x="1519611" y="201368"/>
                </a:cubicBezTo>
                <a:cubicBezTo>
                  <a:pt x="1519611" y="190058"/>
                  <a:pt x="1516026" y="182098"/>
                  <a:pt x="1508852" y="175948"/>
                </a:cubicBezTo>
                <a:cubicBezTo>
                  <a:pt x="1499215" y="167750"/>
                  <a:pt x="1481693" y="167492"/>
                  <a:pt x="1472724" y="167492"/>
                </a:cubicBezTo>
                <a:cubicBezTo>
                  <a:pt x="1468369" y="167492"/>
                  <a:pt x="1458118" y="168004"/>
                  <a:pt x="1452227" y="168774"/>
                </a:cubicBezTo>
                <a:cubicBezTo>
                  <a:pt x="1448641" y="169009"/>
                  <a:pt x="1446077" y="169267"/>
                  <a:pt x="1444798" y="169267"/>
                </a:cubicBezTo>
                <a:cubicBezTo>
                  <a:pt x="1437624" y="169267"/>
                  <a:pt x="1429934" y="168239"/>
                  <a:pt x="1429934" y="157175"/>
                </a:cubicBezTo>
                <a:cubicBezTo>
                  <a:pt x="1429934" y="152030"/>
                  <a:pt x="1431217" y="147659"/>
                  <a:pt x="1436854" y="142784"/>
                </a:cubicBezTo>
                <a:cubicBezTo>
                  <a:pt x="1440185" y="144578"/>
                  <a:pt x="1448075" y="146369"/>
                  <a:pt x="1455815" y="146369"/>
                </a:cubicBezTo>
                <a:cubicBezTo>
                  <a:pt x="1482459" y="146369"/>
                  <a:pt x="1498347" y="128393"/>
                  <a:pt x="1498347" y="108227"/>
                </a:cubicBezTo>
                <a:moveTo>
                  <a:pt x="1478362" y="108482"/>
                </a:moveTo>
                <a:cubicBezTo>
                  <a:pt x="1478362" y="124042"/>
                  <a:pt x="1471954" y="136122"/>
                  <a:pt x="1456582" y="136122"/>
                </a:cubicBezTo>
                <a:cubicBezTo>
                  <a:pt x="1438137" y="136122"/>
                  <a:pt x="1432499" y="124092"/>
                  <a:pt x="1432499" y="106437"/>
                </a:cubicBezTo>
                <a:cubicBezTo>
                  <a:pt x="1432499" y="89548"/>
                  <a:pt x="1440185" y="78542"/>
                  <a:pt x="1455045" y="78542"/>
                </a:cubicBezTo>
                <a:cubicBezTo>
                  <a:pt x="1471700" y="78542"/>
                  <a:pt x="1478362" y="90314"/>
                  <a:pt x="1478362" y="108482"/>
                </a:cubicBezTo>
                <a:close/>
                <a:moveTo>
                  <a:pt x="1669755" y="123662"/>
                </a:moveTo>
                <a:lnTo>
                  <a:pt x="1668731" y="154172"/>
                </a:lnTo>
                <a:cubicBezTo>
                  <a:pt x="1668731" y="157503"/>
                  <a:pt x="1667190" y="159298"/>
                  <a:pt x="1665142" y="160838"/>
                </a:cubicBezTo>
                <a:cubicBezTo>
                  <a:pt x="1657968" y="166221"/>
                  <a:pt x="1649257" y="170835"/>
                  <a:pt x="1641571" y="170835"/>
                </a:cubicBezTo>
                <a:cubicBezTo>
                  <a:pt x="1630042" y="170835"/>
                  <a:pt x="1622610" y="163145"/>
                  <a:pt x="1622610" y="155197"/>
                </a:cubicBezTo>
                <a:cubicBezTo>
                  <a:pt x="1622610" y="143660"/>
                  <a:pt x="1627989" y="134941"/>
                  <a:pt x="1647975" y="129558"/>
                </a:cubicBezTo>
                <a:lnTo>
                  <a:pt x="1669755" y="123662"/>
                </a:lnTo>
                <a:moveTo>
                  <a:pt x="1669755" y="169040"/>
                </a:moveTo>
                <a:cubicBezTo>
                  <a:pt x="1672726" y="179033"/>
                  <a:pt x="1680362" y="183900"/>
                  <a:pt x="1689741" y="183900"/>
                </a:cubicBezTo>
                <a:cubicBezTo>
                  <a:pt x="1696195" y="183900"/>
                  <a:pt x="1704088" y="182364"/>
                  <a:pt x="1710133" y="175960"/>
                </a:cubicBezTo>
                <a:lnTo>
                  <a:pt x="1708236" y="169603"/>
                </a:lnTo>
                <a:cubicBezTo>
                  <a:pt x="1705418" y="170581"/>
                  <a:pt x="1703267" y="170936"/>
                  <a:pt x="1701321" y="170936"/>
                </a:cubicBezTo>
                <a:cubicBezTo>
                  <a:pt x="1698756" y="170936"/>
                  <a:pt x="1695374" y="170475"/>
                  <a:pt x="1693787" y="169040"/>
                </a:cubicBezTo>
                <a:cubicBezTo>
                  <a:pt x="1691175" y="166683"/>
                  <a:pt x="1689533" y="160428"/>
                  <a:pt x="1689533" y="149043"/>
                </a:cubicBezTo>
                <a:cubicBezTo>
                  <a:pt x="1689533" y="141607"/>
                  <a:pt x="1690253" y="113153"/>
                  <a:pt x="1690253" y="110331"/>
                </a:cubicBezTo>
                <a:cubicBezTo>
                  <a:pt x="1690253" y="75724"/>
                  <a:pt x="1667448" y="68804"/>
                  <a:pt x="1647975" y="68804"/>
                </a:cubicBezTo>
                <a:cubicBezTo>
                  <a:pt x="1628502" y="68804"/>
                  <a:pt x="1616718" y="78284"/>
                  <a:pt x="1610311" y="83668"/>
                </a:cubicBezTo>
                <a:lnTo>
                  <a:pt x="1609544" y="84696"/>
                </a:lnTo>
                <a:lnTo>
                  <a:pt x="1613900" y="101871"/>
                </a:lnTo>
                <a:lnTo>
                  <a:pt x="1617230" y="102129"/>
                </a:lnTo>
                <a:cubicBezTo>
                  <a:pt x="1624404" y="90592"/>
                  <a:pt x="1633115" y="80337"/>
                  <a:pt x="1645414" y="80337"/>
                </a:cubicBezTo>
                <a:cubicBezTo>
                  <a:pt x="1654637" y="80337"/>
                  <a:pt x="1670009" y="81619"/>
                  <a:pt x="1670009" y="110589"/>
                </a:cubicBezTo>
                <a:cubicBezTo>
                  <a:pt x="1670009" y="112383"/>
                  <a:pt x="1668985" y="113408"/>
                  <a:pt x="1668215" y="113666"/>
                </a:cubicBezTo>
                <a:lnTo>
                  <a:pt x="1644390" y="119049"/>
                </a:lnTo>
                <a:cubicBezTo>
                  <a:pt x="1618255" y="124945"/>
                  <a:pt x="1601858" y="138788"/>
                  <a:pt x="1601858" y="156221"/>
                </a:cubicBezTo>
                <a:cubicBezTo>
                  <a:pt x="1601858" y="175190"/>
                  <a:pt x="1614924" y="183900"/>
                  <a:pt x="1633885" y="183900"/>
                </a:cubicBezTo>
                <a:cubicBezTo>
                  <a:pt x="1647975" y="183900"/>
                  <a:pt x="1655149" y="180573"/>
                  <a:pt x="1668731" y="169040"/>
                </a:cubicBezTo>
                <a:lnTo>
                  <a:pt x="1669755" y="169040"/>
                </a:lnTo>
                <a:close/>
                <a:moveTo>
                  <a:pt x="1831425" y="135215"/>
                </a:moveTo>
                <a:cubicBezTo>
                  <a:pt x="1831425" y="127009"/>
                  <a:pt x="1831937" y="117520"/>
                  <a:pt x="1831937" y="109314"/>
                </a:cubicBezTo>
                <a:cubicBezTo>
                  <a:pt x="1831937" y="82640"/>
                  <a:pt x="1823226" y="68804"/>
                  <a:pt x="1800168" y="68804"/>
                </a:cubicBezTo>
                <a:cubicBezTo>
                  <a:pt x="1790429" y="68804"/>
                  <a:pt x="1772238" y="72651"/>
                  <a:pt x="1755842" y="91874"/>
                </a:cubicBezTo>
                <a:lnTo>
                  <a:pt x="1755330" y="91104"/>
                </a:lnTo>
                <a:lnTo>
                  <a:pt x="1755330" y="72393"/>
                </a:lnTo>
                <a:cubicBezTo>
                  <a:pt x="1755279" y="70395"/>
                  <a:pt x="1755021" y="69832"/>
                  <a:pt x="1753793" y="69832"/>
                </a:cubicBezTo>
                <a:cubicBezTo>
                  <a:pt x="1748054" y="70958"/>
                  <a:pt x="1738878" y="71161"/>
                  <a:pt x="1733038" y="70598"/>
                </a:cubicBezTo>
                <a:lnTo>
                  <a:pt x="1732525" y="71368"/>
                </a:lnTo>
                <a:cubicBezTo>
                  <a:pt x="1734320" y="82436"/>
                  <a:pt x="1734832" y="101875"/>
                  <a:pt x="1734832" y="121109"/>
                </a:cubicBezTo>
                <a:lnTo>
                  <a:pt x="1734832" y="135215"/>
                </a:lnTo>
                <a:cubicBezTo>
                  <a:pt x="1734832" y="154454"/>
                  <a:pt x="1734574" y="167531"/>
                  <a:pt x="1732525" y="181383"/>
                </a:cubicBezTo>
                <a:lnTo>
                  <a:pt x="1733038" y="182149"/>
                </a:lnTo>
                <a:cubicBezTo>
                  <a:pt x="1736114" y="181637"/>
                  <a:pt x="1742006" y="181383"/>
                  <a:pt x="1745079" y="181383"/>
                </a:cubicBezTo>
                <a:cubicBezTo>
                  <a:pt x="1748156" y="181383"/>
                  <a:pt x="1754047" y="181637"/>
                  <a:pt x="1757124" y="182149"/>
                </a:cubicBezTo>
                <a:lnTo>
                  <a:pt x="1757636" y="181383"/>
                </a:lnTo>
                <a:cubicBezTo>
                  <a:pt x="1755584" y="166761"/>
                  <a:pt x="1755330" y="154708"/>
                  <a:pt x="1755330" y="135215"/>
                </a:cubicBezTo>
                <a:lnTo>
                  <a:pt x="1755330" y="105209"/>
                </a:lnTo>
                <a:cubicBezTo>
                  <a:pt x="1768395" y="89821"/>
                  <a:pt x="1783255" y="84180"/>
                  <a:pt x="1792482" y="84180"/>
                </a:cubicBezTo>
                <a:cubicBezTo>
                  <a:pt x="1805548" y="84180"/>
                  <a:pt x="1810927" y="89309"/>
                  <a:pt x="1810927" y="110081"/>
                </a:cubicBezTo>
                <a:lnTo>
                  <a:pt x="1810927" y="135215"/>
                </a:lnTo>
                <a:cubicBezTo>
                  <a:pt x="1810927" y="154454"/>
                  <a:pt x="1810466" y="167582"/>
                  <a:pt x="1808620" y="181383"/>
                </a:cubicBezTo>
                <a:lnTo>
                  <a:pt x="1809133" y="182149"/>
                </a:lnTo>
                <a:cubicBezTo>
                  <a:pt x="1812209" y="181637"/>
                  <a:pt x="1818101" y="181383"/>
                  <a:pt x="1821178" y="181383"/>
                </a:cubicBezTo>
                <a:cubicBezTo>
                  <a:pt x="1824251" y="181383"/>
                  <a:pt x="1830142" y="181637"/>
                  <a:pt x="1833219" y="182149"/>
                </a:cubicBezTo>
                <a:lnTo>
                  <a:pt x="1833731" y="181383"/>
                </a:lnTo>
                <a:cubicBezTo>
                  <a:pt x="1831734" y="166761"/>
                  <a:pt x="1831425" y="154708"/>
                  <a:pt x="1831425" y="135215"/>
                </a:cubicBezTo>
                <a:close/>
                <a:moveTo>
                  <a:pt x="1944159" y="152378"/>
                </a:moveTo>
                <a:cubicBezTo>
                  <a:pt x="1934835" y="164271"/>
                  <a:pt x="1923048" y="170581"/>
                  <a:pt x="1912644" y="170581"/>
                </a:cubicBezTo>
                <a:cubicBezTo>
                  <a:pt x="1898808" y="170581"/>
                  <a:pt x="1887021" y="156737"/>
                  <a:pt x="1887021" y="124687"/>
                </a:cubicBezTo>
                <a:cubicBezTo>
                  <a:pt x="1887021" y="86232"/>
                  <a:pt x="1907417" y="79055"/>
                  <a:pt x="1919818" y="79055"/>
                </a:cubicBezTo>
                <a:cubicBezTo>
                  <a:pt x="1931860" y="79055"/>
                  <a:pt x="1938009" y="84180"/>
                  <a:pt x="1944159" y="93923"/>
                </a:cubicBezTo>
                <a:lnTo>
                  <a:pt x="1944159" y="152378"/>
                </a:lnTo>
                <a:moveTo>
                  <a:pt x="1944159" y="166476"/>
                </a:moveTo>
                <a:lnTo>
                  <a:pt x="1944671" y="166476"/>
                </a:lnTo>
                <a:lnTo>
                  <a:pt x="1945953" y="181340"/>
                </a:lnTo>
                <a:cubicBezTo>
                  <a:pt x="1945953" y="181895"/>
                  <a:pt x="1946720" y="182149"/>
                  <a:pt x="1948260" y="182149"/>
                </a:cubicBezTo>
                <a:cubicBezTo>
                  <a:pt x="1951642" y="181688"/>
                  <a:pt x="1953382" y="181383"/>
                  <a:pt x="1957123" y="181383"/>
                </a:cubicBezTo>
                <a:cubicBezTo>
                  <a:pt x="1960301" y="181383"/>
                  <a:pt x="1965169" y="181637"/>
                  <a:pt x="1968500" y="182149"/>
                </a:cubicBezTo>
                <a:lnTo>
                  <a:pt x="1969012" y="181383"/>
                </a:lnTo>
                <a:cubicBezTo>
                  <a:pt x="1966963" y="170354"/>
                  <a:pt x="1964657" y="151377"/>
                  <a:pt x="1964657" y="132142"/>
                </a:cubicBezTo>
                <a:lnTo>
                  <a:pt x="1964657" y="53189"/>
                </a:lnTo>
                <a:cubicBezTo>
                  <a:pt x="1964657" y="34244"/>
                  <a:pt x="1965681" y="20881"/>
                  <a:pt x="1966963" y="5059"/>
                </a:cubicBezTo>
                <a:cubicBezTo>
                  <a:pt x="1966963" y="3268"/>
                  <a:pt x="1966244" y="2498"/>
                  <a:pt x="1964657" y="2498"/>
                </a:cubicBezTo>
                <a:cubicBezTo>
                  <a:pt x="1958253" y="5059"/>
                  <a:pt x="1952768" y="6853"/>
                  <a:pt x="1942365" y="7620"/>
                </a:cubicBezTo>
                <a:lnTo>
                  <a:pt x="1941852" y="8390"/>
                </a:lnTo>
                <a:cubicBezTo>
                  <a:pt x="1943850" y="19344"/>
                  <a:pt x="1944159" y="38341"/>
                  <a:pt x="1944159" y="57798"/>
                </a:cubicBezTo>
                <a:lnTo>
                  <a:pt x="1944159" y="74441"/>
                </a:lnTo>
                <a:cubicBezTo>
                  <a:pt x="1938267" y="71110"/>
                  <a:pt x="1927762" y="68804"/>
                  <a:pt x="1922637" y="68804"/>
                </a:cubicBezTo>
                <a:cubicBezTo>
                  <a:pt x="1889277" y="68804"/>
                  <a:pt x="1864733" y="91878"/>
                  <a:pt x="1864733" y="126755"/>
                </a:cubicBezTo>
                <a:cubicBezTo>
                  <a:pt x="1864733" y="158273"/>
                  <a:pt x="1883436" y="183900"/>
                  <a:pt x="1911108" y="183900"/>
                </a:cubicBezTo>
                <a:cubicBezTo>
                  <a:pt x="1923407" y="183900"/>
                  <a:pt x="1934936" y="178368"/>
                  <a:pt x="1944159" y="166476"/>
                </a:cubicBezTo>
                <a:close/>
                <a:moveTo>
                  <a:pt x="2115570" y="79055"/>
                </a:moveTo>
                <a:cubicBezTo>
                  <a:pt x="2125457" y="79055"/>
                  <a:pt x="2134425" y="86334"/>
                  <a:pt x="2141189" y="98024"/>
                </a:cubicBezTo>
                <a:lnTo>
                  <a:pt x="2144520" y="97769"/>
                </a:lnTo>
                <a:lnTo>
                  <a:pt x="2150412" y="76748"/>
                </a:lnTo>
                <a:lnTo>
                  <a:pt x="2149899" y="75982"/>
                </a:lnTo>
                <a:cubicBezTo>
                  <a:pt x="2141959" y="71881"/>
                  <a:pt x="2128635" y="68804"/>
                  <a:pt x="2115824" y="68804"/>
                </a:cubicBezTo>
                <a:cubicBezTo>
                  <a:pt x="2089177" y="68804"/>
                  <a:pt x="2061251" y="90592"/>
                  <a:pt x="2061251" y="125457"/>
                </a:cubicBezTo>
                <a:cubicBezTo>
                  <a:pt x="2061251" y="161092"/>
                  <a:pt x="2081490" y="183900"/>
                  <a:pt x="2112751" y="183900"/>
                </a:cubicBezTo>
                <a:cubicBezTo>
                  <a:pt x="2128123" y="183900"/>
                  <a:pt x="2140165" y="178779"/>
                  <a:pt x="2150412" y="165709"/>
                </a:cubicBezTo>
                <a:lnTo>
                  <a:pt x="2145544" y="160322"/>
                </a:lnTo>
                <a:lnTo>
                  <a:pt x="2144520" y="160322"/>
                </a:lnTo>
                <a:cubicBezTo>
                  <a:pt x="2134785" y="169040"/>
                  <a:pt x="2126638" y="171093"/>
                  <a:pt x="2117106" y="171093"/>
                </a:cubicBezTo>
                <a:cubicBezTo>
                  <a:pt x="2098403" y="171093"/>
                  <a:pt x="2083797" y="154172"/>
                  <a:pt x="2083797" y="124174"/>
                </a:cubicBezTo>
                <a:cubicBezTo>
                  <a:pt x="2083797" y="95975"/>
                  <a:pt x="2098657" y="79055"/>
                  <a:pt x="2115570" y="79055"/>
                </a:cubicBezTo>
                <a:close/>
                <a:moveTo>
                  <a:pt x="2204218" y="95717"/>
                </a:moveTo>
                <a:lnTo>
                  <a:pt x="2204218" y="72393"/>
                </a:lnTo>
                <a:cubicBezTo>
                  <a:pt x="2204218" y="70395"/>
                  <a:pt x="2203909" y="69832"/>
                  <a:pt x="2202681" y="69832"/>
                </a:cubicBezTo>
                <a:cubicBezTo>
                  <a:pt x="2196942" y="70958"/>
                  <a:pt x="2187770" y="71161"/>
                  <a:pt x="2181926" y="70598"/>
                </a:cubicBezTo>
                <a:lnTo>
                  <a:pt x="2181413" y="71368"/>
                </a:lnTo>
                <a:cubicBezTo>
                  <a:pt x="2183208" y="82436"/>
                  <a:pt x="2183720" y="101875"/>
                  <a:pt x="2183720" y="121109"/>
                </a:cubicBezTo>
                <a:lnTo>
                  <a:pt x="2183720" y="135215"/>
                </a:lnTo>
                <a:cubicBezTo>
                  <a:pt x="2183720" y="154450"/>
                  <a:pt x="2183415" y="167582"/>
                  <a:pt x="2181413" y="181383"/>
                </a:cubicBezTo>
                <a:lnTo>
                  <a:pt x="2181926" y="182149"/>
                </a:lnTo>
                <a:cubicBezTo>
                  <a:pt x="2185002" y="181637"/>
                  <a:pt x="2190894" y="181383"/>
                  <a:pt x="2193971" y="181383"/>
                </a:cubicBezTo>
                <a:cubicBezTo>
                  <a:pt x="2197044" y="181383"/>
                  <a:pt x="2202935" y="181637"/>
                  <a:pt x="2206012" y="182149"/>
                </a:cubicBezTo>
                <a:lnTo>
                  <a:pt x="2206524" y="181383"/>
                </a:lnTo>
                <a:cubicBezTo>
                  <a:pt x="2204628" y="166761"/>
                  <a:pt x="2204218" y="154708"/>
                  <a:pt x="2204218" y="135215"/>
                </a:cubicBezTo>
                <a:lnTo>
                  <a:pt x="2204218" y="121880"/>
                </a:lnTo>
                <a:cubicBezTo>
                  <a:pt x="2204218" y="111105"/>
                  <a:pt x="2207447" y="104951"/>
                  <a:pt x="2212928" y="96487"/>
                </a:cubicBezTo>
                <a:cubicBezTo>
                  <a:pt x="2216670" y="90795"/>
                  <a:pt x="2222409" y="87511"/>
                  <a:pt x="2227276" y="87511"/>
                </a:cubicBezTo>
                <a:cubicBezTo>
                  <a:pt x="2232401" y="87511"/>
                  <a:pt x="2237269" y="88023"/>
                  <a:pt x="2240600" y="91100"/>
                </a:cubicBezTo>
                <a:lnTo>
                  <a:pt x="2242648" y="90588"/>
                </a:lnTo>
                <a:lnTo>
                  <a:pt x="2247774" y="71623"/>
                </a:lnTo>
                <a:lnTo>
                  <a:pt x="2246749" y="70598"/>
                </a:lnTo>
                <a:cubicBezTo>
                  <a:pt x="2242394" y="69320"/>
                  <a:pt x="2242136" y="68804"/>
                  <a:pt x="2237527" y="68804"/>
                </a:cubicBezTo>
                <a:cubicBezTo>
                  <a:pt x="2223691" y="68804"/>
                  <a:pt x="2216259" y="76748"/>
                  <a:pt x="2204988" y="96229"/>
                </a:cubicBezTo>
                <a:lnTo>
                  <a:pt x="2204218" y="95717"/>
                </a:lnTo>
                <a:close/>
                <a:moveTo>
                  <a:pt x="2260074" y="128788"/>
                </a:moveTo>
                <a:cubicBezTo>
                  <a:pt x="2260074" y="159552"/>
                  <a:pt x="2280314" y="183900"/>
                  <a:pt x="2314393" y="183900"/>
                </a:cubicBezTo>
                <a:cubicBezTo>
                  <a:pt x="2348211" y="183900"/>
                  <a:pt x="2368708" y="160068"/>
                  <a:pt x="2368708" y="126481"/>
                </a:cubicBezTo>
                <a:cubicBezTo>
                  <a:pt x="2368708" y="91616"/>
                  <a:pt x="2350005" y="68804"/>
                  <a:pt x="2315418" y="68804"/>
                </a:cubicBezTo>
                <a:cubicBezTo>
                  <a:pt x="2281850" y="68804"/>
                  <a:pt x="2260074" y="92386"/>
                  <a:pt x="2260074" y="128788"/>
                </a:cubicBezTo>
                <a:moveTo>
                  <a:pt x="2313623" y="79055"/>
                </a:moveTo>
                <a:cubicBezTo>
                  <a:pt x="2340783" y="79055"/>
                  <a:pt x="2346162" y="100076"/>
                  <a:pt x="2346162" y="131098"/>
                </a:cubicBezTo>
                <a:cubicBezTo>
                  <a:pt x="2346162" y="155451"/>
                  <a:pt x="2333863" y="173653"/>
                  <a:pt x="2316696" y="173653"/>
                </a:cubicBezTo>
                <a:cubicBezTo>
                  <a:pt x="2289540" y="173653"/>
                  <a:pt x="2282620" y="144172"/>
                  <a:pt x="2282620" y="124432"/>
                </a:cubicBezTo>
                <a:cubicBezTo>
                  <a:pt x="2282620" y="102129"/>
                  <a:pt x="2289540" y="79055"/>
                  <a:pt x="2313623" y="79055"/>
                </a:cubicBezTo>
                <a:close/>
                <a:moveTo>
                  <a:pt x="2391254" y="155451"/>
                </a:moveTo>
                <a:lnTo>
                  <a:pt x="2386899" y="176984"/>
                </a:lnTo>
                <a:cubicBezTo>
                  <a:pt x="2401505" y="182110"/>
                  <a:pt x="2415853" y="183900"/>
                  <a:pt x="2425587" y="183900"/>
                </a:cubicBezTo>
                <a:cubicBezTo>
                  <a:pt x="2460945" y="183900"/>
                  <a:pt x="2469144" y="162887"/>
                  <a:pt x="2469144" y="148785"/>
                </a:cubicBezTo>
                <a:cubicBezTo>
                  <a:pt x="2469144" y="127763"/>
                  <a:pt x="2452489" y="119561"/>
                  <a:pt x="2434298" y="115202"/>
                </a:cubicBezTo>
                <a:cubicBezTo>
                  <a:pt x="2424614" y="112895"/>
                  <a:pt x="2410473" y="108024"/>
                  <a:pt x="2410473" y="95205"/>
                </a:cubicBezTo>
                <a:cubicBezTo>
                  <a:pt x="2410473" y="84692"/>
                  <a:pt x="2418926" y="79055"/>
                  <a:pt x="2429943" y="79055"/>
                </a:cubicBezTo>
                <a:cubicBezTo>
                  <a:pt x="2443266" y="79055"/>
                  <a:pt x="2451465" y="89563"/>
                  <a:pt x="2457360" y="96487"/>
                </a:cubicBezTo>
                <a:lnTo>
                  <a:pt x="2460945" y="96229"/>
                </a:lnTo>
                <a:lnTo>
                  <a:pt x="2466071" y="77260"/>
                </a:lnTo>
                <a:lnTo>
                  <a:pt x="2465558" y="76494"/>
                </a:lnTo>
                <a:cubicBezTo>
                  <a:pt x="2458126" y="72651"/>
                  <a:pt x="2444037" y="68804"/>
                  <a:pt x="2430967" y="68804"/>
                </a:cubicBezTo>
                <a:cubicBezTo>
                  <a:pt x="2412010" y="68804"/>
                  <a:pt x="2392278" y="78797"/>
                  <a:pt x="2392278" y="100076"/>
                </a:cubicBezTo>
                <a:cubicBezTo>
                  <a:pt x="2392278" y="120586"/>
                  <a:pt x="2407604" y="127353"/>
                  <a:pt x="2423027" y="131610"/>
                </a:cubicBezTo>
                <a:cubicBezTo>
                  <a:pt x="2437887" y="135711"/>
                  <a:pt x="2448904" y="139813"/>
                  <a:pt x="2448904" y="152374"/>
                </a:cubicBezTo>
                <a:cubicBezTo>
                  <a:pt x="2448904" y="165963"/>
                  <a:pt x="2438911" y="173653"/>
                  <a:pt x="2425333" y="173653"/>
                </a:cubicBezTo>
                <a:cubicBezTo>
                  <a:pt x="2413034" y="173653"/>
                  <a:pt x="2402271" y="165193"/>
                  <a:pt x="2395097" y="155197"/>
                </a:cubicBezTo>
                <a:lnTo>
                  <a:pt x="2391254" y="155451"/>
                </a:lnTo>
                <a:close/>
                <a:moveTo>
                  <a:pt x="2492715" y="155451"/>
                </a:moveTo>
                <a:lnTo>
                  <a:pt x="2488360" y="176984"/>
                </a:lnTo>
                <a:cubicBezTo>
                  <a:pt x="2502966" y="182110"/>
                  <a:pt x="2517314" y="183900"/>
                  <a:pt x="2527048" y="183900"/>
                </a:cubicBezTo>
                <a:cubicBezTo>
                  <a:pt x="2562406" y="183900"/>
                  <a:pt x="2570604" y="162887"/>
                  <a:pt x="2570604" y="148785"/>
                </a:cubicBezTo>
                <a:cubicBezTo>
                  <a:pt x="2570604" y="127763"/>
                  <a:pt x="2553950" y="119561"/>
                  <a:pt x="2535759" y="115202"/>
                </a:cubicBezTo>
                <a:cubicBezTo>
                  <a:pt x="2526075" y="112895"/>
                  <a:pt x="2511934" y="108024"/>
                  <a:pt x="2511934" y="95205"/>
                </a:cubicBezTo>
                <a:cubicBezTo>
                  <a:pt x="2511934" y="84692"/>
                  <a:pt x="2520387" y="79055"/>
                  <a:pt x="2531404" y="79055"/>
                </a:cubicBezTo>
                <a:cubicBezTo>
                  <a:pt x="2544727" y="79055"/>
                  <a:pt x="2552926" y="89563"/>
                  <a:pt x="2558821" y="96487"/>
                </a:cubicBezTo>
                <a:lnTo>
                  <a:pt x="2562406" y="96229"/>
                </a:lnTo>
                <a:lnTo>
                  <a:pt x="2567532" y="77260"/>
                </a:lnTo>
                <a:lnTo>
                  <a:pt x="2567019" y="76494"/>
                </a:lnTo>
                <a:cubicBezTo>
                  <a:pt x="2559587" y="72651"/>
                  <a:pt x="2545497" y="68804"/>
                  <a:pt x="2532428" y="68804"/>
                </a:cubicBezTo>
                <a:cubicBezTo>
                  <a:pt x="2513471" y="68804"/>
                  <a:pt x="2493739" y="78797"/>
                  <a:pt x="2493739" y="100076"/>
                </a:cubicBezTo>
                <a:cubicBezTo>
                  <a:pt x="2493739" y="120586"/>
                  <a:pt x="2509065" y="127353"/>
                  <a:pt x="2524488" y="131610"/>
                </a:cubicBezTo>
                <a:cubicBezTo>
                  <a:pt x="2539348" y="135711"/>
                  <a:pt x="2550365" y="139813"/>
                  <a:pt x="2550365" y="152374"/>
                </a:cubicBezTo>
                <a:cubicBezTo>
                  <a:pt x="2550365" y="165963"/>
                  <a:pt x="2540372" y="173653"/>
                  <a:pt x="2526794" y="173653"/>
                </a:cubicBezTo>
                <a:cubicBezTo>
                  <a:pt x="2514495" y="173653"/>
                  <a:pt x="2503732" y="165193"/>
                  <a:pt x="2496558" y="155197"/>
                </a:cubicBezTo>
                <a:lnTo>
                  <a:pt x="2492715" y="155451"/>
                </a:lnTo>
                <a:close/>
                <a:moveTo>
                  <a:pt x="2601862" y="28328"/>
                </a:moveTo>
                <a:cubicBezTo>
                  <a:pt x="2601862" y="35244"/>
                  <a:pt x="2608012" y="41394"/>
                  <a:pt x="2614932" y="41394"/>
                </a:cubicBezTo>
                <a:cubicBezTo>
                  <a:pt x="2621848" y="41394"/>
                  <a:pt x="2627997" y="35244"/>
                  <a:pt x="2627997" y="28328"/>
                </a:cubicBezTo>
                <a:cubicBezTo>
                  <a:pt x="2627997" y="21409"/>
                  <a:pt x="2621848" y="15259"/>
                  <a:pt x="2614932" y="15259"/>
                </a:cubicBezTo>
                <a:cubicBezTo>
                  <a:pt x="2608012" y="15259"/>
                  <a:pt x="2601862" y="21409"/>
                  <a:pt x="2601862" y="28328"/>
                </a:cubicBezTo>
                <a:moveTo>
                  <a:pt x="2604427" y="121234"/>
                </a:moveTo>
                <a:lnTo>
                  <a:pt x="2604427" y="135313"/>
                </a:lnTo>
                <a:cubicBezTo>
                  <a:pt x="2604427" y="154508"/>
                  <a:pt x="2603965" y="167562"/>
                  <a:pt x="2602120" y="181383"/>
                </a:cubicBezTo>
                <a:lnTo>
                  <a:pt x="2602632" y="182149"/>
                </a:lnTo>
                <a:cubicBezTo>
                  <a:pt x="2605705" y="181641"/>
                  <a:pt x="2611601" y="181383"/>
                  <a:pt x="2614674" y="181383"/>
                </a:cubicBezTo>
                <a:cubicBezTo>
                  <a:pt x="2617750" y="181383"/>
                  <a:pt x="2623642" y="181641"/>
                  <a:pt x="2626715" y="182149"/>
                </a:cubicBezTo>
                <a:lnTo>
                  <a:pt x="2627227" y="181383"/>
                </a:lnTo>
                <a:cubicBezTo>
                  <a:pt x="2625386" y="166847"/>
                  <a:pt x="2624924" y="154763"/>
                  <a:pt x="2624924" y="135313"/>
                </a:cubicBezTo>
                <a:lnTo>
                  <a:pt x="2624924" y="117141"/>
                </a:lnTo>
                <a:cubicBezTo>
                  <a:pt x="2624924" y="97945"/>
                  <a:pt x="2625589" y="88731"/>
                  <a:pt x="2627227" y="73116"/>
                </a:cubicBezTo>
                <a:cubicBezTo>
                  <a:pt x="2627227" y="70813"/>
                  <a:pt x="2626922" y="70555"/>
                  <a:pt x="2624924" y="70555"/>
                </a:cubicBezTo>
                <a:cubicBezTo>
                  <a:pt x="2619080" y="71122"/>
                  <a:pt x="2608063" y="71275"/>
                  <a:pt x="2602632" y="70813"/>
                </a:cubicBezTo>
                <a:lnTo>
                  <a:pt x="2602120" y="71580"/>
                </a:lnTo>
                <a:cubicBezTo>
                  <a:pt x="2603707" y="82534"/>
                  <a:pt x="2604427" y="102039"/>
                  <a:pt x="2604427" y="121234"/>
                </a:cubicBezTo>
                <a:close/>
                <a:moveTo>
                  <a:pt x="2765841" y="135215"/>
                </a:moveTo>
                <a:cubicBezTo>
                  <a:pt x="2765841" y="127009"/>
                  <a:pt x="2766353" y="117520"/>
                  <a:pt x="2766353" y="109314"/>
                </a:cubicBezTo>
                <a:cubicBezTo>
                  <a:pt x="2766353" y="82640"/>
                  <a:pt x="2757642" y="68804"/>
                  <a:pt x="2734584" y="68804"/>
                </a:cubicBezTo>
                <a:cubicBezTo>
                  <a:pt x="2724845" y="68804"/>
                  <a:pt x="2706654" y="72651"/>
                  <a:pt x="2690258" y="91874"/>
                </a:cubicBezTo>
                <a:lnTo>
                  <a:pt x="2689746" y="91104"/>
                </a:lnTo>
                <a:lnTo>
                  <a:pt x="2689746" y="72393"/>
                </a:lnTo>
                <a:cubicBezTo>
                  <a:pt x="2689695" y="70395"/>
                  <a:pt x="2689437" y="69832"/>
                  <a:pt x="2688209" y="69832"/>
                </a:cubicBezTo>
                <a:cubicBezTo>
                  <a:pt x="2682470" y="70958"/>
                  <a:pt x="2673294" y="71161"/>
                  <a:pt x="2667454" y="70598"/>
                </a:cubicBezTo>
                <a:lnTo>
                  <a:pt x="2666941" y="71368"/>
                </a:lnTo>
                <a:cubicBezTo>
                  <a:pt x="2668736" y="82436"/>
                  <a:pt x="2669248" y="101875"/>
                  <a:pt x="2669248" y="121109"/>
                </a:cubicBezTo>
                <a:lnTo>
                  <a:pt x="2669248" y="135215"/>
                </a:lnTo>
                <a:cubicBezTo>
                  <a:pt x="2669248" y="154454"/>
                  <a:pt x="2668990" y="167531"/>
                  <a:pt x="2666941" y="181383"/>
                </a:cubicBezTo>
                <a:lnTo>
                  <a:pt x="2667454" y="182149"/>
                </a:lnTo>
                <a:cubicBezTo>
                  <a:pt x="2670530" y="181637"/>
                  <a:pt x="2676422" y="181383"/>
                  <a:pt x="2679495" y="181383"/>
                </a:cubicBezTo>
                <a:cubicBezTo>
                  <a:pt x="2682572" y="181383"/>
                  <a:pt x="2688463" y="181637"/>
                  <a:pt x="2691540" y="182149"/>
                </a:cubicBezTo>
                <a:lnTo>
                  <a:pt x="2692052" y="181383"/>
                </a:lnTo>
                <a:cubicBezTo>
                  <a:pt x="2690000" y="166761"/>
                  <a:pt x="2689746" y="154708"/>
                  <a:pt x="2689746" y="135215"/>
                </a:cubicBezTo>
                <a:lnTo>
                  <a:pt x="2689746" y="105209"/>
                </a:lnTo>
                <a:cubicBezTo>
                  <a:pt x="2702811" y="89821"/>
                  <a:pt x="2717671" y="84180"/>
                  <a:pt x="2726898" y="84180"/>
                </a:cubicBezTo>
                <a:cubicBezTo>
                  <a:pt x="2739964" y="84180"/>
                  <a:pt x="2745343" y="89309"/>
                  <a:pt x="2745343" y="110081"/>
                </a:cubicBezTo>
                <a:lnTo>
                  <a:pt x="2745343" y="135215"/>
                </a:lnTo>
                <a:cubicBezTo>
                  <a:pt x="2745343" y="154454"/>
                  <a:pt x="2744882" y="167582"/>
                  <a:pt x="2743036" y="181383"/>
                </a:cubicBezTo>
                <a:lnTo>
                  <a:pt x="2743549" y="182149"/>
                </a:lnTo>
                <a:cubicBezTo>
                  <a:pt x="2746625" y="181637"/>
                  <a:pt x="2752517" y="181383"/>
                  <a:pt x="2755594" y="181383"/>
                </a:cubicBezTo>
                <a:cubicBezTo>
                  <a:pt x="2758667" y="181383"/>
                  <a:pt x="2764558" y="181637"/>
                  <a:pt x="2767635" y="182149"/>
                </a:cubicBezTo>
                <a:lnTo>
                  <a:pt x="2768147" y="181383"/>
                </a:lnTo>
                <a:cubicBezTo>
                  <a:pt x="2766150" y="166761"/>
                  <a:pt x="2765841" y="154708"/>
                  <a:pt x="2765841" y="135215"/>
                </a:cubicBezTo>
                <a:close/>
                <a:moveTo>
                  <a:pt x="2811961" y="208042"/>
                </a:moveTo>
                <a:cubicBezTo>
                  <a:pt x="2811961" y="199554"/>
                  <a:pt x="2819647" y="190038"/>
                  <a:pt x="2828612" y="185151"/>
                </a:cubicBezTo>
                <a:cubicBezTo>
                  <a:pt x="2836197" y="185175"/>
                  <a:pt x="2847882" y="184401"/>
                  <a:pt x="2851416" y="184401"/>
                </a:cubicBezTo>
                <a:cubicBezTo>
                  <a:pt x="2863716" y="184401"/>
                  <a:pt x="2871554" y="184659"/>
                  <a:pt x="2878576" y="188772"/>
                </a:cubicBezTo>
                <a:cubicBezTo>
                  <a:pt x="2886008" y="193142"/>
                  <a:pt x="2888569" y="200598"/>
                  <a:pt x="2888569" y="207279"/>
                </a:cubicBezTo>
                <a:cubicBezTo>
                  <a:pt x="2888569" y="222960"/>
                  <a:pt x="2867559" y="231182"/>
                  <a:pt x="2845525" y="231182"/>
                </a:cubicBezTo>
                <a:cubicBezTo>
                  <a:pt x="2828870" y="231182"/>
                  <a:pt x="2811961" y="225529"/>
                  <a:pt x="2811961" y="208049"/>
                </a:cubicBezTo>
                <a:lnTo>
                  <a:pt x="2811961" y="208042"/>
                </a:lnTo>
                <a:moveTo>
                  <a:pt x="2886008" y="108227"/>
                </a:moveTo>
                <a:cubicBezTo>
                  <a:pt x="2886008" y="90568"/>
                  <a:pt x="2879088" y="82382"/>
                  <a:pt x="2873095" y="78441"/>
                </a:cubicBezTo>
                <a:cubicBezTo>
                  <a:pt x="2880781" y="79055"/>
                  <a:pt x="2889284" y="80024"/>
                  <a:pt x="2899844" y="81099"/>
                </a:cubicBezTo>
                <a:lnTo>
                  <a:pt x="2900610" y="80333"/>
                </a:lnTo>
                <a:cubicBezTo>
                  <a:pt x="2900098" y="78030"/>
                  <a:pt x="2899844" y="75982"/>
                  <a:pt x="2899844" y="73675"/>
                </a:cubicBezTo>
                <a:cubicBezTo>
                  <a:pt x="2899844" y="71368"/>
                  <a:pt x="2900098" y="69320"/>
                  <a:pt x="2900610" y="67013"/>
                </a:cubicBezTo>
                <a:lnTo>
                  <a:pt x="2899844" y="66243"/>
                </a:lnTo>
                <a:cubicBezTo>
                  <a:pt x="2887595" y="67267"/>
                  <a:pt x="2878525" y="69984"/>
                  <a:pt x="2859411" y="71009"/>
                </a:cubicBezTo>
                <a:cubicBezTo>
                  <a:pt x="2854849" y="69574"/>
                  <a:pt x="2849215" y="68804"/>
                  <a:pt x="2843730" y="68804"/>
                </a:cubicBezTo>
                <a:cubicBezTo>
                  <a:pt x="2823491" y="68804"/>
                  <a:pt x="2800174" y="82382"/>
                  <a:pt x="2800174" y="107715"/>
                </a:cubicBezTo>
                <a:cubicBezTo>
                  <a:pt x="2800174" y="126911"/>
                  <a:pt x="2811191" y="135610"/>
                  <a:pt x="2818365" y="139711"/>
                </a:cubicBezTo>
                <a:cubicBezTo>
                  <a:pt x="2810937" y="144832"/>
                  <a:pt x="2801969" y="152296"/>
                  <a:pt x="2801969" y="161053"/>
                </a:cubicBezTo>
                <a:cubicBezTo>
                  <a:pt x="2801969" y="171593"/>
                  <a:pt x="2808118" y="180816"/>
                  <a:pt x="2821899" y="183173"/>
                </a:cubicBezTo>
                <a:cubicBezTo>
                  <a:pt x="2814780" y="186152"/>
                  <a:pt x="2806785" y="191086"/>
                  <a:pt x="2800174" y="196227"/>
                </a:cubicBezTo>
                <a:cubicBezTo>
                  <a:pt x="2796945" y="201110"/>
                  <a:pt x="2794282" y="208358"/>
                  <a:pt x="2794282" y="213191"/>
                </a:cubicBezTo>
                <a:cubicBezTo>
                  <a:pt x="2794282" y="233438"/>
                  <a:pt x="2816317" y="242199"/>
                  <a:pt x="2843476" y="242199"/>
                </a:cubicBezTo>
                <a:cubicBezTo>
                  <a:pt x="2883443" y="242199"/>
                  <a:pt x="2907272" y="225478"/>
                  <a:pt x="2907272" y="201368"/>
                </a:cubicBezTo>
                <a:cubicBezTo>
                  <a:pt x="2907272" y="190058"/>
                  <a:pt x="2903687" y="182098"/>
                  <a:pt x="2896513" y="175948"/>
                </a:cubicBezTo>
                <a:cubicBezTo>
                  <a:pt x="2886876" y="167750"/>
                  <a:pt x="2869353" y="167492"/>
                  <a:pt x="2860385" y="167492"/>
                </a:cubicBezTo>
                <a:cubicBezTo>
                  <a:pt x="2856030" y="167492"/>
                  <a:pt x="2845779" y="168004"/>
                  <a:pt x="2839887" y="168774"/>
                </a:cubicBezTo>
                <a:cubicBezTo>
                  <a:pt x="2836302" y="169009"/>
                  <a:pt x="2833737" y="169267"/>
                  <a:pt x="2832459" y="169267"/>
                </a:cubicBezTo>
                <a:cubicBezTo>
                  <a:pt x="2825285" y="169267"/>
                  <a:pt x="2817595" y="168239"/>
                  <a:pt x="2817595" y="157175"/>
                </a:cubicBezTo>
                <a:cubicBezTo>
                  <a:pt x="2817595" y="152030"/>
                  <a:pt x="2818877" y="147659"/>
                  <a:pt x="2824515" y="142784"/>
                </a:cubicBezTo>
                <a:cubicBezTo>
                  <a:pt x="2827846" y="144578"/>
                  <a:pt x="2835735" y="146369"/>
                  <a:pt x="2843476" y="146369"/>
                </a:cubicBezTo>
                <a:cubicBezTo>
                  <a:pt x="2870119" y="146369"/>
                  <a:pt x="2886008" y="128393"/>
                  <a:pt x="2886008" y="108227"/>
                </a:cubicBezTo>
                <a:moveTo>
                  <a:pt x="2866022" y="108482"/>
                </a:moveTo>
                <a:cubicBezTo>
                  <a:pt x="2866022" y="124042"/>
                  <a:pt x="2859615" y="136122"/>
                  <a:pt x="2844242" y="136122"/>
                </a:cubicBezTo>
                <a:cubicBezTo>
                  <a:pt x="2825797" y="136122"/>
                  <a:pt x="2820160" y="124092"/>
                  <a:pt x="2820160" y="106437"/>
                </a:cubicBezTo>
                <a:cubicBezTo>
                  <a:pt x="2820160" y="89548"/>
                  <a:pt x="2827846" y="78542"/>
                  <a:pt x="2842706" y="78542"/>
                </a:cubicBezTo>
                <a:cubicBezTo>
                  <a:pt x="2859360" y="78542"/>
                  <a:pt x="2866022" y="90314"/>
                  <a:pt x="2866022" y="108482"/>
                </a:cubicBezTo>
                <a:close/>
                <a:moveTo>
                  <a:pt x="3030510" y="182426"/>
                </a:moveTo>
                <a:cubicBezTo>
                  <a:pt x="3033075" y="181656"/>
                  <a:pt x="3036406" y="181656"/>
                  <a:pt x="3038967" y="181656"/>
                </a:cubicBezTo>
                <a:cubicBezTo>
                  <a:pt x="3041527" y="181656"/>
                  <a:pt x="3045886" y="181656"/>
                  <a:pt x="3048189" y="182426"/>
                </a:cubicBezTo>
                <a:cubicBezTo>
                  <a:pt x="3055211" y="162695"/>
                  <a:pt x="3062643" y="141654"/>
                  <a:pt x="3070892" y="121536"/>
                </a:cubicBezTo>
                <a:cubicBezTo>
                  <a:pt x="3078578" y="141552"/>
                  <a:pt x="3086776" y="162288"/>
                  <a:pt x="3094052" y="182168"/>
                </a:cubicBezTo>
                <a:cubicBezTo>
                  <a:pt x="3096616" y="181398"/>
                  <a:pt x="3098153" y="181398"/>
                  <a:pt x="3100714" y="181398"/>
                </a:cubicBezTo>
                <a:cubicBezTo>
                  <a:pt x="3103278" y="181398"/>
                  <a:pt x="3107888" y="181398"/>
                  <a:pt x="3110194" y="182168"/>
                </a:cubicBezTo>
                <a:cubicBezTo>
                  <a:pt x="3122748" y="151944"/>
                  <a:pt x="3143245" y="102801"/>
                  <a:pt x="3157851" y="70805"/>
                </a:cubicBezTo>
                <a:cubicBezTo>
                  <a:pt x="3155545" y="71576"/>
                  <a:pt x="3149395" y="71576"/>
                  <a:pt x="3146834" y="71576"/>
                </a:cubicBezTo>
                <a:cubicBezTo>
                  <a:pt x="3144270" y="71576"/>
                  <a:pt x="3140427" y="71576"/>
                  <a:pt x="3138124" y="70805"/>
                </a:cubicBezTo>
                <a:cubicBezTo>
                  <a:pt x="3128643" y="101011"/>
                  <a:pt x="3117114" y="133768"/>
                  <a:pt x="3106558" y="158289"/>
                </a:cubicBezTo>
                <a:lnTo>
                  <a:pt x="3104506" y="158289"/>
                </a:lnTo>
                <a:cubicBezTo>
                  <a:pt x="3093798" y="130187"/>
                  <a:pt x="3085853" y="97938"/>
                  <a:pt x="3079962" y="70805"/>
                </a:cubicBezTo>
                <a:cubicBezTo>
                  <a:pt x="3076631" y="71576"/>
                  <a:pt x="3070739" y="71576"/>
                  <a:pt x="3067150" y="71576"/>
                </a:cubicBezTo>
                <a:cubicBezTo>
                  <a:pt x="3063049" y="71576"/>
                  <a:pt x="3056391" y="71576"/>
                  <a:pt x="3052290" y="70805"/>
                </a:cubicBezTo>
                <a:cubicBezTo>
                  <a:pt x="3055824" y="81303"/>
                  <a:pt x="3059875" y="92562"/>
                  <a:pt x="3064281" y="104236"/>
                </a:cubicBezTo>
                <a:cubicBezTo>
                  <a:pt x="3057416" y="123533"/>
                  <a:pt x="3050445" y="142729"/>
                  <a:pt x="3043017" y="158547"/>
                </a:cubicBezTo>
                <a:lnTo>
                  <a:pt x="3041476" y="158547"/>
                </a:lnTo>
                <a:cubicBezTo>
                  <a:pt x="3028669" y="129265"/>
                  <a:pt x="3020111" y="100397"/>
                  <a:pt x="3010783" y="71064"/>
                </a:cubicBezTo>
                <a:cubicBezTo>
                  <a:pt x="3007452" y="71830"/>
                  <a:pt x="3001560" y="71830"/>
                  <a:pt x="2997971" y="71830"/>
                </a:cubicBezTo>
                <a:cubicBezTo>
                  <a:pt x="2993874" y="71830"/>
                  <a:pt x="2987212" y="71830"/>
                  <a:pt x="2983111" y="71064"/>
                </a:cubicBezTo>
                <a:cubicBezTo>
                  <a:pt x="3000278" y="108689"/>
                  <a:pt x="3016162" y="145032"/>
                  <a:pt x="3030510" y="182426"/>
                </a:cubicBezTo>
                <a:close/>
                <a:moveTo>
                  <a:pt x="3183471" y="28328"/>
                </a:moveTo>
                <a:cubicBezTo>
                  <a:pt x="3183471" y="35244"/>
                  <a:pt x="3189620" y="41394"/>
                  <a:pt x="3196540" y="41394"/>
                </a:cubicBezTo>
                <a:cubicBezTo>
                  <a:pt x="3203456" y="41394"/>
                  <a:pt x="3209606" y="35244"/>
                  <a:pt x="3209606" y="28328"/>
                </a:cubicBezTo>
                <a:cubicBezTo>
                  <a:pt x="3209606" y="21409"/>
                  <a:pt x="3203456" y="15259"/>
                  <a:pt x="3196540" y="15259"/>
                </a:cubicBezTo>
                <a:cubicBezTo>
                  <a:pt x="3189620" y="15259"/>
                  <a:pt x="3183471" y="21409"/>
                  <a:pt x="3183471" y="28328"/>
                </a:cubicBezTo>
                <a:moveTo>
                  <a:pt x="3186035" y="121234"/>
                </a:moveTo>
                <a:lnTo>
                  <a:pt x="3186035" y="135313"/>
                </a:lnTo>
                <a:cubicBezTo>
                  <a:pt x="3186035" y="154508"/>
                  <a:pt x="3185574" y="167562"/>
                  <a:pt x="3183729" y="181383"/>
                </a:cubicBezTo>
                <a:lnTo>
                  <a:pt x="3184241" y="182149"/>
                </a:lnTo>
                <a:cubicBezTo>
                  <a:pt x="3187314" y="181641"/>
                  <a:pt x="3193209" y="181383"/>
                  <a:pt x="3196282" y="181383"/>
                </a:cubicBezTo>
                <a:cubicBezTo>
                  <a:pt x="3199359" y="181383"/>
                  <a:pt x="3205251" y="181641"/>
                  <a:pt x="3208324" y="182149"/>
                </a:cubicBezTo>
                <a:lnTo>
                  <a:pt x="3208836" y="181383"/>
                </a:lnTo>
                <a:cubicBezTo>
                  <a:pt x="3206994" y="166847"/>
                  <a:pt x="3206533" y="154763"/>
                  <a:pt x="3206533" y="135313"/>
                </a:cubicBezTo>
                <a:lnTo>
                  <a:pt x="3206533" y="117141"/>
                </a:lnTo>
                <a:cubicBezTo>
                  <a:pt x="3206533" y="97945"/>
                  <a:pt x="3207198" y="88731"/>
                  <a:pt x="3208836" y="73116"/>
                </a:cubicBezTo>
                <a:cubicBezTo>
                  <a:pt x="3208836" y="70813"/>
                  <a:pt x="3208531" y="70555"/>
                  <a:pt x="3206533" y="70555"/>
                </a:cubicBezTo>
                <a:cubicBezTo>
                  <a:pt x="3200688" y="71122"/>
                  <a:pt x="3189671" y="71275"/>
                  <a:pt x="3184241" y="70813"/>
                </a:cubicBezTo>
                <a:lnTo>
                  <a:pt x="3183729" y="71580"/>
                </a:lnTo>
                <a:cubicBezTo>
                  <a:pt x="3185316" y="82534"/>
                  <a:pt x="3186035" y="102039"/>
                  <a:pt x="3186035" y="121234"/>
                </a:cubicBezTo>
                <a:close/>
                <a:moveTo>
                  <a:pt x="3253930" y="71556"/>
                </a:moveTo>
                <a:cubicBezTo>
                  <a:pt x="3248703" y="71556"/>
                  <a:pt x="3243272" y="71454"/>
                  <a:pt x="3240094" y="71044"/>
                </a:cubicBezTo>
                <a:cubicBezTo>
                  <a:pt x="3238354" y="75247"/>
                  <a:pt x="3236970" y="77706"/>
                  <a:pt x="3234460" y="81549"/>
                </a:cubicBezTo>
                <a:lnTo>
                  <a:pt x="3235739" y="83343"/>
                </a:lnTo>
                <a:cubicBezTo>
                  <a:pt x="3240149" y="83034"/>
                  <a:pt x="3248089" y="82882"/>
                  <a:pt x="3253930" y="82831"/>
                </a:cubicBezTo>
                <a:lnTo>
                  <a:pt x="3253930" y="117884"/>
                </a:lnTo>
                <a:cubicBezTo>
                  <a:pt x="3253930" y="133237"/>
                  <a:pt x="3253164" y="151662"/>
                  <a:pt x="3253164" y="159337"/>
                </a:cubicBezTo>
                <a:cubicBezTo>
                  <a:pt x="3253164" y="175976"/>
                  <a:pt x="3263923" y="183900"/>
                  <a:pt x="3275710" y="183900"/>
                </a:cubicBezTo>
                <a:cubicBezTo>
                  <a:pt x="3286473" y="183900"/>
                  <a:pt x="3294671" y="181344"/>
                  <a:pt x="3305430" y="174443"/>
                </a:cubicBezTo>
                <a:lnTo>
                  <a:pt x="3302306" y="168137"/>
                </a:lnTo>
                <a:cubicBezTo>
                  <a:pt x="3294413" y="170854"/>
                  <a:pt x="3288521" y="171112"/>
                  <a:pt x="3282114" y="170088"/>
                </a:cubicBezTo>
                <a:cubicBezTo>
                  <a:pt x="3276019" y="169114"/>
                  <a:pt x="3273661" y="162969"/>
                  <a:pt x="3273661" y="149102"/>
                </a:cubicBezTo>
                <a:cubicBezTo>
                  <a:pt x="3273661" y="141427"/>
                  <a:pt x="3274428" y="130422"/>
                  <a:pt x="3274428" y="115073"/>
                </a:cubicBezTo>
                <a:lnTo>
                  <a:pt x="3274428" y="82831"/>
                </a:lnTo>
                <a:lnTo>
                  <a:pt x="3284166" y="82831"/>
                </a:lnTo>
                <a:cubicBezTo>
                  <a:pt x="3290316" y="82831"/>
                  <a:pt x="3299230" y="83034"/>
                  <a:pt x="3302611" y="83343"/>
                </a:cubicBezTo>
                <a:cubicBezTo>
                  <a:pt x="3303381" y="79246"/>
                  <a:pt x="3304152" y="76631"/>
                  <a:pt x="3305688" y="72838"/>
                </a:cubicBezTo>
                <a:lnTo>
                  <a:pt x="3304406" y="71044"/>
                </a:lnTo>
                <a:cubicBezTo>
                  <a:pt x="3299793" y="71251"/>
                  <a:pt x="3292364" y="71556"/>
                  <a:pt x="3286473" y="71556"/>
                </a:cubicBezTo>
                <a:lnTo>
                  <a:pt x="3274428" y="71556"/>
                </a:lnTo>
                <a:cubicBezTo>
                  <a:pt x="3274428" y="52392"/>
                  <a:pt x="3274584" y="49010"/>
                  <a:pt x="3275710" y="34150"/>
                </a:cubicBezTo>
                <a:cubicBezTo>
                  <a:pt x="3275710" y="32304"/>
                  <a:pt x="3274994" y="31589"/>
                  <a:pt x="3273403" y="31589"/>
                </a:cubicBezTo>
                <a:cubicBezTo>
                  <a:pt x="3266999" y="34150"/>
                  <a:pt x="3263821" y="36867"/>
                  <a:pt x="3255470" y="37993"/>
                </a:cubicBezTo>
                <a:lnTo>
                  <a:pt x="3254958" y="38763"/>
                </a:lnTo>
                <a:cubicBezTo>
                  <a:pt x="3254446" y="47681"/>
                  <a:pt x="3253930" y="56696"/>
                  <a:pt x="3253930" y="71556"/>
                </a:cubicBezTo>
                <a:close/>
                <a:moveTo>
                  <a:pt x="3360262" y="91104"/>
                </a:moveTo>
                <a:lnTo>
                  <a:pt x="3360262" y="52935"/>
                </a:lnTo>
                <a:cubicBezTo>
                  <a:pt x="3360262" y="33989"/>
                  <a:pt x="3361337" y="20779"/>
                  <a:pt x="3362565" y="5059"/>
                </a:cubicBezTo>
                <a:cubicBezTo>
                  <a:pt x="3362565" y="3268"/>
                  <a:pt x="3361850" y="2498"/>
                  <a:pt x="3360262" y="2498"/>
                </a:cubicBezTo>
                <a:cubicBezTo>
                  <a:pt x="3353855" y="5059"/>
                  <a:pt x="3348373" y="6853"/>
                  <a:pt x="3337970" y="7620"/>
                </a:cubicBezTo>
                <a:lnTo>
                  <a:pt x="3337458" y="8390"/>
                </a:lnTo>
                <a:cubicBezTo>
                  <a:pt x="3339456" y="19344"/>
                  <a:pt x="3339765" y="38599"/>
                  <a:pt x="3339765" y="58053"/>
                </a:cubicBezTo>
                <a:lnTo>
                  <a:pt x="3339765" y="135215"/>
                </a:lnTo>
                <a:cubicBezTo>
                  <a:pt x="3339765" y="154297"/>
                  <a:pt x="3339456" y="167019"/>
                  <a:pt x="3337458" y="181383"/>
                </a:cubicBezTo>
                <a:lnTo>
                  <a:pt x="3337970" y="182149"/>
                </a:lnTo>
                <a:cubicBezTo>
                  <a:pt x="3341043" y="181637"/>
                  <a:pt x="3346939" y="181383"/>
                  <a:pt x="3350011" y="181383"/>
                </a:cubicBezTo>
                <a:cubicBezTo>
                  <a:pt x="3353088" y="181383"/>
                  <a:pt x="3358980" y="181637"/>
                  <a:pt x="3362053" y="182149"/>
                </a:cubicBezTo>
                <a:lnTo>
                  <a:pt x="3362565" y="181383"/>
                </a:lnTo>
                <a:cubicBezTo>
                  <a:pt x="3360673" y="166710"/>
                  <a:pt x="3360262" y="154708"/>
                  <a:pt x="3360262" y="135215"/>
                </a:cubicBezTo>
                <a:lnTo>
                  <a:pt x="3360262" y="105209"/>
                </a:lnTo>
                <a:cubicBezTo>
                  <a:pt x="3373328" y="89821"/>
                  <a:pt x="3388341" y="84180"/>
                  <a:pt x="3397411" y="84180"/>
                </a:cubicBezTo>
                <a:cubicBezTo>
                  <a:pt x="3410480" y="84180"/>
                  <a:pt x="3415860" y="89309"/>
                  <a:pt x="3415860" y="110081"/>
                </a:cubicBezTo>
                <a:lnTo>
                  <a:pt x="3415860" y="135215"/>
                </a:lnTo>
                <a:cubicBezTo>
                  <a:pt x="3415860" y="154454"/>
                  <a:pt x="3415602" y="167582"/>
                  <a:pt x="3413553" y="181383"/>
                </a:cubicBezTo>
                <a:lnTo>
                  <a:pt x="3414065" y="182149"/>
                </a:lnTo>
                <a:cubicBezTo>
                  <a:pt x="3417142" y="181637"/>
                  <a:pt x="3423034" y="181383"/>
                  <a:pt x="3426107" y="181383"/>
                </a:cubicBezTo>
                <a:cubicBezTo>
                  <a:pt x="3429183" y="181383"/>
                  <a:pt x="3435075" y="181637"/>
                  <a:pt x="3438152" y="182149"/>
                </a:cubicBezTo>
                <a:lnTo>
                  <a:pt x="3438664" y="181383"/>
                </a:lnTo>
                <a:cubicBezTo>
                  <a:pt x="3436611" y="166710"/>
                  <a:pt x="3436357" y="154708"/>
                  <a:pt x="3436357" y="135215"/>
                </a:cubicBezTo>
                <a:cubicBezTo>
                  <a:pt x="3436357" y="127009"/>
                  <a:pt x="3436869" y="117520"/>
                  <a:pt x="3436869" y="109314"/>
                </a:cubicBezTo>
                <a:cubicBezTo>
                  <a:pt x="3436869" y="82640"/>
                  <a:pt x="3428159" y="68804"/>
                  <a:pt x="3405097" y="68804"/>
                </a:cubicBezTo>
                <a:cubicBezTo>
                  <a:pt x="3395362" y="68804"/>
                  <a:pt x="3377171" y="72651"/>
                  <a:pt x="3360774" y="91874"/>
                </a:cubicBezTo>
                <a:lnTo>
                  <a:pt x="3360262" y="91104"/>
                </a:lnTo>
                <a:close/>
                <a:moveTo>
                  <a:pt x="3546787" y="71556"/>
                </a:moveTo>
                <a:cubicBezTo>
                  <a:pt x="3541200" y="71556"/>
                  <a:pt x="3535308" y="71505"/>
                  <a:pt x="3531923" y="71044"/>
                </a:cubicBezTo>
                <a:cubicBezTo>
                  <a:pt x="3530183" y="75196"/>
                  <a:pt x="3528799" y="77706"/>
                  <a:pt x="3526289" y="81549"/>
                </a:cubicBezTo>
                <a:lnTo>
                  <a:pt x="3527568" y="83343"/>
                </a:lnTo>
                <a:cubicBezTo>
                  <a:pt x="3532181" y="83034"/>
                  <a:pt x="3540637" y="82831"/>
                  <a:pt x="3546529" y="82831"/>
                </a:cubicBezTo>
                <a:lnTo>
                  <a:pt x="3546787" y="82831"/>
                </a:lnTo>
                <a:lnTo>
                  <a:pt x="3546787" y="130441"/>
                </a:lnTo>
                <a:cubicBezTo>
                  <a:pt x="3546787" y="149641"/>
                  <a:pt x="3546427" y="167664"/>
                  <a:pt x="3544222" y="181383"/>
                </a:cubicBezTo>
                <a:lnTo>
                  <a:pt x="3544734" y="182149"/>
                </a:lnTo>
                <a:cubicBezTo>
                  <a:pt x="3547811" y="181641"/>
                  <a:pt x="3553961" y="181383"/>
                  <a:pt x="3557034" y="181383"/>
                </a:cubicBezTo>
                <a:cubicBezTo>
                  <a:pt x="3560107" y="181383"/>
                  <a:pt x="3566256" y="181641"/>
                  <a:pt x="3569333" y="182149"/>
                </a:cubicBezTo>
                <a:lnTo>
                  <a:pt x="3569845" y="181383"/>
                </a:lnTo>
                <a:cubicBezTo>
                  <a:pt x="3567691" y="166792"/>
                  <a:pt x="3567281" y="149641"/>
                  <a:pt x="3567281" y="130441"/>
                </a:cubicBezTo>
                <a:lnTo>
                  <a:pt x="3567281" y="82831"/>
                </a:lnTo>
                <a:lnTo>
                  <a:pt x="3575995" y="82831"/>
                </a:lnTo>
                <a:cubicBezTo>
                  <a:pt x="3582145" y="82831"/>
                  <a:pt x="3591058" y="83034"/>
                  <a:pt x="3594440" y="83343"/>
                </a:cubicBezTo>
                <a:cubicBezTo>
                  <a:pt x="3595210" y="79246"/>
                  <a:pt x="3595980" y="76631"/>
                  <a:pt x="3597517" y="72838"/>
                </a:cubicBezTo>
                <a:lnTo>
                  <a:pt x="3596235" y="71044"/>
                </a:lnTo>
                <a:cubicBezTo>
                  <a:pt x="3591930" y="71247"/>
                  <a:pt x="3584193" y="71556"/>
                  <a:pt x="3578302" y="71556"/>
                </a:cubicBezTo>
                <a:lnTo>
                  <a:pt x="3567281" y="71556"/>
                </a:lnTo>
                <a:lnTo>
                  <a:pt x="3567281" y="69242"/>
                </a:lnTo>
                <a:cubicBezTo>
                  <a:pt x="3567281" y="59972"/>
                  <a:pt x="3566002" y="46586"/>
                  <a:pt x="3566002" y="41953"/>
                </a:cubicBezTo>
                <a:cubicBezTo>
                  <a:pt x="3566002" y="27742"/>
                  <a:pt x="3575174" y="18128"/>
                  <a:pt x="3589831" y="18128"/>
                </a:cubicBezTo>
                <a:cubicBezTo>
                  <a:pt x="3596438" y="18128"/>
                  <a:pt x="3601872" y="21940"/>
                  <a:pt x="3604691" y="27019"/>
                </a:cubicBezTo>
                <a:lnTo>
                  <a:pt x="3607510" y="26769"/>
                </a:lnTo>
                <a:cubicBezTo>
                  <a:pt x="3609300" y="19907"/>
                  <a:pt x="3612068" y="11263"/>
                  <a:pt x="3614684" y="5829"/>
                </a:cubicBezTo>
                <a:lnTo>
                  <a:pt x="3614426" y="5063"/>
                </a:lnTo>
                <a:cubicBezTo>
                  <a:pt x="3612377" y="3781"/>
                  <a:pt x="3607764" y="2498"/>
                  <a:pt x="3602896" y="2498"/>
                </a:cubicBezTo>
                <a:cubicBezTo>
                  <a:pt x="3586754" y="2498"/>
                  <a:pt x="3570561" y="9981"/>
                  <a:pt x="3560877" y="22194"/>
                </a:cubicBezTo>
                <a:cubicBezTo>
                  <a:pt x="3551142" y="34486"/>
                  <a:pt x="3546787" y="46586"/>
                  <a:pt x="3546787" y="61516"/>
                </a:cubicBezTo>
                <a:lnTo>
                  <a:pt x="3546787" y="71556"/>
                </a:lnTo>
                <a:close/>
                <a:moveTo>
                  <a:pt x="3695390" y="157836"/>
                </a:moveTo>
                <a:lnTo>
                  <a:pt x="3696414" y="158602"/>
                </a:lnTo>
                <a:lnTo>
                  <a:pt x="3697696" y="181383"/>
                </a:lnTo>
                <a:cubicBezTo>
                  <a:pt x="3697696" y="181895"/>
                  <a:pt x="3698005" y="182149"/>
                  <a:pt x="3698721" y="182149"/>
                </a:cubicBezTo>
                <a:cubicBezTo>
                  <a:pt x="3702102" y="181691"/>
                  <a:pt x="3705128" y="181383"/>
                  <a:pt x="3708866" y="181383"/>
                </a:cubicBezTo>
                <a:cubicBezTo>
                  <a:pt x="3712044" y="181383"/>
                  <a:pt x="3716912" y="181641"/>
                  <a:pt x="3720243" y="182149"/>
                </a:cubicBezTo>
                <a:lnTo>
                  <a:pt x="3720755" y="181383"/>
                </a:lnTo>
                <a:cubicBezTo>
                  <a:pt x="3718706" y="170377"/>
                  <a:pt x="3716400" y="151436"/>
                  <a:pt x="3716400" y="132240"/>
                </a:cubicBezTo>
                <a:lnTo>
                  <a:pt x="3716400" y="117649"/>
                </a:lnTo>
                <a:cubicBezTo>
                  <a:pt x="3716400" y="98450"/>
                  <a:pt x="3716658" y="85142"/>
                  <a:pt x="3718706" y="71576"/>
                </a:cubicBezTo>
                <a:lnTo>
                  <a:pt x="3718194" y="70805"/>
                </a:lnTo>
                <a:cubicBezTo>
                  <a:pt x="3715117" y="71318"/>
                  <a:pt x="3709226" y="71576"/>
                  <a:pt x="3706153" y="71576"/>
                </a:cubicBezTo>
                <a:cubicBezTo>
                  <a:pt x="3703076" y="71576"/>
                  <a:pt x="3697184" y="71318"/>
                  <a:pt x="3694111" y="70805"/>
                </a:cubicBezTo>
                <a:lnTo>
                  <a:pt x="3693595" y="71576"/>
                </a:lnTo>
                <a:cubicBezTo>
                  <a:pt x="3695597" y="86217"/>
                  <a:pt x="3695902" y="98196"/>
                  <a:pt x="3695902" y="117649"/>
                </a:cubicBezTo>
                <a:lnTo>
                  <a:pt x="3695902" y="142733"/>
                </a:lnTo>
                <a:cubicBezTo>
                  <a:pt x="3688114" y="155842"/>
                  <a:pt x="3673356" y="169552"/>
                  <a:pt x="3660802" y="169552"/>
                </a:cubicBezTo>
                <a:cubicBezTo>
                  <a:pt x="3651986" y="169552"/>
                  <a:pt x="3643635" y="166741"/>
                  <a:pt x="3643635" y="142948"/>
                </a:cubicBezTo>
                <a:lnTo>
                  <a:pt x="3643635" y="117622"/>
                </a:lnTo>
                <a:cubicBezTo>
                  <a:pt x="3643635" y="98434"/>
                  <a:pt x="3643890" y="85134"/>
                  <a:pt x="3645942" y="71576"/>
                </a:cubicBezTo>
                <a:lnTo>
                  <a:pt x="3645430" y="70805"/>
                </a:lnTo>
                <a:cubicBezTo>
                  <a:pt x="3642353" y="71318"/>
                  <a:pt x="3636461" y="71576"/>
                  <a:pt x="3633385" y="71576"/>
                </a:cubicBezTo>
                <a:cubicBezTo>
                  <a:pt x="3630312" y="71576"/>
                  <a:pt x="3624420" y="71318"/>
                  <a:pt x="3621343" y="70805"/>
                </a:cubicBezTo>
                <a:lnTo>
                  <a:pt x="3620831" y="71576"/>
                </a:lnTo>
                <a:cubicBezTo>
                  <a:pt x="3622880" y="86154"/>
                  <a:pt x="3623138" y="98180"/>
                  <a:pt x="3623138" y="117622"/>
                </a:cubicBezTo>
                <a:lnTo>
                  <a:pt x="3623138" y="148320"/>
                </a:lnTo>
                <a:cubicBezTo>
                  <a:pt x="3623138" y="165971"/>
                  <a:pt x="3631336" y="183900"/>
                  <a:pt x="3656701" y="183900"/>
                </a:cubicBezTo>
                <a:cubicBezTo>
                  <a:pt x="3672585" y="183900"/>
                  <a:pt x="3686933" y="170835"/>
                  <a:pt x="3695390" y="157785"/>
                </a:cubicBezTo>
                <a:lnTo>
                  <a:pt x="3695390" y="157836"/>
                </a:lnTo>
                <a:close/>
                <a:moveTo>
                  <a:pt x="3857318" y="135215"/>
                </a:moveTo>
                <a:cubicBezTo>
                  <a:pt x="3857318" y="127009"/>
                  <a:pt x="3857830" y="117520"/>
                  <a:pt x="3857830" y="109314"/>
                </a:cubicBezTo>
                <a:cubicBezTo>
                  <a:pt x="3857830" y="82640"/>
                  <a:pt x="3849120" y="68804"/>
                  <a:pt x="3826062" y="68804"/>
                </a:cubicBezTo>
                <a:cubicBezTo>
                  <a:pt x="3816323" y="68804"/>
                  <a:pt x="3798132" y="72651"/>
                  <a:pt x="3781735" y="91874"/>
                </a:cubicBezTo>
                <a:lnTo>
                  <a:pt x="3781223" y="91104"/>
                </a:lnTo>
                <a:lnTo>
                  <a:pt x="3781223" y="72393"/>
                </a:lnTo>
                <a:cubicBezTo>
                  <a:pt x="3781172" y="70395"/>
                  <a:pt x="3780914" y="69832"/>
                  <a:pt x="3779687" y="69832"/>
                </a:cubicBezTo>
                <a:cubicBezTo>
                  <a:pt x="3773948" y="70958"/>
                  <a:pt x="3764772" y="71161"/>
                  <a:pt x="3758931" y="70598"/>
                </a:cubicBezTo>
                <a:lnTo>
                  <a:pt x="3758419" y="71368"/>
                </a:lnTo>
                <a:cubicBezTo>
                  <a:pt x="3760213" y="82436"/>
                  <a:pt x="3760726" y="101875"/>
                  <a:pt x="3760726" y="121109"/>
                </a:cubicBezTo>
                <a:lnTo>
                  <a:pt x="3760726" y="135215"/>
                </a:lnTo>
                <a:cubicBezTo>
                  <a:pt x="3760726" y="154454"/>
                  <a:pt x="3760468" y="167531"/>
                  <a:pt x="3758419" y="181383"/>
                </a:cubicBezTo>
                <a:lnTo>
                  <a:pt x="3758931" y="182149"/>
                </a:lnTo>
                <a:cubicBezTo>
                  <a:pt x="3762008" y="181637"/>
                  <a:pt x="3767900" y="181383"/>
                  <a:pt x="3770972" y="181383"/>
                </a:cubicBezTo>
                <a:cubicBezTo>
                  <a:pt x="3774049" y="181383"/>
                  <a:pt x="3779941" y="181637"/>
                  <a:pt x="3783018" y="182149"/>
                </a:cubicBezTo>
                <a:lnTo>
                  <a:pt x="3783530" y="181383"/>
                </a:lnTo>
                <a:cubicBezTo>
                  <a:pt x="3781477" y="166761"/>
                  <a:pt x="3781223" y="154708"/>
                  <a:pt x="3781223" y="135215"/>
                </a:cubicBezTo>
                <a:lnTo>
                  <a:pt x="3781223" y="105209"/>
                </a:lnTo>
                <a:cubicBezTo>
                  <a:pt x="3794289" y="89821"/>
                  <a:pt x="3809149" y="84180"/>
                  <a:pt x="3818375" y="84180"/>
                </a:cubicBezTo>
                <a:cubicBezTo>
                  <a:pt x="3831441" y="84180"/>
                  <a:pt x="3836821" y="89309"/>
                  <a:pt x="3836821" y="110081"/>
                </a:cubicBezTo>
                <a:lnTo>
                  <a:pt x="3836821" y="135215"/>
                </a:lnTo>
                <a:cubicBezTo>
                  <a:pt x="3836821" y="154454"/>
                  <a:pt x="3836359" y="167582"/>
                  <a:pt x="3834514" y="181383"/>
                </a:cubicBezTo>
                <a:lnTo>
                  <a:pt x="3835026" y="182149"/>
                </a:lnTo>
                <a:cubicBezTo>
                  <a:pt x="3838103" y="181637"/>
                  <a:pt x="3843995" y="181383"/>
                  <a:pt x="3847071" y="181383"/>
                </a:cubicBezTo>
                <a:cubicBezTo>
                  <a:pt x="3850144" y="181383"/>
                  <a:pt x="3856036" y="181637"/>
                  <a:pt x="3859113" y="182149"/>
                </a:cubicBezTo>
                <a:lnTo>
                  <a:pt x="3859625" y="181383"/>
                </a:lnTo>
                <a:cubicBezTo>
                  <a:pt x="3857627" y="166761"/>
                  <a:pt x="3857318" y="154708"/>
                  <a:pt x="3857318" y="135215"/>
                </a:cubicBezTo>
                <a:close/>
                <a:moveTo>
                  <a:pt x="3941614" y="79055"/>
                </a:moveTo>
                <a:cubicBezTo>
                  <a:pt x="3951502" y="79055"/>
                  <a:pt x="3960470" y="86334"/>
                  <a:pt x="3967233" y="98024"/>
                </a:cubicBezTo>
                <a:lnTo>
                  <a:pt x="3970564" y="97769"/>
                </a:lnTo>
                <a:lnTo>
                  <a:pt x="3976456" y="76748"/>
                </a:lnTo>
                <a:lnTo>
                  <a:pt x="3975944" y="75982"/>
                </a:lnTo>
                <a:cubicBezTo>
                  <a:pt x="3968004" y="71881"/>
                  <a:pt x="3954680" y="68804"/>
                  <a:pt x="3941868" y="68804"/>
                </a:cubicBezTo>
                <a:cubicBezTo>
                  <a:pt x="3915221" y="68804"/>
                  <a:pt x="3887295" y="90592"/>
                  <a:pt x="3887295" y="125457"/>
                </a:cubicBezTo>
                <a:cubicBezTo>
                  <a:pt x="3887295" y="161092"/>
                  <a:pt x="3907535" y="183900"/>
                  <a:pt x="3938796" y="183900"/>
                </a:cubicBezTo>
                <a:cubicBezTo>
                  <a:pt x="3954168" y="183900"/>
                  <a:pt x="3966209" y="178779"/>
                  <a:pt x="3976456" y="165709"/>
                </a:cubicBezTo>
                <a:lnTo>
                  <a:pt x="3971589" y="160322"/>
                </a:lnTo>
                <a:lnTo>
                  <a:pt x="3970564" y="160322"/>
                </a:lnTo>
                <a:cubicBezTo>
                  <a:pt x="3960830" y="169040"/>
                  <a:pt x="3952682" y="171093"/>
                  <a:pt x="3943151" y="171093"/>
                </a:cubicBezTo>
                <a:cubicBezTo>
                  <a:pt x="3924448" y="171093"/>
                  <a:pt x="3909842" y="154172"/>
                  <a:pt x="3909842" y="124174"/>
                </a:cubicBezTo>
                <a:cubicBezTo>
                  <a:pt x="3909842" y="95975"/>
                  <a:pt x="3924702" y="79055"/>
                  <a:pt x="3941614" y="79055"/>
                </a:cubicBezTo>
                <a:close/>
                <a:moveTo>
                  <a:pt x="4011814" y="71556"/>
                </a:moveTo>
                <a:cubicBezTo>
                  <a:pt x="4006587" y="71556"/>
                  <a:pt x="4001157" y="71454"/>
                  <a:pt x="3997978" y="71044"/>
                </a:cubicBezTo>
                <a:cubicBezTo>
                  <a:pt x="3996238" y="75247"/>
                  <a:pt x="3994854" y="77706"/>
                  <a:pt x="3992345" y="81549"/>
                </a:cubicBezTo>
                <a:lnTo>
                  <a:pt x="3993623" y="83343"/>
                </a:lnTo>
                <a:cubicBezTo>
                  <a:pt x="3998033" y="83034"/>
                  <a:pt x="4005973" y="82882"/>
                  <a:pt x="4011814" y="82831"/>
                </a:cubicBezTo>
                <a:lnTo>
                  <a:pt x="4011814" y="117884"/>
                </a:lnTo>
                <a:cubicBezTo>
                  <a:pt x="4011814" y="133237"/>
                  <a:pt x="4011048" y="151662"/>
                  <a:pt x="4011048" y="159337"/>
                </a:cubicBezTo>
                <a:cubicBezTo>
                  <a:pt x="4011048" y="175976"/>
                  <a:pt x="4021807" y="183900"/>
                  <a:pt x="4033594" y="183900"/>
                </a:cubicBezTo>
                <a:cubicBezTo>
                  <a:pt x="4044357" y="183900"/>
                  <a:pt x="4052555" y="181344"/>
                  <a:pt x="4063314" y="174443"/>
                </a:cubicBezTo>
                <a:lnTo>
                  <a:pt x="4060191" y="168137"/>
                </a:lnTo>
                <a:cubicBezTo>
                  <a:pt x="4052297" y="170854"/>
                  <a:pt x="4046406" y="171112"/>
                  <a:pt x="4039998" y="170088"/>
                </a:cubicBezTo>
                <a:cubicBezTo>
                  <a:pt x="4033903" y="169114"/>
                  <a:pt x="4031545" y="162969"/>
                  <a:pt x="4031545" y="149102"/>
                </a:cubicBezTo>
                <a:cubicBezTo>
                  <a:pt x="4031545" y="141427"/>
                  <a:pt x="4032312" y="130422"/>
                  <a:pt x="4032312" y="115073"/>
                </a:cubicBezTo>
                <a:lnTo>
                  <a:pt x="4032312" y="82831"/>
                </a:lnTo>
                <a:lnTo>
                  <a:pt x="4042050" y="82831"/>
                </a:lnTo>
                <a:cubicBezTo>
                  <a:pt x="4048200" y="82831"/>
                  <a:pt x="4057114" y="83034"/>
                  <a:pt x="4060495" y="83343"/>
                </a:cubicBezTo>
                <a:cubicBezTo>
                  <a:pt x="4061266" y="79246"/>
                  <a:pt x="4062036" y="76631"/>
                  <a:pt x="4063572" y="72838"/>
                </a:cubicBezTo>
                <a:lnTo>
                  <a:pt x="4062290" y="71044"/>
                </a:lnTo>
                <a:cubicBezTo>
                  <a:pt x="4057677" y="71251"/>
                  <a:pt x="4050249" y="71556"/>
                  <a:pt x="4044357" y="71556"/>
                </a:cubicBezTo>
                <a:lnTo>
                  <a:pt x="4032312" y="71556"/>
                </a:lnTo>
                <a:cubicBezTo>
                  <a:pt x="4032312" y="52392"/>
                  <a:pt x="4032468" y="49010"/>
                  <a:pt x="4033594" y="34150"/>
                </a:cubicBezTo>
                <a:cubicBezTo>
                  <a:pt x="4033594" y="32304"/>
                  <a:pt x="4032879" y="31589"/>
                  <a:pt x="4031287" y="31589"/>
                </a:cubicBezTo>
                <a:cubicBezTo>
                  <a:pt x="4024884" y="34150"/>
                  <a:pt x="4021705" y="36867"/>
                  <a:pt x="4013354" y="37993"/>
                </a:cubicBezTo>
                <a:lnTo>
                  <a:pt x="4012842" y="38763"/>
                </a:lnTo>
                <a:cubicBezTo>
                  <a:pt x="4012330" y="47681"/>
                  <a:pt x="4011814" y="56696"/>
                  <a:pt x="4011814" y="71556"/>
                </a:cubicBezTo>
                <a:close/>
                <a:moveTo>
                  <a:pt x="4095085" y="28328"/>
                </a:moveTo>
                <a:cubicBezTo>
                  <a:pt x="4095085" y="35244"/>
                  <a:pt x="4101234" y="41394"/>
                  <a:pt x="4108154" y="41394"/>
                </a:cubicBezTo>
                <a:cubicBezTo>
                  <a:pt x="4115070" y="41394"/>
                  <a:pt x="4121220" y="35244"/>
                  <a:pt x="4121220" y="28328"/>
                </a:cubicBezTo>
                <a:cubicBezTo>
                  <a:pt x="4121220" y="21409"/>
                  <a:pt x="4115070" y="15259"/>
                  <a:pt x="4108154" y="15259"/>
                </a:cubicBezTo>
                <a:cubicBezTo>
                  <a:pt x="4101234" y="15259"/>
                  <a:pt x="4095085" y="21409"/>
                  <a:pt x="4095085" y="28328"/>
                </a:cubicBezTo>
                <a:moveTo>
                  <a:pt x="4097649" y="121234"/>
                </a:moveTo>
                <a:lnTo>
                  <a:pt x="4097649" y="135313"/>
                </a:lnTo>
                <a:cubicBezTo>
                  <a:pt x="4097649" y="154508"/>
                  <a:pt x="4097188" y="167562"/>
                  <a:pt x="4095343" y="181383"/>
                </a:cubicBezTo>
                <a:lnTo>
                  <a:pt x="4095855" y="182149"/>
                </a:lnTo>
                <a:cubicBezTo>
                  <a:pt x="4098928" y="181641"/>
                  <a:pt x="4104823" y="181383"/>
                  <a:pt x="4107896" y="181383"/>
                </a:cubicBezTo>
                <a:cubicBezTo>
                  <a:pt x="4110973" y="181383"/>
                  <a:pt x="4116865" y="181641"/>
                  <a:pt x="4119938" y="182149"/>
                </a:cubicBezTo>
                <a:lnTo>
                  <a:pt x="4120450" y="181383"/>
                </a:lnTo>
                <a:cubicBezTo>
                  <a:pt x="4118608" y="166847"/>
                  <a:pt x="4118147" y="154763"/>
                  <a:pt x="4118147" y="135313"/>
                </a:cubicBezTo>
                <a:lnTo>
                  <a:pt x="4118147" y="117141"/>
                </a:lnTo>
                <a:cubicBezTo>
                  <a:pt x="4118147" y="97945"/>
                  <a:pt x="4118812" y="88731"/>
                  <a:pt x="4120450" y="73116"/>
                </a:cubicBezTo>
                <a:cubicBezTo>
                  <a:pt x="4120450" y="70813"/>
                  <a:pt x="4120145" y="70555"/>
                  <a:pt x="4118147" y="70555"/>
                </a:cubicBezTo>
                <a:cubicBezTo>
                  <a:pt x="4112302" y="71122"/>
                  <a:pt x="4101285" y="71275"/>
                  <a:pt x="4095855" y="70813"/>
                </a:cubicBezTo>
                <a:lnTo>
                  <a:pt x="4095343" y="71580"/>
                </a:lnTo>
                <a:cubicBezTo>
                  <a:pt x="4096930" y="82534"/>
                  <a:pt x="4097649" y="102039"/>
                  <a:pt x="4097649" y="121234"/>
                </a:cubicBezTo>
                <a:close/>
                <a:moveTo>
                  <a:pt x="4150942" y="128788"/>
                </a:moveTo>
                <a:cubicBezTo>
                  <a:pt x="4150942" y="159552"/>
                  <a:pt x="4171181" y="183900"/>
                  <a:pt x="4205261" y="183900"/>
                </a:cubicBezTo>
                <a:cubicBezTo>
                  <a:pt x="4239078" y="183900"/>
                  <a:pt x="4259576" y="160068"/>
                  <a:pt x="4259576" y="126481"/>
                </a:cubicBezTo>
                <a:cubicBezTo>
                  <a:pt x="4259576" y="91616"/>
                  <a:pt x="4240873" y="68804"/>
                  <a:pt x="4206285" y="68804"/>
                </a:cubicBezTo>
                <a:cubicBezTo>
                  <a:pt x="4172718" y="68804"/>
                  <a:pt x="4150942" y="92386"/>
                  <a:pt x="4150942" y="128788"/>
                </a:cubicBezTo>
                <a:moveTo>
                  <a:pt x="4204491" y="79055"/>
                </a:moveTo>
                <a:cubicBezTo>
                  <a:pt x="4231650" y="79055"/>
                  <a:pt x="4237030" y="100076"/>
                  <a:pt x="4237030" y="131098"/>
                </a:cubicBezTo>
                <a:cubicBezTo>
                  <a:pt x="4237030" y="155451"/>
                  <a:pt x="4224730" y="173653"/>
                  <a:pt x="4207563" y="173653"/>
                </a:cubicBezTo>
                <a:cubicBezTo>
                  <a:pt x="4180408" y="173653"/>
                  <a:pt x="4173488" y="144172"/>
                  <a:pt x="4173488" y="124432"/>
                </a:cubicBezTo>
                <a:cubicBezTo>
                  <a:pt x="4173488" y="102129"/>
                  <a:pt x="4180408" y="79055"/>
                  <a:pt x="4204491" y="79055"/>
                </a:cubicBezTo>
                <a:close/>
                <a:moveTo>
                  <a:pt x="4387171" y="135215"/>
                </a:moveTo>
                <a:cubicBezTo>
                  <a:pt x="4387171" y="127009"/>
                  <a:pt x="4387683" y="117520"/>
                  <a:pt x="4387683" y="109314"/>
                </a:cubicBezTo>
                <a:cubicBezTo>
                  <a:pt x="4387683" y="82640"/>
                  <a:pt x="4378973" y="68804"/>
                  <a:pt x="4355915" y="68804"/>
                </a:cubicBezTo>
                <a:cubicBezTo>
                  <a:pt x="4346176" y="68804"/>
                  <a:pt x="4327985" y="72651"/>
                  <a:pt x="4311588" y="91874"/>
                </a:cubicBezTo>
                <a:lnTo>
                  <a:pt x="4311076" y="91104"/>
                </a:lnTo>
                <a:lnTo>
                  <a:pt x="4311076" y="72393"/>
                </a:lnTo>
                <a:cubicBezTo>
                  <a:pt x="4311025" y="70395"/>
                  <a:pt x="4310767" y="69832"/>
                  <a:pt x="4309540" y="69832"/>
                </a:cubicBezTo>
                <a:cubicBezTo>
                  <a:pt x="4303801" y="70958"/>
                  <a:pt x="4294625" y="71161"/>
                  <a:pt x="4288784" y="70598"/>
                </a:cubicBezTo>
                <a:lnTo>
                  <a:pt x="4288272" y="71368"/>
                </a:lnTo>
                <a:cubicBezTo>
                  <a:pt x="4290066" y="82436"/>
                  <a:pt x="4290579" y="101875"/>
                  <a:pt x="4290579" y="121109"/>
                </a:cubicBezTo>
                <a:lnTo>
                  <a:pt x="4290579" y="135215"/>
                </a:lnTo>
                <a:cubicBezTo>
                  <a:pt x="4290579" y="154454"/>
                  <a:pt x="4290321" y="167531"/>
                  <a:pt x="4288272" y="181383"/>
                </a:cubicBezTo>
                <a:lnTo>
                  <a:pt x="4288784" y="182149"/>
                </a:lnTo>
                <a:cubicBezTo>
                  <a:pt x="4291861" y="181637"/>
                  <a:pt x="4297753" y="181383"/>
                  <a:pt x="4300825" y="181383"/>
                </a:cubicBezTo>
                <a:cubicBezTo>
                  <a:pt x="4303902" y="181383"/>
                  <a:pt x="4309794" y="181637"/>
                  <a:pt x="4312871" y="182149"/>
                </a:cubicBezTo>
                <a:lnTo>
                  <a:pt x="4313383" y="181383"/>
                </a:lnTo>
                <a:cubicBezTo>
                  <a:pt x="4311330" y="166761"/>
                  <a:pt x="4311076" y="154708"/>
                  <a:pt x="4311076" y="135215"/>
                </a:cubicBezTo>
                <a:lnTo>
                  <a:pt x="4311076" y="105209"/>
                </a:lnTo>
                <a:cubicBezTo>
                  <a:pt x="4324142" y="89821"/>
                  <a:pt x="4339002" y="84180"/>
                  <a:pt x="4348229" y="84180"/>
                </a:cubicBezTo>
                <a:cubicBezTo>
                  <a:pt x="4361294" y="84180"/>
                  <a:pt x="4366674" y="89309"/>
                  <a:pt x="4366674" y="110081"/>
                </a:cubicBezTo>
                <a:lnTo>
                  <a:pt x="4366674" y="135215"/>
                </a:lnTo>
                <a:cubicBezTo>
                  <a:pt x="4366674" y="154454"/>
                  <a:pt x="4366212" y="167582"/>
                  <a:pt x="4364367" y="181383"/>
                </a:cubicBezTo>
                <a:lnTo>
                  <a:pt x="4364879" y="182149"/>
                </a:lnTo>
                <a:cubicBezTo>
                  <a:pt x="4367956" y="181637"/>
                  <a:pt x="4373848" y="181383"/>
                  <a:pt x="4376924" y="181383"/>
                </a:cubicBezTo>
                <a:cubicBezTo>
                  <a:pt x="4379997" y="181383"/>
                  <a:pt x="4385889" y="181637"/>
                  <a:pt x="4388966" y="182149"/>
                </a:cubicBezTo>
                <a:lnTo>
                  <a:pt x="4389478" y="181383"/>
                </a:lnTo>
                <a:cubicBezTo>
                  <a:pt x="4387480" y="166761"/>
                  <a:pt x="4387171" y="154708"/>
                  <a:pt x="4387171" y="135215"/>
                </a:cubicBezTo>
                <a:close/>
                <a:moveTo>
                  <a:pt x="4486841" y="123662"/>
                </a:moveTo>
                <a:lnTo>
                  <a:pt x="4485816" y="154172"/>
                </a:lnTo>
                <a:cubicBezTo>
                  <a:pt x="4485816" y="157503"/>
                  <a:pt x="4484276" y="159298"/>
                  <a:pt x="4482227" y="160838"/>
                </a:cubicBezTo>
                <a:cubicBezTo>
                  <a:pt x="4475053" y="166221"/>
                  <a:pt x="4466343" y="170835"/>
                  <a:pt x="4458657" y="170835"/>
                </a:cubicBezTo>
                <a:cubicBezTo>
                  <a:pt x="4447128" y="170835"/>
                  <a:pt x="4439696" y="163145"/>
                  <a:pt x="4439696" y="155197"/>
                </a:cubicBezTo>
                <a:cubicBezTo>
                  <a:pt x="4439696" y="143660"/>
                  <a:pt x="4445075" y="134941"/>
                  <a:pt x="4465061" y="129558"/>
                </a:cubicBezTo>
                <a:lnTo>
                  <a:pt x="4486841" y="123662"/>
                </a:lnTo>
                <a:moveTo>
                  <a:pt x="4486841" y="169040"/>
                </a:moveTo>
                <a:cubicBezTo>
                  <a:pt x="4489812" y="179033"/>
                  <a:pt x="4497447" y="183900"/>
                  <a:pt x="4506826" y="183900"/>
                </a:cubicBezTo>
                <a:cubicBezTo>
                  <a:pt x="4513281" y="183900"/>
                  <a:pt x="4521174" y="182364"/>
                  <a:pt x="4527218" y="175960"/>
                </a:cubicBezTo>
                <a:lnTo>
                  <a:pt x="4525322" y="169603"/>
                </a:lnTo>
                <a:cubicBezTo>
                  <a:pt x="4522503" y="170581"/>
                  <a:pt x="4520353" y="170936"/>
                  <a:pt x="4518406" y="170936"/>
                </a:cubicBezTo>
                <a:cubicBezTo>
                  <a:pt x="4515841" y="170936"/>
                  <a:pt x="4512460" y="170475"/>
                  <a:pt x="4510872" y="169040"/>
                </a:cubicBezTo>
                <a:cubicBezTo>
                  <a:pt x="4508261" y="166683"/>
                  <a:pt x="4506619" y="160428"/>
                  <a:pt x="4506619" y="149043"/>
                </a:cubicBezTo>
                <a:cubicBezTo>
                  <a:pt x="4506619" y="141607"/>
                  <a:pt x="4507338" y="113153"/>
                  <a:pt x="4507338" y="110331"/>
                </a:cubicBezTo>
                <a:cubicBezTo>
                  <a:pt x="4507338" y="75724"/>
                  <a:pt x="4484534" y="68804"/>
                  <a:pt x="4465061" y="68804"/>
                </a:cubicBezTo>
                <a:cubicBezTo>
                  <a:pt x="4445587" y="68804"/>
                  <a:pt x="4433804" y="78284"/>
                  <a:pt x="4427396" y="83668"/>
                </a:cubicBezTo>
                <a:lnTo>
                  <a:pt x="4426630" y="84696"/>
                </a:lnTo>
                <a:lnTo>
                  <a:pt x="4430985" y="101871"/>
                </a:lnTo>
                <a:lnTo>
                  <a:pt x="4434316" y="102129"/>
                </a:lnTo>
                <a:cubicBezTo>
                  <a:pt x="4441490" y="90592"/>
                  <a:pt x="4450200" y="80337"/>
                  <a:pt x="4462500" y="80337"/>
                </a:cubicBezTo>
                <a:cubicBezTo>
                  <a:pt x="4471722" y="80337"/>
                  <a:pt x="4487095" y="81619"/>
                  <a:pt x="4487095" y="110589"/>
                </a:cubicBezTo>
                <a:cubicBezTo>
                  <a:pt x="4487095" y="112383"/>
                  <a:pt x="4486070" y="113408"/>
                  <a:pt x="4485300" y="113666"/>
                </a:cubicBezTo>
                <a:lnTo>
                  <a:pt x="4461475" y="119049"/>
                </a:lnTo>
                <a:cubicBezTo>
                  <a:pt x="4435340" y="124945"/>
                  <a:pt x="4418944" y="138788"/>
                  <a:pt x="4418944" y="156221"/>
                </a:cubicBezTo>
                <a:cubicBezTo>
                  <a:pt x="4418944" y="175190"/>
                  <a:pt x="4432009" y="183900"/>
                  <a:pt x="4450971" y="183900"/>
                </a:cubicBezTo>
                <a:cubicBezTo>
                  <a:pt x="4465061" y="183900"/>
                  <a:pt x="4472235" y="180573"/>
                  <a:pt x="4485816" y="169040"/>
                </a:cubicBezTo>
                <a:lnTo>
                  <a:pt x="4486841" y="169040"/>
                </a:lnTo>
                <a:close/>
                <a:moveTo>
                  <a:pt x="4553712" y="130125"/>
                </a:moveTo>
                <a:cubicBezTo>
                  <a:pt x="4553712" y="149195"/>
                  <a:pt x="4553352" y="167645"/>
                  <a:pt x="4551405" y="181383"/>
                </a:cubicBezTo>
                <a:lnTo>
                  <a:pt x="4551918" y="182149"/>
                </a:lnTo>
                <a:cubicBezTo>
                  <a:pt x="4554990" y="181637"/>
                  <a:pt x="4560886" y="181383"/>
                  <a:pt x="4563959" y="181383"/>
                </a:cubicBezTo>
                <a:cubicBezTo>
                  <a:pt x="4567036" y="181383"/>
                  <a:pt x="4572927" y="181637"/>
                  <a:pt x="4576000" y="182149"/>
                </a:cubicBezTo>
                <a:lnTo>
                  <a:pt x="4576512" y="181383"/>
                </a:lnTo>
                <a:cubicBezTo>
                  <a:pt x="4574515" y="166773"/>
                  <a:pt x="4574210" y="149399"/>
                  <a:pt x="4574210" y="130125"/>
                </a:cubicBezTo>
                <a:lnTo>
                  <a:pt x="4574210" y="53244"/>
                </a:lnTo>
                <a:cubicBezTo>
                  <a:pt x="4574210" y="34025"/>
                  <a:pt x="4575285" y="21260"/>
                  <a:pt x="4576512" y="5063"/>
                </a:cubicBezTo>
                <a:cubicBezTo>
                  <a:pt x="4576512" y="3268"/>
                  <a:pt x="4575797" y="2498"/>
                  <a:pt x="4574210" y="2498"/>
                </a:cubicBezTo>
                <a:cubicBezTo>
                  <a:pt x="4567802" y="5063"/>
                  <a:pt x="4562321" y="6857"/>
                  <a:pt x="4551918" y="7627"/>
                </a:cubicBezTo>
                <a:lnTo>
                  <a:pt x="4551405" y="8394"/>
                </a:lnTo>
                <a:cubicBezTo>
                  <a:pt x="4553403" y="19364"/>
                  <a:pt x="4553712" y="38380"/>
                  <a:pt x="4553712" y="57857"/>
                </a:cubicBezTo>
                <a:lnTo>
                  <a:pt x="4553712" y="130125"/>
                </a:lnTo>
                <a:close/>
                <a:moveTo>
                  <a:pt x="4700777" y="91104"/>
                </a:moveTo>
                <a:lnTo>
                  <a:pt x="4700777" y="72393"/>
                </a:lnTo>
                <a:cubicBezTo>
                  <a:pt x="4700777" y="70395"/>
                  <a:pt x="4700472" y="69832"/>
                  <a:pt x="4699241" y="69832"/>
                </a:cubicBezTo>
                <a:cubicBezTo>
                  <a:pt x="4693501" y="70958"/>
                  <a:pt x="4684330" y="71161"/>
                  <a:pt x="4678489" y="70598"/>
                </a:cubicBezTo>
                <a:lnTo>
                  <a:pt x="4677977" y="71368"/>
                </a:lnTo>
                <a:cubicBezTo>
                  <a:pt x="4679767" y="82436"/>
                  <a:pt x="4680279" y="101875"/>
                  <a:pt x="4680279" y="121109"/>
                </a:cubicBezTo>
                <a:lnTo>
                  <a:pt x="4680279" y="135215"/>
                </a:lnTo>
                <a:cubicBezTo>
                  <a:pt x="4680279" y="154454"/>
                  <a:pt x="4680025" y="167531"/>
                  <a:pt x="4677977" y="181383"/>
                </a:cubicBezTo>
                <a:lnTo>
                  <a:pt x="4678489" y="182149"/>
                </a:lnTo>
                <a:cubicBezTo>
                  <a:pt x="4681562" y="181637"/>
                  <a:pt x="4687453" y="181383"/>
                  <a:pt x="4690530" y="181383"/>
                </a:cubicBezTo>
                <a:cubicBezTo>
                  <a:pt x="4693603" y="181383"/>
                  <a:pt x="4699499" y="181637"/>
                  <a:pt x="4702571" y="182149"/>
                </a:cubicBezTo>
                <a:lnTo>
                  <a:pt x="4703084" y="181383"/>
                </a:lnTo>
                <a:cubicBezTo>
                  <a:pt x="4701035" y="166761"/>
                  <a:pt x="4700777" y="154708"/>
                  <a:pt x="4700777" y="135215"/>
                </a:cubicBezTo>
                <a:lnTo>
                  <a:pt x="4700777" y="104185"/>
                </a:lnTo>
                <a:cubicBezTo>
                  <a:pt x="4712822" y="91874"/>
                  <a:pt x="4727170" y="84180"/>
                  <a:pt x="4736135" y="84180"/>
                </a:cubicBezTo>
                <a:cubicBezTo>
                  <a:pt x="4745873" y="84180"/>
                  <a:pt x="4753047" y="89821"/>
                  <a:pt x="4753047" y="107004"/>
                </a:cubicBezTo>
                <a:lnTo>
                  <a:pt x="4753047" y="135215"/>
                </a:lnTo>
                <a:cubicBezTo>
                  <a:pt x="4753047" y="154454"/>
                  <a:pt x="4752789" y="167531"/>
                  <a:pt x="4750741" y="181383"/>
                </a:cubicBezTo>
                <a:lnTo>
                  <a:pt x="4751253" y="182149"/>
                </a:lnTo>
                <a:cubicBezTo>
                  <a:pt x="4754326" y="181637"/>
                  <a:pt x="4760221" y="181383"/>
                  <a:pt x="4763294" y="181383"/>
                </a:cubicBezTo>
                <a:cubicBezTo>
                  <a:pt x="4766371" y="181383"/>
                  <a:pt x="4772263" y="181637"/>
                  <a:pt x="4775336" y="182149"/>
                </a:cubicBezTo>
                <a:lnTo>
                  <a:pt x="4775848" y="181383"/>
                </a:lnTo>
                <a:cubicBezTo>
                  <a:pt x="4773799" y="166761"/>
                  <a:pt x="4773545" y="154708"/>
                  <a:pt x="4773545" y="135215"/>
                </a:cubicBezTo>
                <a:lnTo>
                  <a:pt x="4773545" y="109314"/>
                </a:lnTo>
                <a:cubicBezTo>
                  <a:pt x="4773545" y="105721"/>
                  <a:pt x="4773545" y="102645"/>
                  <a:pt x="4773287" y="99568"/>
                </a:cubicBezTo>
                <a:cubicBezTo>
                  <a:pt x="4785586" y="85974"/>
                  <a:pt x="4795833" y="84180"/>
                  <a:pt x="4805826" y="84180"/>
                </a:cubicBezTo>
                <a:cubicBezTo>
                  <a:pt x="4819662" y="84180"/>
                  <a:pt x="4826324" y="89821"/>
                  <a:pt x="4826324" y="107004"/>
                </a:cubicBezTo>
                <a:lnTo>
                  <a:pt x="4826324" y="135215"/>
                </a:lnTo>
                <a:cubicBezTo>
                  <a:pt x="4826324" y="154454"/>
                  <a:pt x="4826070" y="167531"/>
                  <a:pt x="4824017" y="181383"/>
                </a:cubicBezTo>
                <a:lnTo>
                  <a:pt x="4824529" y="182149"/>
                </a:lnTo>
                <a:cubicBezTo>
                  <a:pt x="4827606" y="181637"/>
                  <a:pt x="4833498" y="181383"/>
                  <a:pt x="4836574" y="181383"/>
                </a:cubicBezTo>
                <a:cubicBezTo>
                  <a:pt x="4839647" y="181383"/>
                  <a:pt x="4845539" y="181637"/>
                  <a:pt x="4848616" y="182149"/>
                </a:cubicBezTo>
                <a:lnTo>
                  <a:pt x="4849128" y="181383"/>
                </a:lnTo>
                <a:cubicBezTo>
                  <a:pt x="4847075" y="166761"/>
                  <a:pt x="4846821" y="154708"/>
                  <a:pt x="4846821" y="135215"/>
                </a:cubicBezTo>
                <a:lnTo>
                  <a:pt x="4846821" y="109568"/>
                </a:lnTo>
                <a:cubicBezTo>
                  <a:pt x="4846821" y="86745"/>
                  <a:pt x="4842720" y="68804"/>
                  <a:pt x="4815049" y="68804"/>
                </a:cubicBezTo>
                <a:cubicBezTo>
                  <a:pt x="4801217" y="68804"/>
                  <a:pt x="4786353" y="73675"/>
                  <a:pt x="4771751" y="89051"/>
                </a:cubicBezTo>
                <a:cubicBezTo>
                  <a:pt x="4769444" y="76748"/>
                  <a:pt x="4758939" y="68804"/>
                  <a:pt x="4744591" y="68804"/>
                </a:cubicBezTo>
                <a:cubicBezTo>
                  <a:pt x="4728707" y="68804"/>
                  <a:pt x="4713589" y="79055"/>
                  <a:pt x="4701547" y="91874"/>
                </a:cubicBezTo>
                <a:lnTo>
                  <a:pt x="4700777" y="91104"/>
                </a:lnTo>
                <a:close/>
                <a:moveTo>
                  <a:pt x="4875773" y="128788"/>
                </a:moveTo>
                <a:cubicBezTo>
                  <a:pt x="4875773" y="159552"/>
                  <a:pt x="4896013" y="183900"/>
                  <a:pt x="4930092" y="183900"/>
                </a:cubicBezTo>
                <a:cubicBezTo>
                  <a:pt x="4963910" y="183900"/>
                  <a:pt x="4984407" y="160068"/>
                  <a:pt x="4984407" y="126481"/>
                </a:cubicBezTo>
                <a:cubicBezTo>
                  <a:pt x="4984407" y="91616"/>
                  <a:pt x="4965704" y="68804"/>
                  <a:pt x="4931116" y="68804"/>
                </a:cubicBezTo>
                <a:cubicBezTo>
                  <a:pt x="4897549" y="68804"/>
                  <a:pt x="4875773" y="92386"/>
                  <a:pt x="4875773" y="128788"/>
                </a:cubicBezTo>
                <a:moveTo>
                  <a:pt x="4929322" y="79055"/>
                </a:moveTo>
                <a:cubicBezTo>
                  <a:pt x="4956481" y="79055"/>
                  <a:pt x="4961861" y="100076"/>
                  <a:pt x="4961861" y="131098"/>
                </a:cubicBezTo>
                <a:cubicBezTo>
                  <a:pt x="4961861" y="155451"/>
                  <a:pt x="4949562" y="173653"/>
                  <a:pt x="4932395" y="173653"/>
                </a:cubicBezTo>
                <a:cubicBezTo>
                  <a:pt x="4905239" y="173653"/>
                  <a:pt x="4898319" y="144172"/>
                  <a:pt x="4898319" y="124432"/>
                </a:cubicBezTo>
                <a:cubicBezTo>
                  <a:pt x="4898319" y="102129"/>
                  <a:pt x="4905239" y="79055"/>
                  <a:pt x="4929322" y="79055"/>
                </a:cubicBezTo>
                <a:close/>
                <a:moveTo>
                  <a:pt x="5088431" y="152378"/>
                </a:moveTo>
                <a:cubicBezTo>
                  <a:pt x="5079107" y="164271"/>
                  <a:pt x="5067319" y="170581"/>
                  <a:pt x="5056916" y="170581"/>
                </a:cubicBezTo>
                <a:cubicBezTo>
                  <a:pt x="5043080" y="170581"/>
                  <a:pt x="5031293" y="156737"/>
                  <a:pt x="5031293" y="124687"/>
                </a:cubicBezTo>
                <a:cubicBezTo>
                  <a:pt x="5031293" y="86232"/>
                  <a:pt x="5051689" y="79055"/>
                  <a:pt x="5064090" y="79055"/>
                </a:cubicBezTo>
                <a:cubicBezTo>
                  <a:pt x="5076131" y="79055"/>
                  <a:pt x="5082281" y="84180"/>
                  <a:pt x="5088431" y="93923"/>
                </a:cubicBezTo>
                <a:lnTo>
                  <a:pt x="5088431" y="152378"/>
                </a:lnTo>
                <a:moveTo>
                  <a:pt x="5088431" y="166476"/>
                </a:moveTo>
                <a:lnTo>
                  <a:pt x="5088943" y="166476"/>
                </a:lnTo>
                <a:lnTo>
                  <a:pt x="5090225" y="181340"/>
                </a:lnTo>
                <a:cubicBezTo>
                  <a:pt x="5090225" y="181895"/>
                  <a:pt x="5090992" y="182149"/>
                  <a:pt x="5092532" y="182149"/>
                </a:cubicBezTo>
                <a:cubicBezTo>
                  <a:pt x="5095914" y="181688"/>
                  <a:pt x="5097653" y="181383"/>
                  <a:pt x="5101395" y="181383"/>
                </a:cubicBezTo>
                <a:cubicBezTo>
                  <a:pt x="5104573" y="181383"/>
                  <a:pt x="5109441" y="181637"/>
                  <a:pt x="5112772" y="182149"/>
                </a:cubicBezTo>
                <a:lnTo>
                  <a:pt x="5113284" y="181383"/>
                </a:lnTo>
                <a:cubicBezTo>
                  <a:pt x="5111235" y="170354"/>
                  <a:pt x="5108929" y="151377"/>
                  <a:pt x="5108929" y="132142"/>
                </a:cubicBezTo>
                <a:lnTo>
                  <a:pt x="5108929" y="53189"/>
                </a:lnTo>
                <a:cubicBezTo>
                  <a:pt x="5108929" y="34244"/>
                  <a:pt x="5109953" y="20881"/>
                  <a:pt x="5111235" y="5059"/>
                </a:cubicBezTo>
                <a:cubicBezTo>
                  <a:pt x="5111235" y="3268"/>
                  <a:pt x="5110516" y="2498"/>
                  <a:pt x="5108929" y="2498"/>
                </a:cubicBezTo>
                <a:cubicBezTo>
                  <a:pt x="5102525" y="5059"/>
                  <a:pt x="5097040" y="6853"/>
                  <a:pt x="5086636" y="7620"/>
                </a:cubicBezTo>
                <a:lnTo>
                  <a:pt x="5086124" y="8390"/>
                </a:lnTo>
                <a:cubicBezTo>
                  <a:pt x="5088122" y="19344"/>
                  <a:pt x="5088431" y="38341"/>
                  <a:pt x="5088431" y="57798"/>
                </a:cubicBezTo>
                <a:lnTo>
                  <a:pt x="5088431" y="74441"/>
                </a:lnTo>
                <a:cubicBezTo>
                  <a:pt x="5082539" y="71110"/>
                  <a:pt x="5072034" y="68804"/>
                  <a:pt x="5066909" y="68804"/>
                </a:cubicBezTo>
                <a:cubicBezTo>
                  <a:pt x="5033549" y="68804"/>
                  <a:pt x="5009005" y="91878"/>
                  <a:pt x="5009005" y="126755"/>
                </a:cubicBezTo>
                <a:cubicBezTo>
                  <a:pt x="5009005" y="158273"/>
                  <a:pt x="5027708" y="183900"/>
                  <a:pt x="5055380" y="183900"/>
                </a:cubicBezTo>
                <a:cubicBezTo>
                  <a:pt x="5067679" y="183900"/>
                  <a:pt x="5079208" y="178368"/>
                  <a:pt x="5088431" y="166476"/>
                </a:cubicBezTo>
                <a:close/>
                <a:moveTo>
                  <a:pt x="5163760" y="111351"/>
                </a:moveTo>
                <a:cubicBezTo>
                  <a:pt x="5168115" y="84692"/>
                  <a:pt x="5184922" y="79055"/>
                  <a:pt x="5192968" y="79055"/>
                </a:cubicBezTo>
                <a:cubicBezTo>
                  <a:pt x="5203114" y="79055"/>
                  <a:pt x="5214490" y="88539"/>
                  <a:pt x="5214490" y="107762"/>
                </a:cubicBezTo>
                <a:cubicBezTo>
                  <a:pt x="5214490" y="110069"/>
                  <a:pt x="5213466" y="111351"/>
                  <a:pt x="5210901" y="111351"/>
                </a:cubicBezTo>
                <a:lnTo>
                  <a:pt x="5163760" y="111351"/>
                </a:lnTo>
                <a:moveTo>
                  <a:pt x="5232169" y="154681"/>
                </a:moveTo>
                <a:cubicBezTo>
                  <a:pt x="5223201" y="164427"/>
                  <a:pt x="5211159" y="168786"/>
                  <a:pt x="5197065" y="168786"/>
                </a:cubicBezTo>
                <a:cubicBezTo>
                  <a:pt x="5188304" y="168786"/>
                  <a:pt x="5176212" y="165451"/>
                  <a:pt x="5169140" y="154168"/>
                </a:cubicBezTo>
                <a:cubicBezTo>
                  <a:pt x="5164628" y="146987"/>
                  <a:pt x="5162990" y="136525"/>
                  <a:pt x="5162990" y="121598"/>
                </a:cubicBezTo>
                <a:lnTo>
                  <a:pt x="5232681" y="121598"/>
                </a:lnTo>
                <a:cubicBezTo>
                  <a:pt x="5235500" y="121598"/>
                  <a:pt x="5237291" y="120062"/>
                  <a:pt x="5237291" y="117243"/>
                </a:cubicBezTo>
                <a:cubicBezTo>
                  <a:pt x="5237291" y="95717"/>
                  <a:pt x="5226786" y="68804"/>
                  <a:pt x="5192968" y="68804"/>
                </a:cubicBezTo>
                <a:cubicBezTo>
                  <a:pt x="5166575" y="68804"/>
                  <a:pt x="5140444" y="90076"/>
                  <a:pt x="5140444" y="127756"/>
                </a:cubicBezTo>
                <a:cubicBezTo>
                  <a:pt x="5140444" y="142319"/>
                  <a:pt x="5143415" y="156682"/>
                  <a:pt x="5151973" y="166992"/>
                </a:cubicBezTo>
                <a:cubicBezTo>
                  <a:pt x="5160785" y="177598"/>
                  <a:pt x="5175442" y="183900"/>
                  <a:pt x="5192710" y="183900"/>
                </a:cubicBezTo>
                <a:cubicBezTo>
                  <a:pt x="5211159" y="183900"/>
                  <a:pt x="5227556" y="174424"/>
                  <a:pt x="5237291" y="161092"/>
                </a:cubicBezTo>
                <a:lnTo>
                  <a:pt x="5232169" y="154681"/>
                </a:lnTo>
                <a:close/>
                <a:moveTo>
                  <a:pt x="5270857" y="130125"/>
                </a:moveTo>
                <a:cubicBezTo>
                  <a:pt x="5270857" y="149195"/>
                  <a:pt x="5270497" y="167645"/>
                  <a:pt x="5268550" y="181383"/>
                </a:cubicBezTo>
                <a:lnTo>
                  <a:pt x="5269062" y="182149"/>
                </a:lnTo>
                <a:cubicBezTo>
                  <a:pt x="5272135" y="181637"/>
                  <a:pt x="5278031" y="181383"/>
                  <a:pt x="5281104" y="181383"/>
                </a:cubicBezTo>
                <a:cubicBezTo>
                  <a:pt x="5284180" y="181383"/>
                  <a:pt x="5290072" y="181637"/>
                  <a:pt x="5293145" y="182149"/>
                </a:cubicBezTo>
                <a:lnTo>
                  <a:pt x="5293657" y="181383"/>
                </a:lnTo>
                <a:cubicBezTo>
                  <a:pt x="5291659" y="166773"/>
                  <a:pt x="5291354" y="149399"/>
                  <a:pt x="5291354" y="130125"/>
                </a:cubicBezTo>
                <a:lnTo>
                  <a:pt x="5291354" y="53244"/>
                </a:lnTo>
                <a:cubicBezTo>
                  <a:pt x="5291354" y="34025"/>
                  <a:pt x="5292430" y="21260"/>
                  <a:pt x="5293657" y="5063"/>
                </a:cubicBezTo>
                <a:cubicBezTo>
                  <a:pt x="5293657" y="3268"/>
                  <a:pt x="5292942" y="2498"/>
                  <a:pt x="5291354" y="2498"/>
                </a:cubicBezTo>
                <a:cubicBezTo>
                  <a:pt x="5284947" y="5063"/>
                  <a:pt x="5279466" y="6857"/>
                  <a:pt x="5269062" y="7627"/>
                </a:cubicBezTo>
                <a:lnTo>
                  <a:pt x="5268550" y="8394"/>
                </a:lnTo>
                <a:cubicBezTo>
                  <a:pt x="5270548" y="19364"/>
                  <a:pt x="5270857" y="38380"/>
                  <a:pt x="5270857" y="57857"/>
                </a:cubicBezTo>
                <a:lnTo>
                  <a:pt x="5270857" y="130125"/>
                </a:lnTo>
                <a:close/>
                <a:moveTo>
                  <a:pt x="5326196" y="170068"/>
                </a:moveTo>
                <a:cubicBezTo>
                  <a:pt x="5328452" y="178622"/>
                  <a:pt x="5332041" y="182110"/>
                  <a:pt x="5340032" y="183900"/>
                </a:cubicBezTo>
                <a:lnTo>
                  <a:pt x="5341060" y="183900"/>
                </a:lnTo>
                <a:cubicBezTo>
                  <a:pt x="5348285" y="182110"/>
                  <a:pt x="5352280" y="178318"/>
                  <a:pt x="5354892" y="170068"/>
                </a:cubicBezTo>
                <a:lnTo>
                  <a:pt x="5354892" y="169040"/>
                </a:lnTo>
                <a:cubicBezTo>
                  <a:pt x="5352539" y="161815"/>
                  <a:pt x="5348488" y="157871"/>
                  <a:pt x="5341060" y="155204"/>
                </a:cubicBezTo>
                <a:lnTo>
                  <a:pt x="5340032" y="155204"/>
                </a:lnTo>
                <a:cubicBezTo>
                  <a:pt x="5332295" y="158332"/>
                  <a:pt x="5328554" y="162226"/>
                  <a:pt x="5326196" y="169040"/>
                </a:cubicBezTo>
                <a:lnTo>
                  <a:pt x="5326196" y="1700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B250A-50A3-4AD0-A3D6-6928C28E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217" y="3192007"/>
            <a:ext cx="2531161" cy="1506644"/>
          </a:xfrm>
          <a:custGeom xmlns:a="http://schemas.openxmlformats.org/drawingml/2006/main">
            <a:pathLst>
              <a:path w="2531161" h="1506644">
                <a:moveTo>
                  <a:pt x="0" y="0"/>
                </a:moveTo>
                <a:lnTo>
                  <a:pt x="2531161" y="0"/>
                </a:lnTo>
                <a:lnTo>
                  <a:pt x="2531161" y="1506644"/>
                </a:lnTo>
                <a:lnTo>
                  <a:pt x="0" y="15066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>
              <a:alpha val="18039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B19C70A-0789-4FF3-843C-B582B18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846" y="3183637"/>
            <a:ext cx="2547902" cy="1523380"/>
          </a:xfrm>
          <a:custGeom xmlns:a="http://schemas.openxmlformats.org/drawingml/2006/main">
            <a:pathLst>
              <a:path w="2547902" h="1523380">
                <a:moveTo>
                  <a:pt x="0" y="1523380"/>
                </a:moveTo>
                <a:lnTo>
                  <a:pt x="0" y="0"/>
                </a:lnTo>
                <a:lnTo>
                  <a:pt x="2547902" y="0"/>
                </a:lnTo>
                <a:lnTo>
                  <a:pt x="2547902" y="1523380"/>
                </a:lnTo>
                <a:lnTo>
                  <a:pt x="0" y="1523380"/>
                </a:lnTo>
                <a:close/>
                <a:moveTo>
                  <a:pt x="2531161" y="16740"/>
                </a:moveTo>
                <a:lnTo>
                  <a:pt x="16740" y="16740"/>
                </a:lnTo>
                <a:lnTo>
                  <a:pt x="16740" y="1506644"/>
                </a:lnTo>
                <a:lnTo>
                  <a:pt x="2531161" y="1506644"/>
                </a:lnTo>
                <a:lnTo>
                  <a:pt x="2531161" y="16740"/>
                </a:lnTo>
                <a:close/>
              </a:path>
            </a:pathLst>
          </a:custGeom>
          <a:solidFill xmlns:a="http://schemas.openxmlformats.org/drawingml/2006/main">
            <a:srgbClr val="172C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ADBA3-76BA-47A6-BAD0-39EA42E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78" y="3192007"/>
            <a:ext cx="5062323" cy="1506644"/>
          </a:xfrm>
          <a:custGeom xmlns:a="http://schemas.openxmlformats.org/drawingml/2006/main">
            <a:pathLst>
              <a:path w="5062323" h="1506644">
                <a:moveTo>
                  <a:pt x="0" y="0"/>
                </a:moveTo>
                <a:lnTo>
                  <a:pt x="5062323" y="0"/>
                </a:lnTo>
                <a:lnTo>
                  <a:pt x="5062323" y="1506644"/>
                </a:lnTo>
                <a:lnTo>
                  <a:pt x="0" y="15066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FF">
              <a:alpha val="18039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34A7ECD-BECF-4FF5-821A-0089EAC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008" y="3183637"/>
            <a:ext cx="5079059" cy="1523380"/>
          </a:xfrm>
          <a:custGeom xmlns:a="http://schemas.openxmlformats.org/drawingml/2006/main">
            <a:pathLst>
              <a:path w="5079059" h="1523380">
                <a:moveTo>
                  <a:pt x="0" y="1523380"/>
                </a:moveTo>
                <a:lnTo>
                  <a:pt x="0" y="0"/>
                </a:lnTo>
                <a:lnTo>
                  <a:pt x="5079059" y="0"/>
                </a:lnTo>
                <a:lnTo>
                  <a:pt x="5079059" y="1523380"/>
                </a:lnTo>
                <a:lnTo>
                  <a:pt x="0" y="1523380"/>
                </a:lnTo>
                <a:close/>
                <a:moveTo>
                  <a:pt x="5062323" y="16740"/>
                </a:moveTo>
                <a:lnTo>
                  <a:pt x="16740" y="16740"/>
                </a:lnTo>
                <a:lnTo>
                  <a:pt x="16740" y="1506644"/>
                </a:lnTo>
                <a:lnTo>
                  <a:pt x="5062323" y="1506644"/>
                </a:lnTo>
                <a:lnTo>
                  <a:pt x="5062323" y="16740"/>
                </a:lnTo>
                <a:close/>
              </a:path>
            </a:pathLst>
          </a:custGeom>
          <a:solidFill xmlns:a="http://schemas.openxmlformats.org/drawingml/2006/main">
            <a:srgbClr val="172C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73D17-1FF7-4CED-BE87-B905F957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5" y="3192007"/>
            <a:ext cx="2531161" cy="1506644"/>
          </a:xfrm>
          <a:custGeom xmlns:a="http://schemas.openxmlformats.org/drawingml/2006/main">
            <a:pathLst>
              <a:path w="2531161" h="1506644">
                <a:moveTo>
                  <a:pt x="0" y="0"/>
                </a:moveTo>
                <a:lnTo>
                  <a:pt x="2531161" y="0"/>
                </a:lnTo>
                <a:lnTo>
                  <a:pt x="2531161" y="1506644"/>
                </a:lnTo>
                <a:lnTo>
                  <a:pt x="0" y="15066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3B3B">
              <a:alpha val="18039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0146789-A712-42E1-ABE1-F224989D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85" y="3183637"/>
            <a:ext cx="2547902" cy="1523380"/>
          </a:xfrm>
          <a:custGeom xmlns:a="http://schemas.openxmlformats.org/drawingml/2006/main">
            <a:pathLst>
              <a:path w="2547902" h="1523380">
                <a:moveTo>
                  <a:pt x="0" y="1523380"/>
                </a:moveTo>
                <a:lnTo>
                  <a:pt x="0" y="0"/>
                </a:lnTo>
                <a:lnTo>
                  <a:pt x="2547902" y="0"/>
                </a:lnTo>
                <a:lnTo>
                  <a:pt x="2547902" y="1523380"/>
                </a:lnTo>
                <a:lnTo>
                  <a:pt x="0" y="1523380"/>
                </a:lnTo>
                <a:close/>
                <a:moveTo>
                  <a:pt x="2531161" y="16740"/>
                </a:moveTo>
                <a:lnTo>
                  <a:pt x="16740" y="16740"/>
                </a:lnTo>
                <a:lnTo>
                  <a:pt x="16740" y="1506644"/>
                </a:lnTo>
                <a:lnTo>
                  <a:pt x="2531161" y="1506644"/>
                </a:lnTo>
                <a:lnTo>
                  <a:pt x="2531161" y="16740"/>
                </a:lnTo>
                <a:close/>
              </a:path>
            </a:pathLst>
          </a:custGeom>
          <a:solidFill xmlns:a="http://schemas.openxmlformats.org/drawingml/2006/main">
            <a:srgbClr val="172C5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93de68b4748b2"/>
          <a:stretch xmlns:a="http://schemas.openxmlformats.org/drawingml/2006/main"/>
        </p:blipFill>
        <p:spPr>
          <a:xfrm xmlns:a="http://schemas.openxmlformats.org/drawingml/2006/main">
            <a:off x="7015203" y="4162956"/>
            <a:ext cx="725700" cy="455341"/>
          </a:xfrm>
          <a:prstGeom xmlns:a="http://schemas.openxmlformats.org/drawingml/2006/main" prst="rect">
            <a:avLst/>
          </a:prstGeom>
        </p:spPr>
      </p:pic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DF404-D040-46EB-946F-7898E63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110" y="4162956"/>
            <a:ext cx="729885" cy="455341"/>
          </a:xfrm>
          <a:custGeom xmlns:a="http://schemas.openxmlformats.org/drawingml/2006/main">
            <a:pathLst>
              <a:path w="729885" h="455341" fill="none">
                <a:moveTo>
                  <a:pt x="729885" y="75890"/>
                </a:moveTo>
                <a:cubicBezTo>
                  <a:pt x="729885" y="33963"/>
                  <a:pt x="695913" y="0"/>
                  <a:pt x="653995" y="0"/>
                </a:cubicBezTo>
                <a:lnTo>
                  <a:pt x="75890" y="0"/>
                </a:lnTo>
                <a:cubicBezTo>
                  <a:pt x="33963" y="0"/>
                  <a:pt x="0" y="33963"/>
                  <a:pt x="0" y="75890"/>
                </a:cubicBezTo>
                <a:lnTo>
                  <a:pt x="0" y="379451"/>
                </a:lnTo>
                <a:cubicBezTo>
                  <a:pt x="0" y="421369"/>
                  <a:pt x="33963" y="455341"/>
                  <a:pt x="75890" y="455341"/>
                </a:cubicBezTo>
                <a:lnTo>
                  <a:pt x="653995" y="455341"/>
                </a:lnTo>
                <a:cubicBezTo>
                  <a:pt x="695913" y="455341"/>
                  <a:pt x="729885" y="421369"/>
                  <a:pt x="729885" y="379451"/>
                </a:cubicBezTo>
                <a:lnTo>
                  <a:pt x="729885" y="75890"/>
                </a:lnTo>
                <a:close/>
                <a:moveTo>
                  <a:pt x="729885" y="75890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4006C-30D4-44AF-B045-C2825A57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378" y="4524550"/>
            <a:ext cx="735528" cy="10"/>
          </a:xfrm>
          <a:custGeom xmlns:a="http://schemas.openxmlformats.org/drawingml/2006/main">
            <a:pathLst>
              <a:path w="735528" h="1" fill="none">
                <a:moveTo>
                  <a:pt x="73552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65" name="Text TS">
            <a:extLst xmlns:a="http://schemas.openxmlformats.org/drawingml/2006/main">
              <a:ext uri="{FF2B5EF4-FFF2-40B4-BE49-F238E27FC236}">
                <a16:creationId xmlns:a16="http://schemas.microsoft.com/office/drawing/2014/main" id="{8B640D06-4366-4ACA-8D46-AD14906A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089" y="4278108"/>
            <a:ext cx="230412" cy="138894"/>
          </a:xfrm>
          <a:custGeom xmlns:a="http://schemas.openxmlformats.org/drawingml/2006/main">
            <a:pathLst>
              <a:path w="230412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4" y="0"/>
                </a:moveTo>
                <a:lnTo>
                  <a:pt x="222173" y="44336"/>
                </a:lnTo>
                <a:lnTo>
                  <a:pt x="218151" y="44336"/>
                </a:lnTo>
                <a:cubicBezTo>
                  <a:pt x="216255" y="33248"/>
                  <a:pt x="211595" y="24329"/>
                  <a:pt x="204173" y="17579"/>
                </a:cubicBezTo>
                <a:cubicBezTo>
                  <a:pt x="196751" y="10830"/>
                  <a:pt x="188724" y="7455"/>
                  <a:pt x="180092" y="7455"/>
                </a:cubicBezTo>
                <a:cubicBezTo>
                  <a:pt x="173422" y="7455"/>
                  <a:pt x="168142" y="9232"/>
                  <a:pt x="164251" y="12785"/>
                </a:cubicBezTo>
                <a:cubicBezTo>
                  <a:pt x="160360" y="16337"/>
                  <a:pt x="158415" y="20427"/>
                  <a:pt x="158415" y="25056"/>
                </a:cubicBezTo>
                <a:cubicBezTo>
                  <a:pt x="158415" y="27988"/>
                  <a:pt x="159101" y="30596"/>
                  <a:pt x="160475" y="32878"/>
                </a:cubicBezTo>
                <a:cubicBezTo>
                  <a:pt x="162371" y="35941"/>
                  <a:pt x="165412" y="38972"/>
                  <a:pt x="169597" y="41970"/>
                </a:cubicBezTo>
                <a:cubicBezTo>
                  <a:pt x="172670" y="44122"/>
                  <a:pt x="179766" y="47936"/>
                  <a:pt x="190882" y="53412"/>
                </a:cubicBezTo>
                <a:cubicBezTo>
                  <a:pt x="206446" y="61039"/>
                  <a:pt x="216941" y="68243"/>
                  <a:pt x="222369" y="75026"/>
                </a:cubicBezTo>
                <a:cubicBezTo>
                  <a:pt x="227731" y="81806"/>
                  <a:pt x="230412" y="89565"/>
                  <a:pt x="230412" y="98303"/>
                </a:cubicBezTo>
                <a:cubicBezTo>
                  <a:pt x="230412" y="109387"/>
                  <a:pt x="226080" y="118923"/>
                  <a:pt x="217415" y="126912"/>
                </a:cubicBezTo>
                <a:cubicBezTo>
                  <a:pt x="208751" y="134900"/>
                  <a:pt x="197748" y="138894"/>
                  <a:pt x="184408" y="138894"/>
                </a:cubicBezTo>
                <a:cubicBezTo>
                  <a:pt x="180223" y="138894"/>
                  <a:pt x="176267" y="138469"/>
                  <a:pt x="172540" y="137619"/>
                </a:cubicBezTo>
                <a:cubicBezTo>
                  <a:pt x="168812" y="136768"/>
                  <a:pt x="164137" y="135166"/>
                  <a:pt x="158513" y="132812"/>
                </a:cubicBezTo>
                <a:cubicBezTo>
                  <a:pt x="155374" y="131504"/>
                  <a:pt x="152791" y="130850"/>
                  <a:pt x="150764" y="130850"/>
                </a:cubicBezTo>
                <a:cubicBezTo>
                  <a:pt x="149064" y="130850"/>
                  <a:pt x="147265" y="131513"/>
                  <a:pt x="145369" y="132837"/>
                </a:cubicBezTo>
                <a:cubicBezTo>
                  <a:pt x="143473" y="134161"/>
                  <a:pt x="141936" y="136180"/>
                  <a:pt x="140759" y="138894"/>
                </a:cubicBezTo>
                <a:lnTo>
                  <a:pt x="137130" y="138894"/>
                </a:lnTo>
                <a:lnTo>
                  <a:pt x="137130" y="88672"/>
                </a:lnTo>
                <a:lnTo>
                  <a:pt x="140759" y="88672"/>
                </a:lnTo>
                <a:cubicBezTo>
                  <a:pt x="143636" y="102764"/>
                  <a:pt x="149178" y="113513"/>
                  <a:pt x="157385" y="120919"/>
                </a:cubicBezTo>
                <a:cubicBezTo>
                  <a:pt x="165592" y="128325"/>
                  <a:pt x="174436" y="132027"/>
                  <a:pt x="183918" y="132027"/>
                </a:cubicBezTo>
                <a:cubicBezTo>
                  <a:pt x="191242" y="132027"/>
                  <a:pt x="197078" y="130039"/>
                  <a:pt x="201427" y="126062"/>
                </a:cubicBezTo>
                <a:cubicBezTo>
                  <a:pt x="205775" y="122086"/>
                  <a:pt x="207950" y="117457"/>
                  <a:pt x="207950" y="112177"/>
                </a:cubicBezTo>
                <a:cubicBezTo>
                  <a:pt x="207950" y="109048"/>
                  <a:pt x="207116" y="106018"/>
                  <a:pt x="205448" y="103085"/>
                </a:cubicBezTo>
                <a:cubicBezTo>
                  <a:pt x="203781" y="100151"/>
                  <a:pt x="201247" y="97363"/>
                  <a:pt x="197847" y="94723"/>
                </a:cubicBezTo>
                <a:cubicBezTo>
                  <a:pt x="194446" y="92083"/>
                  <a:pt x="188430" y="88645"/>
                  <a:pt x="179798" y="84408"/>
                </a:cubicBezTo>
                <a:cubicBezTo>
                  <a:pt x="167701" y="78476"/>
                  <a:pt x="159003" y="73420"/>
                  <a:pt x="153707" y="69241"/>
                </a:cubicBezTo>
                <a:cubicBezTo>
                  <a:pt x="148410" y="65062"/>
                  <a:pt x="144339" y="60394"/>
                  <a:pt x="141495" y="55236"/>
                </a:cubicBezTo>
                <a:cubicBezTo>
                  <a:pt x="138650" y="50078"/>
                  <a:pt x="137228" y="44398"/>
                  <a:pt x="137228" y="38196"/>
                </a:cubicBezTo>
                <a:cubicBezTo>
                  <a:pt x="137228" y="27619"/>
                  <a:pt x="141119" y="18609"/>
                  <a:pt x="148900" y="11167"/>
                </a:cubicBezTo>
                <a:cubicBezTo>
                  <a:pt x="156682" y="3722"/>
                  <a:pt x="166491" y="0"/>
                  <a:pt x="178327" y="0"/>
                </a:cubicBezTo>
                <a:cubicBezTo>
                  <a:pt x="182643" y="0"/>
                  <a:pt x="186828" y="529"/>
                  <a:pt x="190882" y="1588"/>
                </a:cubicBezTo>
                <a:cubicBezTo>
                  <a:pt x="193956" y="2381"/>
                  <a:pt x="197699" y="3851"/>
                  <a:pt x="202113" y="5999"/>
                </a:cubicBezTo>
                <a:cubicBezTo>
                  <a:pt x="206527" y="8146"/>
                  <a:pt x="209617" y="9220"/>
                  <a:pt x="211383" y="9220"/>
                </a:cubicBezTo>
                <a:cubicBezTo>
                  <a:pt x="213083" y="9220"/>
                  <a:pt x="214424" y="8692"/>
                  <a:pt x="215404" y="7636"/>
                </a:cubicBezTo>
                <a:cubicBezTo>
                  <a:pt x="216385" y="6577"/>
                  <a:pt x="217301" y="4032"/>
                  <a:pt x="218151" y="0"/>
                </a:cubicBezTo>
                <a:lnTo>
                  <a:pt x="221094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2">
            <a:extLst xmlns:a="http://schemas.openxmlformats.org/drawingml/2006/main">
              <a:ext uri="{FF2B5EF4-FFF2-40B4-BE49-F238E27FC236}">
                <a16:creationId xmlns:a16="http://schemas.microsoft.com/office/drawing/2014/main" id="{B4C21F9F-C6B2-475A-AACA-CEFEBA1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626" y="4370429"/>
            <a:ext cx="57153" cy="90503"/>
          </a:xfrm>
          <a:custGeom xmlns:a="http://schemas.openxmlformats.org/drawingml/2006/main">
            <a:pathLst>
              <a:path w="57153" h="90503">
                <a:moveTo>
                  <a:pt x="52183" y="90503"/>
                </a:moveTo>
                <a:lnTo>
                  <a:pt x="0" y="90503"/>
                </a:lnTo>
                <a:lnTo>
                  <a:pt x="0" y="89065"/>
                </a:lnTo>
                <a:cubicBezTo>
                  <a:pt x="15999" y="70030"/>
                  <a:pt x="25710" y="57225"/>
                  <a:pt x="29132" y="50649"/>
                </a:cubicBezTo>
                <a:cubicBezTo>
                  <a:pt x="32555" y="44071"/>
                  <a:pt x="34266" y="37646"/>
                  <a:pt x="34266" y="31374"/>
                </a:cubicBezTo>
                <a:cubicBezTo>
                  <a:pt x="34266" y="26801"/>
                  <a:pt x="32849" y="23000"/>
                  <a:pt x="30015" y="19973"/>
                </a:cubicBezTo>
                <a:cubicBezTo>
                  <a:pt x="27181" y="16946"/>
                  <a:pt x="23716" y="15433"/>
                  <a:pt x="19618" y="15433"/>
                </a:cubicBezTo>
                <a:cubicBezTo>
                  <a:pt x="12904" y="15433"/>
                  <a:pt x="7695" y="18785"/>
                  <a:pt x="3989" y="25489"/>
                </a:cubicBezTo>
                <a:lnTo>
                  <a:pt x="1569" y="24641"/>
                </a:lnTo>
                <a:cubicBezTo>
                  <a:pt x="3924" y="16253"/>
                  <a:pt x="7498" y="10049"/>
                  <a:pt x="12294" y="6030"/>
                </a:cubicBezTo>
                <a:cubicBezTo>
                  <a:pt x="17089" y="2010"/>
                  <a:pt x="22626" y="0"/>
                  <a:pt x="28903" y="0"/>
                </a:cubicBezTo>
                <a:cubicBezTo>
                  <a:pt x="33394" y="0"/>
                  <a:pt x="37492" y="1046"/>
                  <a:pt x="41197" y="3139"/>
                </a:cubicBezTo>
                <a:cubicBezTo>
                  <a:pt x="44903" y="5231"/>
                  <a:pt x="47802" y="8098"/>
                  <a:pt x="49894" y="11738"/>
                </a:cubicBezTo>
                <a:cubicBezTo>
                  <a:pt x="51987" y="15378"/>
                  <a:pt x="53033" y="18789"/>
                  <a:pt x="53033" y="21972"/>
                </a:cubicBezTo>
                <a:cubicBezTo>
                  <a:pt x="53033" y="27770"/>
                  <a:pt x="51420" y="33655"/>
                  <a:pt x="48194" y="39628"/>
                </a:cubicBezTo>
                <a:cubicBezTo>
                  <a:pt x="43791" y="47693"/>
                  <a:pt x="34178" y="58940"/>
                  <a:pt x="19356" y="73370"/>
                </a:cubicBezTo>
                <a:lnTo>
                  <a:pt x="38516" y="73370"/>
                </a:lnTo>
                <a:cubicBezTo>
                  <a:pt x="43224" y="73370"/>
                  <a:pt x="46287" y="73174"/>
                  <a:pt x="47704" y="72782"/>
                </a:cubicBezTo>
                <a:cubicBezTo>
                  <a:pt x="49121" y="72390"/>
                  <a:pt x="50287" y="71725"/>
                  <a:pt x="51202" y="70787"/>
                </a:cubicBezTo>
                <a:cubicBezTo>
                  <a:pt x="52118" y="69850"/>
                  <a:pt x="53317" y="67877"/>
                  <a:pt x="54799" y="64869"/>
                </a:cubicBezTo>
                <a:lnTo>
                  <a:pt x="57153" y="64869"/>
                </a:lnTo>
                <a:lnTo>
                  <a:pt x="52183" y="90503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overtaking">
            <a:extLst xmlns:a="http://schemas.openxmlformats.org/drawingml/2006/main">
              <a:ext uri="{FF2B5EF4-FFF2-40B4-BE49-F238E27FC236}">
                <a16:creationId xmlns:a16="http://schemas.microsoft.com/office/drawing/2014/main" id="{6425795D-0E20-459D-BADA-B4FA2388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41" y="3738881"/>
            <a:ext cx="857521" cy="182837"/>
          </a:xfrm>
          <a:custGeom xmlns:a="http://schemas.openxmlformats.org/drawingml/2006/main">
            <a:pathLst>
              <a:path w="857521" h="182837">
                <a:moveTo>
                  <a:pt x="87005" y="81349"/>
                </a:moveTo>
                <a:cubicBezTo>
                  <a:pt x="87005" y="91168"/>
                  <a:pt x="84405" y="100889"/>
                  <a:pt x="79207" y="110512"/>
                </a:cubicBezTo>
                <a:cubicBezTo>
                  <a:pt x="74008" y="120135"/>
                  <a:pt x="66766" y="127762"/>
                  <a:pt x="57480" y="133392"/>
                </a:cubicBezTo>
                <a:cubicBezTo>
                  <a:pt x="48194" y="139021"/>
                  <a:pt x="39170" y="141836"/>
                  <a:pt x="30408" y="141836"/>
                </a:cubicBezTo>
                <a:cubicBezTo>
                  <a:pt x="21449" y="141836"/>
                  <a:pt x="14141" y="138972"/>
                  <a:pt x="8485" y="133244"/>
                </a:cubicBezTo>
                <a:cubicBezTo>
                  <a:pt x="2828" y="127516"/>
                  <a:pt x="0" y="120103"/>
                  <a:pt x="0" y="111003"/>
                </a:cubicBezTo>
                <a:cubicBezTo>
                  <a:pt x="0" y="101380"/>
                  <a:pt x="2763" y="91724"/>
                  <a:pt x="8289" y="82036"/>
                </a:cubicBezTo>
                <a:cubicBezTo>
                  <a:pt x="13814" y="72348"/>
                  <a:pt x="21204" y="64689"/>
                  <a:pt x="30457" y="59059"/>
                </a:cubicBezTo>
                <a:cubicBezTo>
                  <a:pt x="39710" y="53429"/>
                  <a:pt x="48652" y="50614"/>
                  <a:pt x="57284" y="50614"/>
                </a:cubicBezTo>
                <a:cubicBezTo>
                  <a:pt x="65916" y="50614"/>
                  <a:pt x="73027" y="53461"/>
                  <a:pt x="78618" y="59157"/>
                </a:cubicBezTo>
                <a:cubicBezTo>
                  <a:pt x="84209" y="64852"/>
                  <a:pt x="87005" y="72250"/>
                  <a:pt x="87005" y="81349"/>
                </a:cubicBezTo>
                <a:moveTo>
                  <a:pt x="70722" y="74419"/>
                </a:moveTo>
                <a:cubicBezTo>
                  <a:pt x="70722" y="68315"/>
                  <a:pt x="69234" y="63639"/>
                  <a:pt x="66259" y="60392"/>
                </a:cubicBezTo>
                <a:cubicBezTo>
                  <a:pt x="63284" y="57143"/>
                  <a:pt x="59442" y="55518"/>
                  <a:pt x="54734" y="55518"/>
                </a:cubicBezTo>
                <a:cubicBezTo>
                  <a:pt x="45121" y="55518"/>
                  <a:pt x="36277" y="62426"/>
                  <a:pt x="28201" y="76243"/>
                </a:cubicBezTo>
                <a:cubicBezTo>
                  <a:pt x="20125" y="90057"/>
                  <a:pt x="16087" y="103789"/>
                  <a:pt x="16087" y="117440"/>
                </a:cubicBezTo>
                <a:cubicBezTo>
                  <a:pt x="16087" y="123675"/>
                  <a:pt x="17656" y="128482"/>
                  <a:pt x="20795" y="131862"/>
                </a:cubicBezTo>
                <a:cubicBezTo>
                  <a:pt x="23934" y="135242"/>
                  <a:pt x="27890" y="136932"/>
                  <a:pt x="32664" y="136932"/>
                </a:cubicBezTo>
                <a:cubicBezTo>
                  <a:pt x="41884" y="136932"/>
                  <a:pt x="50532" y="130058"/>
                  <a:pt x="58608" y="116309"/>
                </a:cubicBezTo>
                <a:cubicBezTo>
                  <a:pt x="66684" y="102558"/>
                  <a:pt x="70722" y="88595"/>
                  <a:pt x="70722" y="74419"/>
                </a:cubicBezTo>
                <a:close/>
                <a:moveTo>
                  <a:pt x="98873" y="56695"/>
                </a:moveTo>
                <a:lnTo>
                  <a:pt x="127221" y="50614"/>
                </a:lnTo>
                <a:cubicBezTo>
                  <a:pt x="129248" y="55453"/>
                  <a:pt x="130883" y="60390"/>
                  <a:pt x="132126" y="65425"/>
                </a:cubicBezTo>
                <a:cubicBezTo>
                  <a:pt x="133891" y="72815"/>
                  <a:pt x="135330" y="81577"/>
                  <a:pt x="136441" y="91713"/>
                </a:cubicBezTo>
                <a:cubicBezTo>
                  <a:pt x="136965" y="96814"/>
                  <a:pt x="137684" y="107603"/>
                  <a:pt x="138599" y="124082"/>
                </a:cubicBezTo>
                <a:cubicBezTo>
                  <a:pt x="146773" y="115058"/>
                  <a:pt x="151645" y="109467"/>
                  <a:pt x="153215" y="107309"/>
                </a:cubicBezTo>
                <a:cubicBezTo>
                  <a:pt x="161846" y="95604"/>
                  <a:pt x="166816" y="88738"/>
                  <a:pt x="168124" y="86710"/>
                </a:cubicBezTo>
                <a:cubicBezTo>
                  <a:pt x="170282" y="83245"/>
                  <a:pt x="171786" y="80204"/>
                  <a:pt x="172636" y="77588"/>
                </a:cubicBezTo>
                <a:cubicBezTo>
                  <a:pt x="173355" y="75626"/>
                  <a:pt x="173715" y="73763"/>
                  <a:pt x="173715" y="71997"/>
                </a:cubicBezTo>
                <a:cubicBezTo>
                  <a:pt x="173715" y="70297"/>
                  <a:pt x="172195" y="68335"/>
                  <a:pt x="169154" y="66112"/>
                </a:cubicBezTo>
                <a:cubicBezTo>
                  <a:pt x="166113" y="63888"/>
                  <a:pt x="164593" y="61404"/>
                  <a:pt x="164593" y="58657"/>
                </a:cubicBezTo>
                <a:cubicBezTo>
                  <a:pt x="164593" y="56565"/>
                  <a:pt x="165427" y="54701"/>
                  <a:pt x="167094" y="53066"/>
                </a:cubicBezTo>
                <a:cubicBezTo>
                  <a:pt x="168762" y="51431"/>
                  <a:pt x="170740" y="50614"/>
                  <a:pt x="173029" y="50614"/>
                </a:cubicBezTo>
                <a:cubicBezTo>
                  <a:pt x="175775" y="50614"/>
                  <a:pt x="178195" y="51743"/>
                  <a:pt x="180287" y="54001"/>
                </a:cubicBezTo>
                <a:cubicBezTo>
                  <a:pt x="182380" y="56259"/>
                  <a:pt x="183426" y="59058"/>
                  <a:pt x="183426" y="62397"/>
                </a:cubicBezTo>
                <a:cubicBezTo>
                  <a:pt x="183426" y="65736"/>
                  <a:pt x="182903" y="68944"/>
                  <a:pt x="181857" y="72022"/>
                </a:cubicBezTo>
                <a:cubicBezTo>
                  <a:pt x="180156" y="76996"/>
                  <a:pt x="176985" y="83067"/>
                  <a:pt x="172342" y="90236"/>
                </a:cubicBezTo>
                <a:cubicBezTo>
                  <a:pt x="167699" y="97404"/>
                  <a:pt x="160212" y="107011"/>
                  <a:pt x="149880" y="119055"/>
                </a:cubicBezTo>
                <a:cubicBezTo>
                  <a:pt x="148572" y="120561"/>
                  <a:pt x="141313" y="128155"/>
                  <a:pt x="128104" y="141836"/>
                </a:cubicBezTo>
                <a:lnTo>
                  <a:pt x="124475" y="141836"/>
                </a:lnTo>
                <a:cubicBezTo>
                  <a:pt x="122905" y="100394"/>
                  <a:pt x="119636" y="74533"/>
                  <a:pt x="114666" y="64254"/>
                </a:cubicBezTo>
                <a:cubicBezTo>
                  <a:pt x="113031" y="60915"/>
                  <a:pt x="110317" y="59246"/>
                  <a:pt x="106524" y="59246"/>
                </a:cubicBezTo>
                <a:cubicBezTo>
                  <a:pt x="104890" y="59246"/>
                  <a:pt x="102568" y="59540"/>
                  <a:pt x="99560" y="60128"/>
                </a:cubicBezTo>
                <a:lnTo>
                  <a:pt x="98873" y="56695"/>
                </a:lnTo>
                <a:close/>
                <a:moveTo>
                  <a:pt x="207684" y="102601"/>
                </a:moveTo>
                <a:cubicBezTo>
                  <a:pt x="207227" y="105860"/>
                  <a:pt x="206998" y="108565"/>
                  <a:pt x="206998" y="110715"/>
                </a:cubicBezTo>
                <a:cubicBezTo>
                  <a:pt x="206998" y="116514"/>
                  <a:pt x="209058" y="121451"/>
                  <a:pt x="213177" y="125526"/>
                </a:cubicBezTo>
                <a:cubicBezTo>
                  <a:pt x="217297" y="129599"/>
                  <a:pt x="222300" y="131635"/>
                  <a:pt x="228185" y="131635"/>
                </a:cubicBezTo>
                <a:cubicBezTo>
                  <a:pt x="232893" y="131635"/>
                  <a:pt x="237422" y="130674"/>
                  <a:pt x="241770" y="128751"/>
                </a:cubicBezTo>
                <a:cubicBezTo>
                  <a:pt x="246119" y="126826"/>
                  <a:pt x="252576" y="122570"/>
                  <a:pt x="261143" y="115984"/>
                </a:cubicBezTo>
                <a:lnTo>
                  <a:pt x="263203" y="118828"/>
                </a:lnTo>
                <a:cubicBezTo>
                  <a:pt x="247705" y="134167"/>
                  <a:pt x="232926" y="141836"/>
                  <a:pt x="218866" y="141836"/>
                </a:cubicBezTo>
                <a:cubicBezTo>
                  <a:pt x="209319" y="141836"/>
                  <a:pt x="202126" y="138825"/>
                  <a:pt x="197287" y="132803"/>
                </a:cubicBezTo>
                <a:cubicBezTo>
                  <a:pt x="192448" y="126781"/>
                  <a:pt x="190028" y="120136"/>
                  <a:pt x="190028" y="112870"/>
                </a:cubicBezTo>
                <a:cubicBezTo>
                  <a:pt x="190028" y="103116"/>
                  <a:pt x="193036" y="93133"/>
                  <a:pt x="199053" y="82922"/>
                </a:cubicBezTo>
                <a:cubicBezTo>
                  <a:pt x="205069" y="72708"/>
                  <a:pt x="212621" y="64770"/>
                  <a:pt x="221711" y="59108"/>
                </a:cubicBezTo>
                <a:cubicBezTo>
                  <a:pt x="230801" y="53445"/>
                  <a:pt x="240152" y="50614"/>
                  <a:pt x="249764" y="50614"/>
                </a:cubicBezTo>
                <a:cubicBezTo>
                  <a:pt x="256696" y="50614"/>
                  <a:pt x="261829" y="52025"/>
                  <a:pt x="265164" y="54847"/>
                </a:cubicBezTo>
                <a:cubicBezTo>
                  <a:pt x="268499" y="57669"/>
                  <a:pt x="270167" y="61017"/>
                  <a:pt x="270167" y="64892"/>
                </a:cubicBezTo>
                <a:cubicBezTo>
                  <a:pt x="270167" y="70340"/>
                  <a:pt x="268009" y="75558"/>
                  <a:pt x="263693" y="80546"/>
                </a:cubicBezTo>
                <a:cubicBezTo>
                  <a:pt x="258004" y="87045"/>
                  <a:pt x="249634" y="92295"/>
                  <a:pt x="238582" y="96299"/>
                </a:cubicBezTo>
                <a:cubicBezTo>
                  <a:pt x="231258" y="98990"/>
                  <a:pt x="220959" y="101091"/>
                  <a:pt x="207684" y="102601"/>
                </a:cubicBezTo>
                <a:moveTo>
                  <a:pt x="208371" y="97696"/>
                </a:moveTo>
                <a:cubicBezTo>
                  <a:pt x="218049" y="96583"/>
                  <a:pt x="225929" y="94682"/>
                  <a:pt x="232010" y="91995"/>
                </a:cubicBezTo>
                <a:cubicBezTo>
                  <a:pt x="240054" y="88390"/>
                  <a:pt x="246086" y="84080"/>
                  <a:pt x="250108" y="79066"/>
                </a:cubicBezTo>
                <a:cubicBezTo>
                  <a:pt x="254129" y="74051"/>
                  <a:pt x="256140" y="69282"/>
                  <a:pt x="256140" y="64760"/>
                </a:cubicBezTo>
                <a:cubicBezTo>
                  <a:pt x="256140" y="62007"/>
                  <a:pt x="255274" y="59779"/>
                  <a:pt x="253541" y="58075"/>
                </a:cubicBezTo>
                <a:cubicBezTo>
                  <a:pt x="251808" y="56370"/>
                  <a:pt x="249339" y="55518"/>
                  <a:pt x="246135" y="55518"/>
                </a:cubicBezTo>
                <a:cubicBezTo>
                  <a:pt x="239465" y="55518"/>
                  <a:pt x="232386" y="59074"/>
                  <a:pt x="224899" y="66185"/>
                </a:cubicBezTo>
                <a:cubicBezTo>
                  <a:pt x="217411" y="73297"/>
                  <a:pt x="211902" y="83801"/>
                  <a:pt x="208371" y="97696"/>
                </a:cubicBezTo>
                <a:close/>
                <a:moveTo>
                  <a:pt x="283440" y="56107"/>
                </a:moveTo>
                <a:lnTo>
                  <a:pt x="317281" y="50614"/>
                </a:lnTo>
                <a:lnTo>
                  <a:pt x="303156" y="98383"/>
                </a:lnTo>
                <a:cubicBezTo>
                  <a:pt x="314599" y="78790"/>
                  <a:pt x="324997" y="65094"/>
                  <a:pt x="334348" y="57296"/>
                </a:cubicBezTo>
                <a:cubicBezTo>
                  <a:pt x="339645" y="52841"/>
                  <a:pt x="343961" y="50614"/>
                  <a:pt x="347296" y="50614"/>
                </a:cubicBezTo>
                <a:cubicBezTo>
                  <a:pt x="349454" y="50614"/>
                  <a:pt x="351154" y="51254"/>
                  <a:pt x="352396" y="52536"/>
                </a:cubicBezTo>
                <a:cubicBezTo>
                  <a:pt x="353639" y="53815"/>
                  <a:pt x="354260" y="55669"/>
                  <a:pt x="354260" y="58099"/>
                </a:cubicBezTo>
                <a:cubicBezTo>
                  <a:pt x="354260" y="62431"/>
                  <a:pt x="353148" y="66568"/>
                  <a:pt x="350925" y="70507"/>
                </a:cubicBezTo>
                <a:cubicBezTo>
                  <a:pt x="349356" y="73462"/>
                  <a:pt x="347099" y="74940"/>
                  <a:pt x="344157" y="74940"/>
                </a:cubicBezTo>
                <a:cubicBezTo>
                  <a:pt x="342653" y="74940"/>
                  <a:pt x="341361" y="74449"/>
                  <a:pt x="340282" y="73468"/>
                </a:cubicBezTo>
                <a:cubicBezTo>
                  <a:pt x="339203" y="72488"/>
                  <a:pt x="338533" y="70984"/>
                  <a:pt x="338272" y="68956"/>
                </a:cubicBezTo>
                <a:cubicBezTo>
                  <a:pt x="338141" y="67714"/>
                  <a:pt x="337846" y="66897"/>
                  <a:pt x="337389" y="66504"/>
                </a:cubicBezTo>
                <a:cubicBezTo>
                  <a:pt x="336866" y="65981"/>
                  <a:pt x="336244" y="65719"/>
                  <a:pt x="335525" y="65719"/>
                </a:cubicBezTo>
                <a:cubicBezTo>
                  <a:pt x="334413" y="65719"/>
                  <a:pt x="333367" y="65981"/>
                  <a:pt x="332386" y="66504"/>
                </a:cubicBezTo>
                <a:cubicBezTo>
                  <a:pt x="330686" y="67420"/>
                  <a:pt x="328103" y="69969"/>
                  <a:pt x="324637" y="74152"/>
                </a:cubicBezTo>
                <a:cubicBezTo>
                  <a:pt x="319210" y="80561"/>
                  <a:pt x="313324" y="88864"/>
                  <a:pt x="306981" y="99064"/>
                </a:cubicBezTo>
                <a:cubicBezTo>
                  <a:pt x="304235" y="103377"/>
                  <a:pt x="301881" y="108248"/>
                  <a:pt x="299919" y="113676"/>
                </a:cubicBezTo>
                <a:cubicBezTo>
                  <a:pt x="297172" y="121128"/>
                  <a:pt x="295603" y="125607"/>
                  <a:pt x="295211" y="127111"/>
                </a:cubicBezTo>
                <a:lnTo>
                  <a:pt x="292072" y="139482"/>
                </a:lnTo>
                <a:lnTo>
                  <a:pt x="277064" y="139482"/>
                </a:lnTo>
                <a:lnTo>
                  <a:pt x="295211" y="78471"/>
                </a:lnTo>
                <a:cubicBezTo>
                  <a:pt x="297303" y="71372"/>
                  <a:pt x="298349" y="66310"/>
                  <a:pt x="298349" y="63286"/>
                </a:cubicBezTo>
                <a:cubicBezTo>
                  <a:pt x="298349" y="62102"/>
                  <a:pt x="297859" y="61116"/>
                  <a:pt x="296878" y="60328"/>
                </a:cubicBezTo>
                <a:cubicBezTo>
                  <a:pt x="295570" y="59279"/>
                  <a:pt x="293837" y="58755"/>
                  <a:pt x="291679" y="58755"/>
                </a:cubicBezTo>
                <a:cubicBezTo>
                  <a:pt x="290306" y="58755"/>
                  <a:pt x="287788" y="59049"/>
                  <a:pt x="284127" y="59638"/>
                </a:cubicBezTo>
                <a:lnTo>
                  <a:pt x="283440" y="56107"/>
                </a:lnTo>
                <a:close/>
                <a:moveTo>
                  <a:pt x="403272" y="26484"/>
                </a:moveTo>
                <a:lnTo>
                  <a:pt x="395621" y="52968"/>
                </a:lnTo>
                <a:lnTo>
                  <a:pt x="411021" y="52968"/>
                </a:lnTo>
                <a:lnTo>
                  <a:pt x="409353" y="59246"/>
                </a:lnTo>
                <a:lnTo>
                  <a:pt x="394052" y="59246"/>
                </a:lnTo>
                <a:lnTo>
                  <a:pt x="377180" y="117127"/>
                </a:lnTo>
                <a:cubicBezTo>
                  <a:pt x="375349" y="123350"/>
                  <a:pt x="374434" y="127379"/>
                  <a:pt x="374434" y="129214"/>
                </a:cubicBezTo>
                <a:cubicBezTo>
                  <a:pt x="374434" y="130323"/>
                  <a:pt x="374695" y="131171"/>
                  <a:pt x="375219" y="131758"/>
                </a:cubicBezTo>
                <a:cubicBezTo>
                  <a:pt x="375742" y="132344"/>
                  <a:pt x="376363" y="132637"/>
                  <a:pt x="377082" y="132637"/>
                </a:cubicBezTo>
                <a:cubicBezTo>
                  <a:pt x="378717" y="132637"/>
                  <a:pt x="380875" y="131496"/>
                  <a:pt x="383556" y="129214"/>
                </a:cubicBezTo>
                <a:cubicBezTo>
                  <a:pt x="385126" y="127906"/>
                  <a:pt x="388624" y="123884"/>
                  <a:pt x="394052" y="117149"/>
                </a:cubicBezTo>
                <a:lnTo>
                  <a:pt x="397289" y="119601"/>
                </a:lnTo>
                <a:cubicBezTo>
                  <a:pt x="391272" y="128357"/>
                  <a:pt x="385583" y="134530"/>
                  <a:pt x="380221" y="138118"/>
                </a:cubicBezTo>
                <a:cubicBezTo>
                  <a:pt x="376559" y="140597"/>
                  <a:pt x="372864" y="141836"/>
                  <a:pt x="369137" y="141836"/>
                </a:cubicBezTo>
                <a:cubicBezTo>
                  <a:pt x="366260" y="141836"/>
                  <a:pt x="363906" y="140937"/>
                  <a:pt x="362075" y="139139"/>
                </a:cubicBezTo>
                <a:cubicBezTo>
                  <a:pt x="360244" y="137341"/>
                  <a:pt x="359328" y="135036"/>
                  <a:pt x="359328" y="132224"/>
                </a:cubicBezTo>
                <a:cubicBezTo>
                  <a:pt x="359328" y="128692"/>
                  <a:pt x="360374" y="123298"/>
                  <a:pt x="362467" y="116039"/>
                </a:cubicBezTo>
                <a:lnTo>
                  <a:pt x="378848" y="59246"/>
                </a:lnTo>
                <a:lnTo>
                  <a:pt x="364036" y="59246"/>
                </a:lnTo>
                <a:lnTo>
                  <a:pt x="365017" y="55359"/>
                </a:lnTo>
                <a:cubicBezTo>
                  <a:pt x="372211" y="53375"/>
                  <a:pt x="378194" y="50444"/>
                  <a:pt x="382968" y="46568"/>
                </a:cubicBezTo>
                <a:cubicBezTo>
                  <a:pt x="387741" y="42691"/>
                  <a:pt x="393071" y="35997"/>
                  <a:pt x="398956" y="26484"/>
                </a:cubicBezTo>
                <a:lnTo>
                  <a:pt x="403272" y="26484"/>
                </a:lnTo>
                <a:close/>
                <a:moveTo>
                  <a:pt x="501198" y="50614"/>
                </a:moveTo>
                <a:lnTo>
                  <a:pt x="482070" y="117219"/>
                </a:lnTo>
                <a:lnTo>
                  <a:pt x="479912" y="126170"/>
                </a:lnTo>
                <a:cubicBezTo>
                  <a:pt x="479716" y="127010"/>
                  <a:pt x="479618" y="127720"/>
                  <a:pt x="479618" y="128300"/>
                </a:cubicBezTo>
                <a:cubicBezTo>
                  <a:pt x="479618" y="129346"/>
                  <a:pt x="479945" y="130262"/>
                  <a:pt x="480599" y="131047"/>
                </a:cubicBezTo>
                <a:cubicBezTo>
                  <a:pt x="481122" y="131635"/>
                  <a:pt x="481776" y="131929"/>
                  <a:pt x="482561" y="131929"/>
                </a:cubicBezTo>
                <a:cubicBezTo>
                  <a:pt x="483411" y="131929"/>
                  <a:pt x="484522" y="131406"/>
                  <a:pt x="485896" y="130360"/>
                </a:cubicBezTo>
                <a:cubicBezTo>
                  <a:pt x="488446" y="128464"/>
                  <a:pt x="491846" y="124540"/>
                  <a:pt x="496097" y="118589"/>
                </a:cubicBezTo>
                <a:lnTo>
                  <a:pt x="499432" y="120943"/>
                </a:lnTo>
                <a:cubicBezTo>
                  <a:pt x="494920" y="127744"/>
                  <a:pt x="490277" y="132927"/>
                  <a:pt x="485503" y="136491"/>
                </a:cubicBezTo>
                <a:cubicBezTo>
                  <a:pt x="480730" y="140054"/>
                  <a:pt x="476316" y="141836"/>
                  <a:pt x="472261" y="141836"/>
                </a:cubicBezTo>
                <a:cubicBezTo>
                  <a:pt x="469450" y="141836"/>
                  <a:pt x="467341" y="141133"/>
                  <a:pt x="465935" y="139727"/>
                </a:cubicBezTo>
                <a:cubicBezTo>
                  <a:pt x="464529" y="138322"/>
                  <a:pt x="463826" y="136278"/>
                  <a:pt x="463826" y="133597"/>
                </a:cubicBezTo>
                <a:cubicBezTo>
                  <a:pt x="463826" y="130393"/>
                  <a:pt x="464545" y="126175"/>
                  <a:pt x="465984" y="120943"/>
                </a:cubicBezTo>
                <a:lnTo>
                  <a:pt x="468044" y="113345"/>
                </a:lnTo>
                <a:cubicBezTo>
                  <a:pt x="459477" y="124623"/>
                  <a:pt x="451597" y="132505"/>
                  <a:pt x="444404" y="136990"/>
                </a:cubicBezTo>
                <a:cubicBezTo>
                  <a:pt x="439238" y="140221"/>
                  <a:pt x="434170" y="141836"/>
                  <a:pt x="429200" y="141836"/>
                </a:cubicBezTo>
                <a:cubicBezTo>
                  <a:pt x="424427" y="141836"/>
                  <a:pt x="420307" y="139856"/>
                  <a:pt x="416841" y="135896"/>
                </a:cubicBezTo>
                <a:cubicBezTo>
                  <a:pt x="413375" y="131936"/>
                  <a:pt x="411643" y="126485"/>
                  <a:pt x="411643" y="119546"/>
                </a:cubicBezTo>
                <a:cubicBezTo>
                  <a:pt x="411643" y="109138"/>
                  <a:pt x="414765" y="98157"/>
                  <a:pt x="421010" y="86603"/>
                </a:cubicBezTo>
                <a:cubicBezTo>
                  <a:pt x="427255" y="75049"/>
                  <a:pt x="435184" y="65802"/>
                  <a:pt x="444797" y="58862"/>
                </a:cubicBezTo>
                <a:cubicBezTo>
                  <a:pt x="452317" y="53363"/>
                  <a:pt x="459412" y="50614"/>
                  <a:pt x="466082" y="50614"/>
                </a:cubicBezTo>
                <a:cubicBezTo>
                  <a:pt x="470071" y="50614"/>
                  <a:pt x="473389" y="51669"/>
                  <a:pt x="476038" y="53780"/>
                </a:cubicBezTo>
                <a:cubicBezTo>
                  <a:pt x="478686" y="55891"/>
                  <a:pt x="480697" y="59387"/>
                  <a:pt x="482070" y="64267"/>
                </a:cubicBezTo>
                <a:lnTo>
                  <a:pt x="485601" y="52968"/>
                </a:lnTo>
                <a:lnTo>
                  <a:pt x="501198" y="50614"/>
                </a:lnTo>
                <a:moveTo>
                  <a:pt x="466278" y="55518"/>
                </a:moveTo>
                <a:cubicBezTo>
                  <a:pt x="462093" y="55518"/>
                  <a:pt x="457646" y="57488"/>
                  <a:pt x="452938" y="61428"/>
                </a:cubicBezTo>
                <a:cubicBezTo>
                  <a:pt x="446268" y="67007"/>
                  <a:pt x="440333" y="75278"/>
                  <a:pt x="435135" y="86241"/>
                </a:cubicBezTo>
                <a:cubicBezTo>
                  <a:pt x="429936" y="97205"/>
                  <a:pt x="427337" y="107118"/>
                  <a:pt x="427337" y="115981"/>
                </a:cubicBezTo>
                <a:cubicBezTo>
                  <a:pt x="427337" y="120446"/>
                  <a:pt x="428448" y="123975"/>
                  <a:pt x="430672" y="126568"/>
                </a:cubicBezTo>
                <a:cubicBezTo>
                  <a:pt x="432895" y="129161"/>
                  <a:pt x="435445" y="130458"/>
                  <a:pt x="438323" y="130458"/>
                </a:cubicBezTo>
                <a:cubicBezTo>
                  <a:pt x="445450" y="130458"/>
                  <a:pt x="453199" y="125174"/>
                  <a:pt x="461570" y="114604"/>
                </a:cubicBezTo>
                <a:cubicBezTo>
                  <a:pt x="472752" y="100555"/>
                  <a:pt x="478343" y="86144"/>
                  <a:pt x="478343" y="71372"/>
                </a:cubicBezTo>
                <a:cubicBezTo>
                  <a:pt x="478343" y="65793"/>
                  <a:pt x="477264" y="61756"/>
                  <a:pt x="475106" y="59261"/>
                </a:cubicBezTo>
                <a:cubicBezTo>
                  <a:pt x="472948" y="56766"/>
                  <a:pt x="470005" y="55518"/>
                  <a:pt x="466278" y="55518"/>
                </a:cubicBezTo>
                <a:close/>
                <a:moveTo>
                  <a:pt x="564858" y="0"/>
                </a:moveTo>
                <a:lnTo>
                  <a:pt x="537001" y="96066"/>
                </a:lnTo>
                <a:lnTo>
                  <a:pt x="548183" y="86744"/>
                </a:lnTo>
                <a:cubicBezTo>
                  <a:pt x="560412" y="76512"/>
                  <a:pt x="568357" y="68915"/>
                  <a:pt x="572019" y="63951"/>
                </a:cubicBezTo>
                <a:cubicBezTo>
                  <a:pt x="573196" y="62249"/>
                  <a:pt x="573784" y="60956"/>
                  <a:pt x="573784" y="60073"/>
                </a:cubicBezTo>
                <a:cubicBezTo>
                  <a:pt x="573784" y="59460"/>
                  <a:pt x="573588" y="58882"/>
                  <a:pt x="573196" y="58338"/>
                </a:cubicBezTo>
                <a:cubicBezTo>
                  <a:pt x="572803" y="57793"/>
                  <a:pt x="572035" y="57350"/>
                  <a:pt x="570891" y="57011"/>
                </a:cubicBezTo>
                <a:cubicBezTo>
                  <a:pt x="569746" y="56670"/>
                  <a:pt x="567736" y="56499"/>
                  <a:pt x="564858" y="56499"/>
                </a:cubicBezTo>
                <a:lnTo>
                  <a:pt x="561425" y="56499"/>
                </a:lnTo>
                <a:lnTo>
                  <a:pt x="562504" y="52968"/>
                </a:lnTo>
                <a:lnTo>
                  <a:pt x="605369" y="52968"/>
                </a:lnTo>
                <a:lnTo>
                  <a:pt x="604388" y="56499"/>
                </a:lnTo>
                <a:cubicBezTo>
                  <a:pt x="599484" y="56771"/>
                  <a:pt x="595249" y="57568"/>
                  <a:pt x="591686" y="58890"/>
                </a:cubicBezTo>
                <a:cubicBezTo>
                  <a:pt x="588122" y="60212"/>
                  <a:pt x="584672" y="62162"/>
                  <a:pt x="581337" y="64739"/>
                </a:cubicBezTo>
                <a:cubicBezTo>
                  <a:pt x="574733" y="69629"/>
                  <a:pt x="570384" y="73019"/>
                  <a:pt x="568291" y="74909"/>
                </a:cubicBezTo>
                <a:lnTo>
                  <a:pt x="559856" y="82373"/>
                </a:lnTo>
                <a:cubicBezTo>
                  <a:pt x="561294" y="87081"/>
                  <a:pt x="563060" y="93653"/>
                  <a:pt x="565153" y="102089"/>
                </a:cubicBezTo>
                <a:cubicBezTo>
                  <a:pt x="568684" y="116083"/>
                  <a:pt x="571071" y="124388"/>
                  <a:pt x="572313" y="127004"/>
                </a:cubicBezTo>
                <a:cubicBezTo>
                  <a:pt x="573555" y="129568"/>
                  <a:pt x="574831" y="130850"/>
                  <a:pt x="576138" y="130850"/>
                </a:cubicBezTo>
                <a:cubicBezTo>
                  <a:pt x="577250" y="130850"/>
                  <a:pt x="578558" y="130295"/>
                  <a:pt x="580062" y="129183"/>
                </a:cubicBezTo>
                <a:cubicBezTo>
                  <a:pt x="583462" y="126698"/>
                  <a:pt x="587092" y="122742"/>
                  <a:pt x="590950" y="117314"/>
                </a:cubicBezTo>
                <a:lnTo>
                  <a:pt x="594383" y="119776"/>
                </a:lnTo>
                <a:cubicBezTo>
                  <a:pt x="587255" y="128771"/>
                  <a:pt x="581795" y="134697"/>
                  <a:pt x="578002" y="137554"/>
                </a:cubicBezTo>
                <a:cubicBezTo>
                  <a:pt x="574209" y="140409"/>
                  <a:pt x="570744" y="141836"/>
                  <a:pt x="567605" y="141836"/>
                </a:cubicBezTo>
                <a:cubicBezTo>
                  <a:pt x="564858" y="141836"/>
                  <a:pt x="562733" y="140757"/>
                  <a:pt x="561229" y="138599"/>
                </a:cubicBezTo>
                <a:cubicBezTo>
                  <a:pt x="558613" y="134752"/>
                  <a:pt x="554265" y="119590"/>
                  <a:pt x="548183" y="93114"/>
                </a:cubicBezTo>
                <a:lnTo>
                  <a:pt x="534745" y="104679"/>
                </a:lnTo>
                <a:lnTo>
                  <a:pt x="524642" y="139482"/>
                </a:lnTo>
                <a:lnTo>
                  <a:pt x="509340" y="139482"/>
                </a:lnTo>
                <a:lnTo>
                  <a:pt x="541906" y="27744"/>
                </a:lnTo>
                <a:lnTo>
                  <a:pt x="544652" y="18245"/>
                </a:lnTo>
                <a:cubicBezTo>
                  <a:pt x="544979" y="16610"/>
                  <a:pt x="545142" y="15171"/>
                  <a:pt x="545142" y="13929"/>
                </a:cubicBezTo>
                <a:cubicBezTo>
                  <a:pt x="545142" y="12359"/>
                  <a:pt x="544538" y="11051"/>
                  <a:pt x="543328" y="10005"/>
                </a:cubicBezTo>
                <a:cubicBezTo>
                  <a:pt x="542118" y="8959"/>
                  <a:pt x="540369" y="8436"/>
                  <a:pt x="538080" y="8436"/>
                </a:cubicBezTo>
                <a:cubicBezTo>
                  <a:pt x="536576" y="8436"/>
                  <a:pt x="534189" y="8763"/>
                  <a:pt x="530920" y="9417"/>
                </a:cubicBezTo>
                <a:lnTo>
                  <a:pt x="530920" y="5885"/>
                </a:lnTo>
                <a:lnTo>
                  <a:pt x="564858" y="0"/>
                </a:lnTo>
                <a:close/>
                <a:moveTo>
                  <a:pt x="641495" y="11574"/>
                </a:moveTo>
                <a:cubicBezTo>
                  <a:pt x="644242" y="11574"/>
                  <a:pt x="646563" y="12523"/>
                  <a:pt x="648460" y="14419"/>
                </a:cubicBezTo>
                <a:cubicBezTo>
                  <a:pt x="650356" y="16315"/>
                  <a:pt x="651304" y="18637"/>
                  <a:pt x="651304" y="21383"/>
                </a:cubicBezTo>
                <a:cubicBezTo>
                  <a:pt x="651304" y="24064"/>
                  <a:pt x="650340" y="26370"/>
                  <a:pt x="648410" y="28299"/>
                </a:cubicBezTo>
                <a:cubicBezTo>
                  <a:pt x="646481" y="30228"/>
                  <a:pt x="644176" y="31192"/>
                  <a:pt x="641495" y="31192"/>
                </a:cubicBezTo>
                <a:cubicBezTo>
                  <a:pt x="638814" y="31192"/>
                  <a:pt x="636509" y="30228"/>
                  <a:pt x="634580" y="28299"/>
                </a:cubicBezTo>
                <a:cubicBezTo>
                  <a:pt x="632651" y="26370"/>
                  <a:pt x="631686" y="24064"/>
                  <a:pt x="631686" y="21383"/>
                </a:cubicBezTo>
                <a:cubicBezTo>
                  <a:pt x="631686" y="18637"/>
                  <a:pt x="632635" y="16315"/>
                  <a:pt x="634531" y="14419"/>
                </a:cubicBezTo>
                <a:cubicBezTo>
                  <a:pt x="636427" y="12523"/>
                  <a:pt x="638749" y="11574"/>
                  <a:pt x="641495" y="11574"/>
                </a:cubicBezTo>
                <a:moveTo>
                  <a:pt x="642770" y="50614"/>
                </a:moveTo>
                <a:lnTo>
                  <a:pt x="623349" y="119408"/>
                </a:lnTo>
                <a:cubicBezTo>
                  <a:pt x="622041" y="124053"/>
                  <a:pt x="621387" y="126833"/>
                  <a:pt x="621387" y="127748"/>
                </a:cubicBezTo>
                <a:cubicBezTo>
                  <a:pt x="621387" y="128799"/>
                  <a:pt x="621698" y="129653"/>
                  <a:pt x="622319" y="130311"/>
                </a:cubicBezTo>
                <a:cubicBezTo>
                  <a:pt x="622940" y="130967"/>
                  <a:pt x="623676" y="131295"/>
                  <a:pt x="624526" y="131295"/>
                </a:cubicBezTo>
                <a:cubicBezTo>
                  <a:pt x="625507" y="131295"/>
                  <a:pt x="626684" y="130770"/>
                  <a:pt x="628057" y="129719"/>
                </a:cubicBezTo>
                <a:cubicBezTo>
                  <a:pt x="631784" y="126771"/>
                  <a:pt x="635544" y="122582"/>
                  <a:pt x="639337" y="117155"/>
                </a:cubicBezTo>
                <a:lnTo>
                  <a:pt x="642770" y="119411"/>
                </a:lnTo>
                <a:cubicBezTo>
                  <a:pt x="638324" y="126218"/>
                  <a:pt x="633092" y="131953"/>
                  <a:pt x="627076" y="136616"/>
                </a:cubicBezTo>
                <a:cubicBezTo>
                  <a:pt x="622629" y="140096"/>
                  <a:pt x="618379" y="141836"/>
                  <a:pt x="614325" y="141836"/>
                </a:cubicBezTo>
                <a:cubicBezTo>
                  <a:pt x="611644" y="141836"/>
                  <a:pt x="609453" y="141035"/>
                  <a:pt x="607753" y="139433"/>
                </a:cubicBezTo>
                <a:cubicBezTo>
                  <a:pt x="606052" y="137831"/>
                  <a:pt x="605202" y="135820"/>
                  <a:pt x="605202" y="133401"/>
                </a:cubicBezTo>
                <a:cubicBezTo>
                  <a:pt x="605202" y="130977"/>
                  <a:pt x="606020" y="126948"/>
                  <a:pt x="607655" y="121314"/>
                </a:cubicBezTo>
                <a:lnTo>
                  <a:pt x="620406" y="77294"/>
                </a:lnTo>
                <a:cubicBezTo>
                  <a:pt x="622499" y="70142"/>
                  <a:pt x="623545" y="65655"/>
                  <a:pt x="623545" y="63834"/>
                </a:cubicBezTo>
                <a:cubicBezTo>
                  <a:pt x="623545" y="62404"/>
                  <a:pt x="623038" y="61233"/>
                  <a:pt x="622025" y="60322"/>
                </a:cubicBezTo>
                <a:cubicBezTo>
                  <a:pt x="621011" y="59408"/>
                  <a:pt x="619621" y="58951"/>
                  <a:pt x="617856" y="58951"/>
                </a:cubicBezTo>
                <a:cubicBezTo>
                  <a:pt x="616417" y="58951"/>
                  <a:pt x="613442" y="59311"/>
                  <a:pt x="608930" y="60030"/>
                </a:cubicBezTo>
                <a:lnTo>
                  <a:pt x="608930" y="56107"/>
                </a:lnTo>
                <a:lnTo>
                  <a:pt x="642770" y="50614"/>
                </a:lnTo>
                <a:close/>
                <a:moveTo>
                  <a:pt x="696754" y="50614"/>
                </a:moveTo>
                <a:lnTo>
                  <a:pt x="683708" y="95379"/>
                </a:lnTo>
                <a:cubicBezTo>
                  <a:pt x="695937" y="77079"/>
                  <a:pt x="705304" y="65044"/>
                  <a:pt x="711811" y="59273"/>
                </a:cubicBezTo>
                <a:cubicBezTo>
                  <a:pt x="718317" y="53500"/>
                  <a:pt x="724578" y="50614"/>
                  <a:pt x="730595" y="50614"/>
                </a:cubicBezTo>
                <a:cubicBezTo>
                  <a:pt x="733864" y="50614"/>
                  <a:pt x="736562" y="51699"/>
                  <a:pt x="738687" y="53869"/>
                </a:cubicBezTo>
                <a:cubicBezTo>
                  <a:pt x="740812" y="56039"/>
                  <a:pt x="741875" y="58867"/>
                  <a:pt x="741875" y="62351"/>
                </a:cubicBezTo>
                <a:cubicBezTo>
                  <a:pt x="741875" y="66276"/>
                  <a:pt x="740927" y="71512"/>
                  <a:pt x="739030" y="78057"/>
                </a:cubicBezTo>
                <a:lnTo>
                  <a:pt x="727063" y="119383"/>
                </a:lnTo>
                <a:cubicBezTo>
                  <a:pt x="725690" y="124161"/>
                  <a:pt x="725004" y="127073"/>
                  <a:pt x="725004" y="128119"/>
                </a:cubicBezTo>
                <a:cubicBezTo>
                  <a:pt x="725004" y="129035"/>
                  <a:pt x="725265" y="129803"/>
                  <a:pt x="725788" y="130424"/>
                </a:cubicBezTo>
                <a:cubicBezTo>
                  <a:pt x="726311" y="131044"/>
                  <a:pt x="726867" y="131353"/>
                  <a:pt x="727456" y="131353"/>
                </a:cubicBezTo>
                <a:cubicBezTo>
                  <a:pt x="728240" y="131353"/>
                  <a:pt x="729189" y="130928"/>
                  <a:pt x="730300" y="130078"/>
                </a:cubicBezTo>
                <a:cubicBezTo>
                  <a:pt x="733766" y="127334"/>
                  <a:pt x="737559" y="123149"/>
                  <a:pt x="741679" y="117526"/>
                </a:cubicBezTo>
                <a:lnTo>
                  <a:pt x="744719" y="119389"/>
                </a:lnTo>
                <a:cubicBezTo>
                  <a:pt x="738638" y="128082"/>
                  <a:pt x="732883" y="134291"/>
                  <a:pt x="727456" y="138014"/>
                </a:cubicBezTo>
                <a:cubicBezTo>
                  <a:pt x="723663" y="140562"/>
                  <a:pt x="720263" y="141836"/>
                  <a:pt x="717254" y="141836"/>
                </a:cubicBezTo>
                <a:cubicBezTo>
                  <a:pt x="714835" y="141836"/>
                  <a:pt x="712906" y="141101"/>
                  <a:pt x="711467" y="139629"/>
                </a:cubicBezTo>
                <a:cubicBezTo>
                  <a:pt x="710029" y="138158"/>
                  <a:pt x="709309" y="136180"/>
                  <a:pt x="709309" y="133695"/>
                </a:cubicBezTo>
                <a:cubicBezTo>
                  <a:pt x="709309" y="130564"/>
                  <a:pt x="710421" y="125184"/>
                  <a:pt x="712644" y="117553"/>
                </a:cubicBezTo>
                <a:lnTo>
                  <a:pt x="724023" y="78232"/>
                </a:lnTo>
                <a:cubicBezTo>
                  <a:pt x="725461" y="73340"/>
                  <a:pt x="726181" y="69525"/>
                  <a:pt x="726181" y="66786"/>
                </a:cubicBezTo>
                <a:cubicBezTo>
                  <a:pt x="726181" y="65482"/>
                  <a:pt x="725756" y="64423"/>
                  <a:pt x="724905" y="63608"/>
                </a:cubicBezTo>
                <a:cubicBezTo>
                  <a:pt x="724055" y="62792"/>
                  <a:pt x="723009" y="62384"/>
                  <a:pt x="721767" y="62384"/>
                </a:cubicBezTo>
                <a:cubicBezTo>
                  <a:pt x="719936" y="62384"/>
                  <a:pt x="717745" y="63167"/>
                  <a:pt x="715195" y="64732"/>
                </a:cubicBezTo>
                <a:cubicBezTo>
                  <a:pt x="710356" y="67665"/>
                  <a:pt x="705320" y="72505"/>
                  <a:pt x="700089" y="79253"/>
                </a:cubicBezTo>
                <a:cubicBezTo>
                  <a:pt x="694858" y="85998"/>
                  <a:pt x="689332" y="94618"/>
                  <a:pt x="683512" y="105111"/>
                </a:cubicBezTo>
                <a:cubicBezTo>
                  <a:pt x="680439" y="110651"/>
                  <a:pt x="677888" y="116713"/>
                  <a:pt x="675861" y="123298"/>
                </a:cubicBezTo>
                <a:lnTo>
                  <a:pt x="670957" y="139482"/>
                </a:lnTo>
                <a:lnTo>
                  <a:pt x="656243" y="139482"/>
                </a:lnTo>
                <a:lnTo>
                  <a:pt x="674095" y="77882"/>
                </a:lnTo>
                <a:cubicBezTo>
                  <a:pt x="676188" y="70534"/>
                  <a:pt x="677234" y="66112"/>
                  <a:pt x="677234" y="64616"/>
                </a:cubicBezTo>
                <a:cubicBezTo>
                  <a:pt x="677234" y="63186"/>
                  <a:pt x="676662" y="61933"/>
                  <a:pt x="675518" y="60858"/>
                </a:cubicBezTo>
                <a:cubicBezTo>
                  <a:pt x="674373" y="59783"/>
                  <a:pt x="672951" y="59246"/>
                  <a:pt x="671251" y="59246"/>
                </a:cubicBezTo>
                <a:cubicBezTo>
                  <a:pt x="670466" y="59246"/>
                  <a:pt x="669093" y="59376"/>
                  <a:pt x="667131" y="59638"/>
                </a:cubicBezTo>
                <a:lnTo>
                  <a:pt x="663404" y="60227"/>
                </a:lnTo>
                <a:lnTo>
                  <a:pt x="662815" y="56695"/>
                </a:lnTo>
                <a:lnTo>
                  <a:pt x="696754" y="50614"/>
                </a:lnTo>
                <a:close/>
                <a:moveTo>
                  <a:pt x="857521" y="56695"/>
                </a:moveTo>
                <a:lnTo>
                  <a:pt x="854676" y="66897"/>
                </a:lnTo>
                <a:lnTo>
                  <a:pt x="838295" y="66897"/>
                </a:lnTo>
                <a:cubicBezTo>
                  <a:pt x="839538" y="70428"/>
                  <a:pt x="840159" y="73730"/>
                  <a:pt x="840159" y="76804"/>
                </a:cubicBezTo>
                <a:cubicBezTo>
                  <a:pt x="840159" y="85435"/>
                  <a:pt x="836497" y="93119"/>
                  <a:pt x="829173" y="99854"/>
                </a:cubicBezTo>
                <a:cubicBezTo>
                  <a:pt x="821784" y="106590"/>
                  <a:pt x="811648" y="110317"/>
                  <a:pt x="798766" y="111037"/>
                </a:cubicBezTo>
                <a:cubicBezTo>
                  <a:pt x="791834" y="113141"/>
                  <a:pt x="786635" y="115641"/>
                  <a:pt x="783170" y="118534"/>
                </a:cubicBezTo>
                <a:cubicBezTo>
                  <a:pt x="781862" y="119587"/>
                  <a:pt x="781208" y="120672"/>
                  <a:pt x="781208" y="121789"/>
                </a:cubicBezTo>
                <a:cubicBezTo>
                  <a:pt x="781208" y="123106"/>
                  <a:pt x="781796" y="124306"/>
                  <a:pt x="782973" y="125391"/>
                </a:cubicBezTo>
                <a:cubicBezTo>
                  <a:pt x="784150" y="126476"/>
                  <a:pt x="787126" y="127578"/>
                  <a:pt x="791899" y="128696"/>
                </a:cubicBezTo>
                <a:lnTo>
                  <a:pt x="810929" y="133073"/>
                </a:lnTo>
                <a:cubicBezTo>
                  <a:pt x="821457" y="135535"/>
                  <a:pt x="828421" y="138469"/>
                  <a:pt x="831822" y="141873"/>
                </a:cubicBezTo>
                <a:cubicBezTo>
                  <a:pt x="835157" y="145345"/>
                  <a:pt x="836824" y="149340"/>
                  <a:pt x="836824" y="153858"/>
                </a:cubicBezTo>
                <a:cubicBezTo>
                  <a:pt x="836824" y="159229"/>
                  <a:pt x="834846" y="164140"/>
                  <a:pt x="830890" y="168593"/>
                </a:cubicBezTo>
                <a:cubicBezTo>
                  <a:pt x="826933" y="173046"/>
                  <a:pt x="821146" y="176533"/>
                  <a:pt x="813528" y="179055"/>
                </a:cubicBezTo>
                <a:cubicBezTo>
                  <a:pt x="805910" y="181577"/>
                  <a:pt x="797490" y="182837"/>
                  <a:pt x="788270" y="182837"/>
                </a:cubicBezTo>
                <a:cubicBezTo>
                  <a:pt x="780161" y="182837"/>
                  <a:pt x="772772" y="181871"/>
                  <a:pt x="766102" y="179938"/>
                </a:cubicBezTo>
                <a:cubicBezTo>
                  <a:pt x="759432" y="178007"/>
                  <a:pt x="754658" y="175404"/>
                  <a:pt x="751781" y="172130"/>
                </a:cubicBezTo>
                <a:cubicBezTo>
                  <a:pt x="748904" y="168857"/>
                  <a:pt x="747465" y="165485"/>
                  <a:pt x="747465" y="162015"/>
                </a:cubicBezTo>
                <a:cubicBezTo>
                  <a:pt x="747465" y="159199"/>
                  <a:pt x="748397" y="156269"/>
                  <a:pt x="750261" y="153224"/>
                </a:cubicBezTo>
                <a:cubicBezTo>
                  <a:pt x="752124" y="150179"/>
                  <a:pt x="754462" y="147675"/>
                  <a:pt x="757274" y="145711"/>
                </a:cubicBezTo>
                <a:cubicBezTo>
                  <a:pt x="759040" y="144466"/>
                  <a:pt x="764042" y="141520"/>
                  <a:pt x="772282" y="136871"/>
                </a:cubicBezTo>
                <a:cubicBezTo>
                  <a:pt x="769274" y="134512"/>
                  <a:pt x="767770" y="131925"/>
                  <a:pt x="767770" y="129109"/>
                </a:cubicBezTo>
                <a:cubicBezTo>
                  <a:pt x="767770" y="126492"/>
                  <a:pt x="769094" y="123709"/>
                  <a:pt x="771742" y="120763"/>
                </a:cubicBezTo>
                <a:cubicBezTo>
                  <a:pt x="774391" y="117814"/>
                  <a:pt x="779998" y="114572"/>
                  <a:pt x="788564" y="111037"/>
                </a:cubicBezTo>
                <a:cubicBezTo>
                  <a:pt x="781371" y="109663"/>
                  <a:pt x="775666" y="106655"/>
                  <a:pt x="771448" y="102012"/>
                </a:cubicBezTo>
                <a:cubicBezTo>
                  <a:pt x="767230" y="97369"/>
                  <a:pt x="765121" y="92203"/>
                  <a:pt x="765121" y="86514"/>
                </a:cubicBezTo>
                <a:cubicBezTo>
                  <a:pt x="765121" y="77229"/>
                  <a:pt x="769192" y="68924"/>
                  <a:pt x="777333" y="61600"/>
                </a:cubicBezTo>
                <a:cubicBezTo>
                  <a:pt x="785475" y="54276"/>
                  <a:pt x="796313" y="50614"/>
                  <a:pt x="809850" y="50614"/>
                </a:cubicBezTo>
                <a:cubicBezTo>
                  <a:pt x="814754" y="50614"/>
                  <a:pt x="818776" y="51104"/>
                  <a:pt x="821915" y="52085"/>
                </a:cubicBezTo>
                <a:cubicBezTo>
                  <a:pt x="825053" y="53066"/>
                  <a:pt x="828094" y="54603"/>
                  <a:pt x="831037" y="56695"/>
                </a:cubicBezTo>
                <a:lnTo>
                  <a:pt x="857521" y="56695"/>
                </a:lnTo>
                <a:moveTo>
                  <a:pt x="823484" y="72098"/>
                </a:moveTo>
                <a:cubicBezTo>
                  <a:pt x="823484" y="66896"/>
                  <a:pt x="822029" y="62799"/>
                  <a:pt x="819119" y="59810"/>
                </a:cubicBezTo>
                <a:cubicBezTo>
                  <a:pt x="816209" y="56818"/>
                  <a:pt x="812400" y="55322"/>
                  <a:pt x="807692" y="55322"/>
                </a:cubicBezTo>
                <a:cubicBezTo>
                  <a:pt x="800302" y="55322"/>
                  <a:pt x="794204" y="59012"/>
                  <a:pt x="789398" y="66391"/>
                </a:cubicBezTo>
                <a:cubicBezTo>
                  <a:pt x="784592" y="73770"/>
                  <a:pt x="782189" y="81459"/>
                  <a:pt x="782189" y="89457"/>
                </a:cubicBezTo>
                <a:cubicBezTo>
                  <a:pt x="782189" y="94464"/>
                  <a:pt x="783725" y="98560"/>
                  <a:pt x="786799" y="101746"/>
                </a:cubicBezTo>
                <a:cubicBezTo>
                  <a:pt x="789872" y="104931"/>
                  <a:pt x="793600" y="106524"/>
                  <a:pt x="797981" y="106524"/>
                </a:cubicBezTo>
                <a:cubicBezTo>
                  <a:pt x="801447" y="106524"/>
                  <a:pt x="804798" y="105582"/>
                  <a:pt x="808035" y="103698"/>
                </a:cubicBezTo>
                <a:cubicBezTo>
                  <a:pt x="811272" y="101812"/>
                  <a:pt x="814002" y="99211"/>
                  <a:pt x="816225" y="95894"/>
                </a:cubicBezTo>
                <a:cubicBezTo>
                  <a:pt x="818449" y="92577"/>
                  <a:pt x="820214" y="88351"/>
                  <a:pt x="821522" y="83216"/>
                </a:cubicBezTo>
                <a:cubicBezTo>
                  <a:pt x="822830" y="78079"/>
                  <a:pt x="823484" y="74373"/>
                  <a:pt x="823484" y="72098"/>
                </a:cubicBezTo>
                <a:moveTo>
                  <a:pt x="776499" y="139424"/>
                </a:moveTo>
                <a:cubicBezTo>
                  <a:pt x="771203" y="141848"/>
                  <a:pt x="767197" y="144959"/>
                  <a:pt x="764484" y="148758"/>
                </a:cubicBezTo>
                <a:cubicBezTo>
                  <a:pt x="761770" y="152557"/>
                  <a:pt x="760413" y="156289"/>
                  <a:pt x="760413" y="159955"/>
                </a:cubicBezTo>
                <a:cubicBezTo>
                  <a:pt x="760413" y="164279"/>
                  <a:pt x="762375" y="167849"/>
                  <a:pt x="766298" y="170665"/>
                </a:cubicBezTo>
                <a:cubicBezTo>
                  <a:pt x="771922" y="174726"/>
                  <a:pt x="780161" y="176756"/>
                  <a:pt x="791017" y="176756"/>
                </a:cubicBezTo>
                <a:cubicBezTo>
                  <a:pt x="800368" y="176756"/>
                  <a:pt x="808362" y="175167"/>
                  <a:pt x="814999" y="171989"/>
                </a:cubicBezTo>
                <a:cubicBezTo>
                  <a:pt x="821637" y="168814"/>
                  <a:pt x="824955" y="164704"/>
                  <a:pt x="824955" y="159661"/>
                </a:cubicBezTo>
                <a:cubicBezTo>
                  <a:pt x="824955" y="157107"/>
                  <a:pt x="823729" y="154683"/>
                  <a:pt x="821277" y="152390"/>
                </a:cubicBezTo>
                <a:cubicBezTo>
                  <a:pt x="818825" y="150097"/>
                  <a:pt x="814067" y="148231"/>
                  <a:pt x="807005" y="146790"/>
                </a:cubicBezTo>
                <a:cubicBezTo>
                  <a:pt x="803147" y="146005"/>
                  <a:pt x="792978" y="143550"/>
                  <a:pt x="776499" y="139424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BAE52-8171-49B9-9811-D1FBDE39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579" y="3834842"/>
            <a:ext cx="488679" cy="332015"/>
          </a:xfrm>
          <a:custGeom xmlns:a="http://schemas.openxmlformats.org/drawingml/2006/main">
            <a:pathLst>
              <a:path w="488679" h="332015">
                <a:moveTo>
                  <a:pt x="123737" y="15901"/>
                </a:moveTo>
                <a:lnTo>
                  <a:pt x="0" y="0"/>
                </a:lnTo>
                <a:lnTo>
                  <a:pt x="61516" y="108532"/>
                </a:lnTo>
                <a:lnTo>
                  <a:pt x="87975" y="69142"/>
                </a:lnTo>
                <a:lnTo>
                  <a:pt x="479367" y="332015"/>
                </a:lnTo>
                <a:lnTo>
                  <a:pt x="488679" y="318096"/>
                </a:lnTo>
                <a:lnTo>
                  <a:pt x="97309" y="55246"/>
                </a:lnTo>
                <a:lnTo>
                  <a:pt x="123737" y="15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7c73cf5394021"/>
          <a:stretch xmlns:a="http://schemas.openxmlformats.org/drawingml/2006/main"/>
        </p:blipFill>
        <p:spPr>
          <a:xfrm xmlns:a="http://schemas.openxmlformats.org/drawingml/2006/main">
            <a:off x="5549065" y="4169652"/>
            <a:ext cx="725043" cy="462037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387FE-149A-46D4-844D-F9CB9E6F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644" y="4169652"/>
            <a:ext cx="729885" cy="462037"/>
          </a:xfrm>
          <a:custGeom xmlns:a="http://schemas.openxmlformats.org/drawingml/2006/main">
            <a:pathLst>
              <a:path w="729885" h="462037" fill="none">
                <a:moveTo>
                  <a:pt x="729885" y="76997"/>
                </a:moveTo>
                <a:cubicBezTo>
                  <a:pt x="729885" y="34490"/>
                  <a:pt x="695386" y="0"/>
                  <a:pt x="652870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52870" y="462037"/>
                </a:lnTo>
                <a:cubicBezTo>
                  <a:pt x="695386" y="462037"/>
                  <a:pt x="729885" y="427539"/>
                  <a:pt x="729885" y="385022"/>
                </a:cubicBezTo>
                <a:lnTo>
                  <a:pt x="729885" y="76997"/>
                </a:lnTo>
                <a:close/>
                <a:moveTo>
                  <a:pt x="729885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7F0C3-F432-4102-B407-0A396BD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644" y="4531246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72" name="Text TS">
            <a:extLst xmlns:a="http://schemas.openxmlformats.org/drawingml/2006/main">
              <a:ext uri="{FF2B5EF4-FFF2-40B4-BE49-F238E27FC236}">
                <a16:creationId xmlns:a16="http://schemas.microsoft.com/office/drawing/2014/main" id="{7000061E-253F-4823-8787-48AB51BE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207" y="4284804"/>
            <a:ext cx="230412" cy="138894"/>
          </a:xfrm>
          <a:custGeom xmlns:a="http://schemas.openxmlformats.org/drawingml/2006/main">
            <a:pathLst>
              <a:path w="230412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4" y="0"/>
                </a:moveTo>
                <a:lnTo>
                  <a:pt x="222173" y="44336"/>
                </a:lnTo>
                <a:lnTo>
                  <a:pt x="218151" y="44336"/>
                </a:lnTo>
                <a:cubicBezTo>
                  <a:pt x="216255" y="33248"/>
                  <a:pt x="211596" y="24329"/>
                  <a:pt x="204174" y="17579"/>
                </a:cubicBezTo>
                <a:cubicBezTo>
                  <a:pt x="196752" y="10830"/>
                  <a:pt x="188725" y="7455"/>
                  <a:pt x="180093" y="7455"/>
                </a:cubicBezTo>
                <a:cubicBezTo>
                  <a:pt x="173423" y="7455"/>
                  <a:pt x="168142" y="9232"/>
                  <a:pt x="164251" y="12785"/>
                </a:cubicBezTo>
                <a:cubicBezTo>
                  <a:pt x="160361" y="16337"/>
                  <a:pt x="158415" y="20427"/>
                  <a:pt x="158415" y="25056"/>
                </a:cubicBezTo>
                <a:cubicBezTo>
                  <a:pt x="158415" y="27988"/>
                  <a:pt x="159102" y="30596"/>
                  <a:pt x="160475" y="32878"/>
                </a:cubicBezTo>
                <a:cubicBezTo>
                  <a:pt x="162371" y="35941"/>
                  <a:pt x="165412" y="38972"/>
                  <a:pt x="169597" y="41970"/>
                </a:cubicBezTo>
                <a:cubicBezTo>
                  <a:pt x="172671" y="44122"/>
                  <a:pt x="179766" y="47936"/>
                  <a:pt x="190883" y="53412"/>
                </a:cubicBezTo>
                <a:cubicBezTo>
                  <a:pt x="206446" y="61039"/>
                  <a:pt x="216941" y="68243"/>
                  <a:pt x="222369" y="75026"/>
                </a:cubicBezTo>
                <a:cubicBezTo>
                  <a:pt x="227731" y="81806"/>
                  <a:pt x="230412" y="89565"/>
                  <a:pt x="230412" y="98303"/>
                </a:cubicBezTo>
                <a:cubicBezTo>
                  <a:pt x="230412" y="109387"/>
                  <a:pt x="226080" y="118923"/>
                  <a:pt x="217416" y="126912"/>
                </a:cubicBezTo>
                <a:cubicBezTo>
                  <a:pt x="208751" y="134900"/>
                  <a:pt x="197749" y="138894"/>
                  <a:pt x="184409" y="138894"/>
                </a:cubicBezTo>
                <a:cubicBezTo>
                  <a:pt x="180224" y="138894"/>
                  <a:pt x="176267" y="138469"/>
                  <a:pt x="172540" y="137619"/>
                </a:cubicBezTo>
                <a:cubicBezTo>
                  <a:pt x="168813" y="136768"/>
                  <a:pt x="164137" y="135166"/>
                  <a:pt x="158513" y="132812"/>
                </a:cubicBezTo>
                <a:cubicBezTo>
                  <a:pt x="155374" y="131504"/>
                  <a:pt x="152791" y="130850"/>
                  <a:pt x="150764" y="130850"/>
                </a:cubicBezTo>
                <a:cubicBezTo>
                  <a:pt x="149064" y="130850"/>
                  <a:pt x="147266" y="131513"/>
                  <a:pt x="145369" y="132837"/>
                </a:cubicBezTo>
                <a:cubicBezTo>
                  <a:pt x="143473" y="134161"/>
                  <a:pt x="141936" y="136180"/>
                  <a:pt x="140759" y="138894"/>
                </a:cubicBezTo>
                <a:lnTo>
                  <a:pt x="137130" y="138894"/>
                </a:lnTo>
                <a:lnTo>
                  <a:pt x="137130" y="88672"/>
                </a:lnTo>
                <a:lnTo>
                  <a:pt x="140759" y="88672"/>
                </a:lnTo>
                <a:cubicBezTo>
                  <a:pt x="143636" y="102764"/>
                  <a:pt x="149178" y="113513"/>
                  <a:pt x="157385" y="120919"/>
                </a:cubicBezTo>
                <a:cubicBezTo>
                  <a:pt x="165592" y="128325"/>
                  <a:pt x="174436" y="132027"/>
                  <a:pt x="183918" y="132027"/>
                </a:cubicBezTo>
                <a:cubicBezTo>
                  <a:pt x="191242" y="132027"/>
                  <a:pt x="197078" y="130039"/>
                  <a:pt x="201427" y="126062"/>
                </a:cubicBezTo>
                <a:cubicBezTo>
                  <a:pt x="205776" y="122086"/>
                  <a:pt x="207950" y="117457"/>
                  <a:pt x="207950" y="112177"/>
                </a:cubicBezTo>
                <a:cubicBezTo>
                  <a:pt x="207950" y="109048"/>
                  <a:pt x="207116" y="106018"/>
                  <a:pt x="205449" y="103085"/>
                </a:cubicBezTo>
                <a:cubicBezTo>
                  <a:pt x="203781" y="100151"/>
                  <a:pt x="201247" y="97363"/>
                  <a:pt x="197847" y="94723"/>
                </a:cubicBezTo>
                <a:cubicBezTo>
                  <a:pt x="194446" y="92083"/>
                  <a:pt x="188430" y="88645"/>
                  <a:pt x="179798" y="84408"/>
                </a:cubicBezTo>
                <a:cubicBezTo>
                  <a:pt x="167701" y="78476"/>
                  <a:pt x="159004" y="73420"/>
                  <a:pt x="153707" y="69241"/>
                </a:cubicBezTo>
                <a:cubicBezTo>
                  <a:pt x="148410" y="65062"/>
                  <a:pt x="144339" y="60394"/>
                  <a:pt x="141495" y="55236"/>
                </a:cubicBezTo>
                <a:cubicBezTo>
                  <a:pt x="138650" y="50078"/>
                  <a:pt x="137228" y="44398"/>
                  <a:pt x="137228" y="38196"/>
                </a:cubicBezTo>
                <a:cubicBezTo>
                  <a:pt x="137228" y="27619"/>
                  <a:pt x="141119" y="18609"/>
                  <a:pt x="148901" y="11167"/>
                </a:cubicBezTo>
                <a:cubicBezTo>
                  <a:pt x="156682" y="3722"/>
                  <a:pt x="166491" y="0"/>
                  <a:pt x="178327" y="0"/>
                </a:cubicBezTo>
                <a:cubicBezTo>
                  <a:pt x="182643" y="0"/>
                  <a:pt x="186828" y="529"/>
                  <a:pt x="190883" y="1588"/>
                </a:cubicBezTo>
                <a:cubicBezTo>
                  <a:pt x="193956" y="2381"/>
                  <a:pt x="197700" y="3851"/>
                  <a:pt x="202114" y="5999"/>
                </a:cubicBezTo>
                <a:cubicBezTo>
                  <a:pt x="206528" y="8146"/>
                  <a:pt x="209617" y="9220"/>
                  <a:pt x="211383" y="9220"/>
                </a:cubicBezTo>
                <a:cubicBezTo>
                  <a:pt x="213083" y="9220"/>
                  <a:pt x="214424" y="8692"/>
                  <a:pt x="215405" y="7636"/>
                </a:cubicBezTo>
                <a:cubicBezTo>
                  <a:pt x="216386" y="6577"/>
                  <a:pt x="217301" y="4032"/>
                  <a:pt x="218151" y="0"/>
                </a:cubicBezTo>
                <a:lnTo>
                  <a:pt x="221094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8D4A1370-2BFF-4C35-A45E-2CADD94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304" y="4377125"/>
            <a:ext cx="47867" cy="90503"/>
          </a:xfrm>
          <a:custGeom xmlns:a="http://schemas.openxmlformats.org/drawingml/2006/main">
            <a:pathLst>
              <a:path w="47867" h="90503">
                <a:moveTo>
                  <a:pt x="34789" y="0"/>
                </a:moveTo>
                <a:lnTo>
                  <a:pt x="34789" y="72455"/>
                </a:lnTo>
                <a:cubicBezTo>
                  <a:pt x="34789" y="77951"/>
                  <a:pt x="35029" y="81457"/>
                  <a:pt x="35508" y="82973"/>
                </a:cubicBezTo>
                <a:cubicBezTo>
                  <a:pt x="35988" y="84489"/>
                  <a:pt x="36990" y="85731"/>
                  <a:pt x="38516" y="86698"/>
                </a:cubicBezTo>
                <a:cubicBezTo>
                  <a:pt x="40042" y="87665"/>
                  <a:pt x="42483" y="88149"/>
                  <a:pt x="45840" y="88149"/>
                </a:cubicBezTo>
                <a:lnTo>
                  <a:pt x="47867" y="88149"/>
                </a:lnTo>
                <a:lnTo>
                  <a:pt x="47867" y="90503"/>
                </a:lnTo>
                <a:lnTo>
                  <a:pt x="1177" y="90503"/>
                </a:lnTo>
                <a:lnTo>
                  <a:pt x="1177" y="88149"/>
                </a:lnTo>
                <a:lnTo>
                  <a:pt x="3531" y="88149"/>
                </a:lnTo>
                <a:cubicBezTo>
                  <a:pt x="7324" y="88149"/>
                  <a:pt x="10027" y="87710"/>
                  <a:pt x="11640" y="86831"/>
                </a:cubicBezTo>
                <a:cubicBezTo>
                  <a:pt x="13253" y="85951"/>
                  <a:pt x="14343" y="84742"/>
                  <a:pt x="14909" y="83204"/>
                </a:cubicBezTo>
                <a:cubicBezTo>
                  <a:pt x="15476" y="81664"/>
                  <a:pt x="15760" y="78081"/>
                  <a:pt x="15760" y="72455"/>
                </a:cubicBezTo>
                <a:lnTo>
                  <a:pt x="15760" y="26549"/>
                </a:lnTo>
                <a:cubicBezTo>
                  <a:pt x="15760" y="22451"/>
                  <a:pt x="15563" y="19890"/>
                  <a:pt x="15171" y="18866"/>
                </a:cubicBezTo>
                <a:cubicBezTo>
                  <a:pt x="14779" y="17841"/>
                  <a:pt x="14048" y="16969"/>
                  <a:pt x="12980" y="16250"/>
                </a:cubicBezTo>
                <a:cubicBezTo>
                  <a:pt x="11912" y="15531"/>
                  <a:pt x="10681" y="15171"/>
                  <a:pt x="9286" y="15171"/>
                </a:cubicBezTo>
                <a:cubicBezTo>
                  <a:pt x="7062" y="15171"/>
                  <a:pt x="4360" y="15869"/>
                  <a:pt x="1177" y="17264"/>
                </a:cubicBezTo>
                <a:lnTo>
                  <a:pt x="0" y="14910"/>
                </a:lnTo>
                <a:lnTo>
                  <a:pt x="32631" y="0"/>
                </a:lnTo>
                <a:lnTo>
                  <a:pt x="34789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5eec9cfc74911"/>
          <a:stretch xmlns:a="http://schemas.openxmlformats.org/drawingml/2006/main"/>
        </p:blipFill>
        <p:spPr>
          <a:xfrm xmlns:a="http://schemas.openxmlformats.org/drawingml/2006/main">
            <a:off x="6278950" y="3292450"/>
            <a:ext cx="725043" cy="462037"/>
          </a:xfrm>
          <a:prstGeom xmlns:a="http://schemas.openxmlformats.org/drawingml/2006/main" prst="rect">
            <a:avLst/>
          </a:prstGeom>
        </p:spPr>
      </p:pic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62F02-9782-4322-AD2D-B6A6F423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529" y="3292450"/>
            <a:ext cx="729885" cy="462037"/>
          </a:xfrm>
          <a:custGeom xmlns:a="http://schemas.openxmlformats.org/drawingml/2006/main">
            <a:pathLst>
              <a:path w="729885" h="462037" fill="none">
                <a:moveTo>
                  <a:pt x="729885" y="76997"/>
                </a:moveTo>
                <a:cubicBezTo>
                  <a:pt x="729885" y="34490"/>
                  <a:pt x="695386" y="0"/>
                  <a:pt x="652870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52870" y="462037"/>
                </a:lnTo>
                <a:cubicBezTo>
                  <a:pt x="695386" y="462037"/>
                  <a:pt x="729885" y="427539"/>
                  <a:pt x="729885" y="385022"/>
                </a:cubicBezTo>
                <a:lnTo>
                  <a:pt x="729885" y="76997"/>
                </a:lnTo>
                <a:close/>
                <a:moveTo>
                  <a:pt x="729885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8BB28-9EEB-4495-8B7D-3B47678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529" y="3654045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77" name="Text OS">
            <a:extLst xmlns:a="http://schemas.openxmlformats.org/drawingml/2006/main">
              <a:ext uri="{FF2B5EF4-FFF2-40B4-BE49-F238E27FC236}">
                <a16:creationId xmlns:a16="http://schemas.microsoft.com/office/drawing/2014/main" id="{EBE98FAA-903A-496C-8742-1914EC3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274" y="3427691"/>
            <a:ext cx="252122" cy="138894"/>
          </a:xfrm>
          <a:custGeom xmlns:a="http://schemas.openxmlformats.org/drawingml/2006/main">
            <a:pathLst>
              <a:path w="252122" h="138894">
                <a:moveTo>
                  <a:pt x="69741" y="981"/>
                </a:moveTo>
                <a:cubicBezTo>
                  <a:pt x="90928" y="196"/>
                  <a:pt x="108143" y="6376"/>
                  <a:pt x="121385" y="19520"/>
                </a:cubicBezTo>
                <a:cubicBezTo>
                  <a:pt x="134627" y="32664"/>
                  <a:pt x="141248" y="49110"/>
                  <a:pt x="141248" y="68858"/>
                </a:cubicBezTo>
                <a:cubicBezTo>
                  <a:pt x="141248" y="85730"/>
                  <a:pt x="136311" y="100574"/>
                  <a:pt x="126436" y="113391"/>
                </a:cubicBezTo>
                <a:cubicBezTo>
                  <a:pt x="113358" y="130393"/>
                  <a:pt x="94885" y="138894"/>
                  <a:pt x="71016" y="138894"/>
                </a:cubicBezTo>
                <a:cubicBezTo>
                  <a:pt x="47083" y="138894"/>
                  <a:pt x="28577" y="130785"/>
                  <a:pt x="15498" y="114568"/>
                </a:cubicBezTo>
                <a:cubicBezTo>
                  <a:pt x="5166" y="101751"/>
                  <a:pt x="0" y="86547"/>
                  <a:pt x="0" y="68956"/>
                </a:cubicBezTo>
                <a:cubicBezTo>
                  <a:pt x="0" y="49208"/>
                  <a:pt x="6719" y="32745"/>
                  <a:pt x="20157" y="19569"/>
                </a:cubicBezTo>
                <a:cubicBezTo>
                  <a:pt x="33595" y="6392"/>
                  <a:pt x="50123" y="196"/>
                  <a:pt x="69741" y="981"/>
                </a:cubicBezTo>
                <a:moveTo>
                  <a:pt x="70918" y="7259"/>
                </a:moveTo>
                <a:cubicBezTo>
                  <a:pt x="58755" y="7259"/>
                  <a:pt x="49502" y="13466"/>
                  <a:pt x="43159" y="25880"/>
                </a:cubicBezTo>
                <a:cubicBezTo>
                  <a:pt x="37993" y="36073"/>
                  <a:pt x="35410" y="50710"/>
                  <a:pt x="35410" y="69790"/>
                </a:cubicBezTo>
                <a:cubicBezTo>
                  <a:pt x="35410" y="92463"/>
                  <a:pt x="39399" y="109223"/>
                  <a:pt x="47377" y="120070"/>
                </a:cubicBezTo>
                <a:cubicBezTo>
                  <a:pt x="52935" y="127649"/>
                  <a:pt x="60717" y="131439"/>
                  <a:pt x="70722" y="131439"/>
                </a:cubicBezTo>
                <a:cubicBezTo>
                  <a:pt x="77457" y="131439"/>
                  <a:pt x="83081" y="129805"/>
                  <a:pt x="87593" y="126538"/>
                </a:cubicBezTo>
                <a:cubicBezTo>
                  <a:pt x="93348" y="122357"/>
                  <a:pt x="97827" y="115676"/>
                  <a:pt x="101031" y="106497"/>
                </a:cubicBezTo>
                <a:cubicBezTo>
                  <a:pt x="104236" y="97315"/>
                  <a:pt x="105838" y="85341"/>
                  <a:pt x="105838" y="70575"/>
                </a:cubicBezTo>
                <a:cubicBezTo>
                  <a:pt x="105838" y="52997"/>
                  <a:pt x="104203" y="39847"/>
                  <a:pt x="100933" y="31125"/>
                </a:cubicBezTo>
                <a:cubicBezTo>
                  <a:pt x="97664" y="22401"/>
                  <a:pt x="93495" y="16243"/>
                  <a:pt x="88427" y="12650"/>
                </a:cubicBezTo>
                <a:cubicBezTo>
                  <a:pt x="83359" y="9056"/>
                  <a:pt x="77523" y="7259"/>
                  <a:pt x="70918" y="7259"/>
                </a:cubicBezTo>
                <a:close/>
                <a:moveTo>
                  <a:pt x="242804" y="0"/>
                </a:moveTo>
                <a:lnTo>
                  <a:pt x="243883" y="44336"/>
                </a:lnTo>
                <a:lnTo>
                  <a:pt x="239861" y="44336"/>
                </a:lnTo>
                <a:cubicBezTo>
                  <a:pt x="237965" y="33248"/>
                  <a:pt x="233306" y="24329"/>
                  <a:pt x="225884" y="17579"/>
                </a:cubicBezTo>
                <a:cubicBezTo>
                  <a:pt x="218461" y="10830"/>
                  <a:pt x="210435" y="7455"/>
                  <a:pt x="201803" y="7455"/>
                </a:cubicBezTo>
                <a:cubicBezTo>
                  <a:pt x="195133" y="7455"/>
                  <a:pt x="189852" y="9232"/>
                  <a:pt x="185961" y="12785"/>
                </a:cubicBezTo>
                <a:cubicBezTo>
                  <a:pt x="182071" y="16337"/>
                  <a:pt x="180125" y="20427"/>
                  <a:pt x="180125" y="25056"/>
                </a:cubicBezTo>
                <a:cubicBezTo>
                  <a:pt x="180125" y="27988"/>
                  <a:pt x="180812" y="30596"/>
                  <a:pt x="182185" y="32878"/>
                </a:cubicBezTo>
                <a:cubicBezTo>
                  <a:pt x="184081" y="35941"/>
                  <a:pt x="187122" y="38972"/>
                  <a:pt x="191307" y="41970"/>
                </a:cubicBezTo>
                <a:cubicBezTo>
                  <a:pt x="194381" y="44122"/>
                  <a:pt x="201476" y="47936"/>
                  <a:pt x="212592" y="53412"/>
                </a:cubicBezTo>
                <a:cubicBezTo>
                  <a:pt x="228156" y="61039"/>
                  <a:pt x="238651" y="68243"/>
                  <a:pt x="244079" y="75026"/>
                </a:cubicBezTo>
                <a:cubicBezTo>
                  <a:pt x="249441" y="81806"/>
                  <a:pt x="252122" y="89565"/>
                  <a:pt x="252122" y="98303"/>
                </a:cubicBezTo>
                <a:cubicBezTo>
                  <a:pt x="252122" y="109387"/>
                  <a:pt x="247790" y="118923"/>
                  <a:pt x="239126" y="126912"/>
                </a:cubicBezTo>
                <a:cubicBezTo>
                  <a:pt x="230461" y="134900"/>
                  <a:pt x="219459" y="138894"/>
                  <a:pt x="206119" y="138894"/>
                </a:cubicBezTo>
                <a:cubicBezTo>
                  <a:pt x="201934" y="138894"/>
                  <a:pt x="197977" y="138469"/>
                  <a:pt x="194250" y="137619"/>
                </a:cubicBezTo>
                <a:cubicBezTo>
                  <a:pt x="190523" y="136768"/>
                  <a:pt x="185847" y="135166"/>
                  <a:pt x="180223" y="132812"/>
                </a:cubicBezTo>
                <a:cubicBezTo>
                  <a:pt x="177084" y="131504"/>
                  <a:pt x="174501" y="130850"/>
                  <a:pt x="172474" y="130850"/>
                </a:cubicBezTo>
                <a:cubicBezTo>
                  <a:pt x="170774" y="130850"/>
                  <a:pt x="168976" y="131513"/>
                  <a:pt x="167079" y="132837"/>
                </a:cubicBezTo>
                <a:cubicBezTo>
                  <a:pt x="165183" y="134161"/>
                  <a:pt x="163646" y="136180"/>
                  <a:pt x="162469" y="138894"/>
                </a:cubicBezTo>
                <a:lnTo>
                  <a:pt x="158840" y="138894"/>
                </a:lnTo>
                <a:lnTo>
                  <a:pt x="158840" y="88672"/>
                </a:lnTo>
                <a:lnTo>
                  <a:pt x="162469" y="88672"/>
                </a:lnTo>
                <a:cubicBezTo>
                  <a:pt x="165346" y="102764"/>
                  <a:pt x="170888" y="113513"/>
                  <a:pt x="179095" y="120919"/>
                </a:cubicBezTo>
                <a:cubicBezTo>
                  <a:pt x="187302" y="128325"/>
                  <a:pt x="196146" y="132027"/>
                  <a:pt x="205628" y="132027"/>
                </a:cubicBezTo>
                <a:cubicBezTo>
                  <a:pt x="212952" y="132027"/>
                  <a:pt x="218788" y="130039"/>
                  <a:pt x="223137" y="126062"/>
                </a:cubicBezTo>
                <a:cubicBezTo>
                  <a:pt x="227486" y="122086"/>
                  <a:pt x="229660" y="117457"/>
                  <a:pt x="229660" y="112177"/>
                </a:cubicBezTo>
                <a:cubicBezTo>
                  <a:pt x="229660" y="109048"/>
                  <a:pt x="228826" y="106018"/>
                  <a:pt x="227159" y="103085"/>
                </a:cubicBezTo>
                <a:cubicBezTo>
                  <a:pt x="225491" y="100151"/>
                  <a:pt x="222957" y="97363"/>
                  <a:pt x="219557" y="94723"/>
                </a:cubicBezTo>
                <a:cubicBezTo>
                  <a:pt x="216156" y="92083"/>
                  <a:pt x="210140" y="88645"/>
                  <a:pt x="201508" y="84408"/>
                </a:cubicBezTo>
                <a:cubicBezTo>
                  <a:pt x="189411" y="78476"/>
                  <a:pt x="180714" y="73420"/>
                  <a:pt x="175417" y="69241"/>
                </a:cubicBezTo>
                <a:cubicBezTo>
                  <a:pt x="170120" y="65062"/>
                  <a:pt x="166049" y="60394"/>
                  <a:pt x="163205" y="55236"/>
                </a:cubicBezTo>
                <a:cubicBezTo>
                  <a:pt x="160360" y="50078"/>
                  <a:pt x="158938" y="44398"/>
                  <a:pt x="158938" y="38196"/>
                </a:cubicBezTo>
                <a:cubicBezTo>
                  <a:pt x="158938" y="27619"/>
                  <a:pt x="162829" y="18609"/>
                  <a:pt x="170610" y="11167"/>
                </a:cubicBezTo>
                <a:cubicBezTo>
                  <a:pt x="178392" y="3722"/>
                  <a:pt x="188201" y="0"/>
                  <a:pt x="200037" y="0"/>
                </a:cubicBezTo>
                <a:cubicBezTo>
                  <a:pt x="204353" y="0"/>
                  <a:pt x="208538" y="529"/>
                  <a:pt x="212592" y="1588"/>
                </a:cubicBezTo>
                <a:cubicBezTo>
                  <a:pt x="215666" y="2381"/>
                  <a:pt x="219410" y="3851"/>
                  <a:pt x="223824" y="5999"/>
                </a:cubicBezTo>
                <a:cubicBezTo>
                  <a:pt x="228238" y="8146"/>
                  <a:pt x="231327" y="9220"/>
                  <a:pt x="233093" y="9220"/>
                </a:cubicBezTo>
                <a:cubicBezTo>
                  <a:pt x="234793" y="9220"/>
                  <a:pt x="236134" y="8692"/>
                  <a:pt x="237115" y="7636"/>
                </a:cubicBezTo>
                <a:cubicBezTo>
                  <a:pt x="238096" y="6577"/>
                  <a:pt x="239011" y="4032"/>
                  <a:pt x="239861" y="0"/>
                </a:cubicBezTo>
                <a:lnTo>
                  <a:pt x="24280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crossing">
            <a:extLst xmlns:a="http://schemas.openxmlformats.org/drawingml/2006/main">
              <a:ext uri="{FF2B5EF4-FFF2-40B4-BE49-F238E27FC236}">
                <a16:creationId xmlns:a16="http://schemas.microsoft.com/office/drawing/2014/main" id="{85C4FC18-E350-43C0-ADAC-60A1F33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942" y="3737063"/>
            <a:ext cx="672094" cy="171263"/>
          </a:xfrm>
          <a:custGeom xmlns:a="http://schemas.openxmlformats.org/drawingml/2006/main">
            <a:pathLst>
              <a:path w="672094" h="171263">
                <a:moveTo>
                  <a:pt x="72095" y="106524"/>
                </a:moveTo>
                <a:cubicBezTo>
                  <a:pt x="65294" y="114698"/>
                  <a:pt x="58428" y="120698"/>
                  <a:pt x="51497" y="124524"/>
                </a:cubicBezTo>
                <a:cubicBezTo>
                  <a:pt x="44565" y="128349"/>
                  <a:pt x="37241" y="130262"/>
                  <a:pt x="29525" y="130262"/>
                </a:cubicBezTo>
                <a:cubicBezTo>
                  <a:pt x="20239" y="130262"/>
                  <a:pt x="12997" y="127643"/>
                  <a:pt x="7798" y="122406"/>
                </a:cubicBezTo>
                <a:cubicBezTo>
                  <a:pt x="2599" y="117168"/>
                  <a:pt x="0" y="110131"/>
                  <a:pt x="0" y="101295"/>
                </a:cubicBezTo>
                <a:cubicBezTo>
                  <a:pt x="0" y="91280"/>
                  <a:pt x="2796" y="81428"/>
                  <a:pt x="8387" y="71740"/>
                </a:cubicBezTo>
                <a:cubicBezTo>
                  <a:pt x="13978" y="62049"/>
                  <a:pt x="21498" y="54177"/>
                  <a:pt x="30947" y="48122"/>
                </a:cubicBezTo>
                <a:cubicBezTo>
                  <a:pt x="40396" y="42067"/>
                  <a:pt x="49666" y="39039"/>
                  <a:pt x="58755" y="39039"/>
                </a:cubicBezTo>
                <a:cubicBezTo>
                  <a:pt x="65883" y="39039"/>
                  <a:pt x="71212" y="40522"/>
                  <a:pt x="74744" y="43487"/>
                </a:cubicBezTo>
                <a:cubicBezTo>
                  <a:pt x="78275" y="46452"/>
                  <a:pt x="80040" y="50086"/>
                  <a:pt x="80040" y="54387"/>
                </a:cubicBezTo>
                <a:cubicBezTo>
                  <a:pt x="80040" y="58427"/>
                  <a:pt x="78798" y="61882"/>
                  <a:pt x="76313" y="64751"/>
                </a:cubicBezTo>
                <a:cubicBezTo>
                  <a:pt x="74482" y="66966"/>
                  <a:pt x="72226" y="68074"/>
                  <a:pt x="69545" y="68074"/>
                </a:cubicBezTo>
                <a:cubicBezTo>
                  <a:pt x="67518" y="68074"/>
                  <a:pt x="65834" y="67425"/>
                  <a:pt x="64493" y="66127"/>
                </a:cubicBezTo>
                <a:cubicBezTo>
                  <a:pt x="63153" y="64830"/>
                  <a:pt x="62483" y="63208"/>
                  <a:pt x="62483" y="61263"/>
                </a:cubicBezTo>
                <a:cubicBezTo>
                  <a:pt x="62483" y="60030"/>
                  <a:pt x="62728" y="58895"/>
                  <a:pt x="63218" y="57857"/>
                </a:cubicBezTo>
                <a:cubicBezTo>
                  <a:pt x="63709" y="56819"/>
                  <a:pt x="64722" y="55570"/>
                  <a:pt x="66259" y="54111"/>
                </a:cubicBezTo>
                <a:cubicBezTo>
                  <a:pt x="67796" y="52650"/>
                  <a:pt x="68728" y="51596"/>
                  <a:pt x="69055" y="50948"/>
                </a:cubicBezTo>
                <a:cubicBezTo>
                  <a:pt x="69381" y="50298"/>
                  <a:pt x="69545" y="49617"/>
                  <a:pt x="69545" y="48903"/>
                </a:cubicBezTo>
                <a:cubicBezTo>
                  <a:pt x="69545" y="47540"/>
                  <a:pt x="68924" y="46405"/>
                  <a:pt x="67681" y="45498"/>
                </a:cubicBezTo>
                <a:cubicBezTo>
                  <a:pt x="65785" y="44200"/>
                  <a:pt x="63104" y="43551"/>
                  <a:pt x="59638" y="43551"/>
                </a:cubicBezTo>
                <a:cubicBezTo>
                  <a:pt x="53230" y="43551"/>
                  <a:pt x="46886" y="45807"/>
                  <a:pt x="40609" y="50320"/>
                </a:cubicBezTo>
                <a:cubicBezTo>
                  <a:pt x="34331" y="54832"/>
                  <a:pt x="28969" y="61240"/>
                  <a:pt x="24522" y="69545"/>
                </a:cubicBezTo>
                <a:cubicBezTo>
                  <a:pt x="19160" y="79615"/>
                  <a:pt x="16479" y="89686"/>
                  <a:pt x="16479" y="99756"/>
                </a:cubicBezTo>
                <a:cubicBezTo>
                  <a:pt x="16479" y="106426"/>
                  <a:pt x="18375" y="111707"/>
                  <a:pt x="22168" y="115598"/>
                </a:cubicBezTo>
                <a:cubicBezTo>
                  <a:pt x="25961" y="119488"/>
                  <a:pt x="31127" y="121434"/>
                  <a:pt x="37666" y="121434"/>
                </a:cubicBezTo>
                <a:cubicBezTo>
                  <a:pt x="42701" y="121434"/>
                  <a:pt x="47687" y="120175"/>
                  <a:pt x="52625" y="117657"/>
                </a:cubicBezTo>
                <a:cubicBezTo>
                  <a:pt x="57562" y="115140"/>
                  <a:pt x="63104" y="110579"/>
                  <a:pt x="69251" y="103974"/>
                </a:cubicBezTo>
                <a:lnTo>
                  <a:pt x="72095" y="106524"/>
                </a:lnTo>
                <a:close/>
                <a:moveTo>
                  <a:pt x="94196" y="44532"/>
                </a:moveTo>
                <a:lnTo>
                  <a:pt x="128036" y="39039"/>
                </a:lnTo>
                <a:lnTo>
                  <a:pt x="113912" y="86809"/>
                </a:lnTo>
                <a:cubicBezTo>
                  <a:pt x="125355" y="67215"/>
                  <a:pt x="135753" y="53520"/>
                  <a:pt x="145104" y="45722"/>
                </a:cubicBezTo>
                <a:cubicBezTo>
                  <a:pt x="150401" y="41267"/>
                  <a:pt x="154716" y="39039"/>
                  <a:pt x="158051" y="39039"/>
                </a:cubicBezTo>
                <a:cubicBezTo>
                  <a:pt x="160209" y="39039"/>
                  <a:pt x="161910" y="39680"/>
                  <a:pt x="163152" y="40961"/>
                </a:cubicBezTo>
                <a:cubicBezTo>
                  <a:pt x="164395" y="42241"/>
                  <a:pt x="165016" y="44095"/>
                  <a:pt x="165016" y="46525"/>
                </a:cubicBezTo>
                <a:cubicBezTo>
                  <a:pt x="165016" y="50857"/>
                  <a:pt x="163904" y="54993"/>
                  <a:pt x="161681" y="58933"/>
                </a:cubicBezTo>
                <a:cubicBezTo>
                  <a:pt x="160111" y="61888"/>
                  <a:pt x="157855" y="63365"/>
                  <a:pt x="154913" y="63365"/>
                </a:cubicBezTo>
                <a:cubicBezTo>
                  <a:pt x="153409" y="63365"/>
                  <a:pt x="152117" y="62875"/>
                  <a:pt x="151038" y="61894"/>
                </a:cubicBezTo>
                <a:cubicBezTo>
                  <a:pt x="149959" y="60913"/>
                  <a:pt x="149289" y="59409"/>
                  <a:pt x="149027" y="57382"/>
                </a:cubicBezTo>
                <a:cubicBezTo>
                  <a:pt x="148897" y="56139"/>
                  <a:pt x="148602" y="55322"/>
                  <a:pt x="148145" y="54930"/>
                </a:cubicBezTo>
                <a:cubicBezTo>
                  <a:pt x="147621" y="54407"/>
                  <a:pt x="147000" y="54145"/>
                  <a:pt x="146281" y="54145"/>
                </a:cubicBezTo>
                <a:cubicBezTo>
                  <a:pt x="145169" y="54145"/>
                  <a:pt x="144123" y="54407"/>
                  <a:pt x="143142" y="54930"/>
                </a:cubicBezTo>
                <a:cubicBezTo>
                  <a:pt x="141442" y="55845"/>
                  <a:pt x="138859" y="58395"/>
                  <a:pt x="135393" y="62578"/>
                </a:cubicBezTo>
                <a:cubicBezTo>
                  <a:pt x="129965" y="68986"/>
                  <a:pt x="124080" y="77290"/>
                  <a:pt x="117737" y="87489"/>
                </a:cubicBezTo>
                <a:cubicBezTo>
                  <a:pt x="114990" y="91803"/>
                  <a:pt x="112636" y="96674"/>
                  <a:pt x="110675" y="102101"/>
                </a:cubicBezTo>
                <a:cubicBezTo>
                  <a:pt x="107928" y="109554"/>
                  <a:pt x="106359" y="114032"/>
                  <a:pt x="105966" y="115536"/>
                </a:cubicBezTo>
                <a:lnTo>
                  <a:pt x="102827" y="127908"/>
                </a:lnTo>
                <a:lnTo>
                  <a:pt x="87820" y="127908"/>
                </a:lnTo>
                <a:lnTo>
                  <a:pt x="105966" y="66897"/>
                </a:lnTo>
                <a:cubicBezTo>
                  <a:pt x="108059" y="59797"/>
                  <a:pt x="109105" y="54736"/>
                  <a:pt x="109105" y="51711"/>
                </a:cubicBezTo>
                <a:cubicBezTo>
                  <a:pt x="109105" y="50528"/>
                  <a:pt x="108615" y="49542"/>
                  <a:pt x="107634" y="48753"/>
                </a:cubicBezTo>
                <a:cubicBezTo>
                  <a:pt x="106326" y="47705"/>
                  <a:pt x="104593" y="47181"/>
                  <a:pt x="102435" y="47181"/>
                </a:cubicBezTo>
                <a:cubicBezTo>
                  <a:pt x="101062" y="47181"/>
                  <a:pt x="98544" y="47475"/>
                  <a:pt x="94882" y="48064"/>
                </a:cubicBezTo>
                <a:lnTo>
                  <a:pt x="94196" y="44532"/>
                </a:lnTo>
                <a:close/>
                <a:moveTo>
                  <a:pt x="247302" y="69775"/>
                </a:moveTo>
                <a:cubicBezTo>
                  <a:pt x="247302" y="79594"/>
                  <a:pt x="244702" y="89315"/>
                  <a:pt x="239504" y="98938"/>
                </a:cubicBezTo>
                <a:cubicBezTo>
                  <a:pt x="234305" y="108561"/>
                  <a:pt x="227063" y="116187"/>
                  <a:pt x="217777" y="121817"/>
                </a:cubicBezTo>
                <a:cubicBezTo>
                  <a:pt x="208491" y="127447"/>
                  <a:pt x="199467" y="130262"/>
                  <a:pt x="190704" y="130262"/>
                </a:cubicBezTo>
                <a:cubicBezTo>
                  <a:pt x="181746" y="130262"/>
                  <a:pt x="174438" y="127398"/>
                  <a:pt x="168782" y="121670"/>
                </a:cubicBezTo>
                <a:cubicBezTo>
                  <a:pt x="163125" y="115942"/>
                  <a:pt x="160297" y="108528"/>
                  <a:pt x="160297" y="99428"/>
                </a:cubicBezTo>
                <a:cubicBezTo>
                  <a:pt x="160297" y="89805"/>
                  <a:pt x="163060" y="80150"/>
                  <a:pt x="168585" y="70461"/>
                </a:cubicBezTo>
                <a:cubicBezTo>
                  <a:pt x="174111" y="60773"/>
                  <a:pt x="181500" y="53114"/>
                  <a:pt x="190753" y="47484"/>
                </a:cubicBezTo>
                <a:cubicBezTo>
                  <a:pt x="200007" y="41854"/>
                  <a:pt x="208949" y="39039"/>
                  <a:pt x="217581" y="39039"/>
                </a:cubicBezTo>
                <a:cubicBezTo>
                  <a:pt x="226213" y="39039"/>
                  <a:pt x="233324" y="41887"/>
                  <a:pt x="238915" y="47582"/>
                </a:cubicBezTo>
                <a:cubicBezTo>
                  <a:pt x="244506" y="53278"/>
                  <a:pt x="247302" y="60675"/>
                  <a:pt x="247302" y="69775"/>
                </a:cubicBezTo>
                <a:moveTo>
                  <a:pt x="231019" y="62844"/>
                </a:moveTo>
                <a:cubicBezTo>
                  <a:pt x="231019" y="56740"/>
                  <a:pt x="229531" y="52065"/>
                  <a:pt x="226556" y="48818"/>
                </a:cubicBezTo>
                <a:cubicBezTo>
                  <a:pt x="223581" y="45568"/>
                  <a:pt x="219739" y="43944"/>
                  <a:pt x="215030" y="43944"/>
                </a:cubicBezTo>
                <a:cubicBezTo>
                  <a:pt x="205418" y="43944"/>
                  <a:pt x="196573" y="50852"/>
                  <a:pt x="188497" y="64668"/>
                </a:cubicBezTo>
                <a:cubicBezTo>
                  <a:pt x="180421" y="78482"/>
                  <a:pt x="176383" y="92215"/>
                  <a:pt x="176383" y="105865"/>
                </a:cubicBezTo>
                <a:cubicBezTo>
                  <a:pt x="176383" y="112100"/>
                  <a:pt x="177953" y="116908"/>
                  <a:pt x="181092" y="120287"/>
                </a:cubicBezTo>
                <a:cubicBezTo>
                  <a:pt x="184231" y="123667"/>
                  <a:pt x="188187" y="125357"/>
                  <a:pt x="192960" y="125357"/>
                </a:cubicBezTo>
                <a:cubicBezTo>
                  <a:pt x="202181" y="125357"/>
                  <a:pt x="210829" y="118483"/>
                  <a:pt x="218905" y="104734"/>
                </a:cubicBezTo>
                <a:cubicBezTo>
                  <a:pt x="226981" y="90983"/>
                  <a:pt x="231019" y="77020"/>
                  <a:pt x="231019" y="62844"/>
                </a:cubicBezTo>
                <a:close/>
                <a:moveTo>
                  <a:pt x="327735" y="39039"/>
                </a:moveTo>
                <a:lnTo>
                  <a:pt x="321752" y="69251"/>
                </a:lnTo>
                <a:lnTo>
                  <a:pt x="318122" y="69251"/>
                </a:lnTo>
                <a:cubicBezTo>
                  <a:pt x="317795" y="60419"/>
                  <a:pt x="315932" y="53993"/>
                  <a:pt x="312531" y="49973"/>
                </a:cubicBezTo>
                <a:cubicBezTo>
                  <a:pt x="309131" y="45954"/>
                  <a:pt x="304913" y="43944"/>
                  <a:pt x="299878" y="43944"/>
                </a:cubicBezTo>
                <a:cubicBezTo>
                  <a:pt x="295823" y="43944"/>
                  <a:pt x="292603" y="45059"/>
                  <a:pt x="290216" y="47288"/>
                </a:cubicBezTo>
                <a:cubicBezTo>
                  <a:pt x="287829" y="49515"/>
                  <a:pt x="286636" y="52202"/>
                  <a:pt x="286636" y="55347"/>
                </a:cubicBezTo>
                <a:cubicBezTo>
                  <a:pt x="286636" y="57511"/>
                  <a:pt x="287110" y="59576"/>
                  <a:pt x="288058" y="61542"/>
                </a:cubicBezTo>
                <a:cubicBezTo>
                  <a:pt x="289006" y="63507"/>
                  <a:pt x="291082" y="66260"/>
                  <a:pt x="294287" y="69799"/>
                </a:cubicBezTo>
                <a:cubicBezTo>
                  <a:pt x="302788" y="79108"/>
                  <a:pt x="308281" y="86121"/>
                  <a:pt x="310766" y="90839"/>
                </a:cubicBezTo>
                <a:cubicBezTo>
                  <a:pt x="313251" y="95558"/>
                  <a:pt x="314493" y="100015"/>
                  <a:pt x="314493" y="104210"/>
                </a:cubicBezTo>
                <a:cubicBezTo>
                  <a:pt x="314493" y="111025"/>
                  <a:pt x="311665" y="117071"/>
                  <a:pt x="306008" y="122347"/>
                </a:cubicBezTo>
                <a:cubicBezTo>
                  <a:pt x="300352" y="127624"/>
                  <a:pt x="293208" y="130262"/>
                  <a:pt x="284576" y="130262"/>
                </a:cubicBezTo>
                <a:cubicBezTo>
                  <a:pt x="279868" y="130262"/>
                  <a:pt x="274440" y="129150"/>
                  <a:pt x="268293" y="126927"/>
                </a:cubicBezTo>
                <a:cubicBezTo>
                  <a:pt x="266135" y="126142"/>
                  <a:pt x="264468" y="125750"/>
                  <a:pt x="263291" y="125750"/>
                </a:cubicBezTo>
                <a:cubicBezTo>
                  <a:pt x="260348" y="125750"/>
                  <a:pt x="258125" y="127254"/>
                  <a:pt x="256621" y="130262"/>
                </a:cubicBezTo>
                <a:lnTo>
                  <a:pt x="252991" y="130262"/>
                </a:lnTo>
                <a:lnTo>
                  <a:pt x="258975" y="98285"/>
                </a:lnTo>
                <a:lnTo>
                  <a:pt x="262604" y="98285"/>
                </a:lnTo>
                <a:cubicBezTo>
                  <a:pt x="262996" y="108296"/>
                  <a:pt x="265056" y="115377"/>
                  <a:pt x="268784" y="119527"/>
                </a:cubicBezTo>
                <a:cubicBezTo>
                  <a:pt x="272511" y="123676"/>
                  <a:pt x="277612" y="125750"/>
                  <a:pt x="284085" y="125750"/>
                </a:cubicBezTo>
                <a:cubicBezTo>
                  <a:pt x="289055" y="125750"/>
                  <a:pt x="292995" y="124359"/>
                  <a:pt x="295905" y="121578"/>
                </a:cubicBezTo>
                <a:cubicBezTo>
                  <a:pt x="298815" y="118795"/>
                  <a:pt x="300270" y="115374"/>
                  <a:pt x="300270" y="111315"/>
                </a:cubicBezTo>
                <a:cubicBezTo>
                  <a:pt x="300270" y="108696"/>
                  <a:pt x="299747" y="106273"/>
                  <a:pt x="298701" y="104048"/>
                </a:cubicBezTo>
                <a:cubicBezTo>
                  <a:pt x="296870" y="100120"/>
                  <a:pt x="293028" y="94686"/>
                  <a:pt x="287175" y="87747"/>
                </a:cubicBezTo>
                <a:cubicBezTo>
                  <a:pt x="281323" y="80807"/>
                  <a:pt x="277563" y="75602"/>
                  <a:pt x="275895" y="72132"/>
                </a:cubicBezTo>
                <a:cubicBezTo>
                  <a:pt x="274228" y="68662"/>
                  <a:pt x="273394" y="65192"/>
                  <a:pt x="273394" y="61722"/>
                </a:cubicBezTo>
                <a:cubicBezTo>
                  <a:pt x="273394" y="55373"/>
                  <a:pt x="275699" y="50006"/>
                  <a:pt x="280309" y="45620"/>
                </a:cubicBezTo>
                <a:cubicBezTo>
                  <a:pt x="284919" y="41233"/>
                  <a:pt x="290854" y="39039"/>
                  <a:pt x="298112" y="39039"/>
                </a:cubicBezTo>
                <a:cubicBezTo>
                  <a:pt x="300205" y="39039"/>
                  <a:pt x="302101" y="39206"/>
                  <a:pt x="303801" y="39539"/>
                </a:cubicBezTo>
                <a:cubicBezTo>
                  <a:pt x="304717" y="39739"/>
                  <a:pt x="306858" y="40491"/>
                  <a:pt x="310226" y="41795"/>
                </a:cubicBezTo>
                <a:cubicBezTo>
                  <a:pt x="313594" y="43097"/>
                  <a:pt x="315834" y="43748"/>
                  <a:pt x="316945" y="43748"/>
                </a:cubicBezTo>
                <a:cubicBezTo>
                  <a:pt x="319757" y="43748"/>
                  <a:pt x="322111" y="42178"/>
                  <a:pt x="324008" y="39039"/>
                </a:cubicBezTo>
                <a:lnTo>
                  <a:pt x="327735" y="39039"/>
                </a:lnTo>
                <a:close/>
                <a:moveTo>
                  <a:pt x="405879" y="39039"/>
                </a:moveTo>
                <a:lnTo>
                  <a:pt x="399896" y="69251"/>
                </a:lnTo>
                <a:lnTo>
                  <a:pt x="396266" y="69251"/>
                </a:lnTo>
                <a:cubicBezTo>
                  <a:pt x="395939" y="60419"/>
                  <a:pt x="394076" y="53993"/>
                  <a:pt x="390675" y="49973"/>
                </a:cubicBezTo>
                <a:cubicBezTo>
                  <a:pt x="387275" y="45954"/>
                  <a:pt x="383057" y="43944"/>
                  <a:pt x="378022" y="43944"/>
                </a:cubicBezTo>
                <a:cubicBezTo>
                  <a:pt x="373967" y="43944"/>
                  <a:pt x="370747" y="45059"/>
                  <a:pt x="368360" y="47288"/>
                </a:cubicBezTo>
                <a:cubicBezTo>
                  <a:pt x="365973" y="49515"/>
                  <a:pt x="364780" y="52202"/>
                  <a:pt x="364780" y="55347"/>
                </a:cubicBezTo>
                <a:cubicBezTo>
                  <a:pt x="364780" y="57511"/>
                  <a:pt x="365254" y="59576"/>
                  <a:pt x="366202" y="61542"/>
                </a:cubicBezTo>
                <a:cubicBezTo>
                  <a:pt x="367150" y="63507"/>
                  <a:pt x="369227" y="66260"/>
                  <a:pt x="372431" y="69799"/>
                </a:cubicBezTo>
                <a:cubicBezTo>
                  <a:pt x="380932" y="79108"/>
                  <a:pt x="386425" y="86121"/>
                  <a:pt x="388910" y="90839"/>
                </a:cubicBezTo>
                <a:cubicBezTo>
                  <a:pt x="391395" y="95558"/>
                  <a:pt x="392637" y="100015"/>
                  <a:pt x="392637" y="104210"/>
                </a:cubicBezTo>
                <a:cubicBezTo>
                  <a:pt x="392637" y="111025"/>
                  <a:pt x="389809" y="117071"/>
                  <a:pt x="384152" y="122347"/>
                </a:cubicBezTo>
                <a:cubicBezTo>
                  <a:pt x="378496" y="127624"/>
                  <a:pt x="371352" y="130262"/>
                  <a:pt x="362720" y="130262"/>
                </a:cubicBezTo>
                <a:cubicBezTo>
                  <a:pt x="358012" y="130262"/>
                  <a:pt x="352584" y="129150"/>
                  <a:pt x="346437" y="126927"/>
                </a:cubicBezTo>
                <a:cubicBezTo>
                  <a:pt x="344279" y="126142"/>
                  <a:pt x="342612" y="125750"/>
                  <a:pt x="341435" y="125750"/>
                </a:cubicBezTo>
                <a:cubicBezTo>
                  <a:pt x="338492" y="125750"/>
                  <a:pt x="336269" y="127254"/>
                  <a:pt x="334765" y="130262"/>
                </a:cubicBezTo>
                <a:lnTo>
                  <a:pt x="331135" y="130262"/>
                </a:lnTo>
                <a:lnTo>
                  <a:pt x="337119" y="98285"/>
                </a:lnTo>
                <a:lnTo>
                  <a:pt x="340748" y="98285"/>
                </a:lnTo>
                <a:cubicBezTo>
                  <a:pt x="341140" y="108296"/>
                  <a:pt x="343200" y="115377"/>
                  <a:pt x="346928" y="119527"/>
                </a:cubicBezTo>
                <a:cubicBezTo>
                  <a:pt x="350655" y="123676"/>
                  <a:pt x="355756" y="125750"/>
                  <a:pt x="362230" y="125750"/>
                </a:cubicBezTo>
                <a:cubicBezTo>
                  <a:pt x="367199" y="125750"/>
                  <a:pt x="371139" y="124359"/>
                  <a:pt x="374049" y="121578"/>
                </a:cubicBezTo>
                <a:cubicBezTo>
                  <a:pt x="376959" y="118795"/>
                  <a:pt x="378414" y="115374"/>
                  <a:pt x="378414" y="111315"/>
                </a:cubicBezTo>
                <a:cubicBezTo>
                  <a:pt x="378414" y="108696"/>
                  <a:pt x="377891" y="106273"/>
                  <a:pt x="376845" y="104048"/>
                </a:cubicBezTo>
                <a:cubicBezTo>
                  <a:pt x="375014" y="100120"/>
                  <a:pt x="371172" y="94686"/>
                  <a:pt x="365319" y="87747"/>
                </a:cubicBezTo>
                <a:cubicBezTo>
                  <a:pt x="359467" y="80807"/>
                  <a:pt x="355707" y="75602"/>
                  <a:pt x="354039" y="72132"/>
                </a:cubicBezTo>
                <a:cubicBezTo>
                  <a:pt x="352372" y="68662"/>
                  <a:pt x="351538" y="65192"/>
                  <a:pt x="351538" y="61722"/>
                </a:cubicBezTo>
                <a:cubicBezTo>
                  <a:pt x="351538" y="55373"/>
                  <a:pt x="353843" y="50006"/>
                  <a:pt x="358453" y="45620"/>
                </a:cubicBezTo>
                <a:cubicBezTo>
                  <a:pt x="363063" y="41233"/>
                  <a:pt x="368998" y="39039"/>
                  <a:pt x="376256" y="39039"/>
                </a:cubicBezTo>
                <a:cubicBezTo>
                  <a:pt x="378349" y="39039"/>
                  <a:pt x="380245" y="39206"/>
                  <a:pt x="381945" y="39539"/>
                </a:cubicBezTo>
                <a:cubicBezTo>
                  <a:pt x="382861" y="39739"/>
                  <a:pt x="385002" y="40491"/>
                  <a:pt x="388370" y="41795"/>
                </a:cubicBezTo>
                <a:cubicBezTo>
                  <a:pt x="391738" y="43097"/>
                  <a:pt x="393978" y="43748"/>
                  <a:pt x="395089" y="43748"/>
                </a:cubicBezTo>
                <a:cubicBezTo>
                  <a:pt x="397901" y="43748"/>
                  <a:pt x="400255" y="42178"/>
                  <a:pt x="402152" y="39039"/>
                </a:cubicBezTo>
                <a:lnTo>
                  <a:pt x="405879" y="39039"/>
                </a:lnTo>
                <a:close/>
                <a:moveTo>
                  <a:pt x="456069" y="0"/>
                </a:moveTo>
                <a:cubicBezTo>
                  <a:pt x="458815" y="0"/>
                  <a:pt x="461137" y="948"/>
                  <a:pt x="463033" y="2845"/>
                </a:cubicBezTo>
                <a:cubicBezTo>
                  <a:pt x="464929" y="4741"/>
                  <a:pt x="465877" y="7062"/>
                  <a:pt x="465877" y="9809"/>
                </a:cubicBezTo>
                <a:cubicBezTo>
                  <a:pt x="465877" y="12490"/>
                  <a:pt x="464913" y="14795"/>
                  <a:pt x="462984" y="16724"/>
                </a:cubicBezTo>
                <a:cubicBezTo>
                  <a:pt x="461055" y="18653"/>
                  <a:pt x="458750" y="19618"/>
                  <a:pt x="456069" y="19618"/>
                </a:cubicBezTo>
                <a:cubicBezTo>
                  <a:pt x="453388" y="19618"/>
                  <a:pt x="451082" y="18653"/>
                  <a:pt x="449153" y="16724"/>
                </a:cubicBezTo>
                <a:cubicBezTo>
                  <a:pt x="447224" y="14795"/>
                  <a:pt x="446260" y="12490"/>
                  <a:pt x="446260" y="9809"/>
                </a:cubicBezTo>
                <a:cubicBezTo>
                  <a:pt x="446260" y="7062"/>
                  <a:pt x="447208" y="4741"/>
                  <a:pt x="449104" y="2845"/>
                </a:cubicBezTo>
                <a:cubicBezTo>
                  <a:pt x="451001" y="948"/>
                  <a:pt x="453322" y="0"/>
                  <a:pt x="456069" y="0"/>
                </a:cubicBezTo>
                <a:moveTo>
                  <a:pt x="457344" y="39039"/>
                </a:moveTo>
                <a:lnTo>
                  <a:pt x="437922" y="107833"/>
                </a:lnTo>
                <a:cubicBezTo>
                  <a:pt x="436614" y="112478"/>
                  <a:pt x="435960" y="115258"/>
                  <a:pt x="435960" y="116174"/>
                </a:cubicBezTo>
                <a:cubicBezTo>
                  <a:pt x="435960" y="117224"/>
                  <a:pt x="436271" y="118078"/>
                  <a:pt x="436892" y="118736"/>
                </a:cubicBezTo>
                <a:cubicBezTo>
                  <a:pt x="437513" y="119392"/>
                  <a:pt x="438249" y="119720"/>
                  <a:pt x="439099" y="119720"/>
                </a:cubicBezTo>
                <a:cubicBezTo>
                  <a:pt x="440080" y="119720"/>
                  <a:pt x="441257" y="119195"/>
                  <a:pt x="442630" y="118145"/>
                </a:cubicBezTo>
                <a:cubicBezTo>
                  <a:pt x="446358" y="115196"/>
                  <a:pt x="450118" y="111008"/>
                  <a:pt x="453911" y="105580"/>
                </a:cubicBezTo>
                <a:lnTo>
                  <a:pt x="457344" y="107836"/>
                </a:lnTo>
                <a:cubicBezTo>
                  <a:pt x="452897" y="114643"/>
                  <a:pt x="447666" y="120378"/>
                  <a:pt x="441650" y="125042"/>
                </a:cubicBezTo>
                <a:cubicBezTo>
                  <a:pt x="437203" y="128522"/>
                  <a:pt x="432952" y="130262"/>
                  <a:pt x="428898" y="130262"/>
                </a:cubicBezTo>
                <a:cubicBezTo>
                  <a:pt x="426217" y="130262"/>
                  <a:pt x="424026" y="129461"/>
                  <a:pt x="422326" y="127859"/>
                </a:cubicBezTo>
                <a:cubicBezTo>
                  <a:pt x="420626" y="126257"/>
                  <a:pt x="419776" y="124246"/>
                  <a:pt x="419776" y="121826"/>
                </a:cubicBezTo>
                <a:cubicBezTo>
                  <a:pt x="419776" y="119403"/>
                  <a:pt x="420593" y="115374"/>
                  <a:pt x="422228" y="109740"/>
                </a:cubicBezTo>
                <a:lnTo>
                  <a:pt x="434980" y="65719"/>
                </a:lnTo>
                <a:cubicBezTo>
                  <a:pt x="437072" y="58567"/>
                  <a:pt x="438118" y="54081"/>
                  <a:pt x="438118" y="52260"/>
                </a:cubicBezTo>
                <a:cubicBezTo>
                  <a:pt x="438118" y="50829"/>
                  <a:pt x="437612" y="49658"/>
                  <a:pt x="436598" y="48747"/>
                </a:cubicBezTo>
                <a:cubicBezTo>
                  <a:pt x="435584" y="47834"/>
                  <a:pt x="434195" y="47377"/>
                  <a:pt x="432429" y="47377"/>
                </a:cubicBezTo>
                <a:cubicBezTo>
                  <a:pt x="430991" y="47377"/>
                  <a:pt x="428015" y="47737"/>
                  <a:pt x="423503" y="48456"/>
                </a:cubicBezTo>
                <a:lnTo>
                  <a:pt x="423503" y="44532"/>
                </a:lnTo>
                <a:lnTo>
                  <a:pt x="457344" y="39039"/>
                </a:lnTo>
                <a:close/>
                <a:moveTo>
                  <a:pt x="511326" y="39039"/>
                </a:moveTo>
                <a:lnTo>
                  <a:pt x="498281" y="83805"/>
                </a:lnTo>
                <a:cubicBezTo>
                  <a:pt x="510509" y="65505"/>
                  <a:pt x="519877" y="53470"/>
                  <a:pt x="526383" y="47699"/>
                </a:cubicBezTo>
                <a:cubicBezTo>
                  <a:pt x="532890" y="41926"/>
                  <a:pt x="539151" y="39039"/>
                  <a:pt x="545167" y="39039"/>
                </a:cubicBezTo>
                <a:cubicBezTo>
                  <a:pt x="548437" y="39039"/>
                  <a:pt x="551134" y="40124"/>
                  <a:pt x="553259" y="42295"/>
                </a:cubicBezTo>
                <a:cubicBezTo>
                  <a:pt x="555385" y="44465"/>
                  <a:pt x="556447" y="47292"/>
                  <a:pt x="556447" y="50776"/>
                </a:cubicBezTo>
                <a:cubicBezTo>
                  <a:pt x="556447" y="54702"/>
                  <a:pt x="555499" y="59937"/>
                  <a:pt x="553603" y="66483"/>
                </a:cubicBezTo>
                <a:lnTo>
                  <a:pt x="541636" y="107809"/>
                </a:lnTo>
                <a:cubicBezTo>
                  <a:pt x="540263" y="112587"/>
                  <a:pt x="539576" y="115499"/>
                  <a:pt x="539576" y="116545"/>
                </a:cubicBezTo>
                <a:cubicBezTo>
                  <a:pt x="539576" y="117460"/>
                  <a:pt x="539838" y="118229"/>
                  <a:pt x="540361" y="118850"/>
                </a:cubicBezTo>
                <a:cubicBezTo>
                  <a:pt x="540884" y="119469"/>
                  <a:pt x="541440" y="119779"/>
                  <a:pt x="542028" y="119779"/>
                </a:cubicBezTo>
                <a:cubicBezTo>
                  <a:pt x="542813" y="119779"/>
                  <a:pt x="543761" y="119354"/>
                  <a:pt x="544873" y="118504"/>
                </a:cubicBezTo>
                <a:cubicBezTo>
                  <a:pt x="548339" y="115759"/>
                  <a:pt x="552131" y="111575"/>
                  <a:pt x="556251" y="105951"/>
                </a:cubicBezTo>
                <a:lnTo>
                  <a:pt x="559292" y="107815"/>
                </a:lnTo>
                <a:cubicBezTo>
                  <a:pt x="553210" y="116508"/>
                  <a:pt x="547456" y="122716"/>
                  <a:pt x="542028" y="126440"/>
                </a:cubicBezTo>
                <a:cubicBezTo>
                  <a:pt x="538236" y="128988"/>
                  <a:pt x="534835" y="130262"/>
                  <a:pt x="531827" y="130262"/>
                </a:cubicBezTo>
                <a:cubicBezTo>
                  <a:pt x="529408" y="130262"/>
                  <a:pt x="527478" y="129526"/>
                  <a:pt x="526040" y="128055"/>
                </a:cubicBezTo>
                <a:cubicBezTo>
                  <a:pt x="524601" y="126584"/>
                  <a:pt x="523882" y="124605"/>
                  <a:pt x="523882" y="122121"/>
                </a:cubicBezTo>
                <a:cubicBezTo>
                  <a:pt x="523882" y="118990"/>
                  <a:pt x="524994" y="113609"/>
                  <a:pt x="527217" y="105979"/>
                </a:cubicBezTo>
                <a:lnTo>
                  <a:pt x="538595" y="66657"/>
                </a:lnTo>
                <a:cubicBezTo>
                  <a:pt x="540034" y="61765"/>
                  <a:pt x="540753" y="57950"/>
                  <a:pt x="540753" y="55212"/>
                </a:cubicBezTo>
                <a:cubicBezTo>
                  <a:pt x="540753" y="53908"/>
                  <a:pt x="540328" y="52848"/>
                  <a:pt x="539478" y="52033"/>
                </a:cubicBezTo>
                <a:cubicBezTo>
                  <a:pt x="538628" y="51218"/>
                  <a:pt x="537582" y="50810"/>
                  <a:pt x="536339" y="50810"/>
                </a:cubicBezTo>
                <a:cubicBezTo>
                  <a:pt x="534508" y="50810"/>
                  <a:pt x="532317" y="51593"/>
                  <a:pt x="529767" y="53158"/>
                </a:cubicBezTo>
                <a:cubicBezTo>
                  <a:pt x="524928" y="56090"/>
                  <a:pt x="519893" y="60931"/>
                  <a:pt x="514662" y="67678"/>
                </a:cubicBezTo>
                <a:cubicBezTo>
                  <a:pt x="509430" y="74424"/>
                  <a:pt x="503904" y="83043"/>
                  <a:pt x="498085" y="93537"/>
                </a:cubicBezTo>
                <a:cubicBezTo>
                  <a:pt x="495011" y="99077"/>
                  <a:pt x="492461" y="105139"/>
                  <a:pt x="490434" y="111723"/>
                </a:cubicBezTo>
                <a:lnTo>
                  <a:pt x="485529" y="127908"/>
                </a:lnTo>
                <a:lnTo>
                  <a:pt x="470816" y="127908"/>
                </a:lnTo>
                <a:lnTo>
                  <a:pt x="488668" y="66308"/>
                </a:lnTo>
                <a:cubicBezTo>
                  <a:pt x="490761" y="58960"/>
                  <a:pt x="491807" y="54537"/>
                  <a:pt x="491807" y="53042"/>
                </a:cubicBezTo>
                <a:cubicBezTo>
                  <a:pt x="491807" y="51611"/>
                  <a:pt x="491235" y="50358"/>
                  <a:pt x="490090" y="49283"/>
                </a:cubicBezTo>
                <a:cubicBezTo>
                  <a:pt x="488946" y="48209"/>
                  <a:pt x="487524" y="47671"/>
                  <a:pt x="485823" y="47671"/>
                </a:cubicBezTo>
                <a:cubicBezTo>
                  <a:pt x="485039" y="47671"/>
                  <a:pt x="483665" y="47802"/>
                  <a:pt x="481704" y="48064"/>
                </a:cubicBezTo>
                <a:lnTo>
                  <a:pt x="477976" y="48652"/>
                </a:lnTo>
                <a:lnTo>
                  <a:pt x="477388" y="45121"/>
                </a:lnTo>
                <a:lnTo>
                  <a:pt x="511326" y="39039"/>
                </a:lnTo>
                <a:close/>
                <a:moveTo>
                  <a:pt x="672094" y="45121"/>
                </a:moveTo>
                <a:lnTo>
                  <a:pt x="669249" y="55322"/>
                </a:lnTo>
                <a:lnTo>
                  <a:pt x="652869" y="55322"/>
                </a:lnTo>
                <a:cubicBezTo>
                  <a:pt x="654111" y="58853"/>
                  <a:pt x="654732" y="62156"/>
                  <a:pt x="654732" y="65229"/>
                </a:cubicBezTo>
                <a:cubicBezTo>
                  <a:pt x="654732" y="73861"/>
                  <a:pt x="651070" y="81544"/>
                  <a:pt x="643746" y="88280"/>
                </a:cubicBezTo>
                <a:cubicBezTo>
                  <a:pt x="636357" y="95015"/>
                  <a:pt x="626221" y="98743"/>
                  <a:pt x="613339" y="99462"/>
                </a:cubicBezTo>
                <a:cubicBezTo>
                  <a:pt x="606407" y="101567"/>
                  <a:pt x="601208" y="104066"/>
                  <a:pt x="597743" y="106960"/>
                </a:cubicBezTo>
                <a:cubicBezTo>
                  <a:pt x="596435" y="108012"/>
                  <a:pt x="595781" y="109097"/>
                  <a:pt x="595781" y="110215"/>
                </a:cubicBezTo>
                <a:cubicBezTo>
                  <a:pt x="595781" y="111531"/>
                  <a:pt x="596369" y="112732"/>
                  <a:pt x="597546" y="113817"/>
                </a:cubicBezTo>
                <a:cubicBezTo>
                  <a:pt x="598724" y="114902"/>
                  <a:pt x="601699" y="116003"/>
                  <a:pt x="606473" y="117121"/>
                </a:cubicBezTo>
                <a:lnTo>
                  <a:pt x="625502" y="121498"/>
                </a:lnTo>
                <a:cubicBezTo>
                  <a:pt x="636030" y="123961"/>
                  <a:pt x="642994" y="126894"/>
                  <a:pt x="646395" y="130299"/>
                </a:cubicBezTo>
                <a:cubicBezTo>
                  <a:pt x="649730" y="133771"/>
                  <a:pt x="651397" y="137766"/>
                  <a:pt x="651397" y="142284"/>
                </a:cubicBezTo>
                <a:cubicBezTo>
                  <a:pt x="651397" y="147654"/>
                  <a:pt x="649419" y="152566"/>
                  <a:pt x="645463" y="157019"/>
                </a:cubicBezTo>
                <a:cubicBezTo>
                  <a:pt x="641507" y="161472"/>
                  <a:pt x="635719" y="164959"/>
                  <a:pt x="628101" y="167480"/>
                </a:cubicBezTo>
                <a:cubicBezTo>
                  <a:pt x="620483" y="170002"/>
                  <a:pt x="612064" y="171263"/>
                  <a:pt x="602843" y="171263"/>
                </a:cubicBezTo>
                <a:cubicBezTo>
                  <a:pt x="594735" y="171263"/>
                  <a:pt x="587345" y="170296"/>
                  <a:pt x="580675" y="168363"/>
                </a:cubicBezTo>
                <a:cubicBezTo>
                  <a:pt x="574005" y="166432"/>
                  <a:pt x="569232" y="163830"/>
                  <a:pt x="566354" y="160556"/>
                </a:cubicBezTo>
                <a:cubicBezTo>
                  <a:pt x="563477" y="157282"/>
                  <a:pt x="562038" y="153910"/>
                  <a:pt x="562038" y="150441"/>
                </a:cubicBezTo>
                <a:cubicBezTo>
                  <a:pt x="562038" y="147625"/>
                  <a:pt x="562970" y="144694"/>
                  <a:pt x="564834" y="141649"/>
                </a:cubicBezTo>
                <a:cubicBezTo>
                  <a:pt x="566698" y="138605"/>
                  <a:pt x="569035" y="136100"/>
                  <a:pt x="571847" y="134136"/>
                </a:cubicBezTo>
                <a:cubicBezTo>
                  <a:pt x="573613" y="132892"/>
                  <a:pt x="578615" y="129945"/>
                  <a:pt x="586855" y="125296"/>
                </a:cubicBezTo>
                <a:cubicBezTo>
                  <a:pt x="583847" y="122938"/>
                  <a:pt x="582343" y="120351"/>
                  <a:pt x="582343" y="117535"/>
                </a:cubicBezTo>
                <a:cubicBezTo>
                  <a:pt x="582343" y="114917"/>
                  <a:pt x="583667" y="112135"/>
                  <a:pt x="586315" y="109188"/>
                </a:cubicBezTo>
                <a:cubicBezTo>
                  <a:pt x="588964" y="106239"/>
                  <a:pt x="594571" y="102997"/>
                  <a:pt x="603138" y="99462"/>
                </a:cubicBezTo>
                <a:cubicBezTo>
                  <a:pt x="595944" y="98089"/>
                  <a:pt x="590239" y="95081"/>
                  <a:pt x="586021" y="90438"/>
                </a:cubicBezTo>
                <a:cubicBezTo>
                  <a:pt x="581803" y="85795"/>
                  <a:pt x="579694" y="80629"/>
                  <a:pt x="579694" y="74940"/>
                </a:cubicBezTo>
                <a:cubicBezTo>
                  <a:pt x="579694" y="65654"/>
                  <a:pt x="583765" y="57349"/>
                  <a:pt x="591906" y="50025"/>
                </a:cubicBezTo>
                <a:cubicBezTo>
                  <a:pt x="600048" y="42701"/>
                  <a:pt x="610887" y="39039"/>
                  <a:pt x="624423" y="39039"/>
                </a:cubicBezTo>
                <a:cubicBezTo>
                  <a:pt x="629327" y="39039"/>
                  <a:pt x="633349" y="39530"/>
                  <a:pt x="636488" y="40511"/>
                </a:cubicBezTo>
                <a:cubicBezTo>
                  <a:pt x="639627" y="41492"/>
                  <a:pt x="642667" y="43028"/>
                  <a:pt x="645610" y="45121"/>
                </a:cubicBezTo>
                <a:lnTo>
                  <a:pt x="672094" y="45121"/>
                </a:lnTo>
                <a:moveTo>
                  <a:pt x="638057" y="60524"/>
                </a:moveTo>
                <a:cubicBezTo>
                  <a:pt x="638057" y="55321"/>
                  <a:pt x="636602" y="51225"/>
                  <a:pt x="633692" y="48235"/>
                </a:cubicBezTo>
                <a:cubicBezTo>
                  <a:pt x="630782" y="45243"/>
                  <a:pt x="626973" y="43748"/>
                  <a:pt x="622265" y="43748"/>
                </a:cubicBezTo>
                <a:cubicBezTo>
                  <a:pt x="614875" y="43748"/>
                  <a:pt x="608778" y="47437"/>
                  <a:pt x="603971" y="54816"/>
                </a:cubicBezTo>
                <a:cubicBezTo>
                  <a:pt x="599165" y="62195"/>
                  <a:pt x="596762" y="69884"/>
                  <a:pt x="596762" y="77882"/>
                </a:cubicBezTo>
                <a:cubicBezTo>
                  <a:pt x="596762" y="82889"/>
                  <a:pt x="598298" y="86985"/>
                  <a:pt x="601372" y="90171"/>
                </a:cubicBezTo>
                <a:cubicBezTo>
                  <a:pt x="604445" y="93357"/>
                  <a:pt x="608173" y="94950"/>
                  <a:pt x="612554" y="94950"/>
                </a:cubicBezTo>
                <a:cubicBezTo>
                  <a:pt x="616020" y="94950"/>
                  <a:pt x="619371" y="94008"/>
                  <a:pt x="622608" y="92124"/>
                </a:cubicBezTo>
                <a:cubicBezTo>
                  <a:pt x="625845" y="90238"/>
                  <a:pt x="628575" y="87636"/>
                  <a:pt x="630799" y="84320"/>
                </a:cubicBezTo>
                <a:cubicBezTo>
                  <a:pt x="633022" y="81003"/>
                  <a:pt x="634788" y="76777"/>
                  <a:pt x="636095" y="71642"/>
                </a:cubicBezTo>
                <a:cubicBezTo>
                  <a:pt x="637403" y="66504"/>
                  <a:pt x="638057" y="62798"/>
                  <a:pt x="638057" y="60524"/>
                </a:cubicBezTo>
                <a:moveTo>
                  <a:pt x="591073" y="127850"/>
                </a:moveTo>
                <a:cubicBezTo>
                  <a:pt x="585776" y="130273"/>
                  <a:pt x="581771" y="133384"/>
                  <a:pt x="579057" y="137183"/>
                </a:cubicBezTo>
                <a:cubicBezTo>
                  <a:pt x="576343" y="140982"/>
                  <a:pt x="574986" y="144715"/>
                  <a:pt x="574986" y="148381"/>
                </a:cubicBezTo>
                <a:cubicBezTo>
                  <a:pt x="574986" y="152705"/>
                  <a:pt x="576948" y="156275"/>
                  <a:pt x="580871" y="159091"/>
                </a:cubicBezTo>
                <a:cubicBezTo>
                  <a:pt x="586495" y="163151"/>
                  <a:pt x="594735" y="165182"/>
                  <a:pt x="605590" y="165182"/>
                </a:cubicBezTo>
                <a:cubicBezTo>
                  <a:pt x="614941" y="165182"/>
                  <a:pt x="622935" y="163593"/>
                  <a:pt x="629572" y="160415"/>
                </a:cubicBezTo>
                <a:cubicBezTo>
                  <a:pt x="636210" y="157239"/>
                  <a:pt x="639528" y="153130"/>
                  <a:pt x="639528" y="148086"/>
                </a:cubicBezTo>
                <a:cubicBezTo>
                  <a:pt x="639528" y="145532"/>
                  <a:pt x="638302" y="143108"/>
                  <a:pt x="635850" y="140816"/>
                </a:cubicBezTo>
                <a:cubicBezTo>
                  <a:pt x="633398" y="138523"/>
                  <a:pt x="628641" y="136656"/>
                  <a:pt x="621578" y="135215"/>
                </a:cubicBezTo>
                <a:cubicBezTo>
                  <a:pt x="617720" y="134431"/>
                  <a:pt x="607552" y="131975"/>
                  <a:pt x="591073" y="127850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F96B5-AC5E-4650-95CD-CAD855CC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27" y="3746917"/>
            <a:ext cx="719207" cy="351407"/>
          </a:xfrm>
          <a:custGeom xmlns:a="http://schemas.openxmlformats.org/drawingml/2006/main">
            <a:pathLst>
              <a:path w="719207" h="351407">
                <a:moveTo>
                  <a:pt x="97122" y="293486"/>
                </a:moveTo>
                <a:lnTo>
                  <a:pt x="76685" y="250688"/>
                </a:lnTo>
                <a:lnTo>
                  <a:pt x="0" y="349104"/>
                </a:lnTo>
                <a:lnTo>
                  <a:pt x="124781" y="351407"/>
                </a:lnTo>
                <a:lnTo>
                  <a:pt x="104333" y="308586"/>
                </a:lnTo>
                <a:lnTo>
                  <a:pt x="719207" y="15133"/>
                </a:lnTo>
                <a:lnTo>
                  <a:pt x="712029" y="0"/>
                </a:lnTo>
                <a:lnTo>
                  <a:pt x="97122" y="293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a5674d3224a64"/>
          <a:stretch xmlns:a="http://schemas.openxmlformats.org/drawingml/2006/main"/>
        </p:blipFill>
        <p:spPr>
          <a:xfrm xmlns:a="http://schemas.openxmlformats.org/drawingml/2006/main">
            <a:off x="9740763" y="4162956"/>
            <a:ext cx="718585" cy="455341"/>
          </a:xfrm>
          <a:prstGeom xmlns:a="http://schemas.openxmlformats.org/drawingml/2006/main" prst="rect">
            <a:avLst/>
          </a:prstGeom>
        </p:spPr>
      </p:pic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3C0CB-E214-4856-A5DF-D842F25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461" y="4162956"/>
            <a:ext cx="723189" cy="455341"/>
          </a:xfrm>
          <a:custGeom xmlns:a="http://schemas.openxmlformats.org/drawingml/2006/main">
            <a:pathLst>
              <a:path w="723189" h="455341" fill="none">
                <a:moveTo>
                  <a:pt x="723189" y="75890"/>
                </a:moveTo>
                <a:cubicBezTo>
                  <a:pt x="723189" y="33963"/>
                  <a:pt x="689217" y="0"/>
                  <a:pt x="647299" y="0"/>
                </a:cubicBezTo>
                <a:lnTo>
                  <a:pt x="75890" y="0"/>
                </a:lnTo>
                <a:cubicBezTo>
                  <a:pt x="33963" y="0"/>
                  <a:pt x="0" y="33963"/>
                  <a:pt x="0" y="75890"/>
                </a:cubicBezTo>
                <a:lnTo>
                  <a:pt x="0" y="379451"/>
                </a:lnTo>
                <a:cubicBezTo>
                  <a:pt x="0" y="421369"/>
                  <a:pt x="33963" y="455341"/>
                  <a:pt x="75890" y="455341"/>
                </a:cubicBezTo>
                <a:lnTo>
                  <a:pt x="647299" y="455341"/>
                </a:lnTo>
                <a:cubicBezTo>
                  <a:pt x="689217" y="455341"/>
                  <a:pt x="723189" y="421369"/>
                  <a:pt x="723189" y="379451"/>
                </a:cubicBezTo>
                <a:lnTo>
                  <a:pt x="723189" y="75890"/>
                </a:lnTo>
                <a:close/>
                <a:moveTo>
                  <a:pt x="723189" y="75890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06F14-72DD-4AC4-B8D7-DDA5D308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729" y="4524550"/>
            <a:ext cx="735528" cy="10"/>
          </a:xfrm>
          <a:custGeom xmlns:a="http://schemas.openxmlformats.org/drawingml/2006/main">
            <a:pathLst>
              <a:path w="735528" h="1" fill="none">
                <a:moveTo>
                  <a:pt x="73552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83" name="Text TS">
            <a:extLst xmlns:a="http://schemas.openxmlformats.org/drawingml/2006/main">
              <a:ext uri="{FF2B5EF4-FFF2-40B4-BE49-F238E27FC236}">
                <a16:creationId xmlns:a16="http://schemas.microsoft.com/office/drawing/2014/main" id="{EF0E8433-1060-41B8-97E4-FF207340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2695" y="4278108"/>
            <a:ext cx="230411" cy="138894"/>
          </a:xfrm>
          <a:custGeom xmlns:a="http://schemas.openxmlformats.org/drawingml/2006/main">
            <a:pathLst>
              <a:path w="230411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2" y="0"/>
                </a:moveTo>
                <a:lnTo>
                  <a:pt x="222171" y="44336"/>
                </a:lnTo>
                <a:lnTo>
                  <a:pt x="218149" y="44336"/>
                </a:lnTo>
                <a:cubicBezTo>
                  <a:pt x="216253" y="33248"/>
                  <a:pt x="211594" y="24329"/>
                  <a:pt x="204172" y="17579"/>
                </a:cubicBezTo>
                <a:cubicBezTo>
                  <a:pt x="196750" y="10830"/>
                  <a:pt x="188723" y="7455"/>
                  <a:pt x="180091" y="7455"/>
                </a:cubicBezTo>
                <a:cubicBezTo>
                  <a:pt x="173421" y="7455"/>
                  <a:pt x="168141" y="9232"/>
                  <a:pt x="164250" y="12785"/>
                </a:cubicBezTo>
                <a:cubicBezTo>
                  <a:pt x="160359" y="16337"/>
                  <a:pt x="158413" y="20427"/>
                  <a:pt x="158413" y="25056"/>
                </a:cubicBezTo>
                <a:cubicBezTo>
                  <a:pt x="158413" y="27988"/>
                  <a:pt x="159100" y="30596"/>
                  <a:pt x="160473" y="32878"/>
                </a:cubicBezTo>
                <a:cubicBezTo>
                  <a:pt x="162370" y="35941"/>
                  <a:pt x="165410" y="38972"/>
                  <a:pt x="169596" y="41970"/>
                </a:cubicBezTo>
                <a:cubicBezTo>
                  <a:pt x="172669" y="44122"/>
                  <a:pt x="179764" y="47936"/>
                  <a:pt x="190881" y="53412"/>
                </a:cubicBezTo>
                <a:cubicBezTo>
                  <a:pt x="206444" y="61039"/>
                  <a:pt x="216940" y="68243"/>
                  <a:pt x="222367" y="75026"/>
                </a:cubicBezTo>
                <a:cubicBezTo>
                  <a:pt x="227729" y="81806"/>
                  <a:pt x="230411" y="89565"/>
                  <a:pt x="230411" y="98303"/>
                </a:cubicBezTo>
                <a:cubicBezTo>
                  <a:pt x="230411" y="109387"/>
                  <a:pt x="226078" y="118923"/>
                  <a:pt x="217414" y="126912"/>
                </a:cubicBezTo>
                <a:cubicBezTo>
                  <a:pt x="208749" y="134900"/>
                  <a:pt x="197747" y="138894"/>
                  <a:pt x="184407" y="138894"/>
                </a:cubicBezTo>
                <a:cubicBezTo>
                  <a:pt x="180222" y="138894"/>
                  <a:pt x="176266" y="138469"/>
                  <a:pt x="172538" y="137619"/>
                </a:cubicBezTo>
                <a:cubicBezTo>
                  <a:pt x="168811" y="136768"/>
                  <a:pt x="164135" y="135166"/>
                  <a:pt x="158512" y="132812"/>
                </a:cubicBezTo>
                <a:cubicBezTo>
                  <a:pt x="155373" y="131504"/>
                  <a:pt x="152790" y="130850"/>
                  <a:pt x="150762" y="130850"/>
                </a:cubicBezTo>
                <a:cubicBezTo>
                  <a:pt x="149062" y="130850"/>
                  <a:pt x="147264" y="131513"/>
                  <a:pt x="145368" y="132837"/>
                </a:cubicBezTo>
                <a:cubicBezTo>
                  <a:pt x="143471" y="134161"/>
                  <a:pt x="141935" y="136180"/>
                  <a:pt x="140757" y="138894"/>
                </a:cubicBezTo>
                <a:lnTo>
                  <a:pt x="137128" y="138894"/>
                </a:lnTo>
                <a:lnTo>
                  <a:pt x="137128" y="88672"/>
                </a:lnTo>
                <a:lnTo>
                  <a:pt x="140757" y="88672"/>
                </a:lnTo>
                <a:cubicBezTo>
                  <a:pt x="143635" y="102764"/>
                  <a:pt x="149177" y="113513"/>
                  <a:pt x="157383" y="120919"/>
                </a:cubicBezTo>
                <a:cubicBezTo>
                  <a:pt x="165590" y="128325"/>
                  <a:pt x="174435" y="132027"/>
                  <a:pt x="183917" y="132027"/>
                </a:cubicBezTo>
                <a:cubicBezTo>
                  <a:pt x="191240" y="132027"/>
                  <a:pt x="197077" y="130039"/>
                  <a:pt x="201425" y="126062"/>
                </a:cubicBezTo>
                <a:cubicBezTo>
                  <a:pt x="205774" y="122086"/>
                  <a:pt x="207948" y="117457"/>
                  <a:pt x="207948" y="112177"/>
                </a:cubicBezTo>
                <a:cubicBezTo>
                  <a:pt x="207948" y="109048"/>
                  <a:pt x="207115" y="106018"/>
                  <a:pt x="205447" y="103085"/>
                </a:cubicBezTo>
                <a:cubicBezTo>
                  <a:pt x="203779" y="100151"/>
                  <a:pt x="201246" y="97363"/>
                  <a:pt x="197845" y="94723"/>
                </a:cubicBezTo>
                <a:cubicBezTo>
                  <a:pt x="194445" y="92083"/>
                  <a:pt x="188429" y="88645"/>
                  <a:pt x="179797" y="84408"/>
                </a:cubicBezTo>
                <a:cubicBezTo>
                  <a:pt x="167699" y="78476"/>
                  <a:pt x="159002" y="73420"/>
                  <a:pt x="153705" y="69241"/>
                </a:cubicBezTo>
                <a:cubicBezTo>
                  <a:pt x="148408" y="65062"/>
                  <a:pt x="144338" y="60394"/>
                  <a:pt x="141493" y="55236"/>
                </a:cubicBezTo>
                <a:cubicBezTo>
                  <a:pt x="138649" y="50078"/>
                  <a:pt x="137226" y="44398"/>
                  <a:pt x="137226" y="38196"/>
                </a:cubicBezTo>
                <a:cubicBezTo>
                  <a:pt x="137226" y="27619"/>
                  <a:pt x="141117" y="18609"/>
                  <a:pt x="148899" y="11167"/>
                </a:cubicBezTo>
                <a:cubicBezTo>
                  <a:pt x="156681" y="3722"/>
                  <a:pt x="166489" y="0"/>
                  <a:pt x="178325" y="0"/>
                </a:cubicBezTo>
                <a:cubicBezTo>
                  <a:pt x="182641" y="0"/>
                  <a:pt x="186826" y="529"/>
                  <a:pt x="190881" y="1588"/>
                </a:cubicBezTo>
                <a:cubicBezTo>
                  <a:pt x="193954" y="2381"/>
                  <a:pt x="197698" y="3851"/>
                  <a:pt x="202112" y="5999"/>
                </a:cubicBezTo>
                <a:cubicBezTo>
                  <a:pt x="206526" y="8146"/>
                  <a:pt x="209616" y="9220"/>
                  <a:pt x="211381" y="9220"/>
                </a:cubicBezTo>
                <a:cubicBezTo>
                  <a:pt x="213082" y="9220"/>
                  <a:pt x="214422" y="8692"/>
                  <a:pt x="215403" y="7636"/>
                </a:cubicBezTo>
                <a:cubicBezTo>
                  <a:pt x="216384" y="6577"/>
                  <a:pt x="217299" y="4032"/>
                  <a:pt x="218149" y="0"/>
                </a:cubicBezTo>
                <a:lnTo>
                  <a:pt x="221092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2">
            <a:extLst xmlns:a="http://schemas.openxmlformats.org/drawingml/2006/main">
              <a:ext uri="{FF2B5EF4-FFF2-40B4-BE49-F238E27FC236}">
                <a16:creationId xmlns:a16="http://schemas.microsoft.com/office/drawing/2014/main" id="{AEC9FD3F-07CB-4743-92FD-7E94226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231" y="4370429"/>
            <a:ext cx="57153" cy="90503"/>
          </a:xfrm>
          <a:custGeom xmlns:a="http://schemas.openxmlformats.org/drawingml/2006/main">
            <a:pathLst>
              <a:path w="57153" h="90503">
                <a:moveTo>
                  <a:pt x="52183" y="90503"/>
                </a:moveTo>
                <a:lnTo>
                  <a:pt x="0" y="90503"/>
                </a:lnTo>
                <a:lnTo>
                  <a:pt x="0" y="89065"/>
                </a:lnTo>
                <a:cubicBezTo>
                  <a:pt x="15999" y="70030"/>
                  <a:pt x="25710" y="57225"/>
                  <a:pt x="29132" y="50649"/>
                </a:cubicBezTo>
                <a:cubicBezTo>
                  <a:pt x="32555" y="44071"/>
                  <a:pt x="34266" y="37646"/>
                  <a:pt x="34266" y="31374"/>
                </a:cubicBezTo>
                <a:cubicBezTo>
                  <a:pt x="34266" y="26801"/>
                  <a:pt x="32849" y="23000"/>
                  <a:pt x="30015" y="19973"/>
                </a:cubicBezTo>
                <a:cubicBezTo>
                  <a:pt x="27181" y="16946"/>
                  <a:pt x="23716" y="15433"/>
                  <a:pt x="19618" y="15433"/>
                </a:cubicBezTo>
                <a:cubicBezTo>
                  <a:pt x="12904" y="15433"/>
                  <a:pt x="7695" y="18785"/>
                  <a:pt x="3989" y="25489"/>
                </a:cubicBezTo>
                <a:lnTo>
                  <a:pt x="1569" y="24641"/>
                </a:lnTo>
                <a:cubicBezTo>
                  <a:pt x="3924" y="16253"/>
                  <a:pt x="7498" y="10049"/>
                  <a:pt x="12294" y="6030"/>
                </a:cubicBezTo>
                <a:cubicBezTo>
                  <a:pt x="17089" y="2010"/>
                  <a:pt x="22626" y="0"/>
                  <a:pt x="28903" y="0"/>
                </a:cubicBezTo>
                <a:cubicBezTo>
                  <a:pt x="33394" y="0"/>
                  <a:pt x="37492" y="1046"/>
                  <a:pt x="41197" y="3139"/>
                </a:cubicBezTo>
                <a:cubicBezTo>
                  <a:pt x="44903" y="5231"/>
                  <a:pt x="47802" y="8098"/>
                  <a:pt x="49894" y="11738"/>
                </a:cubicBezTo>
                <a:cubicBezTo>
                  <a:pt x="51987" y="15378"/>
                  <a:pt x="53033" y="18789"/>
                  <a:pt x="53033" y="21972"/>
                </a:cubicBezTo>
                <a:cubicBezTo>
                  <a:pt x="53033" y="27770"/>
                  <a:pt x="51420" y="33655"/>
                  <a:pt x="48194" y="39628"/>
                </a:cubicBezTo>
                <a:cubicBezTo>
                  <a:pt x="43791" y="47693"/>
                  <a:pt x="34178" y="58940"/>
                  <a:pt x="19356" y="73370"/>
                </a:cubicBezTo>
                <a:lnTo>
                  <a:pt x="38516" y="73370"/>
                </a:lnTo>
                <a:cubicBezTo>
                  <a:pt x="43224" y="73370"/>
                  <a:pt x="46287" y="73174"/>
                  <a:pt x="47704" y="72782"/>
                </a:cubicBezTo>
                <a:cubicBezTo>
                  <a:pt x="49121" y="72390"/>
                  <a:pt x="50287" y="71725"/>
                  <a:pt x="51202" y="70787"/>
                </a:cubicBezTo>
                <a:cubicBezTo>
                  <a:pt x="52118" y="69850"/>
                  <a:pt x="53317" y="67877"/>
                  <a:pt x="54799" y="64869"/>
                </a:cubicBezTo>
                <a:lnTo>
                  <a:pt x="57153" y="64869"/>
                </a:lnTo>
                <a:lnTo>
                  <a:pt x="52183" y="90503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crossing">
            <a:extLst xmlns:a="http://schemas.openxmlformats.org/drawingml/2006/main">
              <a:ext uri="{FF2B5EF4-FFF2-40B4-BE49-F238E27FC236}">
                <a16:creationId xmlns:a16="http://schemas.microsoft.com/office/drawing/2014/main" id="{A14F1C77-769F-4D58-9085-80001E92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746" y="3750455"/>
            <a:ext cx="672093" cy="171263"/>
          </a:xfrm>
          <a:custGeom xmlns:a="http://schemas.openxmlformats.org/drawingml/2006/main">
            <a:pathLst>
              <a:path w="672093" h="171263">
                <a:moveTo>
                  <a:pt x="72095" y="106524"/>
                </a:moveTo>
                <a:cubicBezTo>
                  <a:pt x="65294" y="114698"/>
                  <a:pt x="58428" y="120698"/>
                  <a:pt x="51497" y="124524"/>
                </a:cubicBezTo>
                <a:cubicBezTo>
                  <a:pt x="44565" y="128349"/>
                  <a:pt x="37241" y="130262"/>
                  <a:pt x="29525" y="130262"/>
                </a:cubicBezTo>
                <a:cubicBezTo>
                  <a:pt x="20239" y="130262"/>
                  <a:pt x="12997" y="127643"/>
                  <a:pt x="7798" y="122406"/>
                </a:cubicBezTo>
                <a:cubicBezTo>
                  <a:pt x="2599" y="117168"/>
                  <a:pt x="0" y="110131"/>
                  <a:pt x="0" y="101295"/>
                </a:cubicBezTo>
                <a:cubicBezTo>
                  <a:pt x="0" y="91280"/>
                  <a:pt x="2796" y="81428"/>
                  <a:pt x="8387" y="71740"/>
                </a:cubicBezTo>
                <a:cubicBezTo>
                  <a:pt x="13978" y="62049"/>
                  <a:pt x="21498" y="54177"/>
                  <a:pt x="30947" y="48122"/>
                </a:cubicBezTo>
                <a:cubicBezTo>
                  <a:pt x="40396" y="42067"/>
                  <a:pt x="49666" y="39039"/>
                  <a:pt x="58755" y="39039"/>
                </a:cubicBezTo>
                <a:cubicBezTo>
                  <a:pt x="65883" y="39039"/>
                  <a:pt x="71212" y="40522"/>
                  <a:pt x="74744" y="43487"/>
                </a:cubicBezTo>
                <a:cubicBezTo>
                  <a:pt x="78275" y="46452"/>
                  <a:pt x="80040" y="50086"/>
                  <a:pt x="80040" y="54387"/>
                </a:cubicBezTo>
                <a:cubicBezTo>
                  <a:pt x="80040" y="58427"/>
                  <a:pt x="78798" y="61882"/>
                  <a:pt x="76313" y="64751"/>
                </a:cubicBezTo>
                <a:cubicBezTo>
                  <a:pt x="74482" y="66966"/>
                  <a:pt x="72226" y="68074"/>
                  <a:pt x="69545" y="68074"/>
                </a:cubicBezTo>
                <a:cubicBezTo>
                  <a:pt x="67518" y="68074"/>
                  <a:pt x="65834" y="67425"/>
                  <a:pt x="64493" y="66127"/>
                </a:cubicBezTo>
                <a:cubicBezTo>
                  <a:pt x="63153" y="64830"/>
                  <a:pt x="62483" y="63208"/>
                  <a:pt x="62483" y="61263"/>
                </a:cubicBezTo>
                <a:cubicBezTo>
                  <a:pt x="62483" y="60030"/>
                  <a:pt x="62728" y="58895"/>
                  <a:pt x="63218" y="57857"/>
                </a:cubicBezTo>
                <a:cubicBezTo>
                  <a:pt x="63709" y="56819"/>
                  <a:pt x="64722" y="55570"/>
                  <a:pt x="66259" y="54111"/>
                </a:cubicBezTo>
                <a:cubicBezTo>
                  <a:pt x="67796" y="52650"/>
                  <a:pt x="68728" y="51596"/>
                  <a:pt x="69055" y="50948"/>
                </a:cubicBezTo>
                <a:cubicBezTo>
                  <a:pt x="69381" y="50298"/>
                  <a:pt x="69545" y="49617"/>
                  <a:pt x="69545" y="48903"/>
                </a:cubicBezTo>
                <a:cubicBezTo>
                  <a:pt x="69545" y="47540"/>
                  <a:pt x="68924" y="46405"/>
                  <a:pt x="67681" y="45498"/>
                </a:cubicBezTo>
                <a:cubicBezTo>
                  <a:pt x="65785" y="44200"/>
                  <a:pt x="63104" y="43551"/>
                  <a:pt x="59638" y="43551"/>
                </a:cubicBezTo>
                <a:cubicBezTo>
                  <a:pt x="53230" y="43551"/>
                  <a:pt x="46886" y="45807"/>
                  <a:pt x="40609" y="50320"/>
                </a:cubicBezTo>
                <a:cubicBezTo>
                  <a:pt x="34331" y="54832"/>
                  <a:pt x="28969" y="61240"/>
                  <a:pt x="24522" y="69545"/>
                </a:cubicBezTo>
                <a:cubicBezTo>
                  <a:pt x="19160" y="79615"/>
                  <a:pt x="16479" y="89686"/>
                  <a:pt x="16479" y="99756"/>
                </a:cubicBezTo>
                <a:cubicBezTo>
                  <a:pt x="16479" y="106426"/>
                  <a:pt x="18375" y="111707"/>
                  <a:pt x="22168" y="115598"/>
                </a:cubicBezTo>
                <a:cubicBezTo>
                  <a:pt x="25961" y="119488"/>
                  <a:pt x="31127" y="121434"/>
                  <a:pt x="37666" y="121434"/>
                </a:cubicBezTo>
                <a:cubicBezTo>
                  <a:pt x="42701" y="121434"/>
                  <a:pt x="47687" y="120175"/>
                  <a:pt x="52625" y="117657"/>
                </a:cubicBezTo>
                <a:cubicBezTo>
                  <a:pt x="57562" y="115140"/>
                  <a:pt x="63104" y="110579"/>
                  <a:pt x="69251" y="103974"/>
                </a:cubicBezTo>
                <a:lnTo>
                  <a:pt x="72095" y="106524"/>
                </a:lnTo>
                <a:close/>
                <a:moveTo>
                  <a:pt x="94196" y="44532"/>
                </a:moveTo>
                <a:lnTo>
                  <a:pt x="128037" y="39039"/>
                </a:lnTo>
                <a:lnTo>
                  <a:pt x="113912" y="86809"/>
                </a:lnTo>
                <a:cubicBezTo>
                  <a:pt x="125355" y="67215"/>
                  <a:pt x="135753" y="53520"/>
                  <a:pt x="145104" y="45722"/>
                </a:cubicBezTo>
                <a:cubicBezTo>
                  <a:pt x="150401" y="41267"/>
                  <a:pt x="154717" y="39039"/>
                  <a:pt x="158052" y="39039"/>
                </a:cubicBezTo>
                <a:cubicBezTo>
                  <a:pt x="160210" y="39039"/>
                  <a:pt x="161910" y="39680"/>
                  <a:pt x="163152" y="40961"/>
                </a:cubicBezTo>
                <a:cubicBezTo>
                  <a:pt x="164395" y="42241"/>
                  <a:pt x="165016" y="44095"/>
                  <a:pt x="165016" y="46525"/>
                </a:cubicBezTo>
                <a:cubicBezTo>
                  <a:pt x="165016" y="50857"/>
                  <a:pt x="163904" y="54993"/>
                  <a:pt x="161681" y="58933"/>
                </a:cubicBezTo>
                <a:cubicBezTo>
                  <a:pt x="160112" y="61888"/>
                  <a:pt x="157856" y="63365"/>
                  <a:pt x="154913" y="63365"/>
                </a:cubicBezTo>
                <a:cubicBezTo>
                  <a:pt x="153409" y="63365"/>
                  <a:pt x="152117" y="62875"/>
                  <a:pt x="151038" y="61894"/>
                </a:cubicBezTo>
                <a:cubicBezTo>
                  <a:pt x="149959" y="60913"/>
                  <a:pt x="149289" y="59409"/>
                  <a:pt x="149028" y="57382"/>
                </a:cubicBezTo>
                <a:cubicBezTo>
                  <a:pt x="148897" y="56139"/>
                  <a:pt x="148603" y="55322"/>
                  <a:pt x="148145" y="54930"/>
                </a:cubicBezTo>
                <a:cubicBezTo>
                  <a:pt x="147622" y="54407"/>
                  <a:pt x="147000" y="54145"/>
                  <a:pt x="146281" y="54145"/>
                </a:cubicBezTo>
                <a:cubicBezTo>
                  <a:pt x="145169" y="54145"/>
                  <a:pt x="144123" y="54407"/>
                  <a:pt x="143142" y="54930"/>
                </a:cubicBezTo>
                <a:cubicBezTo>
                  <a:pt x="141442" y="55845"/>
                  <a:pt x="138859" y="58395"/>
                  <a:pt x="135393" y="62578"/>
                </a:cubicBezTo>
                <a:cubicBezTo>
                  <a:pt x="129966" y="68986"/>
                  <a:pt x="124080" y="77290"/>
                  <a:pt x="117737" y="87489"/>
                </a:cubicBezTo>
                <a:cubicBezTo>
                  <a:pt x="114991" y="91803"/>
                  <a:pt x="112637" y="96674"/>
                  <a:pt x="110675" y="102101"/>
                </a:cubicBezTo>
                <a:cubicBezTo>
                  <a:pt x="107928" y="109554"/>
                  <a:pt x="106359" y="114032"/>
                  <a:pt x="105967" y="115536"/>
                </a:cubicBezTo>
                <a:lnTo>
                  <a:pt x="102828" y="127908"/>
                </a:lnTo>
                <a:lnTo>
                  <a:pt x="87820" y="127908"/>
                </a:lnTo>
                <a:lnTo>
                  <a:pt x="105967" y="66897"/>
                </a:lnTo>
                <a:cubicBezTo>
                  <a:pt x="108059" y="59797"/>
                  <a:pt x="109105" y="54736"/>
                  <a:pt x="109105" y="51711"/>
                </a:cubicBezTo>
                <a:cubicBezTo>
                  <a:pt x="109105" y="50528"/>
                  <a:pt x="108615" y="49542"/>
                  <a:pt x="107634" y="48753"/>
                </a:cubicBezTo>
                <a:cubicBezTo>
                  <a:pt x="106326" y="47705"/>
                  <a:pt x="104593" y="47181"/>
                  <a:pt x="102435" y="47181"/>
                </a:cubicBezTo>
                <a:cubicBezTo>
                  <a:pt x="101062" y="47181"/>
                  <a:pt x="98545" y="47475"/>
                  <a:pt x="94883" y="48064"/>
                </a:cubicBezTo>
                <a:lnTo>
                  <a:pt x="94196" y="44532"/>
                </a:lnTo>
                <a:close/>
                <a:moveTo>
                  <a:pt x="247302" y="69775"/>
                </a:moveTo>
                <a:cubicBezTo>
                  <a:pt x="247302" y="79594"/>
                  <a:pt x="244702" y="89315"/>
                  <a:pt x="239504" y="98938"/>
                </a:cubicBezTo>
                <a:cubicBezTo>
                  <a:pt x="234305" y="108561"/>
                  <a:pt x="227063" y="116187"/>
                  <a:pt x="217777" y="121817"/>
                </a:cubicBezTo>
                <a:cubicBezTo>
                  <a:pt x="208491" y="127447"/>
                  <a:pt x="199467" y="130262"/>
                  <a:pt x="190704" y="130262"/>
                </a:cubicBezTo>
                <a:cubicBezTo>
                  <a:pt x="181746" y="130262"/>
                  <a:pt x="174438" y="127398"/>
                  <a:pt x="168782" y="121670"/>
                </a:cubicBezTo>
                <a:cubicBezTo>
                  <a:pt x="163125" y="115942"/>
                  <a:pt x="160297" y="108528"/>
                  <a:pt x="160297" y="99428"/>
                </a:cubicBezTo>
                <a:cubicBezTo>
                  <a:pt x="160297" y="89805"/>
                  <a:pt x="163060" y="80150"/>
                  <a:pt x="168585" y="70461"/>
                </a:cubicBezTo>
                <a:cubicBezTo>
                  <a:pt x="174111" y="60773"/>
                  <a:pt x="181500" y="53114"/>
                  <a:pt x="190753" y="47484"/>
                </a:cubicBezTo>
                <a:cubicBezTo>
                  <a:pt x="200007" y="41854"/>
                  <a:pt x="208949" y="39039"/>
                  <a:pt x="217581" y="39039"/>
                </a:cubicBezTo>
                <a:cubicBezTo>
                  <a:pt x="226213" y="39039"/>
                  <a:pt x="233324" y="41887"/>
                  <a:pt x="238915" y="47582"/>
                </a:cubicBezTo>
                <a:cubicBezTo>
                  <a:pt x="244506" y="53278"/>
                  <a:pt x="247302" y="60675"/>
                  <a:pt x="247302" y="69775"/>
                </a:cubicBezTo>
                <a:moveTo>
                  <a:pt x="231019" y="62844"/>
                </a:moveTo>
                <a:cubicBezTo>
                  <a:pt x="231019" y="56740"/>
                  <a:pt x="229531" y="52065"/>
                  <a:pt x="226556" y="48818"/>
                </a:cubicBezTo>
                <a:cubicBezTo>
                  <a:pt x="223581" y="45568"/>
                  <a:pt x="219739" y="43944"/>
                  <a:pt x="215030" y="43944"/>
                </a:cubicBezTo>
                <a:cubicBezTo>
                  <a:pt x="205418" y="43944"/>
                  <a:pt x="196573" y="50852"/>
                  <a:pt x="188497" y="64668"/>
                </a:cubicBezTo>
                <a:cubicBezTo>
                  <a:pt x="180421" y="78482"/>
                  <a:pt x="176383" y="92215"/>
                  <a:pt x="176383" y="105865"/>
                </a:cubicBezTo>
                <a:cubicBezTo>
                  <a:pt x="176383" y="112100"/>
                  <a:pt x="177953" y="116908"/>
                  <a:pt x="181092" y="120287"/>
                </a:cubicBezTo>
                <a:cubicBezTo>
                  <a:pt x="184231" y="123667"/>
                  <a:pt x="188187" y="125357"/>
                  <a:pt x="192960" y="125357"/>
                </a:cubicBezTo>
                <a:cubicBezTo>
                  <a:pt x="202181" y="125357"/>
                  <a:pt x="210829" y="118483"/>
                  <a:pt x="218905" y="104734"/>
                </a:cubicBezTo>
                <a:cubicBezTo>
                  <a:pt x="226981" y="90983"/>
                  <a:pt x="231019" y="77020"/>
                  <a:pt x="231019" y="62844"/>
                </a:cubicBezTo>
                <a:close/>
                <a:moveTo>
                  <a:pt x="327735" y="39039"/>
                </a:moveTo>
                <a:lnTo>
                  <a:pt x="321752" y="69251"/>
                </a:lnTo>
                <a:lnTo>
                  <a:pt x="318122" y="69251"/>
                </a:lnTo>
                <a:cubicBezTo>
                  <a:pt x="317795" y="60419"/>
                  <a:pt x="315932" y="53993"/>
                  <a:pt x="312531" y="49973"/>
                </a:cubicBezTo>
                <a:cubicBezTo>
                  <a:pt x="309131" y="45954"/>
                  <a:pt x="304913" y="43944"/>
                  <a:pt x="299878" y="43944"/>
                </a:cubicBezTo>
                <a:cubicBezTo>
                  <a:pt x="295823" y="43944"/>
                  <a:pt x="292603" y="45059"/>
                  <a:pt x="290216" y="47288"/>
                </a:cubicBezTo>
                <a:cubicBezTo>
                  <a:pt x="287829" y="49515"/>
                  <a:pt x="286636" y="52202"/>
                  <a:pt x="286636" y="55347"/>
                </a:cubicBezTo>
                <a:cubicBezTo>
                  <a:pt x="286636" y="57511"/>
                  <a:pt x="287110" y="59576"/>
                  <a:pt x="288058" y="61542"/>
                </a:cubicBezTo>
                <a:cubicBezTo>
                  <a:pt x="289006" y="63507"/>
                  <a:pt x="291082" y="66260"/>
                  <a:pt x="294287" y="69799"/>
                </a:cubicBezTo>
                <a:cubicBezTo>
                  <a:pt x="302788" y="79108"/>
                  <a:pt x="308281" y="86121"/>
                  <a:pt x="310766" y="90839"/>
                </a:cubicBezTo>
                <a:cubicBezTo>
                  <a:pt x="313251" y="95558"/>
                  <a:pt x="314493" y="100015"/>
                  <a:pt x="314493" y="104210"/>
                </a:cubicBezTo>
                <a:cubicBezTo>
                  <a:pt x="314493" y="111025"/>
                  <a:pt x="311665" y="117071"/>
                  <a:pt x="306008" y="122347"/>
                </a:cubicBezTo>
                <a:cubicBezTo>
                  <a:pt x="300352" y="127624"/>
                  <a:pt x="293208" y="130262"/>
                  <a:pt x="284576" y="130262"/>
                </a:cubicBezTo>
                <a:cubicBezTo>
                  <a:pt x="279868" y="130262"/>
                  <a:pt x="274440" y="129150"/>
                  <a:pt x="268293" y="126927"/>
                </a:cubicBezTo>
                <a:cubicBezTo>
                  <a:pt x="266135" y="126142"/>
                  <a:pt x="264468" y="125750"/>
                  <a:pt x="263291" y="125750"/>
                </a:cubicBezTo>
                <a:cubicBezTo>
                  <a:pt x="260348" y="125750"/>
                  <a:pt x="258125" y="127254"/>
                  <a:pt x="256621" y="130262"/>
                </a:cubicBezTo>
                <a:lnTo>
                  <a:pt x="252991" y="130262"/>
                </a:lnTo>
                <a:lnTo>
                  <a:pt x="258975" y="98285"/>
                </a:lnTo>
                <a:lnTo>
                  <a:pt x="262604" y="98285"/>
                </a:lnTo>
                <a:cubicBezTo>
                  <a:pt x="262996" y="108296"/>
                  <a:pt x="265056" y="115377"/>
                  <a:pt x="268784" y="119527"/>
                </a:cubicBezTo>
                <a:cubicBezTo>
                  <a:pt x="272511" y="123676"/>
                  <a:pt x="277612" y="125750"/>
                  <a:pt x="284085" y="125750"/>
                </a:cubicBezTo>
                <a:cubicBezTo>
                  <a:pt x="289055" y="125750"/>
                  <a:pt x="292995" y="124359"/>
                  <a:pt x="295905" y="121578"/>
                </a:cubicBezTo>
                <a:cubicBezTo>
                  <a:pt x="298815" y="118795"/>
                  <a:pt x="300270" y="115374"/>
                  <a:pt x="300270" y="111315"/>
                </a:cubicBezTo>
                <a:cubicBezTo>
                  <a:pt x="300270" y="108696"/>
                  <a:pt x="299747" y="106273"/>
                  <a:pt x="298701" y="104048"/>
                </a:cubicBezTo>
                <a:cubicBezTo>
                  <a:pt x="296870" y="100120"/>
                  <a:pt x="293028" y="94686"/>
                  <a:pt x="287175" y="87747"/>
                </a:cubicBezTo>
                <a:cubicBezTo>
                  <a:pt x="281323" y="80807"/>
                  <a:pt x="277563" y="75602"/>
                  <a:pt x="275895" y="72132"/>
                </a:cubicBezTo>
                <a:cubicBezTo>
                  <a:pt x="274228" y="68662"/>
                  <a:pt x="273394" y="65192"/>
                  <a:pt x="273394" y="61722"/>
                </a:cubicBezTo>
                <a:cubicBezTo>
                  <a:pt x="273394" y="55373"/>
                  <a:pt x="275699" y="50006"/>
                  <a:pt x="280309" y="45620"/>
                </a:cubicBezTo>
                <a:cubicBezTo>
                  <a:pt x="284919" y="41233"/>
                  <a:pt x="290854" y="39039"/>
                  <a:pt x="298112" y="39039"/>
                </a:cubicBezTo>
                <a:cubicBezTo>
                  <a:pt x="300205" y="39039"/>
                  <a:pt x="302101" y="39206"/>
                  <a:pt x="303801" y="39539"/>
                </a:cubicBezTo>
                <a:cubicBezTo>
                  <a:pt x="304717" y="39739"/>
                  <a:pt x="306858" y="40491"/>
                  <a:pt x="310226" y="41795"/>
                </a:cubicBezTo>
                <a:cubicBezTo>
                  <a:pt x="313594" y="43097"/>
                  <a:pt x="315834" y="43748"/>
                  <a:pt x="316945" y="43748"/>
                </a:cubicBezTo>
                <a:cubicBezTo>
                  <a:pt x="319757" y="43748"/>
                  <a:pt x="322111" y="42178"/>
                  <a:pt x="324008" y="39039"/>
                </a:cubicBezTo>
                <a:lnTo>
                  <a:pt x="327735" y="39039"/>
                </a:lnTo>
                <a:close/>
                <a:moveTo>
                  <a:pt x="405878" y="39039"/>
                </a:moveTo>
                <a:lnTo>
                  <a:pt x="399894" y="69251"/>
                </a:lnTo>
                <a:lnTo>
                  <a:pt x="396265" y="69251"/>
                </a:lnTo>
                <a:cubicBezTo>
                  <a:pt x="395938" y="60419"/>
                  <a:pt x="394075" y="53993"/>
                  <a:pt x="390674" y="49973"/>
                </a:cubicBezTo>
                <a:cubicBezTo>
                  <a:pt x="387274" y="45954"/>
                  <a:pt x="383056" y="43944"/>
                  <a:pt x="378021" y="43944"/>
                </a:cubicBezTo>
                <a:cubicBezTo>
                  <a:pt x="373966" y="43944"/>
                  <a:pt x="370746" y="45059"/>
                  <a:pt x="368359" y="47288"/>
                </a:cubicBezTo>
                <a:cubicBezTo>
                  <a:pt x="365972" y="49515"/>
                  <a:pt x="364779" y="52202"/>
                  <a:pt x="364779" y="55347"/>
                </a:cubicBezTo>
                <a:cubicBezTo>
                  <a:pt x="364779" y="57511"/>
                  <a:pt x="365253" y="59576"/>
                  <a:pt x="366201" y="61542"/>
                </a:cubicBezTo>
                <a:cubicBezTo>
                  <a:pt x="367149" y="63507"/>
                  <a:pt x="369225" y="66260"/>
                  <a:pt x="372430" y="69799"/>
                </a:cubicBezTo>
                <a:cubicBezTo>
                  <a:pt x="380931" y="79108"/>
                  <a:pt x="386424" y="86121"/>
                  <a:pt x="388909" y="90839"/>
                </a:cubicBezTo>
                <a:cubicBezTo>
                  <a:pt x="391393" y="95558"/>
                  <a:pt x="392636" y="100015"/>
                  <a:pt x="392636" y="104210"/>
                </a:cubicBezTo>
                <a:cubicBezTo>
                  <a:pt x="392636" y="111025"/>
                  <a:pt x="389808" y="117071"/>
                  <a:pt x="384151" y="122347"/>
                </a:cubicBezTo>
                <a:cubicBezTo>
                  <a:pt x="378495" y="127624"/>
                  <a:pt x="371351" y="130262"/>
                  <a:pt x="362719" y="130262"/>
                </a:cubicBezTo>
                <a:cubicBezTo>
                  <a:pt x="358011" y="130262"/>
                  <a:pt x="352583" y="129150"/>
                  <a:pt x="346436" y="126927"/>
                </a:cubicBezTo>
                <a:cubicBezTo>
                  <a:pt x="344278" y="126142"/>
                  <a:pt x="342611" y="125750"/>
                  <a:pt x="341434" y="125750"/>
                </a:cubicBezTo>
                <a:cubicBezTo>
                  <a:pt x="338491" y="125750"/>
                  <a:pt x="336268" y="127254"/>
                  <a:pt x="334764" y="130262"/>
                </a:cubicBezTo>
                <a:lnTo>
                  <a:pt x="331134" y="130262"/>
                </a:lnTo>
                <a:lnTo>
                  <a:pt x="337118" y="98285"/>
                </a:lnTo>
                <a:lnTo>
                  <a:pt x="340747" y="98285"/>
                </a:lnTo>
                <a:cubicBezTo>
                  <a:pt x="341139" y="108296"/>
                  <a:pt x="343199" y="115377"/>
                  <a:pt x="346927" y="119527"/>
                </a:cubicBezTo>
                <a:cubicBezTo>
                  <a:pt x="350654" y="123676"/>
                  <a:pt x="355755" y="125750"/>
                  <a:pt x="362228" y="125750"/>
                </a:cubicBezTo>
                <a:cubicBezTo>
                  <a:pt x="367198" y="125750"/>
                  <a:pt x="371138" y="124359"/>
                  <a:pt x="374048" y="121578"/>
                </a:cubicBezTo>
                <a:cubicBezTo>
                  <a:pt x="376958" y="118795"/>
                  <a:pt x="378413" y="115374"/>
                  <a:pt x="378413" y="111315"/>
                </a:cubicBezTo>
                <a:cubicBezTo>
                  <a:pt x="378413" y="108696"/>
                  <a:pt x="377890" y="106273"/>
                  <a:pt x="376844" y="104048"/>
                </a:cubicBezTo>
                <a:cubicBezTo>
                  <a:pt x="375013" y="100120"/>
                  <a:pt x="371171" y="94686"/>
                  <a:pt x="365318" y="87747"/>
                </a:cubicBezTo>
                <a:cubicBezTo>
                  <a:pt x="359466" y="80807"/>
                  <a:pt x="355705" y="75602"/>
                  <a:pt x="354038" y="72132"/>
                </a:cubicBezTo>
                <a:cubicBezTo>
                  <a:pt x="352370" y="68662"/>
                  <a:pt x="351537" y="65192"/>
                  <a:pt x="351537" y="61722"/>
                </a:cubicBezTo>
                <a:cubicBezTo>
                  <a:pt x="351537" y="55373"/>
                  <a:pt x="353842" y="50006"/>
                  <a:pt x="358452" y="45620"/>
                </a:cubicBezTo>
                <a:cubicBezTo>
                  <a:pt x="363062" y="41233"/>
                  <a:pt x="368996" y="39039"/>
                  <a:pt x="376255" y="39039"/>
                </a:cubicBezTo>
                <a:cubicBezTo>
                  <a:pt x="378348" y="39039"/>
                  <a:pt x="380244" y="39206"/>
                  <a:pt x="381944" y="39539"/>
                </a:cubicBezTo>
                <a:cubicBezTo>
                  <a:pt x="382860" y="39739"/>
                  <a:pt x="385001" y="40491"/>
                  <a:pt x="388369" y="41795"/>
                </a:cubicBezTo>
                <a:cubicBezTo>
                  <a:pt x="391737" y="43097"/>
                  <a:pt x="393976" y="43748"/>
                  <a:pt x="395088" y="43748"/>
                </a:cubicBezTo>
                <a:cubicBezTo>
                  <a:pt x="397900" y="43748"/>
                  <a:pt x="400254" y="42178"/>
                  <a:pt x="402150" y="39039"/>
                </a:cubicBezTo>
                <a:lnTo>
                  <a:pt x="405878" y="39039"/>
                </a:lnTo>
                <a:close/>
                <a:moveTo>
                  <a:pt x="456067" y="0"/>
                </a:moveTo>
                <a:cubicBezTo>
                  <a:pt x="458814" y="0"/>
                  <a:pt x="461135" y="948"/>
                  <a:pt x="463032" y="2845"/>
                </a:cubicBezTo>
                <a:cubicBezTo>
                  <a:pt x="464928" y="4741"/>
                  <a:pt x="465876" y="7062"/>
                  <a:pt x="465876" y="9809"/>
                </a:cubicBezTo>
                <a:cubicBezTo>
                  <a:pt x="465876" y="12490"/>
                  <a:pt x="464912" y="14795"/>
                  <a:pt x="462983" y="16724"/>
                </a:cubicBezTo>
                <a:cubicBezTo>
                  <a:pt x="461054" y="18653"/>
                  <a:pt x="458749" y="19618"/>
                  <a:pt x="456067" y="19618"/>
                </a:cubicBezTo>
                <a:cubicBezTo>
                  <a:pt x="453386" y="19618"/>
                  <a:pt x="451081" y="18653"/>
                  <a:pt x="449152" y="16724"/>
                </a:cubicBezTo>
                <a:cubicBezTo>
                  <a:pt x="447223" y="14795"/>
                  <a:pt x="446259" y="12490"/>
                  <a:pt x="446259" y="9809"/>
                </a:cubicBezTo>
                <a:cubicBezTo>
                  <a:pt x="446259" y="7062"/>
                  <a:pt x="447207" y="4741"/>
                  <a:pt x="449103" y="2845"/>
                </a:cubicBezTo>
                <a:cubicBezTo>
                  <a:pt x="451000" y="948"/>
                  <a:pt x="453321" y="0"/>
                  <a:pt x="456067" y="0"/>
                </a:cubicBezTo>
                <a:moveTo>
                  <a:pt x="457343" y="39039"/>
                </a:moveTo>
                <a:lnTo>
                  <a:pt x="437921" y="107833"/>
                </a:lnTo>
                <a:cubicBezTo>
                  <a:pt x="436613" y="112478"/>
                  <a:pt x="435959" y="115258"/>
                  <a:pt x="435959" y="116174"/>
                </a:cubicBezTo>
                <a:cubicBezTo>
                  <a:pt x="435959" y="117224"/>
                  <a:pt x="436270" y="118078"/>
                  <a:pt x="436891" y="118736"/>
                </a:cubicBezTo>
                <a:cubicBezTo>
                  <a:pt x="437512" y="119392"/>
                  <a:pt x="438248" y="119720"/>
                  <a:pt x="439098" y="119720"/>
                </a:cubicBezTo>
                <a:cubicBezTo>
                  <a:pt x="440079" y="119720"/>
                  <a:pt x="441256" y="119195"/>
                  <a:pt x="442629" y="118145"/>
                </a:cubicBezTo>
                <a:cubicBezTo>
                  <a:pt x="446357" y="115196"/>
                  <a:pt x="450117" y="111008"/>
                  <a:pt x="453910" y="105580"/>
                </a:cubicBezTo>
                <a:lnTo>
                  <a:pt x="457343" y="107836"/>
                </a:lnTo>
                <a:cubicBezTo>
                  <a:pt x="452896" y="114643"/>
                  <a:pt x="447665" y="120378"/>
                  <a:pt x="441648" y="125042"/>
                </a:cubicBezTo>
                <a:cubicBezTo>
                  <a:pt x="437202" y="128522"/>
                  <a:pt x="432951" y="130262"/>
                  <a:pt x="428897" y="130262"/>
                </a:cubicBezTo>
                <a:cubicBezTo>
                  <a:pt x="426216" y="130262"/>
                  <a:pt x="424025" y="129461"/>
                  <a:pt x="422325" y="127859"/>
                </a:cubicBezTo>
                <a:cubicBezTo>
                  <a:pt x="420625" y="126257"/>
                  <a:pt x="419775" y="124246"/>
                  <a:pt x="419775" y="121826"/>
                </a:cubicBezTo>
                <a:cubicBezTo>
                  <a:pt x="419775" y="119403"/>
                  <a:pt x="420592" y="115374"/>
                  <a:pt x="422227" y="109740"/>
                </a:cubicBezTo>
                <a:lnTo>
                  <a:pt x="434978" y="65719"/>
                </a:lnTo>
                <a:cubicBezTo>
                  <a:pt x="437071" y="58567"/>
                  <a:pt x="438117" y="54081"/>
                  <a:pt x="438117" y="52260"/>
                </a:cubicBezTo>
                <a:cubicBezTo>
                  <a:pt x="438117" y="50829"/>
                  <a:pt x="437610" y="49658"/>
                  <a:pt x="436597" y="48747"/>
                </a:cubicBezTo>
                <a:cubicBezTo>
                  <a:pt x="435583" y="47834"/>
                  <a:pt x="434194" y="47377"/>
                  <a:pt x="432428" y="47377"/>
                </a:cubicBezTo>
                <a:cubicBezTo>
                  <a:pt x="430989" y="47377"/>
                  <a:pt x="428014" y="47737"/>
                  <a:pt x="423502" y="48456"/>
                </a:cubicBezTo>
                <a:lnTo>
                  <a:pt x="423502" y="44532"/>
                </a:lnTo>
                <a:lnTo>
                  <a:pt x="457343" y="39039"/>
                </a:lnTo>
                <a:close/>
                <a:moveTo>
                  <a:pt x="511325" y="39039"/>
                </a:moveTo>
                <a:lnTo>
                  <a:pt x="498279" y="83805"/>
                </a:lnTo>
                <a:cubicBezTo>
                  <a:pt x="510508" y="65505"/>
                  <a:pt x="519875" y="53470"/>
                  <a:pt x="526382" y="47699"/>
                </a:cubicBezTo>
                <a:cubicBezTo>
                  <a:pt x="532888" y="41926"/>
                  <a:pt x="539150" y="39039"/>
                  <a:pt x="545166" y="39039"/>
                </a:cubicBezTo>
                <a:cubicBezTo>
                  <a:pt x="548435" y="39039"/>
                  <a:pt x="551133" y="40124"/>
                  <a:pt x="553258" y="42295"/>
                </a:cubicBezTo>
                <a:cubicBezTo>
                  <a:pt x="555383" y="44465"/>
                  <a:pt x="556446" y="47292"/>
                  <a:pt x="556446" y="50776"/>
                </a:cubicBezTo>
                <a:cubicBezTo>
                  <a:pt x="556446" y="54702"/>
                  <a:pt x="555498" y="59937"/>
                  <a:pt x="553601" y="66483"/>
                </a:cubicBezTo>
                <a:lnTo>
                  <a:pt x="541635" y="107809"/>
                </a:lnTo>
                <a:cubicBezTo>
                  <a:pt x="540261" y="112587"/>
                  <a:pt x="539575" y="115499"/>
                  <a:pt x="539575" y="116545"/>
                </a:cubicBezTo>
                <a:cubicBezTo>
                  <a:pt x="539575" y="117460"/>
                  <a:pt x="539836" y="118229"/>
                  <a:pt x="540359" y="118850"/>
                </a:cubicBezTo>
                <a:cubicBezTo>
                  <a:pt x="540882" y="119469"/>
                  <a:pt x="541438" y="119779"/>
                  <a:pt x="542027" y="119779"/>
                </a:cubicBezTo>
                <a:cubicBezTo>
                  <a:pt x="542812" y="119779"/>
                  <a:pt x="543760" y="119354"/>
                  <a:pt x="544871" y="118504"/>
                </a:cubicBezTo>
                <a:cubicBezTo>
                  <a:pt x="548337" y="115759"/>
                  <a:pt x="552130" y="111575"/>
                  <a:pt x="556250" y="105951"/>
                </a:cubicBezTo>
                <a:lnTo>
                  <a:pt x="559290" y="107815"/>
                </a:lnTo>
                <a:cubicBezTo>
                  <a:pt x="553209" y="116508"/>
                  <a:pt x="547454" y="122716"/>
                  <a:pt x="542027" y="126440"/>
                </a:cubicBezTo>
                <a:cubicBezTo>
                  <a:pt x="538234" y="128988"/>
                  <a:pt x="534834" y="130262"/>
                  <a:pt x="531826" y="130262"/>
                </a:cubicBezTo>
                <a:cubicBezTo>
                  <a:pt x="529406" y="130262"/>
                  <a:pt x="527477" y="129526"/>
                  <a:pt x="526038" y="128055"/>
                </a:cubicBezTo>
                <a:cubicBezTo>
                  <a:pt x="524600" y="126584"/>
                  <a:pt x="523880" y="124605"/>
                  <a:pt x="523880" y="122121"/>
                </a:cubicBezTo>
                <a:cubicBezTo>
                  <a:pt x="523880" y="118990"/>
                  <a:pt x="524992" y="113609"/>
                  <a:pt x="527215" y="105979"/>
                </a:cubicBezTo>
                <a:lnTo>
                  <a:pt x="538594" y="66657"/>
                </a:lnTo>
                <a:cubicBezTo>
                  <a:pt x="540032" y="61765"/>
                  <a:pt x="540752" y="57950"/>
                  <a:pt x="540752" y="55212"/>
                </a:cubicBezTo>
                <a:cubicBezTo>
                  <a:pt x="540752" y="53908"/>
                  <a:pt x="540327" y="52848"/>
                  <a:pt x="539477" y="52033"/>
                </a:cubicBezTo>
                <a:cubicBezTo>
                  <a:pt x="538626" y="51218"/>
                  <a:pt x="537580" y="50810"/>
                  <a:pt x="536338" y="50810"/>
                </a:cubicBezTo>
                <a:cubicBezTo>
                  <a:pt x="534507" y="50810"/>
                  <a:pt x="532316" y="51593"/>
                  <a:pt x="529766" y="53158"/>
                </a:cubicBezTo>
                <a:cubicBezTo>
                  <a:pt x="524927" y="56090"/>
                  <a:pt x="519891" y="60931"/>
                  <a:pt x="514660" y="67678"/>
                </a:cubicBezTo>
                <a:cubicBezTo>
                  <a:pt x="509429" y="74424"/>
                  <a:pt x="503903" y="83043"/>
                  <a:pt x="498083" y="93537"/>
                </a:cubicBezTo>
                <a:cubicBezTo>
                  <a:pt x="495010" y="99077"/>
                  <a:pt x="492459" y="105139"/>
                  <a:pt x="490432" y="111723"/>
                </a:cubicBezTo>
                <a:lnTo>
                  <a:pt x="485528" y="127908"/>
                </a:lnTo>
                <a:lnTo>
                  <a:pt x="470814" y="127908"/>
                </a:lnTo>
                <a:lnTo>
                  <a:pt x="488667" y="66308"/>
                </a:lnTo>
                <a:cubicBezTo>
                  <a:pt x="490759" y="58960"/>
                  <a:pt x="491805" y="54537"/>
                  <a:pt x="491805" y="53042"/>
                </a:cubicBezTo>
                <a:cubicBezTo>
                  <a:pt x="491805" y="51611"/>
                  <a:pt x="491233" y="50358"/>
                  <a:pt x="490089" y="49283"/>
                </a:cubicBezTo>
                <a:cubicBezTo>
                  <a:pt x="488944" y="48209"/>
                  <a:pt x="487522" y="47671"/>
                  <a:pt x="485822" y="47671"/>
                </a:cubicBezTo>
                <a:cubicBezTo>
                  <a:pt x="485037" y="47671"/>
                  <a:pt x="483664" y="47802"/>
                  <a:pt x="481702" y="48064"/>
                </a:cubicBezTo>
                <a:lnTo>
                  <a:pt x="477975" y="48652"/>
                </a:lnTo>
                <a:lnTo>
                  <a:pt x="477386" y="45121"/>
                </a:lnTo>
                <a:lnTo>
                  <a:pt x="511325" y="39039"/>
                </a:lnTo>
                <a:close/>
                <a:moveTo>
                  <a:pt x="672093" y="45121"/>
                </a:moveTo>
                <a:lnTo>
                  <a:pt x="669249" y="55322"/>
                </a:lnTo>
                <a:lnTo>
                  <a:pt x="652868" y="55322"/>
                </a:lnTo>
                <a:cubicBezTo>
                  <a:pt x="654110" y="58853"/>
                  <a:pt x="654731" y="62156"/>
                  <a:pt x="654731" y="65229"/>
                </a:cubicBezTo>
                <a:cubicBezTo>
                  <a:pt x="654731" y="73861"/>
                  <a:pt x="651069" y="81544"/>
                  <a:pt x="643745" y="88280"/>
                </a:cubicBezTo>
                <a:cubicBezTo>
                  <a:pt x="636356" y="95015"/>
                  <a:pt x="626220" y="98743"/>
                  <a:pt x="613338" y="99462"/>
                </a:cubicBezTo>
                <a:cubicBezTo>
                  <a:pt x="606406" y="101567"/>
                  <a:pt x="601208" y="104066"/>
                  <a:pt x="597742" y="106960"/>
                </a:cubicBezTo>
                <a:cubicBezTo>
                  <a:pt x="596434" y="108012"/>
                  <a:pt x="595780" y="109097"/>
                  <a:pt x="595780" y="110215"/>
                </a:cubicBezTo>
                <a:cubicBezTo>
                  <a:pt x="595780" y="111531"/>
                  <a:pt x="596369" y="112732"/>
                  <a:pt x="597546" y="113817"/>
                </a:cubicBezTo>
                <a:cubicBezTo>
                  <a:pt x="598723" y="114902"/>
                  <a:pt x="601698" y="116003"/>
                  <a:pt x="606472" y="117121"/>
                </a:cubicBezTo>
                <a:lnTo>
                  <a:pt x="625501" y="121498"/>
                </a:lnTo>
                <a:cubicBezTo>
                  <a:pt x="636029" y="123961"/>
                  <a:pt x="642993" y="126894"/>
                  <a:pt x="646394" y="130299"/>
                </a:cubicBezTo>
                <a:cubicBezTo>
                  <a:pt x="649729" y="133771"/>
                  <a:pt x="651396" y="137766"/>
                  <a:pt x="651396" y="142284"/>
                </a:cubicBezTo>
                <a:cubicBezTo>
                  <a:pt x="651396" y="147654"/>
                  <a:pt x="649418" y="152566"/>
                  <a:pt x="645462" y="157019"/>
                </a:cubicBezTo>
                <a:cubicBezTo>
                  <a:pt x="641506" y="161472"/>
                  <a:pt x="635718" y="164959"/>
                  <a:pt x="628100" y="167480"/>
                </a:cubicBezTo>
                <a:cubicBezTo>
                  <a:pt x="620482" y="170002"/>
                  <a:pt x="612063" y="171263"/>
                  <a:pt x="602842" y="171263"/>
                </a:cubicBezTo>
                <a:cubicBezTo>
                  <a:pt x="594734" y="171263"/>
                  <a:pt x="587344" y="170296"/>
                  <a:pt x="580674" y="168363"/>
                </a:cubicBezTo>
                <a:cubicBezTo>
                  <a:pt x="574004" y="166432"/>
                  <a:pt x="569231" y="163830"/>
                  <a:pt x="566353" y="160556"/>
                </a:cubicBezTo>
                <a:cubicBezTo>
                  <a:pt x="563476" y="157282"/>
                  <a:pt x="562037" y="153910"/>
                  <a:pt x="562037" y="150441"/>
                </a:cubicBezTo>
                <a:cubicBezTo>
                  <a:pt x="562037" y="147625"/>
                  <a:pt x="562969" y="144694"/>
                  <a:pt x="564833" y="141649"/>
                </a:cubicBezTo>
                <a:cubicBezTo>
                  <a:pt x="566697" y="138605"/>
                  <a:pt x="569034" y="136100"/>
                  <a:pt x="571846" y="134136"/>
                </a:cubicBezTo>
                <a:cubicBezTo>
                  <a:pt x="573612" y="132892"/>
                  <a:pt x="578614" y="129945"/>
                  <a:pt x="586854" y="125296"/>
                </a:cubicBezTo>
                <a:cubicBezTo>
                  <a:pt x="583846" y="122938"/>
                  <a:pt x="582342" y="120351"/>
                  <a:pt x="582342" y="117535"/>
                </a:cubicBezTo>
                <a:cubicBezTo>
                  <a:pt x="582342" y="114917"/>
                  <a:pt x="583666" y="112135"/>
                  <a:pt x="586314" y="109188"/>
                </a:cubicBezTo>
                <a:cubicBezTo>
                  <a:pt x="588963" y="106239"/>
                  <a:pt x="594570" y="102997"/>
                  <a:pt x="603137" y="99462"/>
                </a:cubicBezTo>
                <a:cubicBezTo>
                  <a:pt x="595943" y="98089"/>
                  <a:pt x="590238" y="95081"/>
                  <a:pt x="586020" y="90438"/>
                </a:cubicBezTo>
                <a:cubicBezTo>
                  <a:pt x="581802" y="85795"/>
                  <a:pt x="579693" y="80629"/>
                  <a:pt x="579693" y="74940"/>
                </a:cubicBezTo>
                <a:cubicBezTo>
                  <a:pt x="579693" y="65654"/>
                  <a:pt x="583764" y="57349"/>
                  <a:pt x="591905" y="50025"/>
                </a:cubicBezTo>
                <a:cubicBezTo>
                  <a:pt x="600047" y="42701"/>
                  <a:pt x="610886" y="39039"/>
                  <a:pt x="624422" y="39039"/>
                </a:cubicBezTo>
                <a:cubicBezTo>
                  <a:pt x="629326" y="39039"/>
                  <a:pt x="633348" y="39530"/>
                  <a:pt x="636487" y="40511"/>
                </a:cubicBezTo>
                <a:cubicBezTo>
                  <a:pt x="639626" y="41492"/>
                  <a:pt x="642666" y="43028"/>
                  <a:pt x="645609" y="45121"/>
                </a:cubicBezTo>
                <a:lnTo>
                  <a:pt x="672093" y="45121"/>
                </a:lnTo>
                <a:moveTo>
                  <a:pt x="638056" y="60524"/>
                </a:moveTo>
                <a:cubicBezTo>
                  <a:pt x="638056" y="55321"/>
                  <a:pt x="636601" y="51225"/>
                  <a:pt x="633691" y="48235"/>
                </a:cubicBezTo>
                <a:cubicBezTo>
                  <a:pt x="630781" y="45243"/>
                  <a:pt x="626972" y="43748"/>
                  <a:pt x="622264" y="43748"/>
                </a:cubicBezTo>
                <a:cubicBezTo>
                  <a:pt x="614875" y="43748"/>
                  <a:pt x="608777" y="47437"/>
                  <a:pt x="603970" y="54816"/>
                </a:cubicBezTo>
                <a:cubicBezTo>
                  <a:pt x="599164" y="62195"/>
                  <a:pt x="596761" y="69884"/>
                  <a:pt x="596761" y="77882"/>
                </a:cubicBezTo>
                <a:cubicBezTo>
                  <a:pt x="596761" y="82889"/>
                  <a:pt x="598298" y="86985"/>
                  <a:pt x="601371" y="90171"/>
                </a:cubicBezTo>
                <a:cubicBezTo>
                  <a:pt x="604445" y="93357"/>
                  <a:pt x="608172" y="94950"/>
                  <a:pt x="612553" y="94950"/>
                </a:cubicBezTo>
                <a:cubicBezTo>
                  <a:pt x="616019" y="94950"/>
                  <a:pt x="619370" y="94008"/>
                  <a:pt x="622607" y="92124"/>
                </a:cubicBezTo>
                <a:cubicBezTo>
                  <a:pt x="625844" y="90238"/>
                  <a:pt x="628574" y="87636"/>
                  <a:pt x="630798" y="84320"/>
                </a:cubicBezTo>
                <a:cubicBezTo>
                  <a:pt x="633021" y="81003"/>
                  <a:pt x="634787" y="76777"/>
                  <a:pt x="636094" y="71642"/>
                </a:cubicBezTo>
                <a:cubicBezTo>
                  <a:pt x="637402" y="66504"/>
                  <a:pt x="638056" y="62798"/>
                  <a:pt x="638056" y="60524"/>
                </a:cubicBezTo>
                <a:moveTo>
                  <a:pt x="591072" y="127850"/>
                </a:moveTo>
                <a:cubicBezTo>
                  <a:pt x="585775" y="130273"/>
                  <a:pt x="581770" y="133384"/>
                  <a:pt x="579056" y="137183"/>
                </a:cubicBezTo>
                <a:cubicBezTo>
                  <a:pt x="576342" y="140982"/>
                  <a:pt x="574985" y="144715"/>
                  <a:pt x="574985" y="148381"/>
                </a:cubicBezTo>
                <a:cubicBezTo>
                  <a:pt x="574985" y="152705"/>
                  <a:pt x="576947" y="156275"/>
                  <a:pt x="580871" y="159091"/>
                </a:cubicBezTo>
                <a:cubicBezTo>
                  <a:pt x="586494" y="163151"/>
                  <a:pt x="594734" y="165182"/>
                  <a:pt x="605589" y="165182"/>
                </a:cubicBezTo>
                <a:cubicBezTo>
                  <a:pt x="614940" y="165182"/>
                  <a:pt x="622934" y="163593"/>
                  <a:pt x="629572" y="160415"/>
                </a:cubicBezTo>
                <a:cubicBezTo>
                  <a:pt x="636209" y="157239"/>
                  <a:pt x="639528" y="153130"/>
                  <a:pt x="639528" y="148086"/>
                </a:cubicBezTo>
                <a:cubicBezTo>
                  <a:pt x="639528" y="145532"/>
                  <a:pt x="638301" y="143108"/>
                  <a:pt x="635849" y="140816"/>
                </a:cubicBezTo>
                <a:cubicBezTo>
                  <a:pt x="633397" y="138523"/>
                  <a:pt x="628640" y="136656"/>
                  <a:pt x="621577" y="135215"/>
                </a:cubicBezTo>
                <a:cubicBezTo>
                  <a:pt x="617719" y="134431"/>
                  <a:pt x="607551" y="131975"/>
                  <a:pt x="591072" y="127850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DCE38-8707-41A1-A97A-760DB8D1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055" y="3746845"/>
            <a:ext cx="734974" cy="337952"/>
          </a:xfrm>
          <a:custGeom xmlns:a="http://schemas.openxmlformats.org/drawingml/2006/main">
            <a:pathLst>
              <a:path w="734974" h="337952">
                <a:moveTo>
                  <a:pt x="6830" y="0"/>
                </a:moveTo>
                <a:lnTo>
                  <a:pt x="0" y="15276"/>
                </a:lnTo>
                <a:lnTo>
                  <a:pt x="629604" y="294590"/>
                </a:lnTo>
                <a:lnTo>
                  <a:pt x="610363" y="337952"/>
                </a:lnTo>
                <a:lnTo>
                  <a:pt x="734974" y="332194"/>
                </a:lnTo>
                <a:lnTo>
                  <a:pt x="655629" y="235938"/>
                </a:lnTo>
                <a:lnTo>
                  <a:pt x="636392" y="279291"/>
                </a:lnTo>
                <a:lnTo>
                  <a:pt x="68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23ecd6e254d23"/>
          <a:stretch xmlns:a="http://schemas.openxmlformats.org/drawingml/2006/main"/>
        </p:blipFill>
        <p:spPr>
          <a:xfrm xmlns:a="http://schemas.openxmlformats.org/drawingml/2006/main">
            <a:off x="8274622" y="4169652"/>
            <a:ext cx="717935" cy="462037"/>
          </a:xfrm>
          <a:prstGeom xmlns:a="http://schemas.openxmlformats.org/drawingml/2006/main" prst="rect">
            <a:avLst/>
          </a:prstGeom>
        </p:spPr>
      </p:pic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3E5DF-FA16-44CA-98D7-788730A9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995" y="4169652"/>
            <a:ext cx="723189" cy="462037"/>
          </a:xfrm>
          <a:custGeom xmlns:a="http://schemas.openxmlformats.org/drawingml/2006/main">
            <a:pathLst>
              <a:path w="723189" h="462037" fill="none">
                <a:moveTo>
                  <a:pt x="723189" y="76997"/>
                </a:moveTo>
                <a:cubicBezTo>
                  <a:pt x="723189" y="34490"/>
                  <a:pt x="688690" y="0"/>
                  <a:pt x="646174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46174" y="462037"/>
                </a:lnTo>
                <a:cubicBezTo>
                  <a:pt x="688690" y="462037"/>
                  <a:pt x="723189" y="427539"/>
                  <a:pt x="723189" y="385022"/>
                </a:cubicBezTo>
                <a:lnTo>
                  <a:pt x="723189" y="76997"/>
                </a:lnTo>
                <a:close/>
                <a:moveTo>
                  <a:pt x="723189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B9A91-3A36-4221-99DD-4AE2FBAB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995" y="4531246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90" name="Text TS">
            <a:extLst xmlns:a="http://schemas.openxmlformats.org/drawingml/2006/main">
              <a:ext uri="{FF2B5EF4-FFF2-40B4-BE49-F238E27FC236}">
                <a16:creationId xmlns:a16="http://schemas.microsoft.com/office/drawing/2014/main" id="{6D82B678-0A54-488C-8189-449B58B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813" y="4284804"/>
            <a:ext cx="230412" cy="138894"/>
          </a:xfrm>
          <a:custGeom xmlns:a="http://schemas.openxmlformats.org/drawingml/2006/main">
            <a:pathLst>
              <a:path w="230412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4" y="0"/>
                </a:moveTo>
                <a:lnTo>
                  <a:pt x="222173" y="44336"/>
                </a:lnTo>
                <a:lnTo>
                  <a:pt x="218151" y="44336"/>
                </a:lnTo>
                <a:cubicBezTo>
                  <a:pt x="216255" y="33248"/>
                  <a:pt x="211595" y="24329"/>
                  <a:pt x="204173" y="17579"/>
                </a:cubicBezTo>
                <a:cubicBezTo>
                  <a:pt x="196751" y="10830"/>
                  <a:pt x="188724" y="7455"/>
                  <a:pt x="180092" y="7455"/>
                </a:cubicBezTo>
                <a:cubicBezTo>
                  <a:pt x="173422" y="7455"/>
                  <a:pt x="168142" y="9232"/>
                  <a:pt x="164251" y="12785"/>
                </a:cubicBezTo>
                <a:cubicBezTo>
                  <a:pt x="160360" y="16337"/>
                  <a:pt x="158415" y="20427"/>
                  <a:pt x="158415" y="25056"/>
                </a:cubicBezTo>
                <a:cubicBezTo>
                  <a:pt x="158415" y="27988"/>
                  <a:pt x="159101" y="30596"/>
                  <a:pt x="160475" y="32878"/>
                </a:cubicBezTo>
                <a:cubicBezTo>
                  <a:pt x="162371" y="35941"/>
                  <a:pt x="165412" y="38972"/>
                  <a:pt x="169597" y="41970"/>
                </a:cubicBezTo>
                <a:cubicBezTo>
                  <a:pt x="172670" y="44122"/>
                  <a:pt x="179766" y="47936"/>
                  <a:pt x="190882" y="53412"/>
                </a:cubicBezTo>
                <a:cubicBezTo>
                  <a:pt x="206446" y="61039"/>
                  <a:pt x="216941" y="68243"/>
                  <a:pt x="222369" y="75026"/>
                </a:cubicBezTo>
                <a:cubicBezTo>
                  <a:pt x="227731" y="81806"/>
                  <a:pt x="230412" y="89565"/>
                  <a:pt x="230412" y="98303"/>
                </a:cubicBezTo>
                <a:cubicBezTo>
                  <a:pt x="230412" y="109387"/>
                  <a:pt x="226080" y="118923"/>
                  <a:pt x="217415" y="126912"/>
                </a:cubicBezTo>
                <a:cubicBezTo>
                  <a:pt x="208751" y="134900"/>
                  <a:pt x="197748" y="138894"/>
                  <a:pt x="184408" y="138894"/>
                </a:cubicBezTo>
                <a:cubicBezTo>
                  <a:pt x="180223" y="138894"/>
                  <a:pt x="176267" y="138469"/>
                  <a:pt x="172540" y="137619"/>
                </a:cubicBezTo>
                <a:cubicBezTo>
                  <a:pt x="168812" y="136768"/>
                  <a:pt x="164137" y="135166"/>
                  <a:pt x="158513" y="132812"/>
                </a:cubicBezTo>
                <a:cubicBezTo>
                  <a:pt x="155374" y="131504"/>
                  <a:pt x="152791" y="130850"/>
                  <a:pt x="150764" y="130850"/>
                </a:cubicBezTo>
                <a:cubicBezTo>
                  <a:pt x="149064" y="130850"/>
                  <a:pt x="147265" y="131513"/>
                  <a:pt x="145369" y="132837"/>
                </a:cubicBezTo>
                <a:cubicBezTo>
                  <a:pt x="143473" y="134161"/>
                  <a:pt x="141936" y="136180"/>
                  <a:pt x="140759" y="138894"/>
                </a:cubicBezTo>
                <a:lnTo>
                  <a:pt x="137130" y="138894"/>
                </a:lnTo>
                <a:lnTo>
                  <a:pt x="137130" y="88672"/>
                </a:lnTo>
                <a:lnTo>
                  <a:pt x="140759" y="88672"/>
                </a:lnTo>
                <a:cubicBezTo>
                  <a:pt x="143636" y="102764"/>
                  <a:pt x="149178" y="113513"/>
                  <a:pt x="157385" y="120919"/>
                </a:cubicBezTo>
                <a:cubicBezTo>
                  <a:pt x="165592" y="128325"/>
                  <a:pt x="174436" y="132027"/>
                  <a:pt x="183918" y="132027"/>
                </a:cubicBezTo>
                <a:cubicBezTo>
                  <a:pt x="191242" y="132027"/>
                  <a:pt x="197078" y="130039"/>
                  <a:pt x="201427" y="126062"/>
                </a:cubicBezTo>
                <a:cubicBezTo>
                  <a:pt x="205775" y="122086"/>
                  <a:pt x="207950" y="117457"/>
                  <a:pt x="207950" y="112177"/>
                </a:cubicBezTo>
                <a:cubicBezTo>
                  <a:pt x="207950" y="109048"/>
                  <a:pt x="207116" y="106018"/>
                  <a:pt x="205448" y="103085"/>
                </a:cubicBezTo>
                <a:cubicBezTo>
                  <a:pt x="203781" y="100151"/>
                  <a:pt x="201247" y="97363"/>
                  <a:pt x="197847" y="94723"/>
                </a:cubicBezTo>
                <a:cubicBezTo>
                  <a:pt x="194446" y="92083"/>
                  <a:pt x="188430" y="88645"/>
                  <a:pt x="179798" y="84408"/>
                </a:cubicBezTo>
                <a:cubicBezTo>
                  <a:pt x="167701" y="78476"/>
                  <a:pt x="159003" y="73420"/>
                  <a:pt x="153707" y="69241"/>
                </a:cubicBezTo>
                <a:cubicBezTo>
                  <a:pt x="148410" y="65062"/>
                  <a:pt x="144339" y="60394"/>
                  <a:pt x="141495" y="55236"/>
                </a:cubicBezTo>
                <a:cubicBezTo>
                  <a:pt x="138650" y="50078"/>
                  <a:pt x="137228" y="44398"/>
                  <a:pt x="137228" y="38196"/>
                </a:cubicBezTo>
                <a:cubicBezTo>
                  <a:pt x="137228" y="27619"/>
                  <a:pt x="141119" y="18609"/>
                  <a:pt x="148900" y="11167"/>
                </a:cubicBezTo>
                <a:cubicBezTo>
                  <a:pt x="156682" y="3722"/>
                  <a:pt x="166491" y="0"/>
                  <a:pt x="178327" y="0"/>
                </a:cubicBezTo>
                <a:cubicBezTo>
                  <a:pt x="182643" y="0"/>
                  <a:pt x="186828" y="529"/>
                  <a:pt x="190882" y="1588"/>
                </a:cubicBezTo>
                <a:cubicBezTo>
                  <a:pt x="193956" y="2381"/>
                  <a:pt x="197699" y="3851"/>
                  <a:pt x="202113" y="5999"/>
                </a:cubicBezTo>
                <a:cubicBezTo>
                  <a:pt x="206527" y="8146"/>
                  <a:pt x="209617" y="9220"/>
                  <a:pt x="211383" y="9220"/>
                </a:cubicBezTo>
                <a:cubicBezTo>
                  <a:pt x="213083" y="9220"/>
                  <a:pt x="214424" y="8692"/>
                  <a:pt x="215404" y="7636"/>
                </a:cubicBezTo>
                <a:cubicBezTo>
                  <a:pt x="216385" y="6577"/>
                  <a:pt x="217301" y="4032"/>
                  <a:pt x="218151" y="0"/>
                </a:cubicBezTo>
                <a:lnTo>
                  <a:pt x="221094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1">
            <a:extLst xmlns:a="http://schemas.openxmlformats.org/drawingml/2006/main">
              <a:ext uri="{FF2B5EF4-FFF2-40B4-BE49-F238E27FC236}">
                <a16:creationId xmlns:a16="http://schemas.microsoft.com/office/drawing/2014/main" id="{40F399EB-1BD2-4BE5-854C-55FD0EF5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909" y="4377125"/>
            <a:ext cx="47867" cy="90503"/>
          </a:xfrm>
          <a:custGeom xmlns:a="http://schemas.openxmlformats.org/drawingml/2006/main">
            <a:pathLst>
              <a:path w="47867" h="90503">
                <a:moveTo>
                  <a:pt x="34789" y="0"/>
                </a:moveTo>
                <a:lnTo>
                  <a:pt x="34789" y="72455"/>
                </a:lnTo>
                <a:cubicBezTo>
                  <a:pt x="34789" y="77951"/>
                  <a:pt x="35029" y="81457"/>
                  <a:pt x="35508" y="82973"/>
                </a:cubicBezTo>
                <a:cubicBezTo>
                  <a:pt x="35988" y="84489"/>
                  <a:pt x="36990" y="85731"/>
                  <a:pt x="38516" y="86698"/>
                </a:cubicBezTo>
                <a:cubicBezTo>
                  <a:pt x="40042" y="87665"/>
                  <a:pt x="42483" y="88149"/>
                  <a:pt x="45840" y="88149"/>
                </a:cubicBezTo>
                <a:lnTo>
                  <a:pt x="47867" y="88149"/>
                </a:lnTo>
                <a:lnTo>
                  <a:pt x="47867" y="90503"/>
                </a:lnTo>
                <a:lnTo>
                  <a:pt x="1177" y="90503"/>
                </a:lnTo>
                <a:lnTo>
                  <a:pt x="1177" y="88149"/>
                </a:lnTo>
                <a:lnTo>
                  <a:pt x="3531" y="88149"/>
                </a:lnTo>
                <a:cubicBezTo>
                  <a:pt x="7324" y="88149"/>
                  <a:pt x="10027" y="87710"/>
                  <a:pt x="11640" y="86831"/>
                </a:cubicBezTo>
                <a:cubicBezTo>
                  <a:pt x="13253" y="85951"/>
                  <a:pt x="14343" y="84742"/>
                  <a:pt x="14909" y="83204"/>
                </a:cubicBezTo>
                <a:cubicBezTo>
                  <a:pt x="15476" y="81664"/>
                  <a:pt x="15760" y="78081"/>
                  <a:pt x="15760" y="72455"/>
                </a:cubicBezTo>
                <a:lnTo>
                  <a:pt x="15760" y="26549"/>
                </a:lnTo>
                <a:cubicBezTo>
                  <a:pt x="15760" y="22451"/>
                  <a:pt x="15563" y="19890"/>
                  <a:pt x="15171" y="18866"/>
                </a:cubicBezTo>
                <a:cubicBezTo>
                  <a:pt x="14779" y="17841"/>
                  <a:pt x="14048" y="16969"/>
                  <a:pt x="12980" y="16250"/>
                </a:cubicBezTo>
                <a:cubicBezTo>
                  <a:pt x="11912" y="15531"/>
                  <a:pt x="10681" y="15171"/>
                  <a:pt x="9286" y="15171"/>
                </a:cubicBezTo>
                <a:cubicBezTo>
                  <a:pt x="7062" y="15171"/>
                  <a:pt x="4360" y="15869"/>
                  <a:pt x="1177" y="17264"/>
                </a:cubicBezTo>
                <a:lnTo>
                  <a:pt x="0" y="14910"/>
                </a:lnTo>
                <a:lnTo>
                  <a:pt x="32631" y="0"/>
                </a:lnTo>
                <a:lnTo>
                  <a:pt x="34789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98b951ff244c4"/>
          <a:stretch xmlns:a="http://schemas.openxmlformats.org/drawingml/2006/main"/>
        </p:blipFill>
        <p:spPr>
          <a:xfrm xmlns:a="http://schemas.openxmlformats.org/drawingml/2006/main">
            <a:off x="9004301" y="3292450"/>
            <a:ext cx="725043" cy="462037"/>
          </a:xfrm>
          <a:prstGeom xmlns:a="http://schemas.openxmlformats.org/drawingml/2006/main" prst="rect">
            <a:avLst/>
          </a:prstGeom>
        </p:spPr>
      </p:pic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68ADF-32AC-4D7E-AEC5-74CB97BE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880" y="3292450"/>
            <a:ext cx="729885" cy="462037"/>
          </a:xfrm>
          <a:custGeom xmlns:a="http://schemas.openxmlformats.org/drawingml/2006/main">
            <a:pathLst>
              <a:path w="729885" h="462037" fill="none">
                <a:moveTo>
                  <a:pt x="729885" y="76997"/>
                </a:moveTo>
                <a:cubicBezTo>
                  <a:pt x="729885" y="34490"/>
                  <a:pt x="695386" y="0"/>
                  <a:pt x="652870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52870" y="462037"/>
                </a:lnTo>
                <a:cubicBezTo>
                  <a:pt x="695386" y="462037"/>
                  <a:pt x="729885" y="427539"/>
                  <a:pt x="729885" y="385022"/>
                </a:cubicBezTo>
                <a:lnTo>
                  <a:pt x="729885" y="76997"/>
                </a:lnTo>
                <a:close/>
                <a:moveTo>
                  <a:pt x="729885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0B331-66EF-4AF1-A644-3660E8B3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880" y="3660741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195" name="Text OS">
            <a:extLst xmlns:a="http://schemas.openxmlformats.org/drawingml/2006/main">
              <a:ext uri="{FF2B5EF4-FFF2-40B4-BE49-F238E27FC236}">
                <a16:creationId xmlns:a16="http://schemas.microsoft.com/office/drawing/2014/main" id="{9999E632-0FEA-496F-9079-4A5E80DF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80" y="3427691"/>
            <a:ext cx="252122" cy="138894"/>
          </a:xfrm>
          <a:custGeom xmlns:a="http://schemas.openxmlformats.org/drawingml/2006/main">
            <a:pathLst>
              <a:path w="252122" h="138894">
                <a:moveTo>
                  <a:pt x="69741" y="981"/>
                </a:moveTo>
                <a:cubicBezTo>
                  <a:pt x="90928" y="196"/>
                  <a:pt x="108143" y="6376"/>
                  <a:pt x="121385" y="19520"/>
                </a:cubicBezTo>
                <a:cubicBezTo>
                  <a:pt x="134627" y="32664"/>
                  <a:pt x="141248" y="49110"/>
                  <a:pt x="141248" y="68858"/>
                </a:cubicBezTo>
                <a:cubicBezTo>
                  <a:pt x="141248" y="85730"/>
                  <a:pt x="136311" y="100574"/>
                  <a:pt x="126436" y="113391"/>
                </a:cubicBezTo>
                <a:cubicBezTo>
                  <a:pt x="113358" y="130393"/>
                  <a:pt x="94885" y="138894"/>
                  <a:pt x="71016" y="138894"/>
                </a:cubicBezTo>
                <a:cubicBezTo>
                  <a:pt x="47083" y="138894"/>
                  <a:pt x="28577" y="130785"/>
                  <a:pt x="15498" y="114568"/>
                </a:cubicBezTo>
                <a:cubicBezTo>
                  <a:pt x="5166" y="101751"/>
                  <a:pt x="0" y="86547"/>
                  <a:pt x="0" y="68956"/>
                </a:cubicBezTo>
                <a:cubicBezTo>
                  <a:pt x="0" y="49208"/>
                  <a:pt x="6719" y="32745"/>
                  <a:pt x="20157" y="19569"/>
                </a:cubicBezTo>
                <a:cubicBezTo>
                  <a:pt x="33595" y="6392"/>
                  <a:pt x="50123" y="196"/>
                  <a:pt x="69741" y="981"/>
                </a:cubicBezTo>
                <a:moveTo>
                  <a:pt x="70918" y="7259"/>
                </a:moveTo>
                <a:cubicBezTo>
                  <a:pt x="58755" y="7259"/>
                  <a:pt x="49502" y="13466"/>
                  <a:pt x="43159" y="25880"/>
                </a:cubicBezTo>
                <a:cubicBezTo>
                  <a:pt x="37993" y="36073"/>
                  <a:pt x="35410" y="50710"/>
                  <a:pt x="35410" y="69790"/>
                </a:cubicBezTo>
                <a:cubicBezTo>
                  <a:pt x="35410" y="92463"/>
                  <a:pt x="39399" y="109223"/>
                  <a:pt x="47377" y="120070"/>
                </a:cubicBezTo>
                <a:cubicBezTo>
                  <a:pt x="52935" y="127649"/>
                  <a:pt x="60717" y="131439"/>
                  <a:pt x="70722" y="131439"/>
                </a:cubicBezTo>
                <a:cubicBezTo>
                  <a:pt x="77457" y="131439"/>
                  <a:pt x="83081" y="129805"/>
                  <a:pt x="87593" y="126538"/>
                </a:cubicBezTo>
                <a:cubicBezTo>
                  <a:pt x="93348" y="122357"/>
                  <a:pt x="97827" y="115676"/>
                  <a:pt x="101031" y="106497"/>
                </a:cubicBezTo>
                <a:cubicBezTo>
                  <a:pt x="104236" y="97315"/>
                  <a:pt x="105838" y="85341"/>
                  <a:pt x="105838" y="70575"/>
                </a:cubicBezTo>
                <a:cubicBezTo>
                  <a:pt x="105838" y="52997"/>
                  <a:pt x="104203" y="39847"/>
                  <a:pt x="100933" y="31125"/>
                </a:cubicBezTo>
                <a:cubicBezTo>
                  <a:pt x="97664" y="22401"/>
                  <a:pt x="93495" y="16243"/>
                  <a:pt x="88427" y="12650"/>
                </a:cubicBezTo>
                <a:cubicBezTo>
                  <a:pt x="83359" y="9056"/>
                  <a:pt x="77523" y="7259"/>
                  <a:pt x="70918" y="7259"/>
                </a:cubicBezTo>
                <a:close/>
                <a:moveTo>
                  <a:pt x="242803" y="0"/>
                </a:moveTo>
                <a:lnTo>
                  <a:pt x="243882" y="44336"/>
                </a:lnTo>
                <a:lnTo>
                  <a:pt x="239861" y="44336"/>
                </a:lnTo>
                <a:cubicBezTo>
                  <a:pt x="237964" y="33248"/>
                  <a:pt x="233305" y="24329"/>
                  <a:pt x="225883" y="17579"/>
                </a:cubicBezTo>
                <a:cubicBezTo>
                  <a:pt x="218461" y="10830"/>
                  <a:pt x="210434" y="7455"/>
                  <a:pt x="201802" y="7455"/>
                </a:cubicBezTo>
                <a:cubicBezTo>
                  <a:pt x="195132" y="7455"/>
                  <a:pt x="189852" y="9232"/>
                  <a:pt x="185961" y="12785"/>
                </a:cubicBezTo>
                <a:cubicBezTo>
                  <a:pt x="182070" y="16337"/>
                  <a:pt x="180125" y="20427"/>
                  <a:pt x="180125" y="25056"/>
                </a:cubicBezTo>
                <a:cubicBezTo>
                  <a:pt x="180125" y="27988"/>
                  <a:pt x="180811" y="30596"/>
                  <a:pt x="182184" y="32878"/>
                </a:cubicBezTo>
                <a:cubicBezTo>
                  <a:pt x="184081" y="35941"/>
                  <a:pt x="187122" y="38972"/>
                  <a:pt x="191307" y="41970"/>
                </a:cubicBezTo>
                <a:cubicBezTo>
                  <a:pt x="194380" y="44122"/>
                  <a:pt x="201475" y="47936"/>
                  <a:pt x="212592" y="53412"/>
                </a:cubicBezTo>
                <a:cubicBezTo>
                  <a:pt x="228155" y="61039"/>
                  <a:pt x="238651" y="68243"/>
                  <a:pt x="244078" y="75026"/>
                </a:cubicBezTo>
                <a:cubicBezTo>
                  <a:pt x="249441" y="81806"/>
                  <a:pt x="252122" y="89565"/>
                  <a:pt x="252122" y="98303"/>
                </a:cubicBezTo>
                <a:cubicBezTo>
                  <a:pt x="252122" y="109387"/>
                  <a:pt x="247789" y="118923"/>
                  <a:pt x="239125" y="126912"/>
                </a:cubicBezTo>
                <a:cubicBezTo>
                  <a:pt x="230460" y="134900"/>
                  <a:pt x="219458" y="138894"/>
                  <a:pt x="206118" y="138894"/>
                </a:cubicBezTo>
                <a:cubicBezTo>
                  <a:pt x="201933" y="138894"/>
                  <a:pt x="197977" y="138469"/>
                  <a:pt x="194249" y="137619"/>
                </a:cubicBezTo>
                <a:cubicBezTo>
                  <a:pt x="190522" y="136768"/>
                  <a:pt x="185846" y="135166"/>
                  <a:pt x="180223" y="132812"/>
                </a:cubicBezTo>
                <a:cubicBezTo>
                  <a:pt x="177084" y="131504"/>
                  <a:pt x="174501" y="130850"/>
                  <a:pt x="172474" y="130850"/>
                </a:cubicBezTo>
                <a:cubicBezTo>
                  <a:pt x="170773" y="130850"/>
                  <a:pt x="168975" y="131513"/>
                  <a:pt x="167079" y="132837"/>
                </a:cubicBezTo>
                <a:cubicBezTo>
                  <a:pt x="165182" y="134161"/>
                  <a:pt x="163646" y="136180"/>
                  <a:pt x="162469" y="138894"/>
                </a:cubicBezTo>
                <a:lnTo>
                  <a:pt x="158839" y="138894"/>
                </a:lnTo>
                <a:lnTo>
                  <a:pt x="158839" y="88672"/>
                </a:lnTo>
                <a:lnTo>
                  <a:pt x="162469" y="88672"/>
                </a:lnTo>
                <a:cubicBezTo>
                  <a:pt x="165346" y="102764"/>
                  <a:pt x="170888" y="113513"/>
                  <a:pt x="179095" y="120919"/>
                </a:cubicBezTo>
                <a:cubicBezTo>
                  <a:pt x="187301" y="128325"/>
                  <a:pt x="196146" y="132027"/>
                  <a:pt x="205628" y="132027"/>
                </a:cubicBezTo>
                <a:cubicBezTo>
                  <a:pt x="212952" y="132027"/>
                  <a:pt x="218788" y="130039"/>
                  <a:pt x="223136" y="126062"/>
                </a:cubicBezTo>
                <a:cubicBezTo>
                  <a:pt x="227485" y="122086"/>
                  <a:pt x="229659" y="117457"/>
                  <a:pt x="229659" y="112177"/>
                </a:cubicBezTo>
                <a:cubicBezTo>
                  <a:pt x="229659" y="109048"/>
                  <a:pt x="228826" y="106018"/>
                  <a:pt x="227158" y="103085"/>
                </a:cubicBezTo>
                <a:cubicBezTo>
                  <a:pt x="225491" y="100151"/>
                  <a:pt x="222957" y="97363"/>
                  <a:pt x="219556" y="94723"/>
                </a:cubicBezTo>
                <a:cubicBezTo>
                  <a:pt x="216156" y="92083"/>
                  <a:pt x="210140" y="88645"/>
                  <a:pt x="201508" y="84408"/>
                </a:cubicBezTo>
                <a:cubicBezTo>
                  <a:pt x="189410" y="78476"/>
                  <a:pt x="180713" y="73420"/>
                  <a:pt x="175416" y="69241"/>
                </a:cubicBezTo>
                <a:cubicBezTo>
                  <a:pt x="170119" y="65062"/>
                  <a:pt x="166049" y="60394"/>
                  <a:pt x="163204" y="55236"/>
                </a:cubicBezTo>
                <a:cubicBezTo>
                  <a:pt x="160360" y="50078"/>
                  <a:pt x="158937" y="44398"/>
                  <a:pt x="158937" y="38196"/>
                </a:cubicBezTo>
                <a:cubicBezTo>
                  <a:pt x="158937" y="27619"/>
                  <a:pt x="162828" y="18609"/>
                  <a:pt x="170610" y="11167"/>
                </a:cubicBezTo>
                <a:cubicBezTo>
                  <a:pt x="178392" y="3722"/>
                  <a:pt x="188201" y="0"/>
                  <a:pt x="200037" y="0"/>
                </a:cubicBezTo>
                <a:cubicBezTo>
                  <a:pt x="204352" y="0"/>
                  <a:pt x="208538" y="529"/>
                  <a:pt x="212592" y="1588"/>
                </a:cubicBezTo>
                <a:cubicBezTo>
                  <a:pt x="215665" y="2381"/>
                  <a:pt x="219409" y="3851"/>
                  <a:pt x="223823" y="5999"/>
                </a:cubicBezTo>
                <a:cubicBezTo>
                  <a:pt x="228237" y="8146"/>
                  <a:pt x="231327" y="9220"/>
                  <a:pt x="233092" y="9220"/>
                </a:cubicBezTo>
                <a:cubicBezTo>
                  <a:pt x="234793" y="9220"/>
                  <a:pt x="236133" y="8692"/>
                  <a:pt x="237114" y="7636"/>
                </a:cubicBezTo>
                <a:cubicBezTo>
                  <a:pt x="238095" y="6577"/>
                  <a:pt x="239010" y="4032"/>
                  <a:pt x="239861" y="0"/>
                </a:cubicBezTo>
                <a:lnTo>
                  <a:pt x="24280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overtaking">
            <a:extLst xmlns:a="http://schemas.openxmlformats.org/drawingml/2006/main">
              <a:ext uri="{FF2B5EF4-FFF2-40B4-BE49-F238E27FC236}">
                <a16:creationId xmlns:a16="http://schemas.microsoft.com/office/drawing/2014/main" id="{54DEB43D-1B42-4550-956E-C144F45D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549" y="3738881"/>
            <a:ext cx="857522" cy="182837"/>
          </a:xfrm>
          <a:custGeom xmlns:a="http://schemas.openxmlformats.org/drawingml/2006/main">
            <a:pathLst>
              <a:path w="857522" h="182837">
                <a:moveTo>
                  <a:pt x="87005" y="81349"/>
                </a:moveTo>
                <a:cubicBezTo>
                  <a:pt x="87005" y="91168"/>
                  <a:pt x="84405" y="100889"/>
                  <a:pt x="79207" y="110512"/>
                </a:cubicBezTo>
                <a:cubicBezTo>
                  <a:pt x="74008" y="120135"/>
                  <a:pt x="66766" y="127762"/>
                  <a:pt x="57480" y="133392"/>
                </a:cubicBezTo>
                <a:cubicBezTo>
                  <a:pt x="48194" y="139021"/>
                  <a:pt x="39170" y="141836"/>
                  <a:pt x="30408" y="141836"/>
                </a:cubicBezTo>
                <a:cubicBezTo>
                  <a:pt x="21449" y="141836"/>
                  <a:pt x="14141" y="138972"/>
                  <a:pt x="8485" y="133244"/>
                </a:cubicBezTo>
                <a:cubicBezTo>
                  <a:pt x="2828" y="127516"/>
                  <a:pt x="0" y="120103"/>
                  <a:pt x="0" y="111003"/>
                </a:cubicBezTo>
                <a:cubicBezTo>
                  <a:pt x="0" y="101380"/>
                  <a:pt x="2763" y="91724"/>
                  <a:pt x="8289" y="82036"/>
                </a:cubicBezTo>
                <a:cubicBezTo>
                  <a:pt x="13814" y="72348"/>
                  <a:pt x="21204" y="64689"/>
                  <a:pt x="30457" y="59059"/>
                </a:cubicBezTo>
                <a:cubicBezTo>
                  <a:pt x="39710" y="53429"/>
                  <a:pt x="48652" y="50614"/>
                  <a:pt x="57284" y="50614"/>
                </a:cubicBezTo>
                <a:cubicBezTo>
                  <a:pt x="65916" y="50614"/>
                  <a:pt x="73027" y="53461"/>
                  <a:pt x="78618" y="59157"/>
                </a:cubicBezTo>
                <a:cubicBezTo>
                  <a:pt x="84209" y="64852"/>
                  <a:pt x="87005" y="72250"/>
                  <a:pt x="87005" y="81349"/>
                </a:cubicBezTo>
                <a:moveTo>
                  <a:pt x="70722" y="74419"/>
                </a:moveTo>
                <a:cubicBezTo>
                  <a:pt x="70722" y="68315"/>
                  <a:pt x="69234" y="63639"/>
                  <a:pt x="66259" y="60392"/>
                </a:cubicBezTo>
                <a:cubicBezTo>
                  <a:pt x="63284" y="57143"/>
                  <a:pt x="59442" y="55518"/>
                  <a:pt x="54734" y="55518"/>
                </a:cubicBezTo>
                <a:cubicBezTo>
                  <a:pt x="45121" y="55518"/>
                  <a:pt x="36277" y="62426"/>
                  <a:pt x="28201" y="76243"/>
                </a:cubicBezTo>
                <a:cubicBezTo>
                  <a:pt x="20125" y="90057"/>
                  <a:pt x="16087" y="103789"/>
                  <a:pt x="16087" y="117440"/>
                </a:cubicBezTo>
                <a:cubicBezTo>
                  <a:pt x="16087" y="123675"/>
                  <a:pt x="17656" y="128482"/>
                  <a:pt x="20795" y="131862"/>
                </a:cubicBezTo>
                <a:cubicBezTo>
                  <a:pt x="23934" y="135242"/>
                  <a:pt x="27890" y="136932"/>
                  <a:pt x="32664" y="136932"/>
                </a:cubicBezTo>
                <a:cubicBezTo>
                  <a:pt x="41884" y="136932"/>
                  <a:pt x="50532" y="130058"/>
                  <a:pt x="58608" y="116309"/>
                </a:cubicBezTo>
                <a:cubicBezTo>
                  <a:pt x="66684" y="102558"/>
                  <a:pt x="70722" y="88595"/>
                  <a:pt x="70722" y="74419"/>
                </a:cubicBezTo>
                <a:close/>
                <a:moveTo>
                  <a:pt x="98874" y="56695"/>
                </a:moveTo>
                <a:lnTo>
                  <a:pt x="127222" y="50614"/>
                </a:lnTo>
                <a:cubicBezTo>
                  <a:pt x="129249" y="55453"/>
                  <a:pt x="130884" y="60390"/>
                  <a:pt x="132126" y="65425"/>
                </a:cubicBezTo>
                <a:cubicBezTo>
                  <a:pt x="133892" y="72815"/>
                  <a:pt x="135330" y="81577"/>
                  <a:pt x="136442" y="91713"/>
                </a:cubicBezTo>
                <a:cubicBezTo>
                  <a:pt x="136965" y="96814"/>
                  <a:pt x="137684" y="107603"/>
                  <a:pt x="138600" y="124082"/>
                </a:cubicBezTo>
                <a:cubicBezTo>
                  <a:pt x="146774" y="115058"/>
                  <a:pt x="151646" y="109467"/>
                  <a:pt x="153215" y="107309"/>
                </a:cubicBezTo>
                <a:cubicBezTo>
                  <a:pt x="161847" y="95604"/>
                  <a:pt x="166817" y="88738"/>
                  <a:pt x="168125" y="86710"/>
                </a:cubicBezTo>
                <a:cubicBezTo>
                  <a:pt x="170283" y="83245"/>
                  <a:pt x="171787" y="80204"/>
                  <a:pt x="172637" y="77588"/>
                </a:cubicBezTo>
                <a:cubicBezTo>
                  <a:pt x="173356" y="75626"/>
                  <a:pt x="173716" y="73763"/>
                  <a:pt x="173716" y="71997"/>
                </a:cubicBezTo>
                <a:cubicBezTo>
                  <a:pt x="173716" y="70297"/>
                  <a:pt x="172195" y="68335"/>
                  <a:pt x="169155" y="66112"/>
                </a:cubicBezTo>
                <a:cubicBezTo>
                  <a:pt x="166114" y="63888"/>
                  <a:pt x="164593" y="61404"/>
                  <a:pt x="164593" y="58657"/>
                </a:cubicBezTo>
                <a:cubicBezTo>
                  <a:pt x="164593" y="56565"/>
                  <a:pt x="165427" y="54701"/>
                  <a:pt x="167095" y="53066"/>
                </a:cubicBezTo>
                <a:cubicBezTo>
                  <a:pt x="168762" y="51431"/>
                  <a:pt x="170740" y="50614"/>
                  <a:pt x="173029" y="50614"/>
                </a:cubicBezTo>
                <a:cubicBezTo>
                  <a:pt x="175776" y="50614"/>
                  <a:pt x="178195" y="51743"/>
                  <a:pt x="180288" y="54001"/>
                </a:cubicBezTo>
                <a:cubicBezTo>
                  <a:pt x="182380" y="56259"/>
                  <a:pt x="183427" y="59058"/>
                  <a:pt x="183427" y="62397"/>
                </a:cubicBezTo>
                <a:cubicBezTo>
                  <a:pt x="183427" y="65736"/>
                  <a:pt x="182903" y="68944"/>
                  <a:pt x="181857" y="72022"/>
                </a:cubicBezTo>
                <a:cubicBezTo>
                  <a:pt x="180157" y="76996"/>
                  <a:pt x="176985" y="83067"/>
                  <a:pt x="172342" y="90236"/>
                </a:cubicBezTo>
                <a:cubicBezTo>
                  <a:pt x="167700" y="97404"/>
                  <a:pt x="160212" y="107011"/>
                  <a:pt x="149880" y="119055"/>
                </a:cubicBezTo>
                <a:cubicBezTo>
                  <a:pt x="148572" y="120561"/>
                  <a:pt x="141314" y="128155"/>
                  <a:pt x="128104" y="141836"/>
                </a:cubicBezTo>
                <a:lnTo>
                  <a:pt x="124475" y="141836"/>
                </a:lnTo>
                <a:cubicBezTo>
                  <a:pt x="122906" y="100394"/>
                  <a:pt x="119636" y="74533"/>
                  <a:pt x="114666" y="64254"/>
                </a:cubicBezTo>
                <a:cubicBezTo>
                  <a:pt x="113031" y="60915"/>
                  <a:pt x="110318" y="59246"/>
                  <a:pt x="106525" y="59246"/>
                </a:cubicBezTo>
                <a:cubicBezTo>
                  <a:pt x="104890" y="59246"/>
                  <a:pt x="102569" y="59540"/>
                  <a:pt x="99561" y="60128"/>
                </a:cubicBezTo>
                <a:lnTo>
                  <a:pt x="98874" y="56695"/>
                </a:lnTo>
                <a:close/>
                <a:moveTo>
                  <a:pt x="207685" y="102601"/>
                </a:moveTo>
                <a:cubicBezTo>
                  <a:pt x="207227" y="105860"/>
                  <a:pt x="206998" y="108565"/>
                  <a:pt x="206998" y="110715"/>
                </a:cubicBezTo>
                <a:cubicBezTo>
                  <a:pt x="206998" y="116514"/>
                  <a:pt x="209058" y="121451"/>
                  <a:pt x="213178" y="125526"/>
                </a:cubicBezTo>
                <a:cubicBezTo>
                  <a:pt x="217298" y="129599"/>
                  <a:pt x="222300" y="131635"/>
                  <a:pt x="228185" y="131635"/>
                </a:cubicBezTo>
                <a:cubicBezTo>
                  <a:pt x="232894" y="131635"/>
                  <a:pt x="237422" y="130674"/>
                  <a:pt x="241771" y="128751"/>
                </a:cubicBezTo>
                <a:cubicBezTo>
                  <a:pt x="246119" y="126826"/>
                  <a:pt x="252577" y="122570"/>
                  <a:pt x="261143" y="115984"/>
                </a:cubicBezTo>
                <a:lnTo>
                  <a:pt x="263203" y="118828"/>
                </a:lnTo>
                <a:cubicBezTo>
                  <a:pt x="247705" y="134167"/>
                  <a:pt x="232926" y="141836"/>
                  <a:pt x="218867" y="141836"/>
                </a:cubicBezTo>
                <a:cubicBezTo>
                  <a:pt x="209320" y="141836"/>
                  <a:pt x="202127" y="138825"/>
                  <a:pt x="197287" y="132803"/>
                </a:cubicBezTo>
                <a:cubicBezTo>
                  <a:pt x="192448" y="126781"/>
                  <a:pt x="190029" y="120136"/>
                  <a:pt x="190029" y="112870"/>
                </a:cubicBezTo>
                <a:cubicBezTo>
                  <a:pt x="190029" y="103116"/>
                  <a:pt x="193037" y="93133"/>
                  <a:pt x="199053" y="82922"/>
                </a:cubicBezTo>
                <a:cubicBezTo>
                  <a:pt x="205069" y="72708"/>
                  <a:pt x="212622" y="64770"/>
                  <a:pt x="221712" y="59108"/>
                </a:cubicBezTo>
                <a:cubicBezTo>
                  <a:pt x="230801" y="53445"/>
                  <a:pt x="240152" y="50614"/>
                  <a:pt x="249765" y="50614"/>
                </a:cubicBezTo>
                <a:cubicBezTo>
                  <a:pt x="256697" y="50614"/>
                  <a:pt x="261830" y="52025"/>
                  <a:pt x="265165" y="54847"/>
                </a:cubicBezTo>
                <a:cubicBezTo>
                  <a:pt x="268500" y="57669"/>
                  <a:pt x="270167" y="61017"/>
                  <a:pt x="270167" y="64892"/>
                </a:cubicBezTo>
                <a:cubicBezTo>
                  <a:pt x="270167" y="70340"/>
                  <a:pt x="268009" y="75558"/>
                  <a:pt x="263694" y="80546"/>
                </a:cubicBezTo>
                <a:cubicBezTo>
                  <a:pt x="258004" y="87045"/>
                  <a:pt x="249634" y="92295"/>
                  <a:pt x="238583" y="96299"/>
                </a:cubicBezTo>
                <a:cubicBezTo>
                  <a:pt x="231259" y="98990"/>
                  <a:pt x="220960" y="101091"/>
                  <a:pt x="207685" y="102601"/>
                </a:cubicBezTo>
                <a:moveTo>
                  <a:pt x="208372" y="97696"/>
                </a:moveTo>
                <a:cubicBezTo>
                  <a:pt x="218050" y="96583"/>
                  <a:pt x="225929" y="94682"/>
                  <a:pt x="232011" y="91995"/>
                </a:cubicBezTo>
                <a:cubicBezTo>
                  <a:pt x="240054" y="88390"/>
                  <a:pt x="246087" y="84080"/>
                  <a:pt x="250108" y="79066"/>
                </a:cubicBezTo>
                <a:cubicBezTo>
                  <a:pt x="254130" y="74051"/>
                  <a:pt x="256141" y="69282"/>
                  <a:pt x="256141" y="64760"/>
                </a:cubicBezTo>
                <a:cubicBezTo>
                  <a:pt x="256141" y="62007"/>
                  <a:pt x="255274" y="59779"/>
                  <a:pt x="253541" y="58075"/>
                </a:cubicBezTo>
                <a:cubicBezTo>
                  <a:pt x="251808" y="56370"/>
                  <a:pt x="249340" y="55518"/>
                  <a:pt x="246136" y="55518"/>
                </a:cubicBezTo>
                <a:cubicBezTo>
                  <a:pt x="239466" y="55518"/>
                  <a:pt x="232387" y="59074"/>
                  <a:pt x="224899" y="66185"/>
                </a:cubicBezTo>
                <a:cubicBezTo>
                  <a:pt x="217412" y="73297"/>
                  <a:pt x="211903" y="83801"/>
                  <a:pt x="208372" y="97696"/>
                </a:cubicBezTo>
                <a:close/>
                <a:moveTo>
                  <a:pt x="283439" y="56107"/>
                </a:moveTo>
                <a:lnTo>
                  <a:pt x="317280" y="50614"/>
                </a:lnTo>
                <a:lnTo>
                  <a:pt x="303155" y="98383"/>
                </a:lnTo>
                <a:cubicBezTo>
                  <a:pt x="314599" y="78790"/>
                  <a:pt x="324996" y="65094"/>
                  <a:pt x="334347" y="57296"/>
                </a:cubicBezTo>
                <a:cubicBezTo>
                  <a:pt x="339644" y="52841"/>
                  <a:pt x="343960" y="50614"/>
                  <a:pt x="347295" y="50614"/>
                </a:cubicBezTo>
                <a:cubicBezTo>
                  <a:pt x="349453" y="50614"/>
                  <a:pt x="351153" y="51254"/>
                  <a:pt x="352396" y="52536"/>
                </a:cubicBezTo>
                <a:cubicBezTo>
                  <a:pt x="353638" y="53815"/>
                  <a:pt x="354259" y="55669"/>
                  <a:pt x="354259" y="58099"/>
                </a:cubicBezTo>
                <a:cubicBezTo>
                  <a:pt x="354259" y="62431"/>
                  <a:pt x="353148" y="66568"/>
                  <a:pt x="350924" y="70507"/>
                </a:cubicBezTo>
                <a:cubicBezTo>
                  <a:pt x="349355" y="73462"/>
                  <a:pt x="347099" y="74940"/>
                  <a:pt x="344156" y="74940"/>
                </a:cubicBezTo>
                <a:cubicBezTo>
                  <a:pt x="342652" y="74940"/>
                  <a:pt x="341361" y="74449"/>
                  <a:pt x="340282" y="73468"/>
                </a:cubicBezTo>
                <a:cubicBezTo>
                  <a:pt x="339203" y="72488"/>
                  <a:pt x="338533" y="70984"/>
                  <a:pt x="338271" y="68956"/>
                </a:cubicBezTo>
                <a:cubicBezTo>
                  <a:pt x="338140" y="67714"/>
                  <a:pt x="337846" y="66897"/>
                  <a:pt x="337388" y="66504"/>
                </a:cubicBezTo>
                <a:cubicBezTo>
                  <a:pt x="336865" y="65981"/>
                  <a:pt x="336244" y="65719"/>
                  <a:pt x="335524" y="65719"/>
                </a:cubicBezTo>
                <a:cubicBezTo>
                  <a:pt x="334413" y="65719"/>
                  <a:pt x="333366" y="65981"/>
                  <a:pt x="332386" y="66504"/>
                </a:cubicBezTo>
                <a:cubicBezTo>
                  <a:pt x="330685" y="67420"/>
                  <a:pt x="328102" y="69969"/>
                  <a:pt x="324637" y="74152"/>
                </a:cubicBezTo>
                <a:cubicBezTo>
                  <a:pt x="319209" y="80561"/>
                  <a:pt x="313324" y="88864"/>
                  <a:pt x="306981" y="99064"/>
                </a:cubicBezTo>
                <a:cubicBezTo>
                  <a:pt x="304234" y="103377"/>
                  <a:pt x="301880" y="108248"/>
                  <a:pt x="299918" y="113676"/>
                </a:cubicBezTo>
                <a:cubicBezTo>
                  <a:pt x="297172" y="121128"/>
                  <a:pt x="295602" y="125607"/>
                  <a:pt x="295210" y="127111"/>
                </a:cubicBezTo>
                <a:lnTo>
                  <a:pt x="292071" y="139482"/>
                </a:lnTo>
                <a:lnTo>
                  <a:pt x="277064" y="139482"/>
                </a:lnTo>
                <a:lnTo>
                  <a:pt x="295210" y="78471"/>
                </a:lnTo>
                <a:cubicBezTo>
                  <a:pt x="297303" y="71372"/>
                  <a:pt x="298349" y="66310"/>
                  <a:pt x="298349" y="63286"/>
                </a:cubicBezTo>
                <a:cubicBezTo>
                  <a:pt x="298349" y="62102"/>
                  <a:pt x="297858" y="61116"/>
                  <a:pt x="296877" y="60328"/>
                </a:cubicBezTo>
                <a:cubicBezTo>
                  <a:pt x="295570" y="59279"/>
                  <a:pt x="293837" y="58755"/>
                  <a:pt x="291679" y="58755"/>
                </a:cubicBezTo>
                <a:cubicBezTo>
                  <a:pt x="290306" y="58755"/>
                  <a:pt x="287788" y="59049"/>
                  <a:pt x="284126" y="59638"/>
                </a:cubicBezTo>
                <a:lnTo>
                  <a:pt x="283439" y="56107"/>
                </a:lnTo>
                <a:close/>
                <a:moveTo>
                  <a:pt x="403272" y="26484"/>
                </a:moveTo>
                <a:lnTo>
                  <a:pt x="395621" y="52968"/>
                </a:lnTo>
                <a:lnTo>
                  <a:pt x="411021" y="52968"/>
                </a:lnTo>
                <a:lnTo>
                  <a:pt x="409353" y="59246"/>
                </a:lnTo>
                <a:lnTo>
                  <a:pt x="394052" y="59246"/>
                </a:lnTo>
                <a:lnTo>
                  <a:pt x="377180" y="117127"/>
                </a:lnTo>
                <a:cubicBezTo>
                  <a:pt x="375349" y="123350"/>
                  <a:pt x="374434" y="127379"/>
                  <a:pt x="374434" y="129214"/>
                </a:cubicBezTo>
                <a:cubicBezTo>
                  <a:pt x="374434" y="130323"/>
                  <a:pt x="374695" y="131171"/>
                  <a:pt x="375219" y="131758"/>
                </a:cubicBezTo>
                <a:cubicBezTo>
                  <a:pt x="375742" y="132344"/>
                  <a:pt x="376363" y="132637"/>
                  <a:pt x="377082" y="132637"/>
                </a:cubicBezTo>
                <a:cubicBezTo>
                  <a:pt x="378717" y="132637"/>
                  <a:pt x="380875" y="131496"/>
                  <a:pt x="383556" y="129214"/>
                </a:cubicBezTo>
                <a:cubicBezTo>
                  <a:pt x="385126" y="127906"/>
                  <a:pt x="388624" y="123884"/>
                  <a:pt x="394052" y="117149"/>
                </a:cubicBezTo>
                <a:lnTo>
                  <a:pt x="397289" y="119601"/>
                </a:lnTo>
                <a:cubicBezTo>
                  <a:pt x="391272" y="128357"/>
                  <a:pt x="385583" y="134530"/>
                  <a:pt x="380221" y="138118"/>
                </a:cubicBezTo>
                <a:cubicBezTo>
                  <a:pt x="376559" y="140597"/>
                  <a:pt x="372864" y="141836"/>
                  <a:pt x="369137" y="141836"/>
                </a:cubicBezTo>
                <a:cubicBezTo>
                  <a:pt x="366260" y="141836"/>
                  <a:pt x="363906" y="140937"/>
                  <a:pt x="362075" y="139139"/>
                </a:cubicBezTo>
                <a:cubicBezTo>
                  <a:pt x="360244" y="137341"/>
                  <a:pt x="359328" y="135036"/>
                  <a:pt x="359328" y="132224"/>
                </a:cubicBezTo>
                <a:cubicBezTo>
                  <a:pt x="359328" y="128692"/>
                  <a:pt x="360374" y="123298"/>
                  <a:pt x="362467" y="116039"/>
                </a:cubicBezTo>
                <a:lnTo>
                  <a:pt x="378848" y="59246"/>
                </a:lnTo>
                <a:lnTo>
                  <a:pt x="364036" y="59246"/>
                </a:lnTo>
                <a:lnTo>
                  <a:pt x="365017" y="55359"/>
                </a:lnTo>
                <a:cubicBezTo>
                  <a:pt x="372211" y="53375"/>
                  <a:pt x="378194" y="50444"/>
                  <a:pt x="382968" y="46568"/>
                </a:cubicBezTo>
                <a:cubicBezTo>
                  <a:pt x="387741" y="42691"/>
                  <a:pt x="393071" y="35997"/>
                  <a:pt x="398956" y="26484"/>
                </a:cubicBezTo>
                <a:lnTo>
                  <a:pt x="403272" y="26484"/>
                </a:lnTo>
                <a:close/>
                <a:moveTo>
                  <a:pt x="501198" y="50614"/>
                </a:moveTo>
                <a:lnTo>
                  <a:pt x="482071" y="117219"/>
                </a:lnTo>
                <a:lnTo>
                  <a:pt x="479913" y="126170"/>
                </a:lnTo>
                <a:cubicBezTo>
                  <a:pt x="479717" y="127010"/>
                  <a:pt x="479619" y="127720"/>
                  <a:pt x="479619" y="128300"/>
                </a:cubicBezTo>
                <a:cubicBezTo>
                  <a:pt x="479619" y="129346"/>
                  <a:pt x="479946" y="130262"/>
                  <a:pt x="480600" y="131047"/>
                </a:cubicBezTo>
                <a:cubicBezTo>
                  <a:pt x="481123" y="131635"/>
                  <a:pt x="481777" y="131929"/>
                  <a:pt x="482561" y="131929"/>
                </a:cubicBezTo>
                <a:cubicBezTo>
                  <a:pt x="483411" y="131929"/>
                  <a:pt x="484523" y="131406"/>
                  <a:pt x="485896" y="130360"/>
                </a:cubicBezTo>
                <a:cubicBezTo>
                  <a:pt x="488447" y="128464"/>
                  <a:pt x="491847" y="124540"/>
                  <a:pt x="496098" y="118589"/>
                </a:cubicBezTo>
                <a:lnTo>
                  <a:pt x="499433" y="120943"/>
                </a:lnTo>
                <a:cubicBezTo>
                  <a:pt x="494920" y="127744"/>
                  <a:pt x="490278" y="132927"/>
                  <a:pt x="485504" y="136491"/>
                </a:cubicBezTo>
                <a:cubicBezTo>
                  <a:pt x="480730" y="140054"/>
                  <a:pt x="476316" y="141836"/>
                  <a:pt x="472262" y="141836"/>
                </a:cubicBezTo>
                <a:cubicBezTo>
                  <a:pt x="469450" y="141836"/>
                  <a:pt x="467341" y="141133"/>
                  <a:pt x="465935" y="139727"/>
                </a:cubicBezTo>
                <a:cubicBezTo>
                  <a:pt x="464529" y="138322"/>
                  <a:pt x="463826" y="136278"/>
                  <a:pt x="463826" y="133597"/>
                </a:cubicBezTo>
                <a:cubicBezTo>
                  <a:pt x="463826" y="130393"/>
                  <a:pt x="464546" y="126175"/>
                  <a:pt x="465984" y="120943"/>
                </a:cubicBezTo>
                <a:lnTo>
                  <a:pt x="468044" y="113345"/>
                </a:lnTo>
                <a:cubicBezTo>
                  <a:pt x="459478" y="124623"/>
                  <a:pt x="451598" y="132505"/>
                  <a:pt x="444405" y="136990"/>
                </a:cubicBezTo>
                <a:cubicBezTo>
                  <a:pt x="439239" y="140221"/>
                  <a:pt x="434171" y="141836"/>
                  <a:pt x="429201" y="141836"/>
                </a:cubicBezTo>
                <a:cubicBezTo>
                  <a:pt x="424427" y="141836"/>
                  <a:pt x="420308" y="139856"/>
                  <a:pt x="416842" y="135896"/>
                </a:cubicBezTo>
                <a:cubicBezTo>
                  <a:pt x="413376" y="131936"/>
                  <a:pt x="411643" y="126485"/>
                  <a:pt x="411643" y="119546"/>
                </a:cubicBezTo>
                <a:cubicBezTo>
                  <a:pt x="411643" y="109138"/>
                  <a:pt x="414766" y="98157"/>
                  <a:pt x="421011" y="86603"/>
                </a:cubicBezTo>
                <a:cubicBezTo>
                  <a:pt x="427256" y="75049"/>
                  <a:pt x="435184" y="65802"/>
                  <a:pt x="444797" y="58862"/>
                </a:cubicBezTo>
                <a:cubicBezTo>
                  <a:pt x="452317" y="53363"/>
                  <a:pt x="459412" y="50614"/>
                  <a:pt x="466082" y="50614"/>
                </a:cubicBezTo>
                <a:cubicBezTo>
                  <a:pt x="470071" y="50614"/>
                  <a:pt x="473390" y="51669"/>
                  <a:pt x="476038" y="53780"/>
                </a:cubicBezTo>
                <a:cubicBezTo>
                  <a:pt x="478687" y="55891"/>
                  <a:pt x="480698" y="59387"/>
                  <a:pt x="482071" y="64267"/>
                </a:cubicBezTo>
                <a:lnTo>
                  <a:pt x="485602" y="52968"/>
                </a:lnTo>
                <a:lnTo>
                  <a:pt x="501198" y="50614"/>
                </a:lnTo>
                <a:moveTo>
                  <a:pt x="466279" y="55518"/>
                </a:moveTo>
                <a:cubicBezTo>
                  <a:pt x="462093" y="55518"/>
                  <a:pt x="457647" y="57488"/>
                  <a:pt x="452938" y="61428"/>
                </a:cubicBezTo>
                <a:cubicBezTo>
                  <a:pt x="446268" y="67007"/>
                  <a:pt x="440334" y="75278"/>
                  <a:pt x="435135" y="86241"/>
                </a:cubicBezTo>
                <a:cubicBezTo>
                  <a:pt x="429937" y="97205"/>
                  <a:pt x="427337" y="107118"/>
                  <a:pt x="427337" y="115981"/>
                </a:cubicBezTo>
                <a:cubicBezTo>
                  <a:pt x="427337" y="120446"/>
                  <a:pt x="428449" y="123975"/>
                  <a:pt x="430672" y="126568"/>
                </a:cubicBezTo>
                <a:cubicBezTo>
                  <a:pt x="432896" y="129161"/>
                  <a:pt x="435446" y="130458"/>
                  <a:pt x="438323" y="130458"/>
                </a:cubicBezTo>
                <a:cubicBezTo>
                  <a:pt x="445451" y="130458"/>
                  <a:pt x="453200" y="125174"/>
                  <a:pt x="461570" y="114604"/>
                </a:cubicBezTo>
                <a:cubicBezTo>
                  <a:pt x="472752" y="100555"/>
                  <a:pt x="478343" y="86144"/>
                  <a:pt x="478343" y="71372"/>
                </a:cubicBezTo>
                <a:cubicBezTo>
                  <a:pt x="478343" y="65793"/>
                  <a:pt x="477264" y="61756"/>
                  <a:pt x="475107" y="59261"/>
                </a:cubicBezTo>
                <a:cubicBezTo>
                  <a:pt x="472949" y="56766"/>
                  <a:pt x="470006" y="55518"/>
                  <a:pt x="466279" y="55518"/>
                </a:cubicBezTo>
                <a:close/>
                <a:moveTo>
                  <a:pt x="564858" y="0"/>
                </a:moveTo>
                <a:lnTo>
                  <a:pt x="537001" y="96066"/>
                </a:lnTo>
                <a:lnTo>
                  <a:pt x="548183" y="86744"/>
                </a:lnTo>
                <a:cubicBezTo>
                  <a:pt x="560412" y="76512"/>
                  <a:pt x="568357" y="68915"/>
                  <a:pt x="572019" y="63951"/>
                </a:cubicBezTo>
                <a:cubicBezTo>
                  <a:pt x="573196" y="62249"/>
                  <a:pt x="573784" y="60956"/>
                  <a:pt x="573784" y="60073"/>
                </a:cubicBezTo>
                <a:cubicBezTo>
                  <a:pt x="573784" y="59460"/>
                  <a:pt x="573588" y="58882"/>
                  <a:pt x="573196" y="58338"/>
                </a:cubicBezTo>
                <a:cubicBezTo>
                  <a:pt x="572803" y="57793"/>
                  <a:pt x="572035" y="57350"/>
                  <a:pt x="570891" y="57011"/>
                </a:cubicBezTo>
                <a:cubicBezTo>
                  <a:pt x="569746" y="56670"/>
                  <a:pt x="567736" y="56499"/>
                  <a:pt x="564858" y="56499"/>
                </a:cubicBezTo>
                <a:lnTo>
                  <a:pt x="561425" y="56499"/>
                </a:lnTo>
                <a:lnTo>
                  <a:pt x="562504" y="52968"/>
                </a:lnTo>
                <a:lnTo>
                  <a:pt x="605369" y="52968"/>
                </a:lnTo>
                <a:lnTo>
                  <a:pt x="604388" y="56499"/>
                </a:lnTo>
                <a:cubicBezTo>
                  <a:pt x="599484" y="56771"/>
                  <a:pt x="595249" y="57568"/>
                  <a:pt x="591686" y="58890"/>
                </a:cubicBezTo>
                <a:cubicBezTo>
                  <a:pt x="588122" y="60212"/>
                  <a:pt x="584672" y="62162"/>
                  <a:pt x="581337" y="64739"/>
                </a:cubicBezTo>
                <a:cubicBezTo>
                  <a:pt x="574733" y="69629"/>
                  <a:pt x="570384" y="73019"/>
                  <a:pt x="568291" y="74909"/>
                </a:cubicBezTo>
                <a:lnTo>
                  <a:pt x="559856" y="82373"/>
                </a:lnTo>
                <a:cubicBezTo>
                  <a:pt x="561294" y="87081"/>
                  <a:pt x="563060" y="93653"/>
                  <a:pt x="565153" y="102089"/>
                </a:cubicBezTo>
                <a:cubicBezTo>
                  <a:pt x="568684" y="116083"/>
                  <a:pt x="571071" y="124388"/>
                  <a:pt x="572313" y="127004"/>
                </a:cubicBezTo>
                <a:cubicBezTo>
                  <a:pt x="573555" y="129568"/>
                  <a:pt x="574831" y="130850"/>
                  <a:pt x="576138" y="130850"/>
                </a:cubicBezTo>
                <a:cubicBezTo>
                  <a:pt x="577250" y="130850"/>
                  <a:pt x="578558" y="130295"/>
                  <a:pt x="580062" y="129183"/>
                </a:cubicBezTo>
                <a:cubicBezTo>
                  <a:pt x="583462" y="126698"/>
                  <a:pt x="587092" y="122742"/>
                  <a:pt x="590950" y="117314"/>
                </a:cubicBezTo>
                <a:lnTo>
                  <a:pt x="594383" y="119776"/>
                </a:lnTo>
                <a:cubicBezTo>
                  <a:pt x="587255" y="128771"/>
                  <a:pt x="581795" y="134697"/>
                  <a:pt x="578002" y="137554"/>
                </a:cubicBezTo>
                <a:cubicBezTo>
                  <a:pt x="574209" y="140409"/>
                  <a:pt x="570744" y="141836"/>
                  <a:pt x="567605" y="141836"/>
                </a:cubicBezTo>
                <a:cubicBezTo>
                  <a:pt x="564858" y="141836"/>
                  <a:pt x="562733" y="140757"/>
                  <a:pt x="561229" y="138599"/>
                </a:cubicBezTo>
                <a:cubicBezTo>
                  <a:pt x="558613" y="134752"/>
                  <a:pt x="554265" y="119590"/>
                  <a:pt x="548183" y="93114"/>
                </a:cubicBezTo>
                <a:lnTo>
                  <a:pt x="534745" y="104679"/>
                </a:lnTo>
                <a:lnTo>
                  <a:pt x="524642" y="139482"/>
                </a:lnTo>
                <a:lnTo>
                  <a:pt x="509340" y="139482"/>
                </a:lnTo>
                <a:lnTo>
                  <a:pt x="541906" y="27744"/>
                </a:lnTo>
                <a:lnTo>
                  <a:pt x="544652" y="18245"/>
                </a:lnTo>
                <a:cubicBezTo>
                  <a:pt x="544979" y="16610"/>
                  <a:pt x="545142" y="15171"/>
                  <a:pt x="545142" y="13929"/>
                </a:cubicBezTo>
                <a:cubicBezTo>
                  <a:pt x="545142" y="12359"/>
                  <a:pt x="544538" y="11051"/>
                  <a:pt x="543328" y="10005"/>
                </a:cubicBezTo>
                <a:cubicBezTo>
                  <a:pt x="542118" y="8959"/>
                  <a:pt x="540369" y="8436"/>
                  <a:pt x="538080" y="8436"/>
                </a:cubicBezTo>
                <a:cubicBezTo>
                  <a:pt x="536576" y="8436"/>
                  <a:pt x="534189" y="8763"/>
                  <a:pt x="530920" y="9417"/>
                </a:cubicBezTo>
                <a:lnTo>
                  <a:pt x="530920" y="5885"/>
                </a:lnTo>
                <a:lnTo>
                  <a:pt x="564858" y="0"/>
                </a:lnTo>
                <a:close/>
                <a:moveTo>
                  <a:pt x="641496" y="11574"/>
                </a:moveTo>
                <a:cubicBezTo>
                  <a:pt x="644243" y="11574"/>
                  <a:pt x="646564" y="12523"/>
                  <a:pt x="648460" y="14419"/>
                </a:cubicBezTo>
                <a:cubicBezTo>
                  <a:pt x="650357" y="16315"/>
                  <a:pt x="651305" y="18637"/>
                  <a:pt x="651305" y="21383"/>
                </a:cubicBezTo>
                <a:cubicBezTo>
                  <a:pt x="651305" y="24064"/>
                  <a:pt x="650340" y="26370"/>
                  <a:pt x="648411" y="28299"/>
                </a:cubicBezTo>
                <a:cubicBezTo>
                  <a:pt x="646482" y="30228"/>
                  <a:pt x="644177" y="31192"/>
                  <a:pt x="641496" y="31192"/>
                </a:cubicBezTo>
                <a:cubicBezTo>
                  <a:pt x="638815" y="31192"/>
                  <a:pt x="636510" y="30228"/>
                  <a:pt x="634581" y="28299"/>
                </a:cubicBezTo>
                <a:cubicBezTo>
                  <a:pt x="632652" y="26370"/>
                  <a:pt x="631687" y="24064"/>
                  <a:pt x="631687" y="21383"/>
                </a:cubicBezTo>
                <a:cubicBezTo>
                  <a:pt x="631687" y="18637"/>
                  <a:pt x="632635" y="16315"/>
                  <a:pt x="634532" y="14419"/>
                </a:cubicBezTo>
                <a:cubicBezTo>
                  <a:pt x="636428" y="12523"/>
                  <a:pt x="638750" y="11574"/>
                  <a:pt x="641496" y="11574"/>
                </a:cubicBezTo>
                <a:moveTo>
                  <a:pt x="642771" y="50614"/>
                </a:moveTo>
                <a:lnTo>
                  <a:pt x="623350" y="119408"/>
                </a:lnTo>
                <a:cubicBezTo>
                  <a:pt x="622042" y="124053"/>
                  <a:pt x="621388" y="126833"/>
                  <a:pt x="621388" y="127748"/>
                </a:cubicBezTo>
                <a:cubicBezTo>
                  <a:pt x="621388" y="128799"/>
                  <a:pt x="621698" y="129653"/>
                  <a:pt x="622320" y="130311"/>
                </a:cubicBezTo>
                <a:cubicBezTo>
                  <a:pt x="622941" y="130967"/>
                  <a:pt x="623677" y="131295"/>
                  <a:pt x="624527" y="131295"/>
                </a:cubicBezTo>
                <a:cubicBezTo>
                  <a:pt x="625508" y="131295"/>
                  <a:pt x="626685" y="130770"/>
                  <a:pt x="628058" y="129719"/>
                </a:cubicBezTo>
                <a:cubicBezTo>
                  <a:pt x="631785" y="126771"/>
                  <a:pt x="635545" y="122582"/>
                  <a:pt x="639338" y="117155"/>
                </a:cubicBezTo>
                <a:lnTo>
                  <a:pt x="642771" y="119411"/>
                </a:lnTo>
                <a:cubicBezTo>
                  <a:pt x="638325" y="126218"/>
                  <a:pt x="633093" y="131953"/>
                  <a:pt x="627077" y="136616"/>
                </a:cubicBezTo>
                <a:cubicBezTo>
                  <a:pt x="622630" y="140096"/>
                  <a:pt x="618380" y="141836"/>
                  <a:pt x="614325" y="141836"/>
                </a:cubicBezTo>
                <a:cubicBezTo>
                  <a:pt x="611644" y="141836"/>
                  <a:pt x="609454" y="141035"/>
                  <a:pt x="607754" y="139433"/>
                </a:cubicBezTo>
                <a:cubicBezTo>
                  <a:pt x="606053" y="137831"/>
                  <a:pt x="605203" y="135820"/>
                  <a:pt x="605203" y="133401"/>
                </a:cubicBezTo>
                <a:cubicBezTo>
                  <a:pt x="605203" y="130977"/>
                  <a:pt x="606021" y="126948"/>
                  <a:pt x="607655" y="121314"/>
                </a:cubicBezTo>
                <a:lnTo>
                  <a:pt x="620407" y="77294"/>
                </a:lnTo>
                <a:cubicBezTo>
                  <a:pt x="622500" y="70142"/>
                  <a:pt x="623546" y="65655"/>
                  <a:pt x="623546" y="63834"/>
                </a:cubicBezTo>
                <a:cubicBezTo>
                  <a:pt x="623546" y="62404"/>
                  <a:pt x="623039" y="61233"/>
                  <a:pt x="622025" y="60322"/>
                </a:cubicBezTo>
                <a:cubicBezTo>
                  <a:pt x="621012" y="59408"/>
                  <a:pt x="619622" y="58951"/>
                  <a:pt x="617857" y="58951"/>
                </a:cubicBezTo>
                <a:cubicBezTo>
                  <a:pt x="616418" y="58951"/>
                  <a:pt x="613443" y="59311"/>
                  <a:pt x="608931" y="60030"/>
                </a:cubicBezTo>
                <a:lnTo>
                  <a:pt x="608931" y="56107"/>
                </a:lnTo>
                <a:lnTo>
                  <a:pt x="642771" y="50614"/>
                </a:lnTo>
                <a:close/>
                <a:moveTo>
                  <a:pt x="696753" y="50614"/>
                </a:moveTo>
                <a:lnTo>
                  <a:pt x="683707" y="95379"/>
                </a:lnTo>
                <a:cubicBezTo>
                  <a:pt x="695936" y="77079"/>
                  <a:pt x="705303" y="65044"/>
                  <a:pt x="711810" y="59273"/>
                </a:cubicBezTo>
                <a:cubicBezTo>
                  <a:pt x="718316" y="53500"/>
                  <a:pt x="724578" y="50614"/>
                  <a:pt x="730594" y="50614"/>
                </a:cubicBezTo>
                <a:cubicBezTo>
                  <a:pt x="733863" y="50614"/>
                  <a:pt x="736561" y="51699"/>
                  <a:pt x="738686" y="53869"/>
                </a:cubicBezTo>
                <a:cubicBezTo>
                  <a:pt x="740811" y="56039"/>
                  <a:pt x="741874" y="58867"/>
                  <a:pt x="741874" y="62351"/>
                </a:cubicBezTo>
                <a:cubicBezTo>
                  <a:pt x="741874" y="66276"/>
                  <a:pt x="740926" y="71512"/>
                  <a:pt x="739029" y="78057"/>
                </a:cubicBezTo>
                <a:lnTo>
                  <a:pt x="727063" y="119383"/>
                </a:lnTo>
                <a:cubicBezTo>
                  <a:pt x="725689" y="124161"/>
                  <a:pt x="725003" y="127073"/>
                  <a:pt x="725003" y="128119"/>
                </a:cubicBezTo>
                <a:cubicBezTo>
                  <a:pt x="725003" y="129035"/>
                  <a:pt x="725264" y="129803"/>
                  <a:pt x="725787" y="130424"/>
                </a:cubicBezTo>
                <a:cubicBezTo>
                  <a:pt x="726310" y="131044"/>
                  <a:pt x="726866" y="131353"/>
                  <a:pt x="727455" y="131353"/>
                </a:cubicBezTo>
                <a:cubicBezTo>
                  <a:pt x="728240" y="131353"/>
                  <a:pt x="729188" y="130928"/>
                  <a:pt x="730299" y="130078"/>
                </a:cubicBezTo>
                <a:cubicBezTo>
                  <a:pt x="733765" y="127334"/>
                  <a:pt x="737558" y="123149"/>
                  <a:pt x="741678" y="117526"/>
                </a:cubicBezTo>
                <a:lnTo>
                  <a:pt x="744718" y="119389"/>
                </a:lnTo>
                <a:cubicBezTo>
                  <a:pt x="738637" y="128082"/>
                  <a:pt x="732882" y="134291"/>
                  <a:pt x="727455" y="138014"/>
                </a:cubicBezTo>
                <a:cubicBezTo>
                  <a:pt x="723662" y="140562"/>
                  <a:pt x="720262" y="141836"/>
                  <a:pt x="717254" y="141836"/>
                </a:cubicBezTo>
                <a:cubicBezTo>
                  <a:pt x="714834" y="141836"/>
                  <a:pt x="712905" y="141101"/>
                  <a:pt x="711466" y="139629"/>
                </a:cubicBezTo>
                <a:cubicBezTo>
                  <a:pt x="710028" y="138158"/>
                  <a:pt x="709308" y="136180"/>
                  <a:pt x="709308" y="133695"/>
                </a:cubicBezTo>
                <a:cubicBezTo>
                  <a:pt x="709308" y="130564"/>
                  <a:pt x="710420" y="125184"/>
                  <a:pt x="712643" y="117553"/>
                </a:cubicBezTo>
                <a:lnTo>
                  <a:pt x="724022" y="78232"/>
                </a:lnTo>
                <a:cubicBezTo>
                  <a:pt x="725460" y="73340"/>
                  <a:pt x="726180" y="69525"/>
                  <a:pt x="726180" y="66786"/>
                </a:cubicBezTo>
                <a:cubicBezTo>
                  <a:pt x="726180" y="65482"/>
                  <a:pt x="725755" y="64423"/>
                  <a:pt x="724905" y="63608"/>
                </a:cubicBezTo>
                <a:cubicBezTo>
                  <a:pt x="724054" y="62792"/>
                  <a:pt x="723008" y="62384"/>
                  <a:pt x="721766" y="62384"/>
                </a:cubicBezTo>
                <a:cubicBezTo>
                  <a:pt x="719935" y="62384"/>
                  <a:pt x="717744" y="63167"/>
                  <a:pt x="715194" y="64732"/>
                </a:cubicBezTo>
                <a:cubicBezTo>
                  <a:pt x="710355" y="67665"/>
                  <a:pt x="705319" y="72505"/>
                  <a:pt x="700088" y="79253"/>
                </a:cubicBezTo>
                <a:cubicBezTo>
                  <a:pt x="694857" y="85998"/>
                  <a:pt x="689331" y="94618"/>
                  <a:pt x="683511" y="105111"/>
                </a:cubicBezTo>
                <a:cubicBezTo>
                  <a:pt x="680438" y="110651"/>
                  <a:pt x="677887" y="116713"/>
                  <a:pt x="675860" y="123298"/>
                </a:cubicBezTo>
                <a:lnTo>
                  <a:pt x="670956" y="139482"/>
                </a:lnTo>
                <a:lnTo>
                  <a:pt x="656242" y="139482"/>
                </a:lnTo>
                <a:lnTo>
                  <a:pt x="674095" y="77882"/>
                </a:lnTo>
                <a:cubicBezTo>
                  <a:pt x="676187" y="70534"/>
                  <a:pt x="677233" y="66112"/>
                  <a:pt x="677233" y="64616"/>
                </a:cubicBezTo>
                <a:cubicBezTo>
                  <a:pt x="677233" y="63186"/>
                  <a:pt x="676661" y="61933"/>
                  <a:pt x="675517" y="60858"/>
                </a:cubicBezTo>
                <a:cubicBezTo>
                  <a:pt x="674372" y="59783"/>
                  <a:pt x="672950" y="59246"/>
                  <a:pt x="671250" y="59246"/>
                </a:cubicBezTo>
                <a:cubicBezTo>
                  <a:pt x="670465" y="59246"/>
                  <a:pt x="669092" y="59376"/>
                  <a:pt x="667130" y="59638"/>
                </a:cubicBezTo>
                <a:lnTo>
                  <a:pt x="663403" y="60227"/>
                </a:lnTo>
                <a:lnTo>
                  <a:pt x="662814" y="56695"/>
                </a:lnTo>
                <a:lnTo>
                  <a:pt x="696753" y="50614"/>
                </a:lnTo>
                <a:close/>
                <a:moveTo>
                  <a:pt x="857522" y="56695"/>
                </a:moveTo>
                <a:lnTo>
                  <a:pt x="854677" y="66897"/>
                </a:lnTo>
                <a:lnTo>
                  <a:pt x="838296" y="66897"/>
                </a:lnTo>
                <a:cubicBezTo>
                  <a:pt x="839539" y="70428"/>
                  <a:pt x="840160" y="73730"/>
                  <a:pt x="840160" y="76804"/>
                </a:cubicBezTo>
                <a:cubicBezTo>
                  <a:pt x="840160" y="85435"/>
                  <a:pt x="836498" y="93119"/>
                  <a:pt x="829174" y="99854"/>
                </a:cubicBezTo>
                <a:cubicBezTo>
                  <a:pt x="821785" y="106590"/>
                  <a:pt x="811649" y="110317"/>
                  <a:pt x="798766" y="111037"/>
                </a:cubicBezTo>
                <a:cubicBezTo>
                  <a:pt x="791835" y="113141"/>
                  <a:pt x="786636" y="115641"/>
                  <a:pt x="783170" y="118534"/>
                </a:cubicBezTo>
                <a:cubicBezTo>
                  <a:pt x="781863" y="119587"/>
                  <a:pt x="781209" y="120672"/>
                  <a:pt x="781209" y="121789"/>
                </a:cubicBezTo>
                <a:cubicBezTo>
                  <a:pt x="781209" y="123106"/>
                  <a:pt x="781797" y="124306"/>
                  <a:pt x="782974" y="125391"/>
                </a:cubicBezTo>
                <a:cubicBezTo>
                  <a:pt x="784151" y="126476"/>
                  <a:pt x="787127" y="127578"/>
                  <a:pt x="791900" y="128696"/>
                </a:cubicBezTo>
                <a:lnTo>
                  <a:pt x="810929" y="133073"/>
                </a:lnTo>
                <a:cubicBezTo>
                  <a:pt x="821458" y="135535"/>
                  <a:pt x="828422" y="138469"/>
                  <a:pt x="831822" y="141873"/>
                </a:cubicBezTo>
                <a:cubicBezTo>
                  <a:pt x="835157" y="145345"/>
                  <a:pt x="836825" y="149340"/>
                  <a:pt x="836825" y="153858"/>
                </a:cubicBezTo>
                <a:cubicBezTo>
                  <a:pt x="836825" y="159229"/>
                  <a:pt x="834847" y="164140"/>
                  <a:pt x="830891" y="168593"/>
                </a:cubicBezTo>
                <a:cubicBezTo>
                  <a:pt x="826934" y="173046"/>
                  <a:pt x="821147" y="176533"/>
                  <a:pt x="813529" y="179055"/>
                </a:cubicBezTo>
                <a:cubicBezTo>
                  <a:pt x="805911" y="181577"/>
                  <a:pt x="797491" y="182837"/>
                  <a:pt x="788271" y="182837"/>
                </a:cubicBezTo>
                <a:cubicBezTo>
                  <a:pt x="780162" y="182837"/>
                  <a:pt x="772773" y="181871"/>
                  <a:pt x="766103" y="179938"/>
                </a:cubicBezTo>
                <a:cubicBezTo>
                  <a:pt x="759433" y="178007"/>
                  <a:pt x="754659" y="175404"/>
                  <a:pt x="751782" y="172130"/>
                </a:cubicBezTo>
                <a:cubicBezTo>
                  <a:pt x="748905" y="168857"/>
                  <a:pt x="747466" y="165485"/>
                  <a:pt x="747466" y="162015"/>
                </a:cubicBezTo>
                <a:cubicBezTo>
                  <a:pt x="747466" y="159199"/>
                  <a:pt x="748398" y="156269"/>
                  <a:pt x="750262" y="153224"/>
                </a:cubicBezTo>
                <a:cubicBezTo>
                  <a:pt x="752125" y="150179"/>
                  <a:pt x="754463" y="147675"/>
                  <a:pt x="757275" y="145711"/>
                </a:cubicBezTo>
                <a:cubicBezTo>
                  <a:pt x="759041" y="144466"/>
                  <a:pt x="764043" y="141520"/>
                  <a:pt x="772283" y="136871"/>
                </a:cubicBezTo>
                <a:cubicBezTo>
                  <a:pt x="769274" y="134512"/>
                  <a:pt x="767770" y="131925"/>
                  <a:pt x="767770" y="129109"/>
                </a:cubicBezTo>
                <a:cubicBezTo>
                  <a:pt x="767770" y="126492"/>
                  <a:pt x="769095" y="123709"/>
                  <a:pt x="771743" y="120763"/>
                </a:cubicBezTo>
                <a:cubicBezTo>
                  <a:pt x="774391" y="117814"/>
                  <a:pt x="779999" y="114572"/>
                  <a:pt x="788565" y="111037"/>
                </a:cubicBezTo>
                <a:cubicBezTo>
                  <a:pt x="781372" y="109663"/>
                  <a:pt x="775667" y="106655"/>
                  <a:pt x="771449" y="102012"/>
                </a:cubicBezTo>
                <a:cubicBezTo>
                  <a:pt x="767231" y="97369"/>
                  <a:pt x="765122" y="92203"/>
                  <a:pt x="765122" y="86514"/>
                </a:cubicBezTo>
                <a:cubicBezTo>
                  <a:pt x="765122" y="77229"/>
                  <a:pt x="769193" y="68924"/>
                  <a:pt x="777334" y="61600"/>
                </a:cubicBezTo>
                <a:cubicBezTo>
                  <a:pt x="785475" y="54276"/>
                  <a:pt x="796314" y="50614"/>
                  <a:pt x="809851" y="50614"/>
                </a:cubicBezTo>
                <a:cubicBezTo>
                  <a:pt x="814755" y="50614"/>
                  <a:pt x="818777" y="51104"/>
                  <a:pt x="821915" y="52085"/>
                </a:cubicBezTo>
                <a:cubicBezTo>
                  <a:pt x="825054" y="53066"/>
                  <a:pt x="828095" y="54603"/>
                  <a:pt x="831038" y="56695"/>
                </a:cubicBezTo>
                <a:lnTo>
                  <a:pt x="857522" y="56695"/>
                </a:lnTo>
                <a:moveTo>
                  <a:pt x="823485" y="72098"/>
                </a:moveTo>
                <a:cubicBezTo>
                  <a:pt x="823485" y="66896"/>
                  <a:pt x="822030" y="62799"/>
                  <a:pt x="819120" y="59810"/>
                </a:cubicBezTo>
                <a:cubicBezTo>
                  <a:pt x="816210" y="56818"/>
                  <a:pt x="812401" y="55322"/>
                  <a:pt x="807693" y="55322"/>
                </a:cubicBezTo>
                <a:cubicBezTo>
                  <a:pt x="800303" y="55322"/>
                  <a:pt x="794205" y="59012"/>
                  <a:pt x="789399" y="66391"/>
                </a:cubicBezTo>
                <a:cubicBezTo>
                  <a:pt x="784593" y="73770"/>
                  <a:pt x="782189" y="81459"/>
                  <a:pt x="782189" y="89457"/>
                </a:cubicBezTo>
                <a:cubicBezTo>
                  <a:pt x="782189" y="94464"/>
                  <a:pt x="783726" y="98560"/>
                  <a:pt x="786800" y="101746"/>
                </a:cubicBezTo>
                <a:cubicBezTo>
                  <a:pt x="789873" y="104931"/>
                  <a:pt x="793600" y="106524"/>
                  <a:pt x="797982" y="106524"/>
                </a:cubicBezTo>
                <a:cubicBezTo>
                  <a:pt x="801448" y="106524"/>
                  <a:pt x="804799" y="105582"/>
                  <a:pt x="808036" y="103698"/>
                </a:cubicBezTo>
                <a:cubicBezTo>
                  <a:pt x="811273" y="101812"/>
                  <a:pt x="814003" y="99211"/>
                  <a:pt x="816226" y="95894"/>
                </a:cubicBezTo>
                <a:cubicBezTo>
                  <a:pt x="818450" y="92577"/>
                  <a:pt x="820215" y="88351"/>
                  <a:pt x="821523" y="83216"/>
                </a:cubicBezTo>
                <a:cubicBezTo>
                  <a:pt x="822831" y="78079"/>
                  <a:pt x="823485" y="74373"/>
                  <a:pt x="823485" y="72098"/>
                </a:cubicBezTo>
                <a:moveTo>
                  <a:pt x="776500" y="139424"/>
                </a:moveTo>
                <a:cubicBezTo>
                  <a:pt x="771204" y="141848"/>
                  <a:pt x="767198" y="144959"/>
                  <a:pt x="764484" y="148758"/>
                </a:cubicBezTo>
                <a:cubicBezTo>
                  <a:pt x="761771" y="152557"/>
                  <a:pt x="760414" y="156289"/>
                  <a:pt x="760414" y="159955"/>
                </a:cubicBezTo>
                <a:cubicBezTo>
                  <a:pt x="760414" y="164279"/>
                  <a:pt x="762376" y="167849"/>
                  <a:pt x="766299" y="170665"/>
                </a:cubicBezTo>
                <a:cubicBezTo>
                  <a:pt x="771923" y="174726"/>
                  <a:pt x="780162" y="176756"/>
                  <a:pt x="791017" y="176756"/>
                </a:cubicBezTo>
                <a:cubicBezTo>
                  <a:pt x="800369" y="176756"/>
                  <a:pt x="808363" y="175167"/>
                  <a:pt x="815000" y="171989"/>
                </a:cubicBezTo>
                <a:cubicBezTo>
                  <a:pt x="821638" y="168814"/>
                  <a:pt x="824956" y="164704"/>
                  <a:pt x="824956" y="159661"/>
                </a:cubicBezTo>
                <a:cubicBezTo>
                  <a:pt x="824956" y="157107"/>
                  <a:pt x="823730" y="154683"/>
                  <a:pt x="821278" y="152390"/>
                </a:cubicBezTo>
                <a:cubicBezTo>
                  <a:pt x="818826" y="150097"/>
                  <a:pt x="814068" y="148231"/>
                  <a:pt x="807006" y="146790"/>
                </a:cubicBezTo>
                <a:cubicBezTo>
                  <a:pt x="803148" y="146005"/>
                  <a:pt x="792979" y="143550"/>
                  <a:pt x="776500" y="139424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A92D5-8E39-461D-83B0-38BBBBF1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670" y="3828146"/>
            <a:ext cx="477626" cy="348336"/>
          </a:xfrm>
          <a:custGeom xmlns:a="http://schemas.openxmlformats.org/drawingml/2006/main">
            <a:pathLst>
              <a:path w="477626" h="348336">
                <a:moveTo>
                  <a:pt x="419834" y="110585"/>
                </a:moveTo>
                <a:lnTo>
                  <a:pt x="477626" y="0"/>
                </a:lnTo>
                <a:lnTo>
                  <a:pt x="354479" y="20115"/>
                </a:lnTo>
                <a:lnTo>
                  <a:pt x="382259" y="58572"/>
                </a:lnTo>
                <a:lnTo>
                  <a:pt x="0" y="334774"/>
                </a:lnTo>
                <a:lnTo>
                  <a:pt x="9830" y="348336"/>
                </a:lnTo>
                <a:lnTo>
                  <a:pt x="392056" y="72133"/>
                </a:lnTo>
                <a:lnTo>
                  <a:pt x="419834" y="110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d2034f9884123"/>
          <a:stretch xmlns:a="http://schemas.openxmlformats.org/drawingml/2006/main"/>
        </p:blipFill>
        <p:spPr>
          <a:xfrm xmlns:a="http://schemas.openxmlformats.org/drawingml/2006/main">
            <a:off x="2013355" y="4156259"/>
            <a:ext cx="718585" cy="455341"/>
          </a:xfrm>
          <a:prstGeom xmlns:a="http://schemas.openxmlformats.org/drawingml/2006/main" prst="rect">
            <a:avLst/>
          </a:prstGeom>
        </p:spPr>
      </p:pic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5196E-C7B6-470D-9AB3-F7921BEE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053" y="4156259"/>
            <a:ext cx="723189" cy="455341"/>
          </a:xfrm>
          <a:custGeom xmlns:a="http://schemas.openxmlformats.org/drawingml/2006/main">
            <a:pathLst>
              <a:path w="723189" h="455341" fill="none">
                <a:moveTo>
                  <a:pt x="723189" y="75890"/>
                </a:moveTo>
                <a:cubicBezTo>
                  <a:pt x="723189" y="33963"/>
                  <a:pt x="689217" y="0"/>
                  <a:pt x="647299" y="0"/>
                </a:cubicBezTo>
                <a:lnTo>
                  <a:pt x="75890" y="0"/>
                </a:lnTo>
                <a:cubicBezTo>
                  <a:pt x="33963" y="0"/>
                  <a:pt x="0" y="33963"/>
                  <a:pt x="0" y="75890"/>
                </a:cubicBezTo>
                <a:lnTo>
                  <a:pt x="0" y="379451"/>
                </a:lnTo>
                <a:cubicBezTo>
                  <a:pt x="0" y="421369"/>
                  <a:pt x="33963" y="455341"/>
                  <a:pt x="75890" y="455341"/>
                </a:cubicBezTo>
                <a:lnTo>
                  <a:pt x="647299" y="455341"/>
                </a:lnTo>
                <a:cubicBezTo>
                  <a:pt x="689217" y="455341"/>
                  <a:pt x="723189" y="421369"/>
                  <a:pt x="723189" y="379451"/>
                </a:cubicBezTo>
                <a:lnTo>
                  <a:pt x="723189" y="75890"/>
                </a:lnTo>
                <a:close/>
                <a:moveTo>
                  <a:pt x="723189" y="75890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1C9F0-B515-4E06-B104-DADC9146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357" y="4517854"/>
            <a:ext cx="735528" cy="10"/>
          </a:xfrm>
          <a:custGeom xmlns:a="http://schemas.openxmlformats.org/drawingml/2006/main">
            <a:pathLst>
              <a:path w="735528" h="1" fill="none">
                <a:moveTo>
                  <a:pt x="73552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01" name="Text TS">
            <a:extLst xmlns:a="http://schemas.openxmlformats.org/drawingml/2006/main">
              <a:ext uri="{FF2B5EF4-FFF2-40B4-BE49-F238E27FC236}">
                <a16:creationId xmlns:a16="http://schemas.microsoft.com/office/drawing/2014/main" id="{C56111C1-C696-40FE-A20C-E7C3FC26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025" y="4271411"/>
            <a:ext cx="230412" cy="138894"/>
          </a:xfrm>
          <a:custGeom xmlns:a="http://schemas.openxmlformats.org/drawingml/2006/main">
            <a:pathLst>
              <a:path w="230412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4" y="0"/>
                </a:moveTo>
                <a:lnTo>
                  <a:pt x="222173" y="44336"/>
                </a:lnTo>
                <a:lnTo>
                  <a:pt x="218151" y="44336"/>
                </a:lnTo>
                <a:cubicBezTo>
                  <a:pt x="216255" y="33248"/>
                  <a:pt x="211595" y="24329"/>
                  <a:pt x="204173" y="17579"/>
                </a:cubicBezTo>
                <a:cubicBezTo>
                  <a:pt x="196751" y="10830"/>
                  <a:pt x="188724" y="7455"/>
                  <a:pt x="180092" y="7455"/>
                </a:cubicBezTo>
                <a:cubicBezTo>
                  <a:pt x="173422" y="7455"/>
                  <a:pt x="168142" y="9232"/>
                  <a:pt x="164251" y="12785"/>
                </a:cubicBezTo>
                <a:cubicBezTo>
                  <a:pt x="160360" y="16337"/>
                  <a:pt x="158415" y="20427"/>
                  <a:pt x="158415" y="25056"/>
                </a:cubicBezTo>
                <a:cubicBezTo>
                  <a:pt x="158415" y="27988"/>
                  <a:pt x="159101" y="30596"/>
                  <a:pt x="160475" y="32878"/>
                </a:cubicBezTo>
                <a:cubicBezTo>
                  <a:pt x="162371" y="35941"/>
                  <a:pt x="165412" y="38972"/>
                  <a:pt x="169597" y="41970"/>
                </a:cubicBezTo>
                <a:cubicBezTo>
                  <a:pt x="172670" y="44122"/>
                  <a:pt x="179766" y="47936"/>
                  <a:pt x="190882" y="53412"/>
                </a:cubicBezTo>
                <a:cubicBezTo>
                  <a:pt x="206446" y="61039"/>
                  <a:pt x="216941" y="68243"/>
                  <a:pt x="222369" y="75026"/>
                </a:cubicBezTo>
                <a:cubicBezTo>
                  <a:pt x="227731" y="81806"/>
                  <a:pt x="230412" y="89565"/>
                  <a:pt x="230412" y="98303"/>
                </a:cubicBezTo>
                <a:cubicBezTo>
                  <a:pt x="230412" y="109387"/>
                  <a:pt x="226080" y="118923"/>
                  <a:pt x="217415" y="126912"/>
                </a:cubicBezTo>
                <a:cubicBezTo>
                  <a:pt x="208751" y="134900"/>
                  <a:pt x="197748" y="138894"/>
                  <a:pt x="184408" y="138894"/>
                </a:cubicBezTo>
                <a:cubicBezTo>
                  <a:pt x="180223" y="138894"/>
                  <a:pt x="176267" y="138469"/>
                  <a:pt x="172540" y="137619"/>
                </a:cubicBezTo>
                <a:cubicBezTo>
                  <a:pt x="168812" y="136768"/>
                  <a:pt x="164137" y="135166"/>
                  <a:pt x="158513" y="132812"/>
                </a:cubicBezTo>
                <a:cubicBezTo>
                  <a:pt x="155374" y="131504"/>
                  <a:pt x="152791" y="130850"/>
                  <a:pt x="150764" y="130850"/>
                </a:cubicBezTo>
                <a:cubicBezTo>
                  <a:pt x="149064" y="130850"/>
                  <a:pt x="147265" y="131513"/>
                  <a:pt x="145369" y="132837"/>
                </a:cubicBezTo>
                <a:cubicBezTo>
                  <a:pt x="143473" y="134161"/>
                  <a:pt x="141936" y="136180"/>
                  <a:pt x="140759" y="138894"/>
                </a:cubicBezTo>
                <a:lnTo>
                  <a:pt x="137130" y="138894"/>
                </a:lnTo>
                <a:lnTo>
                  <a:pt x="137130" y="88672"/>
                </a:lnTo>
                <a:lnTo>
                  <a:pt x="140759" y="88672"/>
                </a:lnTo>
                <a:cubicBezTo>
                  <a:pt x="143636" y="102764"/>
                  <a:pt x="149178" y="113513"/>
                  <a:pt x="157385" y="120919"/>
                </a:cubicBezTo>
                <a:cubicBezTo>
                  <a:pt x="165592" y="128325"/>
                  <a:pt x="174436" y="132027"/>
                  <a:pt x="183918" y="132027"/>
                </a:cubicBezTo>
                <a:cubicBezTo>
                  <a:pt x="191242" y="132027"/>
                  <a:pt x="197078" y="130039"/>
                  <a:pt x="201427" y="126062"/>
                </a:cubicBezTo>
                <a:cubicBezTo>
                  <a:pt x="205775" y="122086"/>
                  <a:pt x="207950" y="117457"/>
                  <a:pt x="207950" y="112177"/>
                </a:cubicBezTo>
                <a:cubicBezTo>
                  <a:pt x="207950" y="109048"/>
                  <a:pt x="207116" y="106018"/>
                  <a:pt x="205448" y="103085"/>
                </a:cubicBezTo>
                <a:cubicBezTo>
                  <a:pt x="203781" y="100151"/>
                  <a:pt x="201247" y="97363"/>
                  <a:pt x="197847" y="94723"/>
                </a:cubicBezTo>
                <a:cubicBezTo>
                  <a:pt x="194446" y="92083"/>
                  <a:pt x="188430" y="88645"/>
                  <a:pt x="179798" y="84408"/>
                </a:cubicBezTo>
                <a:cubicBezTo>
                  <a:pt x="167701" y="78476"/>
                  <a:pt x="159003" y="73420"/>
                  <a:pt x="153707" y="69241"/>
                </a:cubicBezTo>
                <a:cubicBezTo>
                  <a:pt x="148410" y="65062"/>
                  <a:pt x="144339" y="60394"/>
                  <a:pt x="141495" y="55236"/>
                </a:cubicBezTo>
                <a:cubicBezTo>
                  <a:pt x="138650" y="50078"/>
                  <a:pt x="137228" y="44398"/>
                  <a:pt x="137228" y="38196"/>
                </a:cubicBezTo>
                <a:cubicBezTo>
                  <a:pt x="137228" y="27619"/>
                  <a:pt x="141119" y="18609"/>
                  <a:pt x="148900" y="11167"/>
                </a:cubicBezTo>
                <a:cubicBezTo>
                  <a:pt x="156682" y="3722"/>
                  <a:pt x="166491" y="0"/>
                  <a:pt x="178327" y="0"/>
                </a:cubicBezTo>
                <a:cubicBezTo>
                  <a:pt x="182643" y="0"/>
                  <a:pt x="186828" y="529"/>
                  <a:pt x="190882" y="1588"/>
                </a:cubicBezTo>
                <a:cubicBezTo>
                  <a:pt x="193956" y="2381"/>
                  <a:pt x="197699" y="3851"/>
                  <a:pt x="202113" y="5999"/>
                </a:cubicBezTo>
                <a:cubicBezTo>
                  <a:pt x="206527" y="8146"/>
                  <a:pt x="209617" y="9220"/>
                  <a:pt x="211383" y="9220"/>
                </a:cubicBezTo>
                <a:cubicBezTo>
                  <a:pt x="213083" y="9220"/>
                  <a:pt x="214424" y="8692"/>
                  <a:pt x="215404" y="7636"/>
                </a:cubicBezTo>
                <a:cubicBezTo>
                  <a:pt x="216385" y="6577"/>
                  <a:pt x="217301" y="4032"/>
                  <a:pt x="218151" y="0"/>
                </a:cubicBezTo>
                <a:lnTo>
                  <a:pt x="221094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2">
            <a:extLst xmlns:a="http://schemas.openxmlformats.org/drawingml/2006/main">
              <a:ext uri="{FF2B5EF4-FFF2-40B4-BE49-F238E27FC236}">
                <a16:creationId xmlns:a16="http://schemas.microsoft.com/office/drawing/2014/main" id="{B1EB7CFD-91E9-4D55-8DA2-FD8C656B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564" y="4363732"/>
            <a:ext cx="57153" cy="90503"/>
          </a:xfrm>
          <a:custGeom xmlns:a="http://schemas.openxmlformats.org/drawingml/2006/main">
            <a:pathLst>
              <a:path w="57153" h="90503">
                <a:moveTo>
                  <a:pt x="52183" y="90503"/>
                </a:moveTo>
                <a:lnTo>
                  <a:pt x="0" y="90503"/>
                </a:lnTo>
                <a:lnTo>
                  <a:pt x="0" y="89065"/>
                </a:lnTo>
                <a:cubicBezTo>
                  <a:pt x="15999" y="70030"/>
                  <a:pt x="25710" y="57225"/>
                  <a:pt x="29132" y="50649"/>
                </a:cubicBezTo>
                <a:cubicBezTo>
                  <a:pt x="32555" y="44071"/>
                  <a:pt x="34266" y="37646"/>
                  <a:pt x="34266" y="31374"/>
                </a:cubicBezTo>
                <a:cubicBezTo>
                  <a:pt x="34266" y="26801"/>
                  <a:pt x="32849" y="23000"/>
                  <a:pt x="30015" y="19973"/>
                </a:cubicBezTo>
                <a:cubicBezTo>
                  <a:pt x="27181" y="16946"/>
                  <a:pt x="23716" y="15433"/>
                  <a:pt x="19618" y="15433"/>
                </a:cubicBezTo>
                <a:cubicBezTo>
                  <a:pt x="12904" y="15433"/>
                  <a:pt x="7695" y="18785"/>
                  <a:pt x="3989" y="25489"/>
                </a:cubicBezTo>
                <a:lnTo>
                  <a:pt x="1569" y="24641"/>
                </a:lnTo>
                <a:cubicBezTo>
                  <a:pt x="3924" y="16253"/>
                  <a:pt x="7498" y="10049"/>
                  <a:pt x="12294" y="6030"/>
                </a:cubicBezTo>
                <a:cubicBezTo>
                  <a:pt x="17089" y="2010"/>
                  <a:pt x="22626" y="0"/>
                  <a:pt x="28903" y="0"/>
                </a:cubicBezTo>
                <a:cubicBezTo>
                  <a:pt x="33394" y="0"/>
                  <a:pt x="37492" y="1046"/>
                  <a:pt x="41197" y="3139"/>
                </a:cubicBezTo>
                <a:cubicBezTo>
                  <a:pt x="44903" y="5231"/>
                  <a:pt x="47802" y="8098"/>
                  <a:pt x="49894" y="11738"/>
                </a:cubicBezTo>
                <a:cubicBezTo>
                  <a:pt x="51987" y="15378"/>
                  <a:pt x="53033" y="18789"/>
                  <a:pt x="53033" y="21972"/>
                </a:cubicBezTo>
                <a:cubicBezTo>
                  <a:pt x="53033" y="27770"/>
                  <a:pt x="51420" y="33655"/>
                  <a:pt x="48194" y="39628"/>
                </a:cubicBezTo>
                <a:cubicBezTo>
                  <a:pt x="43791" y="47693"/>
                  <a:pt x="34178" y="58940"/>
                  <a:pt x="19356" y="73370"/>
                </a:cubicBezTo>
                <a:lnTo>
                  <a:pt x="38516" y="73370"/>
                </a:lnTo>
                <a:cubicBezTo>
                  <a:pt x="43224" y="73370"/>
                  <a:pt x="46287" y="73174"/>
                  <a:pt x="47704" y="72782"/>
                </a:cubicBezTo>
                <a:cubicBezTo>
                  <a:pt x="49121" y="72390"/>
                  <a:pt x="50287" y="71725"/>
                  <a:pt x="51202" y="70787"/>
                </a:cubicBezTo>
                <a:cubicBezTo>
                  <a:pt x="52118" y="69850"/>
                  <a:pt x="53317" y="67877"/>
                  <a:pt x="54799" y="64869"/>
                </a:cubicBezTo>
                <a:lnTo>
                  <a:pt x="57153" y="64869"/>
                </a:lnTo>
                <a:lnTo>
                  <a:pt x="52183" y="90503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overtaking">
            <a:extLst xmlns:a="http://schemas.openxmlformats.org/drawingml/2006/main">
              <a:ext uri="{FF2B5EF4-FFF2-40B4-BE49-F238E27FC236}">
                <a16:creationId xmlns:a16="http://schemas.microsoft.com/office/drawing/2014/main" id="{BBF61497-A261-4CF3-887A-E92A9299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832" y="3725489"/>
            <a:ext cx="857521" cy="182837"/>
          </a:xfrm>
          <a:custGeom xmlns:a="http://schemas.openxmlformats.org/drawingml/2006/main">
            <a:pathLst>
              <a:path w="857521" h="182837">
                <a:moveTo>
                  <a:pt x="87005" y="81349"/>
                </a:moveTo>
                <a:cubicBezTo>
                  <a:pt x="87005" y="91168"/>
                  <a:pt x="84405" y="100889"/>
                  <a:pt x="79207" y="110512"/>
                </a:cubicBezTo>
                <a:cubicBezTo>
                  <a:pt x="74008" y="120135"/>
                  <a:pt x="66766" y="127762"/>
                  <a:pt x="57480" y="133392"/>
                </a:cubicBezTo>
                <a:cubicBezTo>
                  <a:pt x="48194" y="139021"/>
                  <a:pt x="39170" y="141836"/>
                  <a:pt x="30408" y="141836"/>
                </a:cubicBezTo>
                <a:cubicBezTo>
                  <a:pt x="21449" y="141836"/>
                  <a:pt x="14141" y="138972"/>
                  <a:pt x="8485" y="133244"/>
                </a:cubicBezTo>
                <a:cubicBezTo>
                  <a:pt x="2828" y="127516"/>
                  <a:pt x="0" y="120103"/>
                  <a:pt x="0" y="111003"/>
                </a:cubicBezTo>
                <a:cubicBezTo>
                  <a:pt x="0" y="101380"/>
                  <a:pt x="2763" y="91724"/>
                  <a:pt x="8289" y="82036"/>
                </a:cubicBezTo>
                <a:cubicBezTo>
                  <a:pt x="13814" y="72348"/>
                  <a:pt x="21204" y="64689"/>
                  <a:pt x="30457" y="59059"/>
                </a:cubicBezTo>
                <a:cubicBezTo>
                  <a:pt x="39710" y="53429"/>
                  <a:pt x="48652" y="50614"/>
                  <a:pt x="57284" y="50614"/>
                </a:cubicBezTo>
                <a:cubicBezTo>
                  <a:pt x="65916" y="50614"/>
                  <a:pt x="73027" y="53461"/>
                  <a:pt x="78618" y="59157"/>
                </a:cubicBezTo>
                <a:cubicBezTo>
                  <a:pt x="84209" y="64852"/>
                  <a:pt x="87005" y="72250"/>
                  <a:pt x="87005" y="81349"/>
                </a:cubicBezTo>
                <a:moveTo>
                  <a:pt x="70722" y="74419"/>
                </a:moveTo>
                <a:cubicBezTo>
                  <a:pt x="70722" y="68315"/>
                  <a:pt x="69234" y="63639"/>
                  <a:pt x="66259" y="60392"/>
                </a:cubicBezTo>
                <a:cubicBezTo>
                  <a:pt x="63284" y="57143"/>
                  <a:pt x="59442" y="55518"/>
                  <a:pt x="54734" y="55518"/>
                </a:cubicBezTo>
                <a:cubicBezTo>
                  <a:pt x="45121" y="55518"/>
                  <a:pt x="36277" y="62426"/>
                  <a:pt x="28201" y="76243"/>
                </a:cubicBezTo>
                <a:cubicBezTo>
                  <a:pt x="20125" y="90057"/>
                  <a:pt x="16087" y="103789"/>
                  <a:pt x="16087" y="117440"/>
                </a:cubicBezTo>
                <a:cubicBezTo>
                  <a:pt x="16087" y="123675"/>
                  <a:pt x="17656" y="128482"/>
                  <a:pt x="20795" y="131862"/>
                </a:cubicBezTo>
                <a:cubicBezTo>
                  <a:pt x="23934" y="135242"/>
                  <a:pt x="27890" y="136932"/>
                  <a:pt x="32664" y="136932"/>
                </a:cubicBezTo>
                <a:cubicBezTo>
                  <a:pt x="41884" y="136932"/>
                  <a:pt x="50532" y="130058"/>
                  <a:pt x="58608" y="116309"/>
                </a:cubicBezTo>
                <a:cubicBezTo>
                  <a:pt x="66684" y="102558"/>
                  <a:pt x="70722" y="88595"/>
                  <a:pt x="70722" y="74419"/>
                </a:cubicBezTo>
                <a:close/>
                <a:moveTo>
                  <a:pt x="98873" y="56695"/>
                </a:moveTo>
                <a:lnTo>
                  <a:pt x="127221" y="50614"/>
                </a:lnTo>
                <a:cubicBezTo>
                  <a:pt x="129248" y="55453"/>
                  <a:pt x="130883" y="60390"/>
                  <a:pt x="132126" y="65425"/>
                </a:cubicBezTo>
                <a:cubicBezTo>
                  <a:pt x="133891" y="72815"/>
                  <a:pt x="135330" y="81577"/>
                  <a:pt x="136441" y="91713"/>
                </a:cubicBezTo>
                <a:cubicBezTo>
                  <a:pt x="136965" y="96814"/>
                  <a:pt x="137684" y="107603"/>
                  <a:pt x="138599" y="124082"/>
                </a:cubicBezTo>
                <a:cubicBezTo>
                  <a:pt x="146773" y="115058"/>
                  <a:pt x="151645" y="109467"/>
                  <a:pt x="153215" y="107309"/>
                </a:cubicBezTo>
                <a:cubicBezTo>
                  <a:pt x="161846" y="95604"/>
                  <a:pt x="166816" y="88738"/>
                  <a:pt x="168124" y="86710"/>
                </a:cubicBezTo>
                <a:cubicBezTo>
                  <a:pt x="170282" y="83245"/>
                  <a:pt x="171786" y="80204"/>
                  <a:pt x="172636" y="77588"/>
                </a:cubicBezTo>
                <a:cubicBezTo>
                  <a:pt x="173356" y="75626"/>
                  <a:pt x="173715" y="73763"/>
                  <a:pt x="173715" y="71997"/>
                </a:cubicBezTo>
                <a:cubicBezTo>
                  <a:pt x="173715" y="70297"/>
                  <a:pt x="172195" y="68335"/>
                  <a:pt x="169154" y="66112"/>
                </a:cubicBezTo>
                <a:cubicBezTo>
                  <a:pt x="166113" y="63888"/>
                  <a:pt x="164593" y="61404"/>
                  <a:pt x="164593" y="58657"/>
                </a:cubicBezTo>
                <a:cubicBezTo>
                  <a:pt x="164593" y="56565"/>
                  <a:pt x="165427" y="54701"/>
                  <a:pt x="167094" y="53066"/>
                </a:cubicBezTo>
                <a:cubicBezTo>
                  <a:pt x="168762" y="51431"/>
                  <a:pt x="170740" y="50614"/>
                  <a:pt x="173029" y="50614"/>
                </a:cubicBezTo>
                <a:cubicBezTo>
                  <a:pt x="175775" y="50614"/>
                  <a:pt x="178195" y="51743"/>
                  <a:pt x="180287" y="54001"/>
                </a:cubicBezTo>
                <a:cubicBezTo>
                  <a:pt x="182380" y="56259"/>
                  <a:pt x="183426" y="59058"/>
                  <a:pt x="183426" y="62397"/>
                </a:cubicBezTo>
                <a:cubicBezTo>
                  <a:pt x="183426" y="65736"/>
                  <a:pt x="182903" y="68944"/>
                  <a:pt x="181857" y="72022"/>
                </a:cubicBezTo>
                <a:cubicBezTo>
                  <a:pt x="180156" y="76996"/>
                  <a:pt x="176985" y="83067"/>
                  <a:pt x="172342" y="90236"/>
                </a:cubicBezTo>
                <a:cubicBezTo>
                  <a:pt x="167699" y="97404"/>
                  <a:pt x="160212" y="107011"/>
                  <a:pt x="149880" y="119055"/>
                </a:cubicBezTo>
                <a:cubicBezTo>
                  <a:pt x="148572" y="120561"/>
                  <a:pt x="141313" y="128155"/>
                  <a:pt x="128104" y="141836"/>
                </a:cubicBezTo>
                <a:lnTo>
                  <a:pt x="124475" y="141836"/>
                </a:lnTo>
                <a:cubicBezTo>
                  <a:pt x="122905" y="100394"/>
                  <a:pt x="119636" y="74533"/>
                  <a:pt x="114666" y="64254"/>
                </a:cubicBezTo>
                <a:cubicBezTo>
                  <a:pt x="113031" y="60915"/>
                  <a:pt x="110317" y="59246"/>
                  <a:pt x="106524" y="59246"/>
                </a:cubicBezTo>
                <a:cubicBezTo>
                  <a:pt x="104890" y="59246"/>
                  <a:pt x="102568" y="59540"/>
                  <a:pt x="99560" y="60128"/>
                </a:cubicBezTo>
                <a:lnTo>
                  <a:pt x="98873" y="56695"/>
                </a:lnTo>
                <a:close/>
                <a:moveTo>
                  <a:pt x="207684" y="102601"/>
                </a:moveTo>
                <a:cubicBezTo>
                  <a:pt x="207227" y="105860"/>
                  <a:pt x="206998" y="108565"/>
                  <a:pt x="206998" y="110715"/>
                </a:cubicBezTo>
                <a:cubicBezTo>
                  <a:pt x="206998" y="116514"/>
                  <a:pt x="209058" y="121451"/>
                  <a:pt x="213177" y="125526"/>
                </a:cubicBezTo>
                <a:cubicBezTo>
                  <a:pt x="217297" y="129599"/>
                  <a:pt x="222300" y="131635"/>
                  <a:pt x="228185" y="131635"/>
                </a:cubicBezTo>
                <a:cubicBezTo>
                  <a:pt x="232893" y="131635"/>
                  <a:pt x="237422" y="130674"/>
                  <a:pt x="241770" y="128751"/>
                </a:cubicBezTo>
                <a:cubicBezTo>
                  <a:pt x="246119" y="126826"/>
                  <a:pt x="252576" y="122570"/>
                  <a:pt x="261143" y="115984"/>
                </a:cubicBezTo>
                <a:lnTo>
                  <a:pt x="263203" y="118828"/>
                </a:lnTo>
                <a:cubicBezTo>
                  <a:pt x="247705" y="134167"/>
                  <a:pt x="232926" y="141836"/>
                  <a:pt x="218867" y="141836"/>
                </a:cubicBezTo>
                <a:cubicBezTo>
                  <a:pt x="209319" y="141836"/>
                  <a:pt x="202126" y="138825"/>
                  <a:pt x="197287" y="132803"/>
                </a:cubicBezTo>
                <a:cubicBezTo>
                  <a:pt x="192448" y="126781"/>
                  <a:pt x="190028" y="120136"/>
                  <a:pt x="190028" y="112870"/>
                </a:cubicBezTo>
                <a:cubicBezTo>
                  <a:pt x="190028" y="103116"/>
                  <a:pt x="193036" y="93133"/>
                  <a:pt x="199053" y="82922"/>
                </a:cubicBezTo>
                <a:cubicBezTo>
                  <a:pt x="205069" y="72708"/>
                  <a:pt x="212622" y="64770"/>
                  <a:pt x="221711" y="59108"/>
                </a:cubicBezTo>
                <a:cubicBezTo>
                  <a:pt x="230801" y="53445"/>
                  <a:pt x="240152" y="50614"/>
                  <a:pt x="249764" y="50614"/>
                </a:cubicBezTo>
                <a:cubicBezTo>
                  <a:pt x="256696" y="50614"/>
                  <a:pt x="261829" y="52025"/>
                  <a:pt x="265164" y="54847"/>
                </a:cubicBezTo>
                <a:cubicBezTo>
                  <a:pt x="268499" y="57669"/>
                  <a:pt x="270167" y="61017"/>
                  <a:pt x="270167" y="64892"/>
                </a:cubicBezTo>
                <a:cubicBezTo>
                  <a:pt x="270167" y="70340"/>
                  <a:pt x="268009" y="75558"/>
                  <a:pt x="263693" y="80546"/>
                </a:cubicBezTo>
                <a:cubicBezTo>
                  <a:pt x="258004" y="87045"/>
                  <a:pt x="249634" y="92295"/>
                  <a:pt x="238582" y="96299"/>
                </a:cubicBezTo>
                <a:cubicBezTo>
                  <a:pt x="231258" y="98990"/>
                  <a:pt x="220959" y="101091"/>
                  <a:pt x="207684" y="102601"/>
                </a:cubicBezTo>
                <a:moveTo>
                  <a:pt x="208371" y="97696"/>
                </a:moveTo>
                <a:cubicBezTo>
                  <a:pt x="218049" y="96583"/>
                  <a:pt x="225929" y="94682"/>
                  <a:pt x="232010" y="91995"/>
                </a:cubicBezTo>
                <a:cubicBezTo>
                  <a:pt x="240054" y="88390"/>
                  <a:pt x="246086" y="84080"/>
                  <a:pt x="250108" y="79066"/>
                </a:cubicBezTo>
                <a:cubicBezTo>
                  <a:pt x="254129" y="74051"/>
                  <a:pt x="256140" y="69282"/>
                  <a:pt x="256140" y="64760"/>
                </a:cubicBezTo>
                <a:cubicBezTo>
                  <a:pt x="256140" y="62007"/>
                  <a:pt x="255274" y="59779"/>
                  <a:pt x="253541" y="58075"/>
                </a:cubicBezTo>
                <a:cubicBezTo>
                  <a:pt x="251808" y="56370"/>
                  <a:pt x="249339" y="55518"/>
                  <a:pt x="246135" y="55518"/>
                </a:cubicBezTo>
                <a:cubicBezTo>
                  <a:pt x="239465" y="55518"/>
                  <a:pt x="232386" y="59074"/>
                  <a:pt x="224899" y="66185"/>
                </a:cubicBezTo>
                <a:cubicBezTo>
                  <a:pt x="217412" y="73297"/>
                  <a:pt x="211902" y="83801"/>
                  <a:pt x="208371" y="97696"/>
                </a:cubicBezTo>
                <a:close/>
                <a:moveTo>
                  <a:pt x="283440" y="56107"/>
                </a:moveTo>
                <a:lnTo>
                  <a:pt x="317280" y="50614"/>
                </a:lnTo>
                <a:lnTo>
                  <a:pt x="303155" y="98383"/>
                </a:lnTo>
                <a:cubicBezTo>
                  <a:pt x="314599" y="78790"/>
                  <a:pt x="324997" y="65094"/>
                  <a:pt x="334348" y="57296"/>
                </a:cubicBezTo>
                <a:cubicBezTo>
                  <a:pt x="339645" y="52841"/>
                  <a:pt x="343960" y="50614"/>
                  <a:pt x="347295" y="50614"/>
                </a:cubicBezTo>
                <a:cubicBezTo>
                  <a:pt x="349453" y="50614"/>
                  <a:pt x="351154" y="51254"/>
                  <a:pt x="352396" y="52536"/>
                </a:cubicBezTo>
                <a:cubicBezTo>
                  <a:pt x="353639" y="53815"/>
                  <a:pt x="354260" y="55669"/>
                  <a:pt x="354260" y="58099"/>
                </a:cubicBezTo>
                <a:cubicBezTo>
                  <a:pt x="354260" y="62431"/>
                  <a:pt x="353148" y="66568"/>
                  <a:pt x="350925" y="70507"/>
                </a:cubicBezTo>
                <a:cubicBezTo>
                  <a:pt x="349355" y="73462"/>
                  <a:pt x="347099" y="74940"/>
                  <a:pt x="344157" y="74940"/>
                </a:cubicBezTo>
                <a:cubicBezTo>
                  <a:pt x="342653" y="74940"/>
                  <a:pt x="341361" y="74449"/>
                  <a:pt x="340282" y="73468"/>
                </a:cubicBezTo>
                <a:cubicBezTo>
                  <a:pt x="339203" y="72488"/>
                  <a:pt x="338533" y="70984"/>
                  <a:pt x="338271" y="68956"/>
                </a:cubicBezTo>
                <a:cubicBezTo>
                  <a:pt x="338140" y="67714"/>
                  <a:pt x="337846" y="66897"/>
                  <a:pt x="337388" y="66504"/>
                </a:cubicBezTo>
                <a:cubicBezTo>
                  <a:pt x="336865" y="65981"/>
                  <a:pt x="336244" y="65719"/>
                  <a:pt x="335525" y="65719"/>
                </a:cubicBezTo>
                <a:cubicBezTo>
                  <a:pt x="334413" y="65719"/>
                  <a:pt x="333367" y="65981"/>
                  <a:pt x="332386" y="66504"/>
                </a:cubicBezTo>
                <a:cubicBezTo>
                  <a:pt x="330686" y="67420"/>
                  <a:pt x="328103" y="69969"/>
                  <a:pt x="324637" y="74152"/>
                </a:cubicBezTo>
                <a:cubicBezTo>
                  <a:pt x="319209" y="80561"/>
                  <a:pt x="313324" y="88864"/>
                  <a:pt x="306981" y="99064"/>
                </a:cubicBezTo>
                <a:cubicBezTo>
                  <a:pt x="304234" y="103377"/>
                  <a:pt x="301880" y="108248"/>
                  <a:pt x="299919" y="113676"/>
                </a:cubicBezTo>
                <a:cubicBezTo>
                  <a:pt x="297172" y="121128"/>
                  <a:pt x="295603" y="125607"/>
                  <a:pt x="295210" y="127111"/>
                </a:cubicBezTo>
                <a:lnTo>
                  <a:pt x="292071" y="139482"/>
                </a:lnTo>
                <a:lnTo>
                  <a:pt x="277064" y="139482"/>
                </a:lnTo>
                <a:lnTo>
                  <a:pt x="295210" y="78471"/>
                </a:lnTo>
                <a:cubicBezTo>
                  <a:pt x="297303" y="71372"/>
                  <a:pt x="298349" y="66310"/>
                  <a:pt x="298349" y="63286"/>
                </a:cubicBezTo>
                <a:cubicBezTo>
                  <a:pt x="298349" y="62102"/>
                  <a:pt x="297859" y="61116"/>
                  <a:pt x="296878" y="60328"/>
                </a:cubicBezTo>
                <a:cubicBezTo>
                  <a:pt x="295570" y="59279"/>
                  <a:pt x="293837" y="58755"/>
                  <a:pt x="291679" y="58755"/>
                </a:cubicBezTo>
                <a:cubicBezTo>
                  <a:pt x="290306" y="58755"/>
                  <a:pt x="287788" y="59049"/>
                  <a:pt x="284126" y="59638"/>
                </a:cubicBezTo>
                <a:lnTo>
                  <a:pt x="283440" y="56107"/>
                </a:lnTo>
                <a:close/>
                <a:moveTo>
                  <a:pt x="403272" y="26484"/>
                </a:moveTo>
                <a:lnTo>
                  <a:pt x="395621" y="52968"/>
                </a:lnTo>
                <a:lnTo>
                  <a:pt x="411021" y="52968"/>
                </a:lnTo>
                <a:lnTo>
                  <a:pt x="409354" y="59246"/>
                </a:lnTo>
                <a:lnTo>
                  <a:pt x="394052" y="59246"/>
                </a:lnTo>
                <a:lnTo>
                  <a:pt x="377180" y="117127"/>
                </a:lnTo>
                <a:cubicBezTo>
                  <a:pt x="375349" y="123350"/>
                  <a:pt x="374434" y="127379"/>
                  <a:pt x="374434" y="129214"/>
                </a:cubicBezTo>
                <a:cubicBezTo>
                  <a:pt x="374434" y="130323"/>
                  <a:pt x="374695" y="131171"/>
                  <a:pt x="375219" y="131758"/>
                </a:cubicBezTo>
                <a:cubicBezTo>
                  <a:pt x="375742" y="132344"/>
                  <a:pt x="376363" y="132637"/>
                  <a:pt x="377082" y="132637"/>
                </a:cubicBezTo>
                <a:cubicBezTo>
                  <a:pt x="378717" y="132637"/>
                  <a:pt x="380875" y="131496"/>
                  <a:pt x="383556" y="129214"/>
                </a:cubicBezTo>
                <a:cubicBezTo>
                  <a:pt x="385126" y="127906"/>
                  <a:pt x="388624" y="123884"/>
                  <a:pt x="394052" y="117149"/>
                </a:cubicBezTo>
                <a:lnTo>
                  <a:pt x="397289" y="119601"/>
                </a:lnTo>
                <a:cubicBezTo>
                  <a:pt x="391272" y="128357"/>
                  <a:pt x="385583" y="134530"/>
                  <a:pt x="380221" y="138118"/>
                </a:cubicBezTo>
                <a:cubicBezTo>
                  <a:pt x="376559" y="140597"/>
                  <a:pt x="372864" y="141836"/>
                  <a:pt x="369137" y="141836"/>
                </a:cubicBezTo>
                <a:cubicBezTo>
                  <a:pt x="366260" y="141836"/>
                  <a:pt x="363906" y="140937"/>
                  <a:pt x="362075" y="139139"/>
                </a:cubicBezTo>
                <a:cubicBezTo>
                  <a:pt x="360244" y="137341"/>
                  <a:pt x="359328" y="135036"/>
                  <a:pt x="359328" y="132224"/>
                </a:cubicBezTo>
                <a:cubicBezTo>
                  <a:pt x="359328" y="128692"/>
                  <a:pt x="360375" y="123298"/>
                  <a:pt x="362467" y="116039"/>
                </a:cubicBezTo>
                <a:lnTo>
                  <a:pt x="378848" y="59246"/>
                </a:lnTo>
                <a:lnTo>
                  <a:pt x="364036" y="59246"/>
                </a:lnTo>
                <a:lnTo>
                  <a:pt x="365017" y="55359"/>
                </a:lnTo>
                <a:cubicBezTo>
                  <a:pt x="372211" y="53375"/>
                  <a:pt x="378194" y="50444"/>
                  <a:pt x="382968" y="46568"/>
                </a:cubicBezTo>
                <a:cubicBezTo>
                  <a:pt x="387741" y="42691"/>
                  <a:pt x="393071" y="35997"/>
                  <a:pt x="398956" y="26484"/>
                </a:cubicBezTo>
                <a:lnTo>
                  <a:pt x="403272" y="26484"/>
                </a:lnTo>
                <a:close/>
                <a:moveTo>
                  <a:pt x="501199" y="50614"/>
                </a:moveTo>
                <a:lnTo>
                  <a:pt x="482071" y="117219"/>
                </a:lnTo>
                <a:lnTo>
                  <a:pt x="479913" y="126170"/>
                </a:lnTo>
                <a:cubicBezTo>
                  <a:pt x="479717" y="127010"/>
                  <a:pt x="479619" y="127720"/>
                  <a:pt x="479619" y="128300"/>
                </a:cubicBezTo>
                <a:cubicBezTo>
                  <a:pt x="479619" y="129346"/>
                  <a:pt x="479946" y="130262"/>
                  <a:pt x="480600" y="131047"/>
                </a:cubicBezTo>
                <a:cubicBezTo>
                  <a:pt x="481123" y="131635"/>
                  <a:pt x="481777" y="131929"/>
                  <a:pt x="482562" y="131929"/>
                </a:cubicBezTo>
                <a:cubicBezTo>
                  <a:pt x="483412" y="131929"/>
                  <a:pt x="484523" y="131406"/>
                  <a:pt x="485897" y="130360"/>
                </a:cubicBezTo>
                <a:cubicBezTo>
                  <a:pt x="488447" y="128464"/>
                  <a:pt x="491847" y="124540"/>
                  <a:pt x="496098" y="118589"/>
                </a:cubicBezTo>
                <a:lnTo>
                  <a:pt x="499433" y="120943"/>
                </a:lnTo>
                <a:cubicBezTo>
                  <a:pt x="494921" y="127744"/>
                  <a:pt x="490278" y="132927"/>
                  <a:pt x="485504" y="136491"/>
                </a:cubicBezTo>
                <a:cubicBezTo>
                  <a:pt x="480731" y="140054"/>
                  <a:pt x="476317" y="141836"/>
                  <a:pt x="472262" y="141836"/>
                </a:cubicBezTo>
                <a:cubicBezTo>
                  <a:pt x="469450" y="141836"/>
                  <a:pt x="467342" y="141133"/>
                  <a:pt x="465936" y="139727"/>
                </a:cubicBezTo>
                <a:cubicBezTo>
                  <a:pt x="464530" y="138322"/>
                  <a:pt x="463827" y="136278"/>
                  <a:pt x="463827" y="133597"/>
                </a:cubicBezTo>
                <a:cubicBezTo>
                  <a:pt x="463827" y="130393"/>
                  <a:pt x="464546" y="126175"/>
                  <a:pt x="465985" y="120943"/>
                </a:cubicBezTo>
                <a:lnTo>
                  <a:pt x="468044" y="113345"/>
                </a:lnTo>
                <a:cubicBezTo>
                  <a:pt x="459478" y="124623"/>
                  <a:pt x="451598" y="132505"/>
                  <a:pt x="444405" y="136990"/>
                </a:cubicBezTo>
                <a:cubicBezTo>
                  <a:pt x="439239" y="140221"/>
                  <a:pt x="434171" y="141836"/>
                  <a:pt x="429201" y="141836"/>
                </a:cubicBezTo>
                <a:cubicBezTo>
                  <a:pt x="424428" y="141836"/>
                  <a:pt x="420308" y="139856"/>
                  <a:pt x="416842" y="135896"/>
                </a:cubicBezTo>
                <a:cubicBezTo>
                  <a:pt x="413376" y="131936"/>
                  <a:pt x="411643" y="126485"/>
                  <a:pt x="411643" y="119546"/>
                </a:cubicBezTo>
                <a:cubicBezTo>
                  <a:pt x="411643" y="109138"/>
                  <a:pt x="414766" y="98157"/>
                  <a:pt x="421011" y="86603"/>
                </a:cubicBezTo>
                <a:cubicBezTo>
                  <a:pt x="427256" y="75049"/>
                  <a:pt x="435185" y="65802"/>
                  <a:pt x="444797" y="58862"/>
                </a:cubicBezTo>
                <a:cubicBezTo>
                  <a:pt x="452318" y="53363"/>
                  <a:pt x="459413" y="50614"/>
                  <a:pt x="466083" y="50614"/>
                </a:cubicBezTo>
                <a:cubicBezTo>
                  <a:pt x="470072" y="50614"/>
                  <a:pt x="473390" y="51669"/>
                  <a:pt x="476039" y="53780"/>
                </a:cubicBezTo>
                <a:cubicBezTo>
                  <a:pt x="478687" y="55891"/>
                  <a:pt x="480698" y="59387"/>
                  <a:pt x="482071" y="64267"/>
                </a:cubicBezTo>
                <a:lnTo>
                  <a:pt x="485602" y="52968"/>
                </a:lnTo>
                <a:lnTo>
                  <a:pt x="501199" y="50614"/>
                </a:lnTo>
                <a:moveTo>
                  <a:pt x="466279" y="55518"/>
                </a:moveTo>
                <a:cubicBezTo>
                  <a:pt x="462094" y="55518"/>
                  <a:pt x="457647" y="57488"/>
                  <a:pt x="452939" y="61428"/>
                </a:cubicBezTo>
                <a:cubicBezTo>
                  <a:pt x="446269" y="67007"/>
                  <a:pt x="440334" y="75278"/>
                  <a:pt x="435136" y="86241"/>
                </a:cubicBezTo>
                <a:cubicBezTo>
                  <a:pt x="429937" y="97205"/>
                  <a:pt x="427338" y="107118"/>
                  <a:pt x="427338" y="115981"/>
                </a:cubicBezTo>
                <a:cubicBezTo>
                  <a:pt x="427338" y="120446"/>
                  <a:pt x="428449" y="123975"/>
                  <a:pt x="430673" y="126568"/>
                </a:cubicBezTo>
                <a:cubicBezTo>
                  <a:pt x="432896" y="129161"/>
                  <a:pt x="435446" y="130458"/>
                  <a:pt x="438324" y="130458"/>
                </a:cubicBezTo>
                <a:cubicBezTo>
                  <a:pt x="445451" y="130458"/>
                  <a:pt x="453200" y="125174"/>
                  <a:pt x="461571" y="114604"/>
                </a:cubicBezTo>
                <a:cubicBezTo>
                  <a:pt x="472753" y="100555"/>
                  <a:pt x="478344" y="86144"/>
                  <a:pt x="478344" y="71372"/>
                </a:cubicBezTo>
                <a:cubicBezTo>
                  <a:pt x="478344" y="65793"/>
                  <a:pt x="477265" y="61756"/>
                  <a:pt x="475107" y="59261"/>
                </a:cubicBezTo>
                <a:cubicBezTo>
                  <a:pt x="472949" y="56766"/>
                  <a:pt x="470006" y="55518"/>
                  <a:pt x="466279" y="55518"/>
                </a:cubicBezTo>
                <a:close/>
                <a:moveTo>
                  <a:pt x="564858" y="0"/>
                </a:moveTo>
                <a:lnTo>
                  <a:pt x="537001" y="96066"/>
                </a:lnTo>
                <a:lnTo>
                  <a:pt x="548183" y="86744"/>
                </a:lnTo>
                <a:cubicBezTo>
                  <a:pt x="560411" y="76512"/>
                  <a:pt x="568357" y="68915"/>
                  <a:pt x="572019" y="63951"/>
                </a:cubicBezTo>
                <a:cubicBezTo>
                  <a:pt x="573196" y="62249"/>
                  <a:pt x="573784" y="60956"/>
                  <a:pt x="573784" y="60073"/>
                </a:cubicBezTo>
                <a:cubicBezTo>
                  <a:pt x="573784" y="59460"/>
                  <a:pt x="573588" y="58882"/>
                  <a:pt x="573196" y="58338"/>
                </a:cubicBezTo>
                <a:cubicBezTo>
                  <a:pt x="572803" y="57793"/>
                  <a:pt x="572035" y="57350"/>
                  <a:pt x="570891" y="57011"/>
                </a:cubicBezTo>
                <a:cubicBezTo>
                  <a:pt x="569746" y="56670"/>
                  <a:pt x="567735" y="56499"/>
                  <a:pt x="564858" y="56499"/>
                </a:cubicBezTo>
                <a:lnTo>
                  <a:pt x="561425" y="56499"/>
                </a:lnTo>
                <a:lnTo>
                  <a:pt x="562504" y="52968"/>
                </a:lnTo>
                <a:lnTo>
                  <a:pt x="605369" y="52968"/>
                </a:lnTo>
                <a:lnTo>
                  <a:pt x="604388" y="56499"/>
                </a:lnTo>
                <a:cubicBezTo>
                  <a:pt x="599483" y="56771"/>
                  <a:pt x="595249" y="57568"/>
                  <a:pt x="591685" y="58890"/>
                </a:cubicBezTo>
                <a:cubicBezTo>
                  <a:pt x="588121" y="60212"/>
                  <a:pt x="584672" y="62162"/>
                  <a:pt x="581337" y="64739"/>
                </a:cubicBezTo>
                <a:cubicBezTo>
                  <a:pt x="574732" y="69629"/>
                  <a:pt x="570384" y="73019"/>
                  <a:pt x="568291" y="74909"/>
                </a:cubicBezTo>
                <a:lnTo>
                  <a:pt x="559856" y="82373"/>
                </a:lnTo>
                <a:cubicBezTo>
                  <a:pt x="561294" y="87081"/>
                  <a:pt x="563060" y="93653"/>
                  <a:pt x="565152" y="102089"/>
                </a:cubicBezTo>
                <a:cubicBezTo>
                  <a:pt x="568684" y="116083"/>
                  <a:pt x="571070" y="124388"/>
                  <a:pt x="572313" y="127004"/>
                </a:cubicBezTo>
                <a:cubicBezTo>
                  <a:pt x="573555" y="129568"/>
                  <a:pt x="574830" y="130850"/>
                  <a:pt x="576138" y="130850"/>
                </a:cubicBezTo>
                <a:cubicBezTo>
                  <a:pt x="577250" y="130850"/>
                  <a:pt x="578558" y="130295"/>
                  <a:pt x="580062" y="129183"/>
                </a:cubicBezTo>
                <a:cubicBezTo>
                  <a:pt x="583462" y="126698"/>
                  <a:pt x="587092" y="122742"/>
                  <a:pt x="590950" y="117314"/>
                </a:cubicBezTo>
                <a:lnTo>
                  <a:pt x="594383" y="119776"/>
                </a:lnTo>
                <a:cubicBezTo>
                  <a:pt x="587255" y="128771"/>
                  <a:pt x="581795" y="134697"/>
                  <a:pt x="578002" y="137554"/>
                </a:cubicBezTo>
                <a:cubicBezTo>
                  <a:pt x="574209" y="140409"/>
                  <a:pt x="570743" y="141836"/>
                  <a:pt x="567605" y="141836"/>
                </a:cubicBezTo>
                <a:cubicBezTo>
                  <a:pt x="564858" y="141836"/>
                  <a:pt x="562733" y="140757"/>
                  <a:pt x="561229" y="138599"/>
                </a:cubicBezTo>
                <a:cubicBezTo>
                  <a:pt x="558613" y="134752"/>
                  <a:pt x="554264" y="119590"/>
                  <a:pt x="548183" y="93114"/>
                </a:cubicBezTo>
                <a:lnTo>
                  <a:pt x="534745" y="104679"/>
                </a:lnTo>
                <a:lnTo>
                  <a:pt x="524642" y="139482"/>
                </a:lnTo>
                <a:lnTo>
                  <a:pt x="509340" y="139482"/>
                </a:lnTo>
                <a:lnTo>
                  <a:pt x="541905" y="27744"/>
                </a:lnTo>
                <a:lnTo>
                  <a:pt x="544652" y="18245"/>
                </a:lnTo>
                <a:cubicBezTo>
                  <a:pt x="544979" y="16610"/>
                  <a:pt x="545142" y="15171"/>
                  <a:pt x="545142" y="13929"/>
                </a:cubicBezTo>
                <a:cubicBezTo>
                  <a:pt x="545142" y="12359"/>
                  <a:pt x="544537" y="11051"/>
                  <a:pt x="543328" y="10005"/>
                </a:cubicBezTo>
                <a:cubicBezTo>
                  <a:pt x="542118" y="8959"/>
                  <a:pt x="540369" y="8436"/>
                  <a:pt x="538080" y="8436"/>
                </a:cubicBezTo>
                <a:cubicBezTo>
                  <a:pt x="536576" y="8436"/>
                  <a:pt x="534189" y="8763"/>
                  <a:pt x="530919" y="9417"/>
                </a:cubicBezTo>
                <a:lnTo>
                  <a:pt x="530919" y="5885"/>
                </a:lnTo>
                <a:lnTo>
                  <a:pt x="564858" y="0"/>
                </a:lnTo>
                <a:close/>
                <a:moveTo>
                  <a:pt x="641496" y="11574"/>
                </a:moveTo>
                <a:cubicBezTo>
                  <a:pt x="644243" y="11574"/>
                  <a:pt x="646564" y="12523"/>
                  <a:pt x="648460" y="14419"/>
                </a:cubicBezTo>
                <a:cubicBezTo>
                  <a:pt x="650357" y="16315"/>
                  <a:pt x="651305" y="18637"/>
                  <a:pt x="651305" y="21383"/>
                </a:cubicBezTo>
                <a:cubicBezTo>
                  <a:pt x="651305" y="24064"/>
                  <a:pt x="650340" y="26370"/>
                  <a:pt x="648411" y="28299"/>
                </a:cubicBezTo>
                <a:cubicBezTo>
                  <a:pt x="646482" y="30228"/>
                  <a:pt x="644177" y="31192"/>
                  <a:pt x="641496" y="31192"/>
                </a:cubicBezTo>
                <a:cubicBezTo>
                  <a:pt x="638815" y="31192"/>
                  <a:pt x="636510" y="30228"/>
                  <a:pt x="634581" y="28299"/>
                </a:cubicBezTo>
                <a:cubicBezTo>
                  <a:pt x="632652" y="26370"/>
                  <a:pt x="631687" y="24064"/>
                  <a:pt x="631687" y="21383"/>
                </a:cubicBezTo>
                <a:cubicBezTo>
                  <a:pt x="631687" y="18637"/>
                  <a:pt x="632635" y="16315"/>
                  <a:pt x="634532" y="14419"/>
                </a:cubicBezTo>
                <a:cubicBezTo>
                  <a:pt x="636428" y="12523"/>
                  <a:pt x="638750" y="11574"/>
                  <a:pt x="641496" y="11574"/>
                </a:cubicBezTo>
                <a:moveTo>
                  <a:pt x="642771" y="50614"/>
                </a:moveTo>
                <a:lnTo>
                  <a:pt x="623350" y="119408"/>
                </a:lnTo>
                <a:cubicBezTo>
                  <a:pt x="622042" y="124053"/>
                  <a:pt x="621388" y="126833"/>
                  <a:pt x="621388" y="127748"/>
                </a:cubicBezTo>
                <a:cubicBezTo>
                  <a:pt x="621388" y="128799"/>
                  <a:pt x="621699" y="129653"/>
                  <a:pt x="622320" y="130311"/>
                </a:cubicBezTo>
                <a:cubicBezTo>
                  <a:pt x="622941" y="130967"/>
                  <a:pt x="623677" y="131295"/>
                  <a:pt x="624527" y="131295"/>
                </a:cubicBezTo>
                <a:cubicBezTo>
                  <a:pt x="625508" y="131295"/>
                  <a:pt x="626685" y="130770"/>
                  <a:pt x="628058" y="129719"/>
                </a:cubicBezTo>
                <a:cubicBezTo>
                  <a:pt x="631785" y="126771"/>
                  <a:pt x="635545" y="122582"/>
                  <a:pt x="639338" y="117155"/>
                </a:cubicBezTo>
                <a:lnTo>
                  <a:pt x="642771" y="119411"/>
                </a:lnTo>
                <a:cubicBezTo>
                  <a:pt x="638325" y="126218"/>
                  <a:pt x="633093" y="131953"/>
                  <a:pt x="627077" y="136616"/>
                </a:cubicBezTo>
                <a:cubicBezTo>
                  <a:pt x="622630" y="140096"/>
                  <a:pt x="618380" y="141836"/>
                  <a:pt x="614325" y="141836"/>
                </a:cubicBezTo>
                <a:cubicBezTo>
                  <a:pt x="611644" y="141836"/>
                  <a:pt x="609454" y="141035"/>
                  <a:pt x="607754" y="139433"/>
                </a:cubicBezTo>
                <a:cubicBezTo>
                  <a:pt x="606053" y="137831"/>
                  <a:pt x="605203" y="135820"/>
                  <a:pt x="605203" y="133401"/>
                </a:cubicBezTo>
                <a:cubicBezTo>
                  <a:pt x="605203" y="130977"/>
                  <a:pt x="606021" y="126948"/>
                  <a:pt x="607655" y="121314"/>
                </a:cubicBezTo>
                <a:lnTo>
                  <a:pt x="620407" y="77294"/>
                </a:lnTo>
                <a:cubicBezTo>
                  <a:pt x="622500" y="70142"/>
                  <a:pt x="623546" y="65655"/>
                  <a:pt x="623546" y="63834"/>
                </a:cubicBezTo>
                <a:cubicBezTo>
                  <a:pt x="623546" y="62404"/>
                  <a:pt x="623039" y="61233"/>
                  <a:pt x="622025" y="60322"/>
                </a:cubicBezTo>
                <a:cubicBezTo>
                  <a:pt x="621012" y="59408"/>
                  <a:pt x="619622" y="58951"/>
                  <a:pt x="617857" y="58951"/>
                </a:cubicBezTo>
                <a:cubicBezTo>
                  <a:pt x="616418" y="58951"/>
                  <a:pt x="613443" y="59311"/>
                  <a:pt x="608931" y="60030"/>
                </a:cubicBezTo>
                <a:lnTo>
                  <a:pt x="608931" y="56107"/>
                </a:lnTo>
                <a:lnTo>
                  <a:pt x="642771" y="50614"/>
                </a:lnTo>
                <a:close/>
                <a:moveTo>
                  <a:pt x="696754" y="50614"/>
                </a:moveTo>
                <a:lnTo>
                  <a:pt x="683708" y="95379"/>
                </a:lnTo>
                <a:cubicBezTo>
                  <a:pt x="695936" y="77079"/>
                  <a:pt x="705304" y="65044"/>
                  <a:pt x="711810" y="59273"/>
                </a:cubicBezTo>
                <a:cubicBezTo>
                  <a:pt x="718317" y="53500"/>
                  <a:pt x="724578" y="50614"/>
                  <a:pt x="730594" y="50614"/>
                </a:cubicBezTo>
                <a:cubicBezTo>
                  <a:pt x="733864" y="50614"/>
                  <a:pt x="736561" y="51699"/>
                  <a:pt x="738687" y="53869"/>
                </a:cubicBezTo>
                <a:cubicBezTo>
                  <a:pt x="740812" y="56039"/>
                  <a:pt x="741875" y="58867"/>
                  <a:pt x="741875" y="62351"/>
                </a:cubicBezTo>
                <a:cubicBezTo>
                  <a:pt x="741875" y="66276"/>
                  <a:pt x="740926" y="71512"/>
                  <a:pt x="739030" y="78057"/>
                </a:cubicBezTo>
                <a:lnTo>
                  <a:pt x="727063" y="119383"/>
                </a:lnTo>
                <a:cubicBezTo>
                  <a:pt x="725690" y="124161"/>
                  <a:pt x="725003" y="127073"/>
                  <a:pt x="725003" y="128119"/>
                </a:cubicBezTo>
                <a:cubicBezTo>
                  <a:pt x="725003" y="129035"/>
                  <a:pt x="725265" y="129803"/>
                  <a:pt x="725788" y="130424"/>
                </a:cubicBezTo>
                <a:cubicBezTo>
                  <a:pt x="726311" y="131044"/>
                  <a:pt x="726867" y="131353"/>
                  <a:pt x="727455" y="131353"/>
                </a:cubicBezTo>
                <a:cubicBezTo>
                  <a:pt x="728240" y="131353"/>
                  <a:pt x="729188" y="130928"/>
                  <a:pt x="730300" y="130078"/>
                </a:cubicBezTo>
                <a:cubicBezTo>
                  <a:pt x="733766" y="127334"/>
                  <a:pt x="737559" y="123149"/>
                  <a:pt x="741678" y="117526"/>
                </a:cubicBezTo>
                <a:lnTo>
                  <a:pt x="744719" y="119389"/>
                </a:lnTo>
                <a:cubicBezTo>
                  <a:pt x="738638" y="128082"/>
                  <a:pt x="732883" y="134291"/>
                  <a:pt x="727455" y="138014"/>
                </a:cubicBezTo>
                <a:cubicBezTo>
                  <a:pt x="723663" y="140562"/>
                  <a:pt x="720262" y="141836"/>
                  <a:pt x="717254" y="141836"/>
                </a:cubicBezTo>
                <a:cubicBezTo>
                  <a:pt x="714835" y="141836"/>
                  <a:pt x="712906" y="141101"/>
                  <a:pt x="711467" y="139629"/>
                </a:cubicBezTo>
                <a:cubicBezTo>
                  <a:pt x="710028" y="138158"/>
                  <a:pt x="709309" y="136180"/>
                  <a:pt x="709309" y="133695"/>
                </a:cubicBezTo>
                <a:cubicBezTo>
                  <a:pt x="709309" y="130564"/>
                  <a:pt x="710421" y="125184"/>
                  <a:pt x="712644" y="117553"/>
                </a:cubicBezTo>
                <a:lnTo>
                  <a:pt x="724022" y="78232"/>
                </a:lnTo>
                <a:cubicBezTo>
                  <a:pt x="725461" y="73340"/>
                  <a:pt x="726180" y="69525"/>
                  <a:pt x="726180" y="66786"/>
                </a:cubicBezTo>
                <a:cubicBezTo>
                  <a:pt x="726180" y="65482"/>
                  <a:pt x="725755" y="64423"/>
                  <a:pt x="724905" y="63608"/>
                </a:cubicBezTo>
                <a:cubicBezTo>
                  <a:pt x="724055" y="62792"/>
                  <a:pt x="723009" y="62384"/>
                  <a:pt x="721766" y="62384"/>
                </a:cubicBezTo>
                <a:cubicBezTo>
                  <a:pt x="719935" y="62384"/>
                  <a:pt x="717745" y="63167"/>
                  <a:pt x="715194" y="64732"/>
                </a:cubicBezTo>
                <a:cubicBezTo>
                  <a:pt x="710355" y="67665"/>
                  <a:pt x="705320" y="72505"/>
                  <a:pt x="700089" y="79253"/>
                </a:cubicBezTo>
                <a:cubicBezTo>
                  <a:pt x="694857" y="85998"/>
                  <a:pt x="689332" y="94618"/>
                  <a:pt x="683512" y="105111"/>
                </a:cubicBezTo>
                <a:cubicBezTo>
                  <a:pt x="680438" y="110651"/>
                  <a:pt x="677888" y="116713"/>
                  <a:pt x="675861" y="123298"/>
                </a:cubicBezTo>
                <a:lnTo>
                  <a:pt x="670956" y="139482"/>
                </a:lnTo>
                <a:lnTo>
                  <a:pt x="656243" y="139482"/>
                </a:lnTo>
                <a:lnTo>
                  <a:pt x="674095" y="77882"/>
                </a:lnTo>
                <a:cubicBezTo>
                  <a:pt x="676188" y="70534"/>
                  <a:pt x="677234" y="66112"/>
                  <a:pt x="677234" y="64616"/>
                </a:cubicBezTo>
                <a:cubicBezTo>
                  <a:pt x="677234" y="63186"/>
                  <a:pt x="676662" y="61933"/>
                  <a:pt x="675517" y="60858"/>
                </a:cubicBezTo>
                <a:cubicBezTo>
                  <a:pt x="674373" y="59783"/>
                  <a:pt x="672951" y="59246"/>
                  <a:pt x="671251" y="59246"/>
                </a:cubicBezTo>
                <a:cubicBezTo>
                  <a:pt x="670466" y="59246"/>
                  <a:pt x="669093" y="59376"/>
                  <a:pt x="667131" y="59638"/>
                </a:cubicBezTo>
                <a:lnTo>
                  <a:pt x="663404" y="60227"/>
                </a:lnTo>
                <a:lnTo>
                  <a:pt x="662815" y="56695"/>
                </a:lnTo>
                <a:lnTo>
                  <a:pt x="696754" y="50614"/>
                </a:lnTo>
                <a:close/>
                <a:moveTo>
                  <a:pt x="857521" y="56695"/>
                </a:moveTo>
                <a:lnTo>
                  <a:pt x="854677" y="66897"/>
                </a:lnTo>
                <a:lnTo>
                  <a:pt x="838296" y="66897"/>
                </a:lnTo>
                <a:cubicBezTo>
                  <a:pt x="839538" y="70428"/>
                  <a:pt x="840159" y="73730"/>
                  <a:pt x="840159" y="76804"/>
                </a:cubicBezTo>
                <a:cubicBezTo>
                  <a:pt x="840159" y="85435"/>
                  <a:pt x="836497" y="93119"/>
                  <a:pt x="829173" y="99854"/>
                </a:cubicBezTo>
                <a:cubicBezTo>
                  <a:pt x="821784" y="106590"/>
                  <a:pt x="811648" y="110317"/>
                  <a:pt x="798766" y="111037"/>
                </a:cubicBezTo>
                <a:cubicBezTo>
                  <a:pt x="791834" y="113141"/>
                  <a:pt x="786636" y="115641"/>
                  <a:pt x="783170" y="118534"/>
                </a:cubicBezTo>
                <a:cubicBezTo>
                  <a:pt x="781862" y="119587"/>
                  <a:pt x="781208" y="120672"/>
                  <a:pt x="781208" y="121789"/>
                </a:cubicBezTo>
                <a:cubicBezTo>
                  <a:pt x="781208" y="123106"/>
                  <a:pt x="781797" y="124306"/>
                  <a:pt x="782974" y="125391"/>
                </a:cubicBezTo>
                <a:cubicBezTo>
                  <a:pt x="784151" y="126476"/>
                  <a:pt x="787126" y="127578"/>
                  <a:pt x="791900" y="128696"/>
                </a:cubicBezTo>
                <a:lnTo>
                  <a:pt x="810929" y="133073"/>
                </a:lnTo>
                <a:cubicBezTo>
                  <a:pt x="821457" y="135535"/>
                  <a:pt x="828421" y="138469"/>
                  <a:pt x="831822" y="141873"/>
                </a:cubicBezTo>
                <a:cubicBezTo>
                  <a:pt x="835157" y="145345"/>
                  <a:pt x="836824" y="149340"/>
                  <a:pt x="836824" y="153858"/>
                </a:cubicBezTo>
                <a:cubicBezTo>
                  <a:pt x="836824" y="159229"/>
                  <a:pt x="834846" y="164140"/>
                  <a:pt x="830890" y="168593"/>
                </a:cubicBezTo>
                <a:cubicBezTo>
                  <a:pt x="826934" y="173046"/>
                  <a:pt x="821147" y="176533"/>
                  <a:pt x="813528" y="179055"/>
                </a:cubicBezTo>
                <a:cubicBezTo>
                  <a:pt x="805910" y="181577"/>
                  <a:pt x="797491" y="182837"/>
                  <a:pt x="788270" y="182837"/>
                </a:cubicBezTo>
                <a:cubicBezTo>
                  <a:pt x="780162" y="182837"/>
                  <a:pt x="772772" y="181871"/>
                  <a:pt x="766102" y="179938"/>
                </a:cubicBezTo>
                <a:cubicBezTo>
                  <a:pt x="759432" y="178007"/>
                  <a:pt x="754659" y="175404"/>
                  <a:pt x="751781" y="172130"/>
                </a:cubicBezTo>
                <a:cubicBezTo>
                  <a:pt x="748904" y="168857"/>
                  <a:pt x="747466" y="165485"/>
                  <a:pt x="747466" y="162015"/>
                </a:cubicBezTo>
                <a:cubicBezTo>
                  <a:pt x="747466" y="159199"/>
                  <a:pt x="748397" y="156269"/>
                  <a:pt x="750261" y="153224"/>
                </a:cubicBezTo>
                <a:cubicBezTo>
                  <a:pt x="752125" y="150179"/>
                  <a:pt x="754463" y="147675"/>
                  <a:pt x="757274" y="145711"/>
                </a:cubicBezTo>
                <a:cubicBezTo>
                  <a:pt x="759040" y="144466"/>
                  <a:pt x="764043" y="141520"/>
                  <a:pt x="772282" y="136871"/>
                </a:cubicBezTo>
                <a:cubicBezTo>
                  <a:pt x="769274" y="134512"/>
                  <a:pt x="767770" y="131925"/>
                  <a:pt x="767770" y="129109"/>
                </a:cubicBezTo>
                <a:cubicBezTo>
                  <a:pt x="767770" y="126492"/>
                  <a:pt x="769094" y="123709"/>
                  <a:pt x="771743" y="120763"/>
                </a:cubicBezTo>
                <a:cubicBezTo>
                  <a:pt x="774391" y="117814"/>
                  <a:pt x="779998" y="114572"/>
                  <a:pt x="788565" y="111037"/>
                </a:cubicBezTo>
                <a:cubicBezTo>
                  <a:pt x="781372" y="109663"/>
                  <a:pt x="775666" y="106655"/>
                  <a:pt x="771448" y="102012"/>
                </a:cubicBezTo>
                <a:cubicBezTo>
                  <a:pt x="767230" y="97369"/>
                  <a:pt x="765122" y="92203"/>
                  <a:pt x="765122" y="86514"/>
                </a:cubicBezTo>
                <a:cubicBezTo>
                  <a:pt x="765122" y="77229"/>
                  <a:pt x="769192" y="68924"/>
                  <a:pt x="777334" y="61600"/>
                </a:cubicBezTo>
                <a:cubicBezTo>
                  <a:pt x="785475" y="54276"/>
                  <a:pt x="796314" y="50614"/>
                  <a:pt x="809850" y="50614"/>
                </a:cubicBezTo>
                <a:cubicBezTo>
                  <a:pt x="814754" y="50614"/>
                  <a:pt x="818776" y="51104"/>
                  <a:pt x="821915" y="52085"/>
                </a:cubicBezTo>
                <a:cubicBezTo>
                  <a:pt x="825054" y="53066"/>
                  <a:pt x="828095" y="54603"/>
                  <a:pt x="831037" y="56695"/>
                </a:cubicBezTo>
                <a:lnTo>
                  <a:pt x="857521" y="56695"/>
                </a:lnTo>
                <a:moveTo>
                  <a:pt x="823484" y="72098"/>
                </a:moveTo>
                <a:cubicBezTo>
                  <a:pt x="823484" y="66896"/>
                  <a:pt x="822029" y="62799"/>
                  <a:pt x="819119" y="59810"/>
                </a:cubicBezTo>
                <a:cubicBezTo>
                  <a:pt x="816209" y="56818"/>
                  <a:pt x="812400" y="55322"/>
                  <a:pt x="807692" y="55322"/>
                </a:cubicBezTo>
                <a:cubicBezTo>
                  <a:pt x="800303" y="55322"/>
                  <a:pt x="794205" y="59012"/>
                  <a:pt x="789398" y="66391"/>
                </a:cubicBezTo>
                <a:cubicBezTo>
                  <a:pt x="784592" y="73770"/>
                  <a:pt x="782189" y="81459"/>
                  <a:pt x="782189" y="89457"/>
                </a:cubicBezTo>
                <a:cubicBezTo>
                  <a:pt x="782189" y="94464"/>
                  <a:pt x="783726" y="98560"/>
                  <a:pt x="786799" y="101746"/>
                </a:cubicBezTo>
                <a:cubicBezTo>
                  <a:pt x="789873" y="104931"/>
                  <a:pt x="793600" y="106524"/>
                  <a:pt x="797981" y="106524"/>
                </a:cubicBezTo>
                <a:cubicBezTo>
                  <a:pt x="801447" y="106524"/>
                  <a:pt x="804798" y="105582"/>
                  <a:pt x="808035" y="103698"/>
                </a:cubicBezTo>
                <a:cubicBezTo>
                  <a:pt x="811272" y="101812"/>
                  <a:pt x="814002" y="99211"/>
                  <a:pt x="816226" y="95894"/>
                </a:cubicBezTo>
                <a:cubicBezTo>
                  <a:pt x="818449" y="92577"/>
                  <a:pt x="820215" y="88351"/>
                  <a:pt x="821523" y="83216"/>
                </a:cubicBezTo>
                <a:cubicBezTo>
                  <a:pt x="822830" y="78079"/>
                  <a:pt x="823484" y="74373"/>
                  <a:pt x="823484" y="72098"/>
                </a:cubicBezTo>
                <a:moveTo>
                  <a:pt x="776500" y="139424"/>
                </a:moveTo>
                <a:cubicBezTo>
                  <a:pt x="771203" y="141848"/>
                  <a:pt x="767198" y="144959"/>
                  <a:pt x="764484" y="148758"/>
                </a:cubicBezTo>
                <a:cubicBezTo>
                  <a:pt x="761770" y="152557"/>
                  <a:pt x="760413" y="156289"/>
                  <a:pt x="760413" y="159955"/>
                </a:cubicBezTo>
                <a:cubicBezTo>
                  <a:pt x="760413" y="164279"/>
                  <a:pt x="762375" y="167849"/>
                  <a:pt x="766299" y="170665"/>
                </a:cubicBezTo>
                <a:cubicBezTo>
                  <a:pt x="771922" y="174726"/>
                  <a:pt x="780162" y="176756"/>
                  <a:pt x="791017" y="176756"/>
                </a:cubicBezTo>
                <a:cubicBezTo>
                  <a:pt x="800368" y="176756"/>
                  <a:pt x="808362" y="175167"/>
                  <a:pt x="815000" y="171989"/>
                </a:cubicBezTo>
                <a:cubicBezTo>
                  <a:pt x="821637" y="168814"/>
                  <a:pt x="824956" y="164704"/>
                  <a:pt x="824956" y="159661"/>
                </a:cubicBezTo>
                <a:cubicBezTo>
                  <a:pt x="824956" y="157107"/>
                  <a:pt x="823730" y="154683"/>
                  <a:pt x="821277" y="152390"/>
                </a:cubicBezTo>
                <a:cubicBezTo>
                  <a:pt x="818825" y="150097"/>
                  <a:pt x="814068" y="148231"/>
                  <a:pt x="807005" y="146790"/>
                </a:cubicBezTo>
                <a:cubicBezTo>
                  <a:pt x="803147" y="146005"/>
                  <a:pt x="792979" y="143550"/>
                  <a:pt x="776500" y="139424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F28F4-F703-455D-8648-7B47495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450" y="3733596"/>
            <a:ext cx="696092" cy="349979"/>
          </a:xfrm>
          <a:custGeom xmlns:a="http://schemas.openxmlformats.org/drawingml/2006/main">
            <a:pathLst>
              <a:path w="696092" h="349979">
                <a:moveTo>
                  <a:pt x="7402" y="0"/>
                </a:moveTo>
                <a:lnTo>
                  <a:pt x="0" y="14991"/>
                </a:lnTo>
                <a:lnTo>
                  <a:pt x="592316" y="307448"/>
                </a:lnTo>
                <a:lnTo>
                  <a:pt x="571310" y="349979"/>
                </a:lnTo>
                <a:lnTo>
                  <a:pt x="696092" y="349354"/>
                </a:lnTo>
                <a:lnTo>
                  <a:pt x="620728" y="249920"/>
                </a:lnTo>
                <a:lnTo>
                  <a:pt x="599728" y="292440"/>
                </a:lnTo>
                <a:lnTo>
                  <a:pt x="740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b72aad48b45c9"/>
          <a:stretch xmlns:a="http://schemas.openxmlformats.org/drawingml/2006/main"/>
        </p:blipFill>
        <p:spPr>
          <a:xfrm xmlns:a="http://schemas.openxmlformats.org/drawingml/2006/main">
            <a:off x="547214" y="4162956"/>
            <a:ext cx="717935" cy="462037"/>
          </a:xfrm>
          <a:prstGeom xmlns:a="http://schemas.openxmlformats.org/drawingml/2006/main" prst="rect">
            <a:avLst/>
          </a:prstGeom>
        </p:spPr>
      </p:pic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6ACDF-71C6-4201-9A9D-68C19159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87" y="4162956"/>
            <a:ext cx="723189" cy="462037"/>
          </a:xfrm>
          <a:custGeom xmlns:a="http://schemas.openxmlformats.org/drawingml/2006/main">
            <a:pathLst>
              <a:path w="723189" h="462037" fill="none">
                <a:moveTo>
                  <a:pt x="723189" y="76997"/>
                </a:moveTo>
                <a:cubicBezTo>
                  <a:pt x="723189" y="34490"/>
                  <a:pt x="688690" y="0"/>
                  <a:pt x="646174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46174" y="462037"/>
                </a:lnTo>
                <a:cubicBezTo>
                  <a:pt x="688690" y="462037"/>
                  <a:pt x="723189" y="427539"/>
                  <a:pt x="723189" y="385022"/>
                </a:cubicBezTo>
                <a:lnTo>
                  <a:pt x="723189" y="76997"/>
                </a:lnTo>
                <a:close/>
                <a:moveTo>
                  <a:pt x="723189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76907-17A5-42F5-B04B-EB2C7439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87" y="4524550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08" name="Text TS">
            <a:extLst xmlns:a="http://schemas.openxmlformats.org/drawingml/2006/main">
              <a:ext uri="{FF2B5EF4-FFF2-40B4-BE49-F238E27FC236}">
                <a16:creationId xmlns:a16="http://schemas.microsoft.com/office/drawing/2014/main" id="{6B194A08-9024-432F-8B1F-1B0F268A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37" y="4278108"/>
            <a:ext cx="230412" cy="138894"/>
          </a:xfrm>
          <a:custGeom xmlns:a="http://schemas.openxmlformats.org/drawingml/2006/main">
            <a:pathLst>
              <a:path w="230412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4" y="0"/>
                </a:moveTo>
                <a:lnTo>
                  <a:pt x="222173" y="44336"/>
                </a:lnTo>
                <a:lnTo>
                  <a:pt x="218151" y="44336"/>
                </a:lnTo>
                <a:cubicBezTo>
                  <a:pt x="216255" y="33248"/>
                  <a:pt x="211595" y="24329"/>
                  <a:pt x="204173" y="17579"/>
                </a:cubicBezTo>
                <a:cubicBezTo>
                  <a:pt x="196751" y="10830"/>
                  <a:pt x="188724" y="7455"/>
                  <a:pt x="180093" y="7455"/>
                </a:cubicBezTo>
                <a:cubicBezTo>
                  <a:pt x="173423" y="7455"/>
                  <a:pt x="168142" y="9232"/>
                  <a:pt x="164251" y="12785"/>
                </a:cubicBezTo>
                <a:cubicBezTo>
                  <a:pt x="160360" y="16337"/>
                  <a:pt x="158415" y="20427"/>
                  <a:pt x="158415" y="25056"/>
                </a:cubicBezTo>
                <a:cubicBezTo>
                  <a:pt x="158415" y="27988"/>
                  <a:pt x="159102" y="30596"/>
                  <a:pt x="160475" y="32878"/>
                </a:cubicBezTo>
                <a:cubicBezTo>
                  <a:pt x="162371" y="35941"/>
                  <a:pt x="165412" y="38972"/>
                  <a:pt x="169597" y="41970"/>
                </a:cubicBezTo>
                <a:cubicBezTo>
                  <a:pt x="172671" y="44122"/>
                  <a:pt x="179766" y="47936"/>
                  <a:pt x="190882" y="53412"/>
                </a:cubicBezTo>
                <a:cubicBezTo>
                  <a:pt x="206446" y="61039"/>
                  <a:pt x="216941" y="68243"/>
                  <a:pt x="222369" y="75026"/>
                </a:cubicBezTo>
                <a:cubicBezTo>
                  <a:pt x="227731" y="81806"/>
                  <a:pt x="230412" y="89565"/>
                  <a:pt x="230412" y="98303"/>
                </a:cubicBezTo>
                <a:cubicBezTo>
                  <a:pt x="230412" y="109387"/>
                  <a:pt x="226080" y="118923"/>
                  <a:pt x="217415" y="126912"/>
                </a:cubicBezTo>
                <a:cubicBezTo>
                  <a:pt x="208751" y="134900"/>
                  <a:pt x="197749" y="138894"/>
                  <a:pt x="184409" y="138894"/>
                </a:cubicBezTo>
                <a:cubicBezTo>
                  <a:pt x="180223" y="138894"/>
                  <a:pt x="176267" y="138469"/>
                  <a:pt x="172540" y="137619"/>
                </a:cubicBezTo>
                <a:cubicBezTo>
                  <a:pt x="168812" y="136768"/>
                  <a:pt x="164137" y="135166"/>
                  <a:pt x="158513" y="132812"/>
                </a:cubicBezTo>
                <a:cubicBezTo>
                  <a:pt x="155374" y="131504"/>
                  <a:pt x="152791" y="130850"/>
                  <a:pt x="150764" y="130850"/>
                </a:cubicBezTo>
                <a:cubicBezTo>
                  <a:pt x="149064" y="130850"/>
                  <a:pt x="147266" y="131513"/>
                  <a:pt x="145369" y="132837"/>
                </a:cubicBezTo>
                <a:cubicBezTo>
                  <a:pt x="143473" y="134161"/>
                  <a:pt x="141936" y="136180"/>
                  <a:pt x="140759" y="138894"/>
                </a:cubicBezTo>
                <a:lnTo>
                  <a:pt x="137130" y="138894"/>
                </a:lnTo>
                <a:lnTo>
                  <a:pt x="137130" y="88672"/>
                </a:lnTo>
                <a:lnTo>
                  <a:pt x="140759" y="88672"/>
                </a:lnTo>
                <a:cubicBezTo>
                  <a:pt x="143636" y="102764"/>
                  <a:pt x="149178" y="113513"/>
                  <a:pt x="157385" y="120919"/>
                </a:cubicBezTo>
                <a:cubicBezTo>
                  <a:pt x="165592" y="128325"/>
                  <a:pt x="174436" y="132027"/>
                  <a:pt x="183918" y="132027"/>
                </a:cubicBezTo>
                <a:cubicBezTo>
                  <a:pt x="191242" y="132027"/>
                  <a:pt x="197078" y="130039"/>
                  <a:pt x="201427" y="126062"/>
                </a:cubicBezTo>
                <a:cubicBezTo>
                  <a:pt x="205776" y="122086"/>
                  <a:pt x="207950" y="117457"/>
                  <a:pt x="207950" y="112177"/>
                </a:cubicBezTo>
                <a:cubicBezTo>
                  <a:pt x="207950" y="109048"/>
                  <a:pt x="207116" y="106018"/>
                  <a:pt x="205449" y="103085"/>
                </a:cubicBezTo>
                <a:cubicBezTo>
                  <a:pt x="203781" y="100151"/>
                  <a:pt x="201247" y="97363"/>
                  <a:pt x="197847" y="94723"/>
                </a:cubicBezTo>
                <a:cubicBezTo>
                  <a:pt x="194446" y="92083"/>
                  <a:pt x="188430" y="88645"/>
                  <a:pt x="179798" y="84408"/>
                </a:cubicBezTo>
                <a:cubicBezTo>
                  <a:pt x="167701" y="78476"/>
                  <a:pt x="159004" y="73420"/>
                  <a:pt x="153707" y="69241"/>
                </a:cubicBezTo>
                <a:cubicBezTo>
                  <a:pt x="148410" y="65062"/>
                  <a:pt x="144339" y="60394"/>
                  <a:pt x="141495" y="55236"/>
                </a:cubicBezTo>
                <a:cubicBezTo>
                  <a:pt x="138650" y="50078"/>
                  <a:pt x="137228" y="44398"/>
                  <a:pt x="137228" y="38196"/>
                </a:cubicBezTo>
                <a:cubicBezTo>
                  <a:pt x="137228" y="27619"/>
                  <a:pt x="141119" y="18609"/>
                  <a:pt x="148900" y="11167"/>
                </a:cubicBezTo>
                <a:cubicBezTo>
                  <a:pt x="156682" y="3722"/>
                  <a:pt x="166491" y="0"/>
                  <a:pt x="178327" y="0"/>
                </a:cubicBezTo>
                <a:cubicBezTo>
                  <a:pt x="182643" y="0"/>
                  <a:pt x="186828" y="529"/>
                  <a:pt x="190882" y="1588"/>
                </a:cubicBezTo>
                <a:cubicBezTo>
                  <a:pt x="193956" y="2381"/>
                  <a:pt x="197700" y="3851"/>
                  <a:pt x="202114" y="5999"/>
                </a:cubicBezTo>
                <a:cubicBezTo>
                  <a:pt x="206528" y="8146"/>
                  <a:pt x="209617" y="9220"/>
                  <a:pt x="211383" y="9220"/>
                </a:cubicBezTo>
                <a:cubicBezTo>
                  <a:pt x="213083" y="9220"/>
                  <a:pt x="214424" y="8692"/>
                  <a:pt x="215405" y="7636"/>
                </a:cubicBezTo>
                <a:cubicBezTo>
                  <a:pt x="216385" y="6577"/>
                  <a:pt x="217301" y="4032"/>
                  <a:pt x="218151" y="0"/>
                </a:cubicBezTo>
                <a:lnTo>
                  <a:pt x="221094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1">
            <a:extLst xmlns:a="http://schemas.openxmlformats.org/drawingml/2006/main">
              <a:ext uri="{FF2B5EF4-FFF2-40B4-BE49-F238E27FC236}">
                <a16:creationId xmlns:a16="http://schemas.microsoft.com/office/drawing/2014/main" id="{3F687045-D17A-4876-99F8-1CCB9CFD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34" y="4370429"/>
            <a:ext cx="47867" cy="90503"/>
          </a:xfrm>
          <a:custGeom xmlns:a="http://schemas.openxmlformats.org/drawingml/2006/main">
            <a:pathLst>
              <a:path w="47867" h="90503">
                <a:moveTo>
                  <a:pt x="34789" y="0"/>
                </a:moveTo>
                <a:lnTo>
                  <a:pt x="34789" y="72455"/>
                </a:lnTo>
                <a:cubicBezTo>
                  <a:pt x="34789" y="77951"/>
                  <a:pt x="35029" y="81457"/>
                  <a:pt x="35508" y="82973"/>
                </a:cubicBezTo>
                <a:cubicBezTo>
                  <a:pt x="35988" y="84489"/>
                  <a:pt x="36990" y="85731"/>
                  <a:pt x="38516" y="86698"/>
                </a:cubicBezTo>
                <a:cubicBezTo>
                  <a:pt x="40042" y="87665"/>
                  <a:pt x="42483" y="88149"/>
                  <a:pt x="45840" y="88149"/>
                </a:cubicBezTo>
                <a:lnTo>
                  <a:pt x="47867" y="88149"/>
                </a:lnTo>
                <a:lnTo>
                  <a:pt x="47867" y="90503"/>
                </a:lnTo>
                <a:lnTo>
                  <a:pt x="1177" y="90503"/>
                </a:lnTo>
                <a:lnTo>
                  <a:pt x="1177" y="88149"/>
                </a:lnTo>
                <a:lnTo>
                  <a:pt x="3531" y="88149"/>
                </a:lnTo>
                <a:cubicBezTo>
                  <a:pt x="7324" y="88149"/>
                  <a:pt x="10027" y="87710"/>
                  <a:pt x="11640" y="86831"/>
                </a:cubicBezTo>
                <a:cubicBezTo>
                  <a:pt x="13253" y="85951"/>
                  <a:pt x="14343" y="84742"/>
                  <a:pt x="14909" y="83204"/>
                </a:cubicBezTo>
                <a:cubicBezTo>
                  <a:pt x="15476" y="81664"/>
                  <a:pt x="15760" y="78081"/>
                  <a:pt x="15760" y="72455"/>
                </a:cubicBezTo>
                <a:lnTo>
                  <a:pt x="15760" y="26549"/>
                </a:lnTo>
                <a:cubicBezTo>
                  <a:pt x="15760" y="22451"/>
                  <a:pt x="15563" y="19890"/>
                  <a:pt x="15171" y="18866"/>
                </a:cubicBezTo>
                <a:cubicBezTo>
                  <a:pt x="14779" y="17841"/>
                  <a:pt x="14048" y="16969"/>
                  <a:pt x="12980" y="16250"/>
                </a:cubicBezTo>
                <a:cubicBezTo>
                  <a:pt x="11912" y="15531"/>
                  <a:pt x="10681" y="15171"/>
                  <a:pt x="9286" y="15171"/>
                </a:cubicBezTo>
                <a:cubicBezTo>
                  <a:pt x="7062" y="15171"/>
                  <a:pt x="4360" y="15869"/>
                  <a:pt x="1177" y="17264"/>
                </a:cubicBezTo>
                <a:lnTo>
                  <a:pt x="0" y="14910"/>
                </a:lnTo>
                <a:lnTo>
                  <a:pt x="32631" y="0"/>
                </a:lnTo>
                <a:lnTo>
                  <a:pt x="34789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2b522c1564e61"/>
          <a:stretch xmlns:a="http://schemas.openxmlformats.org/drawingml/2006/main"/>
        </p:blipFill>
        <p:spPr>
          <a:xfrm xmlns:a="http://schemas.openxmlformats.org/drawingml/2006/main">
            <a:off x="1276893" y="3285754"/>
            <a:ext cx="725043" cy="462037"/>
          </a:xfrm>
          <a:prstGeom xmlns:a="http://schemas.openxmlformats.org/drawingml/2006/main" prst="rect">
            <a:avLst/>
          </a:prstGeom>
        </p:spPr>
      </p:pic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09854-BFC3-4001-A786-6237C4A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72" y="3285754"/>
            <a:ext cx="729885" cy="462037"/>
          </a:xfrm>
          <a:custGeom xmlns:a="http://schemas.openxmlformats.org/drawingml/2006/main">
            <a:pathLst>
              <a:path w="729885" h="462037" fill="none">
                <a:moveTo>
                  <a:pt x="729885" y="76997"/>
                </a:moveTo>
                <a:cubicBezTo>
                  <a:pt x="729885" y="34490"/>
                  <a:pt x="695386" y="0"/>
                  <a:pt x="652870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52870" y="462037"/>
                </a:lnTo>
                <a:cubicBezTo>
                  <a:pt x="695386" y="462037"/>
                  <a:pt x="729885" y="427539"/>
                  <a:pt x="729885" y="385022"/>
                </a:cubicBezTo>
                <a:lnTo>
                  <a:pt x="729885" y="76997"/>
                </a:lnTo>
                <a:close/>
                <a:moveTo>
                  <a:pt x="729885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19071-221B-4A92-A012-E31A2484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72" y="3647349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13" name="Text OS">
            <a:extLst xmlns:a="http://schemas.openxmlformats.org/drawingml/2006/main">
              <a:ext uri="{FF2B5EF4-FFF2-40B4-BE49-F238E27FC236}">
                <a16:creationId xmlns:a16="http://schemas.microsoft.com/office/drawing/2014/main" id="{6E711C09-B5D9-4FC6-A757-D2B96118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171" y="3420995"/>
            <a:ext cx="252122" cy="138894"/>
          </a:xfrm>
          <a:custGeom xmlns:a="http://schemas.openxmlformats.org/drawingml/2006/main">
            <a:pathLst>
              <a:path w="252122" h="138894">
                <a:moveTo>
                  <a:pt x="69741" y="981"/>
                </a:moveTo>
                <a:cubicBezTo>
                  <a:pt x="90928" y="196"/>
                  <a:pt x="108143" y="6376"/>
                  <a:pt x="121385" y="19520"/>
                </a:cubicBezTo>
                <a:cubicBezTo>
                  <a:pt x="134627" y="32664"/>
                  <a:pt x="141248" y="49110"/>
                  <a:pt x="141248" y="68858"/>
                </a:cubicBezTo>
                <a:cubicBezTo>
                  <a:pt x="141248" y="85730"/>
                  <a:pt x="136311" y="100574"/>
                  <a:pt x="126436" y="113391"/>
                </a:cubicBezTo>
                <a:cubicBezTo>
                  <a:pt x="113358" y="130393"/>
                  <a:pt x="94885" y="138894"/>
                  <a:pt x="71016" y="138894"/>
                </a:cubicBezTo>
                <a:cubicBezTo>
                  <a:pt x="47083" y="138894"/>
                  <a:pt x="28577" y="130785"/>
                  <a:pt x="15498" y="114568"/>
                </a:cubicBezTo>
                <a:cubicBezTo>
                  <a:pt x="5166" y="101751"/>
                  <a:pt x="0" y="86547"/>
                  <a:pt x="0" y="68956"/>
                </a:cubicBezTo>
                <a:cubicBezTo>
                  <a:pt x="0" y="49208"/>
                  <a:pt x="6719" y="32745"/>
                  <a:pt x="20157" y="19569"/>
                </a:cubicBezTo>
                <a:cubicBezTo>
                  <a:pt x="33595" y="6392"/>
                  <a:pt x="50123" y="196"/>
                  <a:pt x="69741" y="981"/>
                </a:cubicBezTo>
                <a:moveTo>
                  <a:pt x="70918" y="7259"/>
                </a:moveTo>
                <a:cubicBezTo>
                  <a:pt x="58755" y="7259"/>
                  <a:pt x="49502" y="13466"/>
                  <a:pt x="43159" y="25880"/>
                </a:cubicBezTo>
                <a:cubicBezTo>
                  <a:pt x="37993" y="36073"/>
                  <a:pt x="35410" y="50710"/>
                  <a:pt x="35410" y="69790"/>
                </a:cubicBezTo>
                <a:cubicBezTo>
                  <a:pt x="35410" y="92463"/>
                  <a:pt x="39399" y="109223"/>
                  <a:pt x="47377" y="120070"/>
                </a:cubicBezTo>
                <a:cubicBezTo>
                  <a:pt x="52935" y="127649"/>
                  <a:pt x="60717" y="131439"/>
                  <a:pt x="70722" y="131439"/>
                </a:cubicBezTo>
                <a:cubicBezTo>
                  <a:pt x="77457" y="131439"/>
                  <a:pt x="83081" y="129805"/>
                  <a:pt x="87593" y="126538"/>
                </a:cubicBezTo>
                <a:cubicBezTo>
                  <a:pt x="93348" y="122357"/>
                  <a:pt x="97827" y="115676"/>
                  <a:pt x="101031" y="106497"/>
                </a:cubicBezTo>
                <a:cubicBezTo>
                  <a:pt x="104236" y="97315"/>
                  <a:pt x="105838" y="85341"/>
                  <a:pt x="105838" y="70575"/>
                </a:cubicBezTo>
                <a:cubicBezTo>
                  <a:pt x="105838" y="52997"/>
                  <a:pt x="104203" y="39847"/>
                  <a:pt x="100933" y="31125"/>
                </a:cubicBezTo>
                <a:cubicBezTo>
                  <a:pt x="97664" y="22401"/>
                  <a:pt x="93495" y="16243"/>
                  <a:pt x="88427" y="12650"/>
                </a:cubicBezTo>
                <a:cubicBezTo>
                  <a:pt x="83359" y="9056"/>
                  <a:pt x="77523" y="7259"/>
                  <a:pt x="70918" y="7259"/>
                </a:cubicBezTo>
                <a:close/>
                <a:moveTo>
                  <a:pt x="242804" y="0"/>
                </a:moveTo>
                <a:lnTo>
                  <a:pt x="243883" y="44336"/>
                </a:lnTo>
                <a:lnTo>
                  <a:pt x="239861" y="44336"/>
                </a:lnTo>
                <a:cubicBezTo>
                  <a:pt x="237965" y="33248"/>
                  <a:pt x="233305" y="24329"/>
                  <a:pt x="225883" y="17579"/>
                </a:cubicBezTo>
                <a:cubicBezTo>
                  <a:pt x="218461" y="10830"/>
                  <a:pt x="210434" y="7455"/>
                  <a:pt x="201802" y="7455"/>
                </a:cubicBezTo>
                <a:cubicBezTo>
                  <a:pt x="195132" y="7455"/>
                  <a:pt x="189852" y="9232"/>
                  <a:pt x="185961" y="12785"/>
                </a:cubicBezTo>
                <a:cubicBezTo>
                  <a:pt x="182070" y="16337"/>
                  <a:pt x="180125" y="20427"/>
                  <a:pt x="180125" y="25056"/>
                </a:cubicBezTo>
                <a:cubicBezTo>
                  <a:pt x="180125" y="27988"/>
                  <a:pt x="180811" y="30596"/>
                  <a:pt x="182185" y="32878"/>
                </a:cubicBezTo>
                <a:cubicBezTo>
                  <a:pt x="184081" y="35941"/>
                  <a:pt x="187122" y="38972"/>
                  <a:pt x="191307" y="41970"/>
                </a:cubicBezTo>
                <a:cubicBezTo>
                  <a:pt x="194380" y="44122"/>
                  <a:pt x="201475" y="47936"/>
                  <a:pt x="212592" y="53412"/>
                </a:cubicBezTo>
                <a:cubicBezTo>
                  <a:pt x="228156" y="61039"/>
                  <a:pt x="238651" y="68243"/>
                  <a:pt x="244079" y="75026"/>
                </a:cubicBezTo>
                <a:cubicBezTo>
                  <a:pt x="249441" y="81806"/>
                  <a:pt x="252122" y="89565"/>
                  <a:pt x="252122" y="98303"/>
                </a:cubicBezTo>
                <a:cubicBezTo>
                  <a:pt x="252122" y="109387"/>
                  <a:pt x="247790" y="118923"/>
                  <a:pt x="239125" y="126912"/>
                </a:cubicBezTo>
                <a:cubicBezTo>
                  <a:pt x="230461" y="134900"/>
                  <a:pt x="219458" y="138894"/>
                  <a:pt x="206118" y="138894"/>
                </a:cubicBezTo>
                <a:cubicBezTo>
                  <a:pt x="201933" y="138894"/>
                  <a:pt x="197977" y="138469"/>
                  <a:pt x="194250" y="137619"/>
                </a:cubicBezTo>
                <a:cubicBezTo>
                  <a:pt x="190522" y="136768"/>
                  <a:pt x="185847" y="135166"/>
                  <a:pt x="180223" y="132812"/>
                </a:cubicBezTo>
                <a:cubicBezTo>
                  <a:pt x="177084" y="131504"/>
                  <a:pt x="174501" y="130850"/>
                  <a:pt x="172474" y="130850"/>
                </a:cubicBezTo>
                <a:cubicBezTo>
                  <a:pt x="170774" y="130850"/>
                  <a:pt x="168975" y="131513"/>
                  <a:pt x="167079" y="132837"/>
                </a:cubicBezTo>
                <a:cubicBezTo>
                  <a:pt x="165183" y="134161"/>
                  <a:pt x="163646" y="136180"/>
                  <a:pt x="162469" y="138894"/>
                </a:cubicBezTo>
                <a:lnTo>
                  <a:pt x="158840" y="138894"/>
                </a:lnTo>
                <a:lnTo>
                  <a:pt x="158840" y="88672"/>
                </a:lnTo>
                <a:lnTo>
                  <a:pt x="162469" y="88672"/>
                </a:lnTo>
                <a:cubicBezTo>
                  <a:pt x="165346" y="102764"/>
                  <a:pt x="170888" y="113513"/>
                  <a:pt x="179095" y="120919"/>
                </a:cubicBezTo>
                <a:cubicBezTo>
                  <a:pt x="187302" y="128325"/>
                  <a:pt x="196146" y="132027"/>
                  <a:pt x="205628" y="132027"/>
                </a:cubicBezTo>
                <a:cubicBezTo>
                  <a:pt x="212952" y="132027"/>
                  <a:pt x="218788" y="130039"/>
                  <a:pt x="223137" y="126062"/>
                </a:cubicBezTo>
                <a:cubicBezTo>
                  <a:pt x="227485" y="122086"/>
                  <a:pt x="229660" y="117457"/>
                  <a:pt x="229660" y="112177"/>
                </a:cubicBezTo>
                <a:cubicBezTo>
                  <a:pt x="229660" y="109048"/>
                  <a:pt x="228826" y="106018"/>
                  <a:pt x="227158" y="103085"/>
                </a:cubicBezTo>
                <a:cubicBezTo>
                  <a:pt x="225491" y="100151"/>
                  <a:pt x="222957" y="97363"/>
                  <a:pt x="219557" y="94723"/>
                </a:cubicBezTo>
                <a:cubicBezTo>
                  <a:pt x="216156" y="92083"/>
                  <a:pt x="210140" y="88645"/>
                  <a:pt x="201508" y="84408"/>
                </a:cubicBezTo>
                <a:cubicBezTo>
                  <a:pt x="189411" y="78476"/>
                  <a:pt x="180713" y="73420"/>
                  <a:pt x="175417" y="69241"/>
                </a:cubicBezTo>
                <a:cubicBezTo>
                  <a:pt x="170120" y="65062"/>
                  <a:pt x="166049" y="60394"/>
                  <a:pt x="163205" y="55236"/>
                </a:cubicBezTo>
                <a:cubicBezTo>
                  <a:pt x="160360" y="50078"/>
                  <a:pt x="158938" y="44398"/>
                  <a:pt x="158938" y="38196"/>
                </a:cubicBezTo>
                <a:cubicBezTo>
                  <a:pt x="158938" y="27619"/>
                  <a:pt x="162829" y="18609"/>
                  <a:pt x="170610" y="11167"/>
                </a:cubicBezTo>
                <a:cubicBezTo>
                  <a:pt x="178392" y="3722"/>
                  <a:pt x="188201" y="0"/>
                  <a:pt x="200037" y="0"/>
                </a:cubicBezTo>
                <a:cubicBezTo>
                  <a:pt x="204353" y="0"/>
                  <a:pt x="208538" y="529"/>
                  <a:pt x="212592" y="1588"/>
                </a:cubicBezTo>
                <a:cubicBezTo>
                  <a:pt x="215666" y="2381"/>
                  <a:pt x="219409" y="3851"/>
                  <a:pt x="223823" y="5999"/>
                </a:cubicBezTo>
                <a:cubicBezTo>
                  <a:pt x="228237" y="8146"/>
                  <a:pt x="231327" y="9220"/>
                  <a:pt x="233093" y="9220"/>
                </a:cubicBezTo>
                <a:cubicBezTo>
                  <a:pt x="234793" y="9220"/>
                  <a:pt x="236134" y="8692"/>
                  <a:pt x="237114" y="7636"/>
                </a:cubicBezTo>
                <a:cubicBezTo>
                  <a:pt x="238095" y="6577"/>
                  <a:pt x="239011" y="4032"/>
                  <a:pt x="239861" y="0"/>
                </a:cubicBezTo>
                <a:lnTo>
                  <a:pt x="24280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crossing">
            <a:extLst xmlns:a="http://schemas.openxmlformats.org/drawingml/2006/main">
              <a:ext uri="{FF2B5EF4-FFF2-40B4-BE49-F238E27FC236}">
                <a16:creationId xmlns:a16="http://schemas.microsoft.com/office/drawing/2014/main" id="{E5EBAF82-B2AF-4D8D-826E-1DD7A2A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84" y="3737063"/>
            <a:ext cx="672094" cy="171263"/>
          </a:xfrm>
          <a:custGeom xmlns:a="http://schemas.openxmlformats.org/drawingml/2006/main">
            <a:pathLst>
              <a:path w="672094" h="171263">
                <a:moveTo>
                  <a:pt x="72095" y="106524"/>
                </a:moveTo>
                <a:cubicBezTo>
                  <a:pt x="65294" y="114698"/>
                  <a:pt x="58428" y="120698"/>
                  <a:pt x="51497" y="124524"/>
                </a:cubicBezTo>
                <a:cubicBezTo>
                  <a:pt x="44565" y="128349"/>
                  <a:pt x="37241" y="130262"/>
                  <a:pt x="29525" y="130262"/>
                </a:cubicBezTo>
                <a:cubicBezTo>
                  <a:pt x="20239" y="130262"/>
                  <a:pt x="12997" y="127643"/>
                  <a:pt x="7798" y="122406"/>
                </a:cubicBezTo>
                <a:cubicBezTo>
                  <a:pt x="2599" y="117168"/>
                  <a:pt x="0" y="110131"/>
                  <a:pt x="0" y="101295"/>
                </a:cubicBezTo>
                <a:cubicBezTo>
                  <a:pt x="0" y="91280"/>
                  <a:pt x="2796" y="81428"/>
                  <a:pt x="8387" y="71740"/>
                </a:cubicBezTo>
                <a:cubicBezTo>
                  <a:pt x="13978" y="62049"/>
                  <a:pt x="21498" y="54177"/>
                  <a:pt x="30947" y="48122"/>
                </a:cubicBezTo>
                <a:cubicBezTo>
                  <a:pt x="40396" y="42067"/>
                  <a:pt x="49666" y="39039"/>
                  <a:pt x="58755" y="39039"/>
                </a:cubicBezTo>
                <a:cubicBezTo>
                  <a:pt x="65883" y="39039"/>
                  <a:pt x="71212" y="40522"/>
                  <a:pt x="74744" y="43487"/>
                </a:cubicBezTo>
                <a:cubicBezTo>
                  <a:pt x="78275" y="46452"/>
                  <a:pt x="80040" y="50086"/>
                  <a:pt x="80040" y="54387"/>
                </a:cubicBezTo>
                <a:cubicBezTo>
                  <a:pt x="80040" y="58427"/>
                  <a:pt x="78798" y="61882"/>
                  <a:pt x="76313" y="64751"/>
                </a:cubicBezTo>
                <a:cubicBezTo>
                  <a:pt x="74482" y="66966"/>
                  <a:pt x="72226" y="68074"/>
                  <a:pt x="69545" y="68074"/>
                </a:cubicBezTo>
                <a:cubicBezTo>
                  <a:pt x="67518" y="68074"/>
                  <a:pt x="65834" y="67425"/>
                  <a:pt x="64493" y="66127"/>
                </a:cubicBezTo>
                <a:cubicBezTo>
                  <a:pt x="63153" y="64830"/>
                  <a:pt x="62483" y="63208"/>
                  <a:pt x="62483" y="61263"/>
                </a:cubicBezTo>
                <a:cubicBezTo>
                  <a:pt x="62483" y="60030"/>
                  <a:pt x="62728" y="58895"/>
                  <a:pt x="63218" y="57857"/>
                </a:cubicBezTo>
                <a:cubicBezTo>
                  <a:pt x="63709" y="56819"/>
                  <a:pt x="64722" y="55570"/>
                  <a:pt x="66259" y="54111"/>
                </a:cubicBezTo>
                <a:cubicBezTo>
                  <a:pt x="67796" y="52650"/>
                  <a:pt x="68728" y="51596"/>
                  <a:pt x="69055" y="50948"/>
                </a:cubicBezTo>
                <a:cubicBezTo>
                  <a:pt x="69381" y="50298"/>
                  <a:pt x="69545" y="49617"/>
                  <a:pt x="69545" y="48903"/>
                </a:cubicBezTo>
                <a:cubicBezTo>
                  <a:pt x="69545" y="47540"/>
                  <a:pt x="68924" y="46405"/>
                  <a:pt x="67681" y="45498"/>
                </a:cubicBezTo>
                <a:cubicBezTo>
                  <a:pt x="65785" y="44200"/>
                  <a:pt x="63104" y="43551"/>
                  <a:pt x="59638" y="43551"/>
                </a:cubicBezTo>
                <a:cubicBezTo>
                  <a:pt x="53230" y="43551"/>
                  <a:pt x="46886" y="45807"/>
                  <a:pt x="40609" y="50320"/>
                </a:cubicBezTo>
                <a:cubicBezTo>
                  <a:pt x="34331" y="54832"/>
                  <a:pt x="28969" y="61240"/>
                  <a:pt x="24522" y="69545"/>
                </a:cubicBezTo>
                <a:cubicBezTo>
                  <a:pt x="19160" y="79615"/>
                  <a:pt x="16479" y="89686"/>
                  <a:pt x="16479" y="99756"/>
                </a:cubicBezTo>
                <a:cubicBezTo>
                  <a:pt x="16479" y="106426"/>
                  <a:pt x="18375" y="111707"/>
                  <a:pt x="22168" y="115598"/>
                </a:cubicBezTo>
                <a:cubicBezTo>
                  <a:pt x="25961" y="119488"/>
                  <a:pt x="31127" y="121434"/>
                  <a:pt x="37666" y="121434"/>
                </a:cubicBezTo>
                <a:cubicBezTo>
                  <a:pt x="42701" y="121434"/>
                  <a:pt x="47687" y="120175"/>
                  <a:pt x="52625" y="117657"/>
                </a:cubicBezTo>
                <a:cubicBezTo>
                  <a:pt x="57562" y="115140"/>
                  <a:pt x="63104" y="110579"/>
                  <a:pt x="69251" y="103974"/>
                </a:cubicBezTo>
                <a:lnTo>
                  <a:pt x="72095" y="106524"/>
                </a:lnTo>
                <a:close/>
                <a:moveTo>
                  <a:pt x="94196" y="44532"/>
                </a:moveTo>
                <a:lnTo>
                  <a:pt x="128036" y="39039"/>
                </a:lnTo>
                <a:lnTo>
                  <a:pt x="113912" y="86809"/>
                </a:lnTo>
                <a:cubicBezTo>
                  <a:pt x="125355" y="67215"/>
                  <a:pt x="135753" y="53520"/>
                  <a:pt x="145104" y="45722"/>
                </a:cubicBezTo>
                <a:cubicBezTo>
                  <a:pt x="150401" y="41267"/>
                  <a:pt x="154717" y="39039"/>
                  <a:pt x="158052" y="39039"/>
                </a:cubicBezTo>
                <a:cubicBezTo>
                  <a:pt x="160210" y="39039"/>
                  <a:pt x="161910" y="39680"/>
                  <a:pt x="163152" y="40961"/>
                </a:cubicBezTo>
                <a:cubicBezTo>
                  <a:pt x="164395" y="42241"/>
                  <a:pt x="165016" y="44095"/>
                  <a:pt x="165016" y="46525"/>
                </a:cubicBezTo>
                <a:cubicBezTo>
                  <a:pt x="165016" y="50857"/>
                  <a:pt x="163904" y="54993"/>
                  <a:pt x="161681" y="58933"/>
                </a:cubicBezTo>
                <a:cubicBezTo>
                  <a:pt x="160112" y="61888"/>
                  <a:pt x="157855" y="63365"/>
                  <a:pt x="154913" y="63365"/>
                </a:cubicBezTo>
                <a:cubicBezTo>
                  <a:pt x="153409" y="63365"/>
                  <a:pt x="152117" y="62875"/>
                  <a:pt x="151038" y="61894"/>
                </a:cubicBezTo>
                <a:cubicBezTo>
                  <a:pt x="149959" y="60913"/>
                  <a:pt x="149289" y="59409"/>
                  <a:pt x="149027" y="57382"/>
                </a:cubicBezTo>
                <a:cubicBezTo>
                  <a:pt x="148897" y="56139"/>
                  <a:pt x="148602" y="55322"/>
                  <a:pt x="148145" y="54930"/>
                </a:cubicBezTo>
                <a:cubicBezTo>
                  <a:pt x="147622" y="54407"/>
                  <a:pt x="147000" y="54145"/>
                  <a:pt x="146281" y="54145"/>
                </a:cubicBezTo>
                <a:cubicBezTo>
                  <a:pt x="145169" y="54145"/>
                  <a:pt x="144123" y="54407"/>
                  <a:pt x="143142" y="54930"/>
                </a:cubicBezTo>
                <a:cubicBezTo>
                  <a:pt x="141442" y="55845"/>
                  <a:pt x="138859" y="58395"/>
                  <a:pt x="135393" y="62578"/>
                </a:cubicBezTo>
                <a:cubicBezTo>
                  <a:pt x="129966" y="68986"/>
                  <a:pt x="124080" y="77290"/>
                  <a:pt x="117737" y="87489"/>
                </a:cubicBezTo>
                <a:cubicBezTo>
                  <a:pt x="114991" y="91803"/>
                  <a:pt x="112637" y="96674"/>
                  <a:pt x="110675" y="102101"/>
                </a:cubicBezTo>
                <a:cubicBezTo>
                  <a:pt x="107928" y="109554"/>
                  <a:pt x="106359" y="114032"/>
                  <a:pt x="105967" y="115536"/>
                </a:cubicBezTo>
                <a:lnTo>
                  <a:pt x="102828" y="127908"/>
                </a:lnTo>
                <a:lnTo>
                  <a:pt x="87820" y="127908"/>
                </a:lnTo>
                <a:lnTo>
                  <a:pt x="105967" y="66897"/>
                </a:lnTo>
                <a:cubicBezTo>
                  <a:pt x="108059" y="59797"/>
                  <a:pt x="109105" y="54736"/>
                  <a:pt x="109105" y="51711"/>
                </a:cubicBezTo>
                <a:cubicBezTo>
                  <a:pt x="109105" y="50528"/>
                  <a:pt x="108615" y="49542"/>
                  <a:pt x="107634" y="48753"/>
                </a:cubicBezTo>
                <a:cubicBezTo>
                  <a:pt x="106326" y="47705"/>
                  <a:pt x="104593" y="47181"/>
                  <a:pt x="102435" y="47181"/>
                </a:cubicBezTo>
                <a:cubicBezTo>
                  <a:pt x="101062" y="47181"/>
                  <a:pt x="98544" y="47475"/>
                  <a:pt x="94882" y="48064"/>
                </a:cubicBezTo>
                <a:lnTo>
                  <a:pt x="94196" y="44532"/>
                </a:lnTo>
                <a:close/>
                <a:moveTo>
                  <a:pt x="247302" y="69775"/>
                </a:moveTo>
                <a:cubicBezTo>
                  <a:pt x="247302" y="79594"/>
                  <a:pt x="244703" y="89315"/>
                  <a:pt x="239504" y="98938"/>
                </a:cubicBezTo>
                <a:cubicBezTo>
                  <a:pt x="234305" y="108561"/>
                  <a:pt x="227063" y="116187"/>
                  <a:pt x="217778" y="121817"/>
                </a:cubicBezTo>
                <a:cubicBezTo>
                  <a:pt x="208492" y="127447"/>
                  <a:pt x="199468" y="130262"/>
                  <a:pt x="190705" y="130262"/>
                </a:cubicBezTo>
                <a:cubicBezTo>
                  <a:pt x="181746" y="130262"/>
                  <a:pt x="174439" y="127398"/>
                  <a:pt x="168782" y="121670"/>
                </a:cubicBezTo>
                <a:cubicBezTo>
                  <a:pt x="163126" y="115942"/>
                  <a:pt x="160297" y="108528"/>
                  <a:pt x="160297" y="99428"/>
                </a:cubicBezTo>
                <a:cubicBezTo>
                  <a:pt x="160297" y="89805"/>
                  <a:pt x="163060" y="80150"/>
                  <a:pt x="168586" y="70461"/>
                </a:cubicBezTo>
                <a:cubicBezTo>
                  <a:pt x="174112" y="60773"/>
                  <a:pt x="181501" y="53114"/>
                  <a:pt x="190754" y="47484"/>
                </a:cubicBezTo>
                <a:cubicBezTo>
                  <a:pt x="200007" y="41854"/>
                  <a:pt x="208950" y="39039"/>
                  <a:pt x="217581" y="39039"/>
                </a:cubicBezTo>
                <a:cubicBezTo>
                  <a:pt x="226213" y="39039"/>
                  <a:pt x="233325" y="41887"/>
                  <a:pt x="238916" y="47582"/>
                </a:cubicBezTo>
                <a:cubicBezTo>
                  <a:pt x="244507" y="53278"/>
                  <a:pt x="247302" y="60675"/>
                  <a:pt x="247302" y="69775"/>
                </a:cubicBezTo>
                <a:moveTo>
                  <a:pt x="231019" y="62844"/>
                </a:moveTo>
                <a:cubicBezTo>
                  <a:pt x="231019" y="56740"/>
                  <a:pt x="229532" y="52065"/>
                  <a:pt x="226556" y="48818"/>
                </a:cubicBezTo>
                <a:cubicBezTo>
                  <a:pt x="223581" y="45568"/>
                  <a:pt x="219739" y="43944"/>
                  <a:pt x="215031" y="43944"/>
                </a:cubicBezTo>
                <a:cubicBezTo>
                  <a:pt x="205418" y="43944"/>
                  <a:pt x="196574" y="50852"/>
                  <a:pt x="188498" y="64668"/>
                </a:cubicBezTo>
                <a:cubicBezTo>
                  <a:pt x="180422" y="78482"/>
                  <a:pt x="176384" y="92215"/>
                  <a:pt x="176384" y="105865"/>
                </a:cubicBezTo>
                <a:cubicBezTo>
                  <a:pt x="176384" y="112100"/>
                  <a:pt x="177953" y="116908"/>
                  <a:pt x="181092" y="120287"/>
                </a:cubicBezTo>
                <a:cubicBezTo>
                  <a:pt x="184231" y="123667"/>
                  <a:pt x="188187" y="125357"/>
                  <a:pt x="192961" y="125357"/>
                </a:cubicBezTo>
                <a:cubicBezTo>
                  <a:pt x="202181" y="125357"/>
                  <a:pt x="210830" y="118483"/>
                  <a:pt x="218906" y="104734"/>
                </a:cubicBezTo>
                <a:cubicBezTo>
                  <a:pt x="226982" y="90983"/>
                  <a:pt x="231019" y="77020"/>
                  <a:pt x="231019" y="62844"/>
                </a:cubicBezTo>
                <a:close/>
                <a:moveTo>
                  <a:pt x="327735" y="39039"/>
                </a:moveTo>
                <a:lnTo>
                  <a:pt x="321752" y="69251"/>
                </a:lnTo>
                <a:lnTo>
                  <a:pt x="318122" y="69251"/>
                </a:lnTo>
                <a:cubicBezTo>
                  <a:pt x="317795" y="60419"/>
                  <a:pt x="315932" y="53993"/>
                  <a:pt x="312531" y="49973"/>
                </a:cubicBezTo>
                <a:cubicBezTo>
                  <a:pt x="309131" y="45954"/>
                  <a:pt x="304913" y="43944"/>
                  <a:pt x="299878" y="43944"/>
                </a:cubicBezTo>
                <a:cubicBezTo>
                  <a:pt x="295823" y="43944"/>
                  <a:pt x="292603" y="45059"/>
                  <a:pt x="290216" y="47288"/>
                </a:cubicBezTo>
                <a:cubicBezTo>
                  <a:pt x="287829" y="49515"/>
                  <a:pt x="286636" y="52202"/>
                  <a:pt x="286636" y="55347"/>
                </a:cubicBezTo>
                <a:cubicBezTo>
                  <a:pt x="286636" y="57511"/>
                  <a:pt x="287110" y="59576"/>
                  <a:pt x="288058" y="61542"/>
                </a:cubicBezTo>
                <a:cubicBezTo>
                  <a:pt x="289006" y="63507"/>
                  <a:pt x="291083" y="66260"/>
                  <a:pt x="294287" y="69799"/>
                </a:cubicBezTo>
                <a:cubicBezTo>
                  <a:pt x="302788" y="79108"/>
                  <a:pt x="308281" y="86121"/>
                  <a:pt x="310766" y="90839"/>
                </a:cubicBezTo>
                <a:cubicBezTo>
                  <a:pt x="313251" y="95558"/>
                  <a:pt x="314493" y="100015"/>
                  <a:pt x="314493" y="104210"/>
                </a:cubicBezTo>
                <a:cubicBezTo>
                  <a:pt x="314493" y="111025"/>
                  <a:pt x="311665" y="117071"/>
                  <a:pt x="306008" y="122347"/>
                </a:cubicBezTo>
                <a:cubicBezTo>
                  <a:pt x="300352" y="127624"/>
                  <a:pt x="293208" y="130262"/>
                  <a:pt x="284576" y="130262"/>
                </a:cubicBezTo>
                <a:cubicBezTo>
                  <a:pt x="279868" y="130262"/>
                  <a:pt x="274440" y="129150"/>
                  <a:pt x="268293" y="126927"/>
                </a:cubicBezTo>
                <a:cubicBezTo>
                  <a:pt x="266135" y="126142"/>
                  <a:pt x="264468" y="125750"/>
                  <a:pt x="263291" y="125750"/>
                </a:cubicBezTo>
                <a:cubicBezTo>
                  <a:pt x="260348" y="125750"/>
                  <a:pt x="258125" y="127254"/>
                  <a:pt x="256621" y="130262"/>
                </a:cubicBezTo>
                <a:lnTo>
                  <a:pt x="252991" y="130262"/>
                </a:lnTo>
                <a:lnTo>
                  <a:pt x="258975" y="98285"/>
                </a:lnTo>
                <a:lnTo>
                  <a:pt x="262604" y="98285"/>
                </a:lnTo>
                <a:cubicBezTo>
                  <a:pt x="262996" y="108296"/>
                  <a:pt x="265056" y="115377"/>
                  <a:pt x="268784" y="119527"/>
                </a:cubicBezTo>
                <a:cubicBezTo>
                  <a:pt x="272511" y="123676"/>
                  <a:pt x="277612" y="125750"/>
                  <a:pt x="284086" y="125750"/>
                </a:cubicBezTo>
                <a:cubicBezTo>
                  <a:pt x="289055" y="125750"/>
                  <a:pt x="292995" y="124359"/>
                  <a:pt x="295905" y="121578"/>
                </a:cubicBezTo>
                <a:cubicBezTo>
                  <a:pt x="298815" y="118795"/>
                  <a:pt x="300270" y="115374"/>
                  <a:pt x="300270" y="111315"/>
                </a:cubicBezTo>
                <a:cubicBezTo>
                  <a:pt x="300270" y="108696"/>
                  <a:pt x="299747" y="106273"/>
                  <a:pt x="298701" y="104048"/>
                </a:cubicBezTo>
                <a:cubicBezTo>
                  <a:pt x="296870" y="100120"/>
                  <a:pt x="293028" y="94686"/>
                  <a:pt x="287175" y="87747"/>
                </a:cubicBezTo>
                <a:cubicBezTo>
                  <a:pt x="281323" y="80807"/>
                  <a:pt x="277563" y="75602"/>
                  <a:pt x="275895" y="72132"/>
                </a:cubicBezTo>
                <a:cubicBezTo>
                  <a:pt x="274228" y="68662"/>
                  <a:pt x="273394" y="65192"/>
                  <a:pt x="273394" y="61722"/>
                </a:cubicBezTo>
                <a:cubicBezTo>
                  <a:pt x="273394" y="55373"/>
                  <a:pt x="275699" y="50006"/>
                  <a:pt x="280309" y="45620"/>
                </a:cubicBezTo>
                <a:cubicBezTo>
                  <a:pt x="284919" y="41233"/>
                  <a:pt x="290854" y="39039"/>
                  <a:pt x="298112" y="39039"/>
                </a:cubicBezTo>
                <a:cubicBezTo>
                  <a:pt x="300205" y="39039"/>
                  <a:pt x="302101" y="39206"/>
                  <a:pt x="303801" y="39539"/>
                </a:cubicBezTo>
                <a:cubicBezTo>
                  <a:pt x="304717" y="39739"/>
                  <a:pt x="306858" y="40491"/>
                  <a:pt x="310226" y="41795"/>
                </a:cubicBezTo>
                <a:cubicBezTo>
                  <a:pt x="313594" y="43097"/>
                  <a:pt x="315834" y="43748"/>
                  <a:pt x="316945" y="43748"/>
                </a:cubicBezTo>
                <a:cubicBezTo>
                  <a:pt x="319757" y="43748"/>
                  <a:pt x="322111" y="42178"/>
                  <a:pt x="324008" y="39039"/>
                </a:cubicBezTo>
                <a:lnTo>
                  <a:pt x="327735" y="39039"/>
                </a:lnTo>
                <a:close/>
                <a:moveTo>
                  <a:pt x="405880" y="39039"/>
                </a:moveTo>
                <a:lnTo>
                  <a:pt x="399896" y="69251"/>
                </a:lnTo>
                <a:lnTo>
                  <a:pt x="396267" y="69251"/>
                </a:lnTo>
                <a:cubicBezTo>
                  <a:pt x="395940" y="60419"/>
                  <a:pt x="394076" y="53993"/>
                  <a:pt x="390676" y="49973"/>
                </a:cubicBezTo>
                <a:cubicBezTo>
                  <a:pt x="387275" y="45954"/>
                  <a:pt x="383058" y="43944"/>
                  <a:pt x="378022" y="43944"/>
                </a:cubicBezTo>
                <a:cubicBezTo>
                  <a:pt x="373968" y="43944"/>
                  <a:pt x="370748" y="45059"/>
                  <a:pt x="368361" y="47288"/>
                </a:cubicBezTo>
                <a:cubicBezTo>
                  <a:pt x="365974" y="49515"/>
                  <a:pt x="364780" y="52202"/>
                  <a:pt x="364780" y="55347"/>
                </a:cubicBezTo>
                <a:cubicBezTo>
                  <a:pt x="364780" y="57511"/>
                  <a:pt x="365255" y="59576"/>
                  <a:pt x="366203" y="61542"/>
                </a:cubicBezTo>
                <a:cubicBezTo>
                  <a:pt x="367151" y="63507"/>
                  <a:pt x="369227" y="66260"/>
                  <a:pt x="372431" y="69799"/>
                </a:cubicBezTo>
                <a:cubicBezTo>
                  <a:pt x="380932" y="79108"/>
                  <a:pt x="386425" y="86121"/>
                  <a:pt x="388910" y="90839"/>
                </a:cubicBezTo>
                <a:cubicBezTo>
                  <a:pt x="391395" y="95558"/>
                  <a:pt x="392638" y="100015"/>
                  <a:pt x="392638" y="104210"/>
                </a:cubicBezTo>
                <a:cubicBezTo>
                  <a:pt x="392638" y="111025"/>
                  <a:pt x="389809" y="117071"/>
                  <a:pt x="384153" y="122347"/>
                </a:cubicBezTo>
                <a:cubicBezTo>
                  <a:pt x="378497" y="127624"/>
                  <a:pt x="371352" y="130262"/>
                  <a:pt x="362721" y="130262"/>
                </a:cubicBezTo>
                <a:cubicBezTo>
                  <a:pt x="358012" y="130262"/>
                  <a:pt x="352585" y="129150"/>
                  <a:pt x="346438" y="126927"/>
                </a:cubicBezTo>
                <a:cubicBezTo>
                  <a:pt x="344280" y="126142"/>
                  <a:pt x="342612" y="125750"/>
                  <a:pt x="341435" y="125750"/>
                </a:cubicBezTo>
                <a:cubicBezTo>
                  <a:pt x="338493" y="125750"/>
                  <a:pt x="336269" y="127254"/>
                  <a:pt x="334765" y="130262"/>
                </a:cubicBezTo>
                <a:lnTo>
                  <a:pt x="331136" y="130262"/>
                </a:lnTo>
                <a:lnTo>
                  <a:pt x="337119" y="98285"/>
                </a:lnTo>
                <a:lnTo>
                  <a:pt x="340749" y="98285"/>
                </a:lnTo>
                <a:cubicBezTo>
                  <a:pt x="341141" y="108296"/>
                  <a:pt x="343201" y="115377"/>
                  <a:pt x="346928" y="119527"/>
                </a:cubicBezTo>
                <a:cubicBezTo>
                  <a:pt x="350656" y="123676"/>
                  <a:pt x="355756" y="125750"/>
                  <a:pt x="362230" y="125750"/>
                </a:cubicBezTo>
                <a:cubicBezTo>
                  <a:pt x="367200" y="125750"/>
                  <a:pt x="371140" y="124359"/>
                  <a:pt x="374050" y="121578"/>
                </a:cubicBezTo>
                <a:cubicBezTo>
                  <a:pt x="376960" y="118795"/>
                  <a:pt x="378415" y="115374"/>
                  <a:pt x="378415" y="111315"/>
                </a:cubicBezTo>
                <a:cubicBezTo>
                  <a:pt x="378415" y="108696"/>
                  <a:pt x="377892" y="106273"/>
                  <a:pt x="376845" y="104048"/>
                </a:cubicBezTo>
                <a:cubicBezTo>
                  <a:pt x="375014" y="100120"/>
                  <a:pt x="371173" y="94686"/>
                  <a:pt x="365320" y="87747"/>
                </a:cubicBezTo>
                <a:cubicBezTo>
                  <a:pt x="359467" y="80807"/>
                  <a:pt x="355707" y="75602"/>
                  <a:pt x="354040" y="72132"/>
                </a:cubicBezTo>
                <a:cubicBezTo>
                  <a:pt x="352372" y="68662"/>
                  <a:pt x="351538" y="65192"/>
                  <a:pt x="351538" y="61722"/>
                </a:cubicBezTo>
                <a:cubicBezTo>
                  <a:pt x="351538" y="55373"/>
                  <a:pt x="353844" y="50006"/>
                  <a:pt x="358454" y="45620"/>
                </a:cubicBezTo>
                <a:cubicBezTo>
                  <a:pt x="363064" y="41233"/>
                  <a:pt x="368998" y="39039"/>
                  <a:pt x="376257" y="39039"/>
                </a:cubicBezTo>
                <a:cubicBezTo>
                  <a:pt x="378349" y="39039"/>
                  <a:pt x="380246" y="39206"/>
                  <a:pt x="381946" y="39539"/>
                </a:cubicBezTo>
                <a:cubicBezTo>
                  <a:pt x="382861" y="39739"/>
                  <a:pt x="385003" y="40491"/>
                  <a:pt x="388371" y="41795"/>
                </a:cubicBezTo>
                <a:cubicBezTo>
                  <a:pt x="391739" y="43097"/>
                  <a:pt x="393978" y="43748"/>
                  <a:pt x="395090" y="43748"/>
                </a:cubicBezTo>
                <a:cubicBezTo>
                  <a:pt x="397902" y="43748"/>
                  <a:pt x="400256" y="42178"/>
                  <a:pt x="402152" y="39039"/>
                </a:cubicBezTo>
                <a:lnTo>
                  <a:pt x="405880" y="39039"/>
                </a:lnTo>
                <a:close/>
                <a:moveTo>
                  <a:pt x="456069" y="0"/>
                </a:moveTo>
                <a:cubicBezTo>
                  <a:pt x="458815" y="0"/>
                  <a:pt x="461137" y="948"/>
                  <a:pt x="463033" y="2845"/>
                </a:cubicBezTo>
                <a:cubicBezTo>
                  <a:pt x="464930" y="4741"/>
                  <a:pt x="465878" y="7062"/>
                  <a:pt x="465878" y="9809"/>
                </a:cubicBezTo>
                <a:cubicBezTo>
                  <a:pt x="465878" y="12490"/>
                  <a:pt x="464913" y="14795"/>
                  <a:pt x="462984" y="16724"/>
                </a:cubicBezTo>
                <a:cubicBezTo>
                  <a:pt x="461055" y="18653"/>
                  <a:pt x="458750" y="19618"/>
                  <a:pt x="456069" y="19618"/>
                </a:cubicBezTo>
                <a:cubicBezTo>
                  <a:pt x="453388" y="19618"/>
                  <a:pt x="451083" y="18653"/>
                  <a:pt x="449154" y="16724"/>
                </a:cubicBezTo>
                <a:cubicBezTo>
                  <a:pt x="447225" y="14795"/>
                  <a:pt x="446260" y="12490"/>
                  <a:pt x="446260" y="9809"/>
                </a:cubicBezTo>
                <a:cubicBezTo>
                  <a:pt x="446260" y="7062"/>
                  <a:pt x="447208" y="4741"/>
                  <a:pt x="449105" y="2845"/>
                </a:cubicBezTo>
                <a:cubicBezTo>
                  <a:pt x="451001" y="948"/>
                  <a:pt x="453322" y="0"/>
                  <a:pt x="456069" y="0"/>
                </a:cubicBezTo>
                <a:moveTo>
                  <a:pt x="457344" y="39039"/>
                </a:moveTo>
                <a:lnTo>
                  <a:pt x="437922" y="107833"/>
                </a:lnTo>
                <a:cubicBezTo>
                  <a:pt x="436615" y="112478"/>
                  <a:pt x="435961" y="115258"/>
                  <a:pt x="435961" y="116174"/>
                </a:cubicBezTo>
                <a:cubicBezTo>
                  <a:pt x="435961" y="117224"/>
                  <a:pt x="436271" y="118078"/>
                  <a:pt x="436893" y="118736"/>
                </a:cubicBezTo>
                <a:cubicBezTo>
                  <a:pt x="437514" y="119392"/>
                  <a:pt x="438249" y="119720"/>
                  <a:pt x="439100" y="119720"/>
                </a:cubicBezTo>
                <a:cubicBezTo>
                  <a:pt x="440080" y="119720"/>
                  <a:pt x="441258" y="119195"/>
                  <a:pt x="442631" y="118145"/>
                </a:cubicBezTo>
                <a:cubicBezTo>
                  <a:pt x="446358" y="115196"/>
                  <a:pt x="450118" y="111008"/>
                  <a:pt x="453911" y="105580"/>
                </a:cubicBezTo>
                <a:lnTo>
                  <a:pt x="457344" y="107836"/>
                </a:lnTo>
                <a:cubicBezTo>
                  <a:pt x="452897" y="114643"/>
                  <a:pt x="447666" y="120378"/>
                  <a:pt x="441650" y="125042"/>
                </a:cubicBezTo>
                <a:cubicBezTo>
                  <a:pt x="437203" y="128522"/>
                  <a:pt x="432953" y="130262"/>
                  <a:pt x="428898" y="130262"/>
                </a:cubicBezTo>
                <a:cubicBezTo>
                  <a:pt x="426217" y="130262"/>
                  <a:pt x="424027" y="129461"/>
                  <a:pt x="422326" y="127859"/>
                </a:cubicBezTo>
                <a:cubicBezTo>
                  <a:pt x="420626" y="126257"/>
                  <a:pt x="419776" y="124246"/>
                  <a:pt x="419776" y="121826"/>
                </a:cubicBezTo>
                <a:cubicBezTo>
                  <a:pt x="419776" y="119403"/>
                  <a:pt x="420593" y="115374"/>
                  <a:pt x="422228" y="109740"/>
                </a:cubicBezTo>
                <a:lnTo>
                  <a:pt x="434980" y="65719"/>
                </a:lnTo>
                <a:cubicBezTo>
                  <a:pt x="437072" y="58567"/>
                  <a:pt x="438119" y="54081"/>
                  <a:pt x="438119" y="52260"/>
                </a:cubicBezTo>
                <a:cubicBezTo>
                  <a:pt x="438119" y="50829"/>
                  <a:pt x="437612" y="49658"/>
                  <a:pt x="436598" y="48747"/>
                </a:cubicBezTo>
                <a:cubicBezTo>
                  <a:pt x="435585" y="47834"/>
                  <a:pt x="434195" y="47377"/>
                  <a:pt x="432430" y="47377"/>
                </a:cubicBezTo>
                <a:cubicBezTo>
                  <a:pt x="430991" y="47377"/>
                  <a:pt x="428016" y="47737"/>
                  <a:pt x="423503" y="48456"/>
                </a:cubicBezTo>
                <a:lnTo>
                  <a:pt x="423503" y="44532"/>
                </a:lnTo>
                <a:lnTo>
                  <a:pt x="457344" y="39039"/>
                </a:lnTo>
                <a:close/>
                <a:moveTo>
                  <a:pt x="511327" y="39039"/>
                </a:moveTo>
                <a:lnTo>
                  <a:pt x="498281" y="83805"/>
                </a:lnTo>
                <a:cubicBezTo>
                  <a:pt x="510509" y="65505"/>
                  <a:pt x="519877" y="53470"/>
                  <a:pt x="526383" y="47699"/>
                </a:cubicBezTo>
                <a:cubicBezTo>
                  <a:pt x="532890" y="41926"/>
                  <a:pt x="539151" y="39039"/>
                  <a:pt x="545167" y="39039"/>
                </a:cubicBezTo>
                <a:cubicBezTo>
                  <a:pt x="548437" y="39039"/>
                  <a:pt x="551134" y="40124"/>
                  <a:pt x="553260" y="42295"/>
                </a:cubicBezTo>
                <a:cubicBezTo>
                  <a:pt x="555385" y="44465"/>
                  <a:pt x="556448" y="47292"/>
                  <a:pt x="556448" y="50776"/>
                </a:cubicBezTo>
                <a:cubicBezTo>
                  <a:pt x="556448" y="54702"/>
                  <a:pt x="555499" y="59937"/>
                  <a:pt x="553603" y="66483"/>
                </a:cubicBezTo>
                <a:lnTo>
                  <a:pt x="541636" y="107809"/>
                </a:lnTo>
                <a:cubicBezTo>
                  <a:pt x="540263" y="112587"/>
                  <a:pt x="539576" y="115499"/>
                  <a:pt x="539576" y="116545"/>
                </a:cubicBezTo>
                <a:cubicBezTo>
                  <a:pt x="539576" y="117460"/>
                  <a:pt x="539838" y="118229"/>
                  <a:pt x="540361" y="118850"/>
                </a:cubicBezTo>
                <a:cubicBezTo>
                  <a:pt x="540884" y="119469"/>
                  <a:pt x="541440" y="119779"/>
                  <a:pt x="542028" y="119779"/>
                </a:cubicBezTo>
                <a:cubicBezTo>
                  <a:pt x="542813" y="119779"/>
                  <a:pt x="543761" y="119354"/>
                  <a:pt x="544873" y="118504"/>
                </a:cubicBezTo>
                <a:cubicBezTo>
                  <a:pt x="548339" y="115759"/>
                  <a:pt x="552132" y="111575"/>
                  <a:pt x="556251" y="105951"/>
                </a:cubicBezTo>
                <a:lnTo>
                  <a:pt x="559292" y="107815"/>
                </a:lnTo>
                <a:cubicBezTo>
                  <a:pt x="553211" y="116508"/>
                  <a:pt x="547456" y="122716"/>
                  <a:pt x="542028" y="126440"/>
                </a:cubicBezTo>
                <a:cubicBezTo>
                  <a:pt x="538236" y="128988"/>
                  <a:pt x="534835" y="130262"/>
                  <a:pt x="531827" y="130262"/>
                </a:cubicBezTo>
                <a:cubicBezTo>
                  <a:pt x="529408" y="130262"/>
                  <a:pt x="527479" y="129526"/>
                  <a:pt x="526040" y="128055"/>
                </a:cubicBezTo>
                <a:cubicBezTo>
                  <a:pt x="524601" y="126584"/>
                  <a:pt x="523882" y="124605"/>
                  <a:pt x="523882" y="122121"/>
                </a:cubicBezTo>
                <a:cubicBezTo>
                  <a:pt x="523882" y="118990"/>
                  <a:pt x="524994" y="113609"/>
                  <a:pt x="527217" y="105979"/>
                </a:cubicBezTo>
                <a:lnTo>
                  <a:pt x="538595" y="66657"/>
                </a:lnTo>
                <a:cubicBezTo>
                  <a:pt x="540034" y="61765"/>
                  <a:pt x="540753" y="57950"/>
                  <a:pt x="540753" y="55212"/>
                </a:cubicBezTo>
                <a:cubicBezTo>
                  <a:pt x="540753" y="53908"/>
                  <a:pt x="540328" y="52848"/>
                  <a:pt x="539478" y="52033"/>
                </a:cubicBezTo>
                <a:cubicBezTo>
                  <a:pt x="538628" y="51218"/>
                  <a:pt x="537582" y="50810"/>
                  <a:pt x="536339" y="50810"/>
                </a:cubicBezTo>
                <a:cubicBezTo>
                  <a:pt x="534508" y="50810"/>
                  <a:pt x="532318" y="51593"/>
                  <a:pt x="529767" y="53158"/>
                </a:cubicBezTo>
                <a:cubicBezTo>
                  <a:pt x="524928" y="56090"/>
                  <a:pt x="519893" y="60931"/>
                  <a:pt x="514662" y="67678"/>
                </a:cubicBezTo>
                <a:cubicBezTo>
                  <a:pt x="509430" y="74424"/>
                  <a:pt x="503905" y="83043"/>
                  <a:pt x="498085" y="93537"/>
                </a:cubicBezTo>
                <a:cubicBezTo>
                  <a:pt x="495011" y="99077"/>
                  <a:pt x="492461" y="105139"/>
                  <a:pt x="490434" y="111723"/>
                </a:cubicBezTo>
                <a:lnTo>
                  <a:pt x="485529" y="127908"/>
                </a:lnTo>
                <a:lnTo>
                  <a:pt x="470816" y="127908"/>
                </a:lnTo>
                <a:lnTo>
                  <a:pt x="488668" y="66308"/>
                </a:lnTo>
                <a:cubicBezTo>
                  <a:pt x="490761" y="58960"/>
                  <a:pt x="491807" y="54537"/>
                  <a:pt x="491807" y="53042"/>
                </a:cubicBezTo>
                <a:cubicBezTo>
                  <a:pt x="491807" y="51611"/>
                  <a:pt x="491235" y="50358"/>
                  <a:pt x="490090" y="49283"/>
                </a:cubicBezTo>
                <a:cubicBezTo>
                  <a:pt x="488946" y="48209"/>
                  <a:pt x="487524" y="47671"/>
                  <a:pt x="485824" y="47671"/>
                </a:cubicBezTo>
                <a:cubicBezTo>
                  <a:pt x="485039" y="47671"/>
                  <a:pt x="483666" y="47802"/>
                  <a:pt x="481704" y="48064"/>
                </a:cubicBezTo>
                <a:lnTo>
                  <a:pt x="477977" y="48652"/>
                </a:lnTo>
                <a:lnTo>
                  <a:pt x="477388" y="45121"/>
                </a:lnTo>
                <a:lnTo>
                  <a:pt x="511327" y="39039"/>
                </a:lnTo>
                <a:close/>
                <a:moveTo>
                  <a:pt x="672094" y="45121"/>
                </a:moveTo>
                <a:lnTo>
                  <a:pt x="669250" y="55322"/>
                </a:lnTo>
                <a:lnTo>
                  <a:pt x="652869" y="55322"/>
                </a:lnTo>
                <a:cubicBezTo>
                  <a:pt x="654111" y="58853"/>
                  <a:pt x="654732" y="62156"/>
                  <a:pt x="654732" y="65229"/>
                </a:cubicBezTo>
                <a:cubicBezTo>
                  <a:pt x="654732" y="73861"/>
                  <a:pt x="651070" y="81544"/>
                  <a:pt x="643746" y="88280"/>
                </a:cubicBezTo>
                <a:cubicBezTo>
                  <a:pt x="636357" y="95015"/>
                  <a:pt x="626221" y="98743"/>
                  <a:pt x="613339" y="99462"/>
                </a:cubicBezTo>
                <a:cubicBezTo>
                  <a:pt x="606407" y="101567"/>
                  <a:pt x="601209" y="104066"/>
                  <a:pt x="597743" y="106960"/>
                </a:cubicBezTo>
                <a:cubicBezTo>
                  <a:pt x="596435" y="108012"/>
                  <a:pt x="595781" y="109097"/>
                  <a:pt x="595781" y="110215"/>
                </a:cubicBezTo>
                <a:cubicBezTo>
                  <a:pt x="595781" y="111531"/>
                  <a:pt x="596370" y="112732"/>
                  <a:pt x="597547" y="113817"/>
                </a:cubicBezTo>
                <a:cubicBezTo>
                  <a:pt x="598724" y="114902"/>
                  <a:pt x="601699" y="116003"/>
                  <a:pt x="606473" y="117121"/>
                </a:cubicBezTo>
                <a:lnTo>
                  <a:pt x="625502" y="121498"/>
                </a:lnTo>
                <a:cubicBezTo>
                  <a:pt x="636030" y="123961"/>
                  <a:pt x="642994" y="126894"/>
                  <a:pt x="646395" y="130299"/>
                </a:cubicBezTo>
                <a:cubicBezTo>
                  <a:pt x="649730" y="133771"/>
                  <a:pt x="651397" y="137766"/>
                  <a:pt x="651397" y="142284"/>
                </a:cubicBezTo>
                <a:cubicBezTo>
                  <a:pt x="651397" y="147654"/>
                  <a:pt x="649419" y="152566"/>
                  <a:pt x="645463" y="157019"/>
                </a:cubicBezTo>
                <a:cubicBezTo>
                  <a:pt x="641507" y="161472"/>
                  <a:pt x="635720" y="164959"/>
                  <a:pt x="628101" y="167480"/>
                </a:cubicBezTo>
                <a:cubicBezTo>
                  <a:pt x="620483" y="170002"/>
                  <a:pt x="612064" y="171263"/>
                  <a:pt x="602843" y="171263"/>
                </a:cubicBezTo>
                <a:cubicBezTo>
                  <a:pt x="594735" y="171263"/>
                  <a:pt x="587345" y="170296"/>
                  <a:pt x="580675" y="168363"/>
                </a:cubicBezTo>
                <a:cubicBezTo>
                  <a:pt x="574005" y="166432"/>
                  <a:pt x="569232" y="163830"/>
                  <a:pt x="566354" y="160556"/>
                </a:cubicBezTo>
                <a:cubicBezTo>
                  <a:pt x="563477" y="157282"/>
                  <a:pt x="562039" y="153910"/>
                  <a:pt x="562039" y="150441"/>
                </a:cubicBezTo>
                <a:cubicBezTo>
                  <a:pt x="562039" y="147625"/>
                  <a:pt x="562970" y="144694"/>
                  <a:pt x="564834" y="141649"/>
                </a:cubicBezTo>
                <a:cubicBezTo>
                  <a:pt x="566698" y="138605"/>
                  <a:pt x="569036" y="136100"/>
                  <a:pt x="571847" y="134136"/>
                </a:cubicBezTo>
                <a:cubicBezTo>
                  <a:pt x="573613" y="132892"/>
                  <a:pt x="578616" y="129945"/>
                  <a:pt x="586855" y="125296"/>
                </a:cubicBezTo>
                <a:cubicBezTo>
                  <a:pt x="583847" y="122938"/>
                  <a:pt x="582343" y="120351"/>
                  <a:pt x="582343" y="117535"/>
                </a:cubicBezTo>
                <a:cubicBezTo>
                  <a:pt x="582343" y="114917"/>
                  <a:pt x="583667" y="112135"/>
                  <a:pt x="586315" y="109188"/>
                </a:cubicBezTo>
                <a:cubicBezTo>
                  <a:pt x="588964" y="106239"/>
                  <a:pt x="594571" y="102997"/>
                  <a:pt x="603138" y="99462"/>
                </a:cubicBezTo>
                <a:cubicBezTo>
                  <a:pt x="595945" y="98089"/>
                  <a:pt x="590239" y="95081"/>
                  <a:pt x="586021" y="90438"/>
                </a:cubicBezTo>
                <a:cubicBezTo>
                  <a:pt x="581803" y="85795"/>
                  <a:pt x="579695" y="80629"/>
                  <a:pt x="579695" y="74940"/>
                </a:cubicBezTo>
                <a:cubicBezTo>
                  <a:pt x="579695" y="65654"/>
                  <a:pt x="583765" y="57349"/>
                  <a:pt x="591907" y="50025"/>
                </a:cubicBezTo>
                <a:cubicBezTo>
                  <a:pt x="600048" y="42701"/>
                  <a:pt x="610887" y="39039"/>
                  <a:pt x="624423" y="39039"/>
                </a:cubicBezTo>
                <a:cubicBezTo>
                  <a:pt x="629327" y="39039"/>
                  <a:pt x="633349" y="39530"/>
                  <a:pt x="636488" y="40511"/>
                </a:cubicBezTo>
                <a:cubicBezTo>
                  <a:pt x="639627" y="41492"/>
                  <a:pt x="642668" y="43028"/>
                  <a:pt x="645610" y="45121"/>
                </a:cubicBezTo>
                <a:lnTo>
                  <a:pt x="672094" y="45121"/>
                </a:lnTo>
                <a:moveTo>
                  <a:pt x="638057" y="60524"/>
                </a:moveTo>
                <a:cubicBezTo>
                  <a:pt x="638057" y="55321"/>
                  <a:pt x="636602" y="51225"/>
                  <a:pt x="633692" y="48235"/>
                </a:cubicBezTo>
                <a:cubicBezTo>
                  <a:pt x="630782" y="45243"/>
                  <a:pt x="626973" y="43748"/>
                  <a:pt x="622265" y="43748"/>
                </a:cubicBezTo>
                <a:cubicBezTo>
                  <a:pt x="614876" y="43748"/>
                  <a:pt x="608778" y="47437"/>
                  <a:pt x="603971" y="54816"/>
                </a:cubicBezTo>
                <a:cubicBezTo>
                  <a:pt x="599165" y="62195"/>
                  <a:pt x="596762" y="69884"/>
                  <a:pt x="596762" y="77882"/>
                </a:cubicBezTo>
                <a:cubicBezTo>
                  <a:pt x="596762" y="82889"/>
                  <a:pt x="598299" y="86985"/>
                  <a:pt x="601372" y="90171"/>
                </a:cubicBezTo>
                <a:cubicBezTo>
                  <a:pt x="604446" y="93357"/>
                  <a:pt x="608173" y="94950"/>
                  <a:pt x="612554" y="94950"/>
                </a:cubicBezTo>
                <a:cubicBezTo>
                  <a:pt x="616020" y="94950"/>
                  <a:pt x="619371" y="94008"/>
                  <a:pt x="622608" y="92124"/>
                </a:cubicBezTo>
                <a:cubicBezTo>
                  <a:pt x="625845" y="90238"/>
                  <a:pt x="628575" y="87636"/>
                  <a:pt x="630799" y="84320"/>
                </a:cubicBezTo>
                <a:cubicBezTo>
                  <a:pt x="633022" y="81003"/>
                  <a:pt x="634788" y="76777"/>
                  <a:pt x="636096" y="71642"/>
                </a:cubicBezTo>
                <a:cubicBezTo>
                  <a:pt x="637403" y="66504"/>
                  <a:pt x="638057" y="62798"/>
                  <a:pt x="638057" y="60524"/>
                </a:cubicBezTo>
                <a:moveTo>
                  <a:pt x="591073" y="127850"/>
                </a:moveTo>
                <a:cubicBezTo>
                  <a:pt x="585776" y="130273"/>
                  <a:pt x="581771" y="133384"/>
                  <a:pt x="579057" y="137183"/>
                </a:cubicBezTo>
                <a:cubicBezTo>
                  <a:pt x="576343" y="140982"/>
                  <a:pt x="574986" y="144715"/>
                  <a:pt x="574986" y="148381"/>
                </a:cubicBezTo>
                <a:cubicBezTo>
                  <a:pt x="574986" y="152705"/>
                  <a:pt x="576948" y="156275"/>
                  <a:pt x="580872" y="159091"/>
                </a:cubicBezTo>
                <a:cubicBezTo>
                  <a:pt x="586495" y="163151"/>
                  <a:pt x="594735" y="165182"/>
                  <a:pt x="605590" y="165182"/>
                </a:cubicBezTo>
                <a:cubicBezTo>
                  <a:pt x="614941" y="165182"/>
                  <a:pt x="622935" y="163593"/>
                  <a:pt x="629573" y="160415"/>
                </a:cubicBezTo>
                <a:cubicBezTo>
                  <a:pt x="636210" y="157239"/>
                  <a:pt x="639529" y="153130"/>
                  <a:pt x="639529" y="148086"/>
                </a:cubicBezTo>
                <a:cubicBezTo>
                  <a:pt x="639529" y="145532"/>
                  <a:pt x="638303" y="143108"/>
                  <a:pt x="635850" y="140816"/>
                </a:cubicBezTo>
                <a:cubicBezTo>
                  <a:pt x="633398" y="138523"/>
                  <a:pt x="628641" y="136656"/>
                  <a:pt x="621578" y="135215"/>
                </a:cubicBezTo>
                <a:cubicBezTo>
                  <a:pt x="617720" y="134431"/>
                  <a:pt x="607552" y="131975"/>
                  <a:pt x="591073" y="127850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43405-A935-43A1-8DDC-9E9D13A5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65" y="3834842"/>
            <a:ext cx="477626" cy="320230"/>
          </a:xfrm>
          <a:custGeom xmlns:a="http://schemas.openxmlformats.org/drawingml/2006/main">
            <a:pathLst>
              <a:path w="477626" h="320230">
                <a:moveTo>
                  <a:pt x="415369" y="108148"/>
                </a:moveTo>
                <a:lnTo>
                  <a:pt x="477626" y="0"/>
                </a:lnTo>
                <a:lnTo>
                  <a:pt x="353747" y="15098"/>
                </a:lnTo>
                <a:lnTo>
                  <a:pt x="379936" y="54643"/>
                </a:lnTo>
                <a:lnTo>
                  <a:pt x="0" y="306275"/>
                </a:lnTo>
                <a:lnTo>
                  <a:pt x="9276" y="320230"/>
                </a:lnTo>
                <a:lnTo>
                  <a:pt x="389177" y="68598"/>
                </a:lnTo>
                <a:lnTo>
                  <a:pt x="415369" y="108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3ac872c0e4bc0"/>
          <a:stretch xmlns:a="http://schemas.openxmlformats.org/drawingml/2006/main"/>
        </p:blipFill>
        <p:spPr>
          <a:xfrm xmlns:a="http://schemas.openxmlformats.org/drawingml/2006/main">
            <a:off x="4577788" y="4156259"/>
            <a:ext cx="725700" cy="455341"/>
          </a:xfrm>
          <a:prstGeom xmlns:a="http://schemas.openxmlformats.org/drawingml/2006/main" prst="rect">
            <a:avLst/>
          </a:prstGeom>
        </p:spPr>
      </p:pic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8CEDD-5379-4D1F-9C9F-EAED3F9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695" y="4156259"/>
            <a:ext cx="729885" cy="455341"/>
          </a:xfrm>
          <a:custGeom xmlns:a="http://schemas.openxmlformats.org/drawingml/2006/main">
            <a:pathLst>
              <a:path w="729885" h="455341" fill="none">
                <a:moveTo>
                  <a:pt x="729885" y="75890"/>
                </a:moveTo>
                <a:cubicBezTo>
                  <a:pt x="729885" y="33963"/>
                  <a:pt x="695913" y="0"/>
                  <a:pt x="653995" y="0"/>
                </a:cubicBezTo>
                <a:lnTo>
                  <a:pt x="75890" y="0"/>
                </a:lnTo>
                <a:cubicBezTo>
                  <a:pt x="33963" y="0"/>
                  <a:pt x="0" y="33963"/>
                  <a:pt x="0" y="75890"/>
                </a:cubicBezTo>
                <a:lnTo>
                  <a:pt x="0" y="379451"/>
                </a:lnTo>
                <a:cubicBezTo>
                  <a:pt x="0" y="421369"/>
                  <a:pt x="33963" y="455341"/>
                  <a:pt x="75890" y="455341"/>
                </a:cubicBezTo>
                <a:lnTo>
                  <a:pt x="653995" y="455341"/>
                </a:lnTo>
                <a:cubicBezTo>
                  <a:pt x="695913" y="455341"/>
                  <a:pt x="729885" y="421369"/>
                  <a:pt x="729885" y="379451"/>
                </a:cubicBezTo>
                <a:lnTo>
                  <a:pt x="729885" y="75890"/>
                </a:lnTo>
                <a:close/>
                <a:moveTo>
                  <a:pt x="729885" y="75890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8DDBD-344F-483C-B783-033CCD5E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964" y="4517854"/>
            <a:ext cx="735528" cy="10"/>
          </a:xfrm>
          <a:custGeom xmlns:a="http://schemas.openxmlformats.org/drawingml/2006/main">
            <a:pathLst>
              <a:path w="735528" h="1" fill="none">
                <a:moveTo>
                  <a:pt x="73552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19" name="Text TS">
            <a:extLst xmlns:a="http://schemas.openxmlformats.org/drawingml/2006/main">
              <a:ext uri="{FF2B5EF4-FFF2-40B4-BE49-F238E27FC236}">
                <a16:creationId xmlns:a16="http://schemas.microsoft.com/office/drawing/2014/main" id="{28ADFF55-6259-4A57-ABA3-D8C28CD9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607" y="4271411"/>
            <a:ext cx="230412" cy="138894"/>
          </a:xfrm>
          <a:custGeom xmlns:a="http://schemas.openxmlformats.org/drawingml/2006/main">
            <a:pathLst>
              <a:path w="230412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4" y="0"/>
                </a:moveTo>
                <a:lnTo>
                  <a:pt x="222173" y="44336"/>
                </a:lnTo>
                <a:lnTo>
                  <a:pt x="218151" y="44336"/>
                </a:lnTo>
                <a:cubicBezTo>
                  <a:pt x="216255" y="33248"/>
                  <a:pt x="211596" y="24329"/>
                  <a:pt x="204174" y="17579"/>
                </a:cubicBezTo>
                <a:cubicBezTo>
                  <a:pt x="196752" y="10830"/>
                  <a:pt x="188725" y="7455"/>
                  <a:pt x="180093" y="7455"/>
                </a:cubicBezTo>
                <a:cubicBezTo>
                  <a:pt x="173423" y="7455"/>
                  <a:pt x="168142" y="9232"/>
                  <a:pt x="164251" y="12785"/>
                </a:cubicBezTo>
                <a:cubicBezTo>
                  <a:pt x="160361" y="16337"/>
                  <a:pt x="158415" y="20427"/>
                  <a:pt x="158415" y="25056"/>
                </a:cubicBezTo>
                <a:cubicBezTo>
                  <a:pt x="158415" y="27988"/>
                  <a:pt x="159102" y="30596"/>
                  <a:pt x="160475" y="32878"/>
                </a:cubicBezTo>
                <a:cubicBezTo>
                  <a:pt x="162371" y="35941"/>
                  <a:pt x="165412" y="38972"/>
                  <a:pt x="169597" y="41970"/>
                </a:cubicBezTo>
                <a:cubicBezTo>
                  <a:pt x="172671" y="44122"/>
                  <a:pt x="179766" y="47936"/>
                  <a:pt x="190883" y="53412"/>
                </a:cubicBezTo>
                <a:cubicBezTo>
                  <a:pt x="206446" y="61039"/>
                  <a:pt x="216941" y="68243"/>
                  <a:pt x="222369" y="75026"/>
                </a:cubicBezTo>
                <a:cubicBezTo>
                  <a:pt x="227731" y="81806"/>
                  <a:pt x="230412" y="89565"/>
                  <a:pt x="230412" y="98303"/>
                </a:cubicBezTo>
                <a:cubicBezTo>
                  <a:pt x="230412" y="109387"/>
                  <a:pt x="226080" y="118923"/>
                  <a:pt x="217416" y="126912"/>
                </a:cubicBezTo>
                <a:cubicBezTo>
                  <a:pt x="208751" y="134900"/>
                  <a:pt x="197749" y="138894"/>
                  <a:pt x="184409" y="138894"/>
                </a:cubicBezTo>
                <a:cubicBezTo>
                  <a:pt x="180224" y="138894"/>
                  <a:pt x="176267" y="138469"/>
                  <a:pt x="172540" y="137619"/>
                </a:cubicBezTo>
                <a:cubicBezTo>
                  <a:pt x="168813" y="136768"/>
                  <a:pt x="164137" y="135166"/>
                  <a:pt x="158513" y="132812"/>
                </a:cubicBezTo>
                <a:cubicBezTo>
                  <a:pt x="155374" y="131504"/>
                  <a:pt x="152791" y="130850"/>
                  <a:pt x="150764" y="130850"/>
                </a:cubicBezTo>
                <a:cubicBezTo>
                  <a:pt x="149064" y="130850"/>
                  <a:pt x="147266" y="131513"/>
                  <a:pt x="145369" y="132837"/>
                </a:cubicBezTo>
                <a:cubicBezTo>
                  <a:pt x="143473" y="134161"/>
                  <a:pt x="141936" y="136180"/>
                  <a:pt x="140759" y="138894"/>
                </a:cubicBezTo>
                <a:lnTo>
                  <a:pt x="137130" y="138894"/>
                </a:lnTo>
                <a:lnTo>
                  <a:pt x="137130" y="88672"/>
                </a:lnTo>
                <a:lnTo>
                  <a:pt x="140759" y="88672"/>
                </a:lnTo>
                <a:cubicBezTo>
                  <a:pt x="143636" y="102764"/>
                  <a:pt x="149178" y="113513"/>
                  <a:pt x="157385" y="120919"/>
                </a:cubicBezTo>
                <a:cubicBezTo>
                  <a:pt x="165592" y="128325"/>
                  <a:pt x="174436" y="132027"/>
                  <a:pt x="183918" y="132027"/>
                </a:cubicBezTo>
                <a:cubicBezTo>
                  <a:pt x="191242" y="132027"/>
                  <a:pt x="197078" y="130039"/>
                  <a:pt x="201427" y="126062"/>
                </a:cubicBezTo>
                <a:cubicBezTo>
                  <a:pt x="205776" y="122086"/>
                  <a:pt x="207950" y="117457"/>
                  <a:pt x="207950" y="112177"/>
                </a:cubicBezTo>
                <a:cubicBezTo>
                  <a:pt x="207950" y="109048"/>
                  <a:pt x="207116" y="106018"/>
                  <a:pt x="205449" y="103085"/>
                </a:cubicBezTo>
                <a:cubicBezTo>
                  <a:pt x="203781" y="100151"/>
                  <a:pt x="201247" y="97363"/>
                  <a:pt x="197847" y="94723"/>
                </a:cubicBezTo>
                <a:cubicBezTo>
                  <a:pt x="194446" y="92083"/>
                  <a:pt x="188430" y="88645"/>
                  <a:pt x="179798" y="84408"/>
                </a:cubicBezTo>
                <a:cubicBezTo>
                  <a:pt x="167701" y="78476"/>
                  <a:pt x="159004" y="73420"/>
                  <a:pt x="153707" y="69241"/>
                </a:cubicBezTo>
                <a:cubicBezTo>
                  <a:pt x="148410" y="65062"/>
                  <a:pt x="144339" y="60394"/>
                  <a:pt x="141495" y="55236"/>
                </a:cubicBezTo>
                <a:cubicBezTo>
                  <a:pt x="138650" y="50078"/>
                  <a:pt x="137228" y="44398"/>
                  <a:pt x="137228" y="38196"/>
                </a:cubicBezTo>
                <a:cubicBezTo>
                  <a:pt x="137228" y="27619"/>
                  <a:pt x="141119" y="18609"/>
                  <a:pt x="148901" y="11167"/>
                </a:cubicBezTo>
                <a:cubicBezTo>
                  <a:pt x="156682" y="3722"/>
                  <a:pt x="166491" y="0"/>
                  <a:pt x="178327" y="0"/>
                </a:cubicBezTo>
                <a:cubicBezTo>
                  <a:pt x="182643" y="0"/>
                  <a:pt x="186828" y="529"/>
                  <a:pt x="190883" y="1588"/>
                </a:cubicBezTo>
                <a:cubicBezTo>
                  <a:pt x="193956" y="2381"/>
                  <a:pt x="197700" y="3851"/>
                  <a:pt x="202114" y="5999"/>
                </a:cubicBezTo>
                <a:cubicBezTo>
                  <a:pt x="206528" y="8146"/>
                  <a:pt x="209617" y="9220"/>
                  <a:pt x="211383" y="9220"/>
                </a:cubicBezTo>
                <a:cubicBezTo>
                  <a:pt x="213083" y="9220"/>
                  <a:pt x="214424" y="8692"/>
                  <a:pt x="215405" y="7636"/>
                </a:cubicBezTo>
                <a:cubicBezTo>
                  <a:pt x="216386" y="6577"/>
                  <a:pt x="217301" y="4032"/>
                  <a:pt x="218151" y="0"/>
                </a:cubicBezTo>
                <a:lnTo>
                  <a:pt x="221094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2">
            <a:extLst xmlns:a="http://schemas.openxmlformats.org/drawingml/2006/main">
              <a:ext uri="{FF2B5EF4-FFF2-40B4-BE49-F238E27FC236}">
                <a16:creationId xmlns:a16="http://schemas.microsoft.com/office/drawing/2014/main" id="{1EB788F8-D870-471C-B906-C621E9C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145" y="4363732"/>
            <a:ext cx="57153" cy="90503"/>
          </a:xfrm>
          <a:custGeom xmlns:a="http://schemas.openxmlformats.org/drawingml/2006/main">
            <a:pathLst>
              <a:path w="57153" h="90503">
                <a:moveTo>
                  <a:pt x="52183" y="90503"/>
                </a:moveTo>
                <a:lnTo>
                  <a:pt x="0" y="90503"/>
                </a:lnTo>
                <a:lnTo>
                  <a:pt x="0" y="89065"/>
                </a:lnTo>
                <a:cubicBezTo>
                  <a:pt x="15999" y="70030"/>
                  <a:pt x="25710" y="57225"/>
                  <a:pt x="29132" y="50649"/>
                </a:cubicBezTo>
                <a:cubicBezTo>
                  <a:pt x="32555" y="44071"/>
                  <a:pt x="34266" y="37646"/>
                  <a:pt x="34266" y="31374"/>
                </a:cubicBezTo>
                <a:cubicBezTo>
                  <a:pt x="34266" y="26801"/>
                  <a:pt x="32849" y="23000"/>
                  <a:pt x="30015" y="19973"/>
                </a:cubicBezTo>
                <a:cubicBezTo>
                  <a:pt x="27181" y="16946"/>
                  <a:pt x="23716" y="15433"/>
                  <a:pt x="19618" y="15433"/>
                </a:cubicBezTo>
                <a:cubicBezTo>
                  <a:pt x="12904" y="15433"/>
                  <a:pt x="7695" y="18785"/>
                  <a:pt x="3989" y="25489"/>
                </a:cubicBezTo>
                <a:lnTo>
                  <a:pt x="1569" y="24641"/>
                </a:lnTo>
                <a:cubicBezTo>
                  <a:pt x="3924" y="16253"/>
                  <a:pt x="7498" y="10049"/>
                  <a:pt x="12294" y="6030"/>
                </a:cubicBezTo>
                <a:cubicBezTo>
                  <a:pt x="17089" y="2010"/>
                  <a:pt x="22626" y="0"/>
                  <a:pt x="28903" y="0"/>
                </a:cubicBezTo>
                <a:cubicBezTo>
                  <a:pt x="33394" y="0"/>
                  <a:pt x="37492" y="1046"/>
                  <a:pt x="41197" y="3139"/>
                </a:cubicBezTo>
                <a:cubicBezTo>
                  <a:pt x="44903" y="5231"/>
                  <a:pt x="47802" y="8098"/>
                  <a:pt x="49894" y="11738"/>
                </a:cubicBezTo>
                <a:cubicBezTo>
                  <a:pt x="51987" y="15378"/>
                  <a:pt x="53033" y="18789"/>
                  <a:pt x="53033" y="21972"/>
                </a:cubicBezTo>
                <a:cubicBezTo>
                  <a:pt x="53033" y="27770"/>
                  <a:pt x="51420" y="33655"/>
                  <a:pt x="48194" y="39628"/>
                </a:cubicBezTo>
                <a:cubicBezTo>
                  <a:pt x="43791" y="47693"/>
                  <a:pt x="34178" y="58940"/>
                  <a:pt x="19356" y="73370"/>
                </a:cubicBezTo>
                <a:lnTo>
                  <a:pt x="38516" y="73370"/>
                </a:lnTo>
                <a:cubicBezTo>
                  <a:pt x="43224" y="73370"/>
                  <a:pt x="46287" y="73174"/>
                  <a:pt x="47704" y="72782"/>
                </a:cubicBezTo>
                <a:cubicBezTo>
                  <a:pt x="49121" y="72390"/>
                  <a:pt x="50287" y="71725"/>
                  <a:pt x="51202" y="70787"/>
                </a:cubicBezTo>
                <a:cubicBezTo>
                  <a:pt x="52118" y="69850"/>
                  <a:pt x="53317" y="67877"/>
                  <a:pt x="54799" y="64869"/>
                </a:cubicBezTo>
                <a:lnTo>
                  <a:pt x="57153" y="64869"/>
                </a:lnTo>
                <a:lnTo>
                  <a:pt x="52183" y="90503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crossing">
            <a:extLst xmlns:a="http://schemas.openxmlformats.org/drawingml/2006/main">
              <a:ext uri="{FF2B5EF4-FFF2-40B4-BE49-F238E27FC236}">
                <a16:creationId xmlns:a16="http://schemas.microsoft.com/office/drawing/2014/main" id="{B24A64E4-DE45-41EC-AB32-B21777C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706" y="3743759"/>
            <a:ext cx="672094" cy="171263"/>
          </a:xfrm>
          <a:custGeom xmlns:a="http://schemas.openxmlformats.org/drawingml/2006/main">
            <a:pathLst>
              <a:path w="672094" h="171263">
                <a:moveTo>
                  <a:pt x="72095" y="106524"/>
                </a:moveTo>
                <a:cubicBezTo>
                  <a:pt x="65294" y="114698"/>
                  <a:pt x="58428" y="120698"/>
                  <a:pt x="51497" y="124524"/>
                </a:cubicBezTo>
                <a:cubicBezTo>
                  <a:pt x="44565" y="128349"/>
                  <a:pt x="37241" y="130262"/>
                  <a:pt x="29525" y="130262"/>
                </a:cubicBezTo>
                <a:cubicBezTo>
                  <a:pt x="20239" y="130262"/>
                  <a:pt x="12997" y="127643"/>
                  <a:pt x="7798" y="122406"/>
                </a:cubicBezTo>
                <a:cubicBezTo>
                  <a:pt x="2599" y="117168"/>
                  <a:pt x="0" y="110131"/>
                  <a:pt x="0" y="101295"/>
                </a:cubicBezTo>
                <a:cubicBezTo>
                  <a:pt x="0" y="91280"/>
                  <a:pt x="2796" y="81428"/>
                  <a:pt x="8387" y="71740"/>
                </a:cubicBezTo>
                <a:cubicBezTo>
                  <a:pt x="13978" y="62049"/>
                  <a:pt x="21498" y="54177"/>
                  <a:pt x="30947" y="48122"/>
                </a:cubicBezTo>
                <a:cubicBezTo>
                  <a:pt x="40396" y="42067"/>
                  <a:pt x="49666" y="39039"/>
                  <a:pt x="58755" y="39039"/>
                </a:cubicBezTo>
                <a:cubicBezTo>
                  <a:pt x="65883" y="39039"/>
                  <a:pt x="71212" y="40522"/>
                  <a:pt x="74744" y="43487"/>
                </a:cubicBezTo>
                <a:cubicBezTo>
                  <a:pt x="78275" y="46452"/>
                  <a:pt x="80040" y="50086"/>
                  <a:pt x="80040" y="54387"/>
                </a:cubicBezTo>
                <a:cubicBezTo>
                  <a:pt x="80040" y="58427"/>
                  <a:pt x="78798" y="61882"/>
                  <a:pt x="76313" y="64751"/>
                </a:cubicBezTo>
                <a:cubicBezTo>
                  <a:pt x="74482" y="66966"/>
                  <a:pt x="72226" y="68074"/>
                  <a:pt x="69545" y="68074"/>
                </a:cubicBezTo>
                <a:cubicBezTo>
                  <a:pt x="67518" y="68074"/>
                  <a:pt x="65834" y="67425"/>
                  <a:pt x="64493" y="66127"/>
                </a:cubicBezTo>
                <a:cubicBezTo>
                  <a:pt x="63153" y="64830"/>
                  <a:pt x="62483" y="63208"/>
                  <a:pt x="62483" y="61263"/>
                </a:cubicBezTo>
                <a:cubicBezTo>
                  <a:pt x="62483" y="60030"/>
                  <a:pt x="62728" y="58895"/>
                  <a:pt x="63218" y="57857"/>
                </a:cubicBezTo>
                <a:cubicBezTo>
                  <a:pt x="63709" y="56819"/>
                  <a:pt x="64722" y="55570"/>
                  <a:pt x="66259" y="54111"/>
                </a:cubicBezTo>
                <a:cubicBezTo>
                  <a:pt x="67796" y="52650"/>
                  <a:pt x="68728" y="51596"/>
                  <a:pt x="69055" y="50948"/>
                </a:cubicBezTo>
                <a:cubicBezTo>
                  <a:pt x="69381" y="50298"/>
                  <a:pt x="69545" y="49617"/>
                  <a:pt x="69545" y="48903"/>
                </a:cubicBezTo>
                <a:cubicBezTo>
                  <a:pt x="69545" y="47540"/>
                  <a:pt x="68924" y="46405"/>
                  <a:pt x="67681" y="45498"/>
                </a:cubicBezTo>
                <a:cubicBezTo>
                  <a:pt x="65785" y="44200"/>
                  <a:pt x="63104" y="43551"/>
                  <a:pt x="59638" y="43551"/>
                </a:cubicBezTo>
                <a:cubicBezTo>
                  <a:pt x="53230" y="43551"/>
                  <a:pt x="46886" y="45807"/>
                  <a:pt x="40609" y="50320"/>
                </a:cubicBezTo>
                <a:cubicBezTo>
                  <a:pt x="34331" y="54832"/>
                  <a:pt x="28969" y="61240"/>
                  <a:pt x="24522" y="69545"/>
                </a:cubicBezTo>
                <a:cubicBezTo>
                  <a:pt x="19160" y="79615"/>
                  <a:pt x="16479" y="89686"/>
                  <a:pt x="16479" y="99756"/>
                </a:cubicBezTo>
                <a:cubicBezTo>
                  <a:pt x="16479" y="106426"/>
                  <a:pt x="18375" y="111707"/>
                  <a:pt x="22168" y="115598"/>
                </a:cubicBezTo>
                <a:cubicBezTo>
                  <a:pt x="25961" y="119488"/>
                  <a:pt x="31127" y="121434"/>
                  <a:pt x="37666" y="121434"/>
                </a:cubicBezTo>
                <a:cubicBezTo>
                  <a:pt x="42701" y="121434"/>
                  <a:pt x="47687" y="120175"/>
                  <a:pt x="52625" y="117657"/>
                </a:cubicBezTo>
                <a:cubicBezTo>
                  <a:pt x="57562" y="115140"/>
                  <a:pt x="63104" y="110579"/>
                  <a:pt x="69251" y="103974"/>
                </a:cubicBezTo>
                <a:lnTo>
                  <a:pt x="72095" y="106524"/>
                </a:lnTo>
                <a:close/>
                <a:moveTo>
                  <a:pt x="94196" y="44532"/>
                </a:moveTo>
                <a:lnTo>
                  <a:pt x="128036" y="39039"/>
                </a:lnTo>
                <a:lnTo>
                  <a:pt x="113912" y="86809"/>
                </a:lnTo>
                <a:cubicBezTo>
                  <a:pt x="125355" y="67215"/>
                  <a:pt x="135753" y="53520"/>
                  <a:pt x="145104" y="45722"/>
                </a:cubicBezTo>
                <a:cubicBezTo>
                  <a:pt x="150401" y="41267"/>
                  <a:pt x="154716" y="39039"/>
                  <a:pt x="158051" y="39039"/>
                </a:cubicBezTo>
                <a:cubicBezTo>
                  <a:pt x="160209" y="39039"/>
                  <a:pt x="161910" y="39680"/>
                  <a:pt x="163152" y="40961"/>
                </a:cubicBezTo>
                <a:cubicBezTo>
                  <a:pt x="164395" y="42241"/>
                  <a:pt x="165016" y="44095"/>
                  <a:pt x="165016" y="46525"/>
                </a:cubicBezTo>
                <a:cubicBezTo>
                  <a:pt x="165016" y="50857"/>
                  <a:pt x="163904" y="54993"/>
                  <a:pt x="161681" y="58933"/>
                </a:cubicBezTo>
                <a:cubicBezTo>
                  <a:pt x="160111" y="61888"/>
                  <a:pt x="157855" y="63365"/>
                  <a:pt x="154913" y="63365"/>
                </a:cubicBezTo>
                <a:cubicBezTo>
                  <a:pt x="153409" y="63365"/>
                  <a:pt x="152117" y="62875"/>
                  <a:pt x="151038" y="61894"/>
                </a:cubicBezTo>
                <a:cubicBezTo>
                  <a:pt x="149959" y="60913"/>
                  <a:pt x="149289" y="59409"/>
                  <a:pt x="149027" y="57382"/>
                </a:cubicBezTo>
                <a:cubicBezTo>
                  <a:pt x="148897" y="56139"/>
                  <a:pt x="148602" y="55322"/>
                  <a:pt x="148145" y="54930"/>
                </a:cubicBezTo>
                <a:cubicBezTo>
                  <a:pt x="147621" y="54407"/>
                  <a:pt x="147000" y="54145"/>
                  <a:pt x="146281" y="54145"/>
                </a:cubicBezTo>
                <a:cubicBezTo>
                  <a:pt x="145169" y="54145"/>
                  <a:pt x="144123" y="54407"/>
                  <a:pt x="143142" y="54930"/>
                </a:cubicBezTo>
                <a:cubicBezTo>
                  <a:pt x="141442" y="55845"/>
                  <a:pt x="138859" y="58395"/>
                  <a:pt x="135393" y="62578"/>
                </a:cubicBezTo>
                <a:cubicBezTo>
                  <a:pt x="129965" y="68986"/>
                  <a:pt x="124080" y="77290"/>
                  <a:pt x="117737" y="87489"/>
                </a:cubicBezTo>
                <a:cubicBezTo>
                  <a:pt x="114990" y="91803"/>
                  <a:pt x="112636" y="96674"/>
                  <a:pt x="110675" y="102101"/>
                </a:cubicBezTo>
                <a:cubicBezTo>
                  <a:pt x="107928" y="109554"/>
                  <a:pt x="106359" y="114032"/>
                  <a:pt x="105966" y="115536"/>
                </a:cubicBezTo>
                <a:lnTo>
                  <a:pt x="102827" y="127908"/>
                </a:lnTo>
                <a:lnTo>
                  <a:pt x="87820" y="127908"/>
                </a:lnTo>
                <a:lnTo>
                  <a:pt x="105966" y="66897"/>
                </a:lnTo>
                <a:cubicBezTo>
                  <a:pt x="108059" y="59797"/>
                  <a:pt x="109105" y="54736"/>
                  <a:pt x="109105" y="51711"/>
                </a:cubicBezTo>
                <a:cubicBezTo>
                  <a:pt x="109105" y="50528"/>
                  <a:pt x="108615" y="49542"/>
                  <a:pt x="107634" y="48753"/>
                </a:cubicBezTo>
                <a:cubicBezTo>
                  <a:pt x="106326" y="47705"/>
                  <a:pt x="104593" y="47181"/>
                  <a:pt x="102435" y="47181"/>
                </a:cubicBezTo>
                <a:cubicBezTo>
                  <a:pt x="101062" y="47181"/>
                  <a:pt x="98544" y="47475"/>
                  <a:pt x="94882" y="48064"/>
                </a:cubicBezTo>
                <a:lnTo>
                  <a:pt x="94196" y="44532"/>
                </a:lnTo>
                <a:close/>
                <a:moveTo>
                  <a:pt x="247302" y="69775"/>
                </a:moveTo>
                <a:cubicBezTo>
                  <a:pt x="247302" y="79594"/>
                  <a:pt x="244703" y="89315"/>
                  <a:pt x="239504" y="98938"/>
                </a:cubicBezTo>
                <a:cubicBezTo>
                  <a:pt x="234305" y="108561"/>
                  <a:pt x="227063" y="116187"/>
                  <a:pt x="217778" y="121817"/>
                </a:cubicBezTo>
                <a:cubicBezTo>
                  <a:pt x="208492" y="127447"/>
                  <a:pt x="199468" y="130262"/>
                  <a:pt x="190705" y="130262"/>
                </a:cubicBezTo>
                <a:cubicBezTo>
                  <a:pt x="181746" y="130262"/>
                  <a:pt x="174439" y="127398"/>
                  <a:pt x="168782" y="121670"/>
                </a:cubicBezTo>
                <a:cubicBezTo>
                  <a:pt x="163126" y="115942"/>
                  <a:pt x="160297" y="108528"/>
                  <a:pt x="160297" y="99428"/>
                </a:cubicBezTo>
                <a:cubicBezTo>
                  <a:pt x="160297" y="89805"/>
                  <a:pt x="163060" y="80150"/>
                  <a:pt x="168586" y="70461"/>
                </a:cubicBezTo>
                <a:cubicBezTo>
                  <a:pt x="174112" y="60773"/>
                  <a:pt x="181501" y="53114"/>
                  <a:pt x="190754" y="47484"/>
                </a:cubicBezTo>
                <a:cubicBezTo>
                  <a:pt x="200007" y="41854"/>
                  <a:pt x="208950" y="39039"/>
                  <a:pt x="217581" y="39039"/>
                </a:cubicBezTo>
                <a:cubicBezTo>
                  <a:pt x="226213" y="39039"/>
                  <a:pt x="233325" y="41887"/>
                  <a:pt x="238916" y="47582"/>
                </a:cubicBezTo>
                <a:cubicBezTo>
                  <a:pt x="244507" y="53278"/>
                  <a:pt x="247302" y="60675"/>
                  <a:pt x="247302" y="69775"/>
                </a:cubicBezTo>
                <a:moveTo>
                  <a:pt x="231019" y="62844"/>
                </a:moveTo>
                <a:cubicBezTo>
                  <a:pt x="231019" y="56740"/>
                  <a:pt x="229532" y="52065"/>
                  <a:pt x="226556" y="48818"/>
                </a:cubicBezTo>
                <a:cubicBezTo>
                  <a:pt x="223581" y="45568"/>
                  <a:pt x="219739" y="43944"/>
                  <a:pt x="215031" y="43944"/>
                </a:cubicBezTo>
                <a:cubicBezTo>
                  <a:pt x="205418" y="43944"/>
                  <a:pt x="196574" y="50852"/>
                  <a:pt x="188498" y="64668"/>
                </a:cubicBezTo>
                <a:cubicBezTo>
                  <a:pt x="180422" y="78482"/>
                  <a:pt x="176384" y="92215"/>
                  <a:pt x="176384" y="105865"/>
                </a:cubicBezTo>
                <a:cubicBezTo>
                  <a:pt x="176384" y="112100"/>
                  <a:pt x="177953" y="116908"/>
                  <a:pt x="181092" y="120287"/>
                </a:cubicBezTo>
                <a:cubicBezTo>
                  <a:pt x="184231" y="123667"/>
                  <a:pt x="188187" y="125357"/>
                  <a:pt x="192961" y="125357"/>
                </a:cubicBezTo>
                <a:cubicBezTo>
                  <a:pt x="202181" y="125357"/>
                  <a:pt x="210830" y="118483"/>
                  <a:pt x="218906" y="104734"/>
                </a:cubicBezTo>
                <a:cubicBezTo>
                  <a:pt x="226982" y="90983"/>
                  <a:pt x="231019" y="77020"/>
                  <a:pt x="231019" y="62844"/>
                </a:cubicBezTo>
                <a:close/>
                <a:moveTo>
                  <a:pt x="327735" y="39039"/>
                </a:moveTo>
                <a:lnTo>
                  <a:pt x="321752" y="69251"/>
                </a:lnTo>
                <a:lnTo>
                  <a:pt x="318122" y="69251"/>
                </a:lnTo>
                <a:cubicBezTo>
                  <a:pt x="317795" y="60419"/>
                  <a:pt x="315932" y="53993"/>
                  <a:pt x="312531" y="49973"/>
                </a:cubicBezTo>
                <a:cubicBezTo>
                  <a:pt x="309131" y="45954"/>
                  <a:pt x="304913" y="43944"/>
                  <a:pt x="299878" y="43944"/>
                </a:cubicBezTo>
                <a:cubicBezTo>
                  <a:pt x="295823" y="43944"/>
                  <a:pt x="292603" y="45059"/>
                  <a:pt x="290216" y="47288"/>
                </a:cubicBezTo>
                <a:cubicBezTo>
                  <a:pt x="287829" y="49515"/>
                  <a:pt x="286636" y="52202"/>
                  <a:pt x="286636" y="55347"/>
                </a:cubicBezTo>
                <a:cubicBezTo>
                  <a:pt x="286636" y="57511"/>
                  <a:pt x="287110" y="59576"/>
                  <a:pt x="288058" y="61542"/>
                </a:cubicBezTo>
                <a:cubicBezTo>
                  <a:pt x="289006" y="63507"/>
                  <a:pt x="291082" y="66260"/>
                  <a:pt x="294287" y="69799"/>
                </a:cubicBezTo>
                <a:cubicBezTo>
                  <a:pt x="302788" y="79108"/>
                  <a:pt x="308281" y="86121"/>
                  <a:pt x="310766" y="90839"/>
                </a:cubicBezTo>
                <a:cubicBezTo>
                  <a:pt x="313251" y="95558"/>
                  <a:pt x="314493" y="100015"/>
                  <a:pt x="314493" y="104210"/>
                </a:cubicBezTo>
                <a:cubicBezTo>
                  <a:pt x="314493" y="111025"/>
                  <a:pt x="311665" y="117071"/>
                  <a:pt x="306008" y="122347"/>
                </a:cubicBezTo>
                <a:cubicBezTo>
                  <a:pt x="300352" y="127624"/>
                  <a:pt x="293208" y="130262"/>
                  <a:pt x="284576" y="130262"/>
                </a:cubicBezTo>
                <a:cubicBezTo>
                  <a:pt x="279868" y="130262"/>
                  <a:pt x="274440" y="129150"/>
                  <a:pt x="268293" y="126927"/>
                </a:cubicBezTo>
                <a:cubicBezTo>
                  <a:pt x="266135" y="126142"/>
                  <a:pt x="264468" y="125750"/>
                  <a:pt x="263291" y="125750"/>
                </a:cubicBezTo>
                <a:cubicBezTo>
                  <a:pt x="260348" y="125750"/>
                  <a:pt x="258125" y="127254"/>
                  <a:pt x="256621" y="130262"/>
                </a:cubicBezTo>
                <a:lnTo>
                  <a:pt x="252991" y="130262"/>
                </a:lnTo>
                <a:lnTo>
                  <a:pt x="258975" y="98285"/>
                </a:lnTo>
                <a:lnTo>
                  <a:pt x="262604" y="98285"/>
                </a:lnTo>
                <a:cubicBezTo>
                  <a:pt x="262996" y="108296"/>
                  <a:pt x="265056" y="115377"/>
                  <a:pt x="268784" y="119527"/>
                </a:cubicBezTo>
                <a:cubicBezTo>
                  <a:pt x="272511" y="123676"/>
                  <a:pt x="277612" y="125750"/>
                  <a:pt x="284085" y="125750"/>
                </a:cubicBezTo>
                <a:cubicBezTo>
                  <a:pt x="289055" y="125750"/>
                  <a:pt x="292995" y="124359"/>
                  <a:pt x="295905" y="121578"/>
                </a:cubicBezTo>
                <a:cubicBezTo>
                  <a:pt x="298815" y="118795"/>
                  <a:pt x="300270" y="115374"/>
                  <a:pt x="300270" y="111315"/>
                </a:cubicBezTo>
                <a:cubicBezTo>
                  <a:pt x="300270" y="108696"/>
                  <a:pt x="299747" y="106273"/>
                  <a:pt x="298701" y="104048"/>
                </a:cubicBezTo>
                <a:cubicBezTo>
                  <a:pt x="296870" y="100120"/>
                  <a:pt x="293028" y="94686"/>
                  <a:pt x="287175" y="87747"/>
                </a:cubicBezTo>
                <a:cubicBezTo>
                  <a:pt x="281323" y="80807"/>
                  <a:pt x="277563" y="75602"/>
                  <a:pt x="275895" y="72132"/>
                </a:cubicBezTo>
                <a:cubicBezTo>
                  <a:pt x="274228" y="68662"/>
                  <a:pt x="273394" y="65192"/>
                  <a:pt x="273394" y="61722"/>
                </a:cubicBezTo>
                <a:cubicBezTo>
                  <a:pt x="273394" y="55373"/>
                  <a:pt x="275699" y="50006"/>
                  <a:pt x="280309" y="45620"/>
                </a:cubicBezTo>
                <a:cubicBezTo>
                  <a:pt x="284919" y="41233"/>
                  <a:pt x="290854" y="39039"/>
                  <a:pt x="298112" y="39039"/>
                </a:cubicBezTo>
                <a:cubicBezTo>
                  <a:pt x="300205" y="39039"/>
                  <a:pt x="302101" y="39206"/>
                  <a:pt x="303801" y="39539"/>
                </a:cubicBezTo>
                <a:cubicBezTo>
                  <a:pt x="304717" y="39739"/>
                  <a:pt x="306858" y="40491"/>
                  <a:pt x="310226" y="41795"/>
                </a:cubicBezTo>
                <a:cubicBezTo>
                  <a:pt x="313594" y="43097"/>
                  <a:pt x="315834" y="43748"/>
                  <a:pt x="316945" y="43748"/>
                </a:cubicBezTo>
                <a:cubicBezTo>
                  <a:pt x="319757" y="43748"/>
                  <a:pt x="322111" y="42178"/>
                  <a:pt x="324008" y="39039"/>
                </a:cubicBezTo>
                <a:lnTo>
                  <a:pt x="327735" y="39039"/>
                </a:lnTo>
                <a:close/>
                <a:moveTo>
                  <a:pt x="405880" y="39039"/>
                </a:moveTo>
                <a:lnTo>
                  <a:pt x="399896" y="69251"/>
                </a:lnTo>
                <a:lnTo>
                  <a:pt x="396267" y="69251"/>
                </a:lnTo>
                <a:cubicBezTo>
                  <a:pt x="395940" y="60419"/>
                  <a:pt x="394077" y="53993"/>
                  <a:pt x="390676" y="49973"/>
                </a:cubicBezTo>
                <a:cubicBezTo>
                  <a:pt x="387276" y="45954"/>
                  <a:pt x="383058" y="43944"/>
                  <a:pt x="378023" y="43944"/>
                </a:cubicBezTo>
                <a:cubicBezTo>
                  <a:pt x="373968" y="43944"/>
                  <a:pt x="370748" y="45059"/>
                  <a:pt x="368361" y="47288"/>
                </a:cubicBezTo>
                <a:cubicBezTo>
                  <a:pt x="365974" y="49515"/>
                  <a:pt x="364781" y="52202"/>
                  <a:pt x="364781" y="55347"/>
                </a:cubicBezTo>
                <a:cubicBezTo>
                  <a:pt x="364781" y="57511"/>
                  <a:pt x="365255" y="59576"/>
                  <a:pt x="366203" y="61542"/>
                </a:cubicBezTo>
                <a:cubicBezTo>
                  <a:pt x="367151" y="63507"/>
                  <a:pt x="369227" y="66260"/>
                  <a:pt x="372432" y="69799"/>
                </a:cubicBezTo>
                <a:cubicBezTo>
                  <a:pt x="380933" y="79108"/>
                  <a:pt x="386426" y="86121"/>
                  <a:pt x="388911" y="90839"/>
                </a:cubicBezTo>
                <a:cubicBezTo>
                  <a:pt x="391395" y="95558"/>
                  <a:pt x="392638" y="100015"/>
                  <a:pt x="392638" y="104210"/>
                </a:cubicBezTo>
                <a:cubicBezTo>
                  <a:pt x="392638" y="111025"/>
                  <a:pt x="389810" y="117071"/>
                  <a:pt x="384153" y="122347"/>
                </a:cubicBezTo>
                <a:cubicBezTo>
                  <a:pt x="378497" y="127624"/>
                  <a:pt x="371353" y="130262"/>
                  <a:pt x="362721" y="130262"/>
                </a:cubicBezTo>
                <a:cubicBezTo>
                  <a:pt x="358013" y="130262"/>
                  <a:pt x="352585" y="129150"/>
                  <a:pt x="346438" y="126927"/>
                </a:cubicBezTo>
                <a:cubicBezTo>
                  <a:pt x="344280" y="126142"/>
                  <a:pt x="342613" y="125750"/>
                  <a:pt x="341436" y="125750"/>
                </a:cubicBezTo>
                <a:cubicBezTo>
                  <a:pt x="338493" y="125750"/>
                  <a:pt x="336270" y="127254"/>
                  <a:pt x="334766" y="130262"/>
                </a:cubicBezTo>
                <a:lnTo>
                  <a:pt x="331136" y="130262"/>
                </a:lnTo>
                <a:lnTo>
                  <a:pt x="337120" y="98285"/>
                </a:lnTo>
                <a:lnTo>
                  <a:pt x="340749" y="98285"/>
                </a:lnTo>
                <a:cubicBezTo>
                  <a:pt x="341141" y="108296"/>
                  <a:pt x="343201" y="115377"/>
                  <a:pt x="346929" y="119527"/>
                </a:cubicBezTo>
                <a:cubicBezTo>
                  <a:pt x="350656" y="123676"/>
                  <a:pt x="355757" y="125750"/>
                  <a:pt x="362230" y="125750"/>
                </a:cubicBezTo>
                <a:cubicBezTo>
                  <a:pt x="367200" y="125750"/>
                  <a:pt x="371140" y="124359"/>
                  <a:pt x="374050" y="121578"/>
                </a:cubicBezTo>
                <a:cubicBezTo>
                  <a:pt x="376960" y="118795"/>
                  <a:pt x="378415" y="115374"/>
                  <a:pt x="378415" y="111315"/>
                </a:cubicBezTo>
                <a:cubicBezTo>
                  <a:pt x="378415" y="108696"/>
                  <a:pt x="377892" y="106273"/>
                  <a:pt x="376846" y="104048"/>
                </a:cubicBezTo>
                <a:cubicBezTo>
                  <a:pt x="375015" y="100120"/>
                  <a:pt x="371173" y="94686"/>
                  <a:pt x="365320" y="87747"/>
                </a:cubicBezTo>
                <a:cubicBezTo>
                  <a:pt x="359468" y="80807"/>
                  <a:pt x="355707" y="75602"/>
                  <a:pt x="354040" y="72132"/>
                </a:cubicBezTo>
                <a:cubicBezTo>
                  <a:pt x="352372" y="68662"/>
                  <a:pt x="351539" y="65192"/>
                  <a:pt x="351539" y="61722"/>
                </a:cubicBezTo>
                <a:cubicBezTo>
                  <a:pt x="351539" y="55373"/>
                  <a:pt x="353844" y="50006"/>
                  <a:pt x="358454" y="45620"/>
                </a:cubicBezTo>
                <a:cubicBezTo>
                  <a:pt x="363064" y="41233"/>
                  <a:pt x="368998" y="39039"/>
                  <a:pt x="376257" y="39039"/>
                </a:cubicBezTo>
                <a:cubicBezTo>
                  <a:pt x="378350" y="39039"/>
                  <a:pt x="380246" y="39206"/>
                  <a:pt x="381946" y="39539"/>
                </a:cubicBezTo>
                <a:cubicBezTo>
                  <a:pt x="382862" y="39739"/>
                  <a:pt x="385003" y="40491"/>
                  <a:pt x="388371" y="41795"/>
                </a:cubicBezTo>
                <a:cubicBezTo>
                  <a:pt x="391739" y="43097"/>
                  <a:pt x="393978" y="43748"/>
                  <a:pt x="395090" y="43748"/>
                </a:cubicBezTo>
                <a:cubicBezTo>
                  <a:pt x="397902" y="43748"/>
                  <a:pt x="400256" y="42178"/>
                  <a:pt x="402152" y="39039"/>
                </a:cubicBezTo>
                <a:lnTo>
                  <a:pt x="405880" y="39039"/>
                </a:lnTo>
                <a:close/>
                <a:moveTo>
                  <a:pt x="456069" y="0"/>
                </a:moveTo>
                <a:cubicBezTo>
                  <a:pt x="458815" y="0"/>
                  <a:pt x="461137" y="948"/>
                  <a:pt x="463033" y="2845"/>
                </a:cubicBezTo>
                <a:cubicBezTo>
                  <a:pt x="464930" y="4741"/>
                  <a:pt x="465878" y="7062"/>
                  <a:pt x="465878" y="9809"/>
                </a:cubicBezTo>
                <a:cubicBezTo>
                  <a:pt x="465878" y="12490"/>
                  <a:pt x="464913" y="14795"/>
                  <a:pt x="462984" y="16724"/>
                </a:cubicBezTo>
                <a:cubicBezTo>
                  <a:pt x="461055" y="18653"/>
                  <a:pt x="458750" y="19618"/>
                  <a:pt x="456069" y="19618"/>
                </a:cubicBezTo>
                <a:cubicBezTo>
                  <a:pt x="453388" y="19618"/>
                  <a:pt x="451083" y="18653"/>
                  <a:pt x="449154" y="16724"/>
                </a:cubicBezTo>
                <a:cubicBezTo>
                  <a:pt x="447225" y="14795"/>
                  <a:pt x="446260" y="12490"/>
                  <a:pt x="446260" y="9809"/>
                </a:cubicBezTo>
                <a:cubicBezTo>
                  <a:pt x="446260" y="7062"/>
                  <a:pt x="447208" y="4741"/>
                  <a:pt x="449105" y="2845"/>
                </a:cubicBezTo>
                <a:cubicBezTo>
                  <a:pt x="451001" y="948"/>
                  <a:pt x="453322" y="0"/>
                  <a:pt x="456069" y="0"/>
                </a:cubicBezTo>
                <a:moveTo>
                  <a:pt x="457344" y="39039"/>
                </a:moveTo>
                <a:lnTo>
                  <a:pt x="437922" y="107833"/>
                </a:lnTo>
                <a:cubicBezTo>
                  <a:pt x="436615" y="112478"/>
                  <a:pt x="435961" y="115258"/>
                  <a:pt x="435961" y="116174"/>
                </a:cubicBezTo>
                <a:cubicBezTo>
                  <a:pt x="435961" y="117224"/>
                  <a:pt x="436271" y="118078"/>
                  <a:pt x="436893" y="118736"/>
                </a:cubicBezTo>
                <a:cubicBezTo>
                  <a:pt x="437514" y="119392"/>
                  <a:pt x="438249" y="119720"/>
                  <a:pt x="439100" y="119720"/>
                </a:cubicBezTo>
                <a:cubicBezTo>
                  <a:pt x="440080" y="119720"/>
                  <a:pt x="441258" y="119195"/>
                  <a:pt x="442631" y="118145"/>
                </a:cubicBezTo>
                <a:cubicBezTo>
                  <a:pt x="446358" y="115196"/>
                  <a:pt x="450118" y="111008"/>
                  <a:pt x="453911" y="105580"/>
                </a:cubicBezTo>
                <a:lnTo>
                  <a:pt x="457344" y="107836"/>
                </a:lnTo>
                <a:cubicBezTo>
                  <a:pt x="452897" y="114643"/>
                  <a:pt x="447666" y="120378"/>
                  <a:pt x="441650" y="125042"/>
                </a:cubicBezTo>
                <a:cubicBezTo>
                  <a:pt x="437203" y="128522"/>
                  <a:pt x="432953" y="130262"/>
                  <a:pt x="428898" y="130262"/>
                </a:cubicBezTo>
                <a:cubicBezTo>
                  <a:pt x="426217" y="130262"/>
                  <a:pt x="424027" y="129461"/>
                  <a:pt x="422326" y="127859"/>
                </a:cubicBezTo>
                <a:cubicBezTo>
                  <a:pt x="420626" y="126257"/>
                  <a:pt x="419776" y="124246"/>
                  <a:pt x="419776" y="121826"/>
                </a:cubicBezTo>
                <a:cubicBezTo>
                  <a:pt x="419776" y="119403"/>
                  <a:pt x="420593" y="115374"/>
                  <a:pt x="422228" y="109740"/>
                </a:cubicBezTo>
                <a:lnTo>
                  <a:pt x="434980" y="65719"/>
                </a:lnTo>
                <a:cubicBezTo>
                  <a:pt x="437072" y="58567"/>
                  <a:pt x="438119" y="54081"/>
                  <a:pt x="438119" y="52260"/>
                </a:cubicBezTo>
                <a:cubicBezTo>
                  <a:pt x="438119" y="50829"/>
                  <a:pt x="437612" y="49658"/>
                  <a:pt x="436598" y="48747"/>
                </a:cubicBezTo>
                <a:cubicBezTo>
                  <a:pt x="435585" y="47834"/>
                  <a:pt x="434195" y="47377"/>
                  <a:pt x="432430" y="47377"/>
                </a:cubicBezTo>
                <a:cubicBezTo>
                  <a:pt x="430991" y="47377"/>
                  <a:pt x="428016" y="47737"/>
                  <a:pt x="423503" y="48456"/>
                </a:cubicBezTo>
                <a:lnTo>
                  <a:pt x="423503" y="44532"/>
                </a:lnTo>
                <a:lnTo>
                  <a:pt x="457344" y="39039"/>
                </a:lnTo>
                <a:close/>
                <a:moveTo>
                  <a:pt x="511326" y="39039"/>
                </a:moveTo>
                <a:lnTo>
                  <a:pt x="498281" y="83805"/>
                </a:lnTo>
                <a:cubicBezTo>
                  <a:pt x="510509" y="65505"/>
                  <a:pt x="519877" y="53470"/>
                  <a:pt x="526383" y="47699"/>
                </a:cubicBezTo>
                <a:cubicBezTo>
                  <a:pt x="532890" y="41926"/>
                  <a:pt x="539151" y="39039"/>
                  <a:pt x="545167" y="39039"/>
                </a:cubicBezTo>
                <a:cubicBezTo>
                  <a:pt x="548437" y="39039"/>
                  <a:pt x="551134" y="40124"/>
                  <a:pt x="553259" y="42295"/>
                </a:cubicBezTo>
                <a:cubicBezTo>
                  <a:pt x="555385" y="44465"/>
                  <a:pt x="556447" y="47292"/>
                  <a:pt x="556447" y="50776"/>
                </a:cubicBezTo>
                <a:cubicBezTo>
                  <a:pt x="556447" y="54702"/>
                  <a:pt x="555499" y="59937"/>
                  <a:pt x="553603" y="66483"/>
                </a:cubicBezTo>
                <a:lnTo>
                  <a:pt x="541636" y="107809"/>
                </a:lnTo>
                <a:cubicBezTo>
                  <a:pt x="540263" y="112587"/>
                  <a:pt x="539576" y="115499"/>
                  <a:pt x="539576" y="116545"/>
                </a:cubicBezTo>
                <a:cubicBezTo>
                  <a:pt x="539576" y="117460"/>
                  <a:pt x="539838" y="118229"/>
                  <a:pt x="540361" y="118850"/>
                </a:cubicBezTo>
                <a:cubicBezTo>
                  <a:pt x="540884" y="119469"/>
                  <a:pt x="541440" y="119779"/>
                  <a:pt x="542028" y="119779"/>
                </a:cubicBezTo>
                <a:cubicBezTo>
                  <a:pt x="542813" y="119779"/>
                  <a:pt x="543761" y="119354"/>
                  <a:pt x="544873" y="118504"/>
                </a:cubicBezTo>
                <a:cubicBezTo>
                  <a:pt x="548339" y="115759"/>
                  <a:pt x="552131" y="111575"/>
                  <a:pt x="556251" y="105951"/>
                </a:cubicBezTo>
                <a:lnTo>
                  <a:pt x="559292" y="107815"/>
                </a:lnTo>
                <a:cubicBezTo>
                  <a:pt x="553210" y="116508"/>
                  <a:pt x="547456" y="122716"/>
                  <a:pt x="542028" y="126440"/>
                </a:cubicBezTo>
                <a:cubicBezTo>
                  <a:pt x="538236" y="128988"/>
                  <a:pt x="534835" y="130262"/>
                  <a:pt x="531827" y="130262"/>
                </a:cubicBezTo>
                <a:cubicBezTo>
                  <a:pt x="529408" y="130262"/>
                  <a:pt x="527478" y="129526"/>
                  <a:pt x="526040" y="128055"/>
                </a:cubicBezTo>
                <a:cubicBezTo>
                  <a:pt x="524601" y="126584"/>
                  <a:pt x="523882" y="124605"/>
                  <a:pt x="523882" y="122121"/>
                </a:cubicBezTo>
                <a:cubicBezTo>
                  <a:pt x="523882" y="118990"/>
                  <a:pt x="524994" y="113609"/>
                  <a:pt x="527217" y="105979"/>
                </a:cubicBezTo>
                <a:lnTo>
                  <a:pt x="538595" y="66657"/>
                </a:lnTo>
                <a:cubicBezTo>
                  <a:pt x="540034" y="61765"/>
                  <a:pt x="540753" y="57950"/>
                  <a:pt x="540753" y="55212"/>
                </a:cubicBezTo>
                <a:cubicBezTo>
                  <a:pt x="540753" y="53908"/>
                  <a:pt x="540328" y="52848"/>
                  <a:pt x="539478" y="52033"/>
                </a:cubicBezTo>
                <a:cubicBezTo>
                  <a:pt x="538628" y="51218"/>
                  <a:pt x="537582" y="50810"/>
                  <a:pt x="536339" y="50810"/>
                </a:cubicBezTo>
                <a:cubicBezTo>
                  <a:pt x="534508" y="50810"/>
                  <a:pt x="532317" y="51593"/>
                  <a:pt x="529767" y="53158"/>
                </a:cubicBezTo>
                <a:cubicBezTo>
                  <a:pt x="524928" y="56090"/>
                  <a:pt x="519893" y="60931"/>
                  <a:pt x="514662" y="67678"/>
                </a:cubicBezTo>
                <a:cubicBezTo>
                  <a:pt x="509430" y="74424"/>
                  <a:pt x="503904" y="83043"/>
                  <a:pt x="498085" y="93537"/>
                </a:cubicBezTo>
                <a:cubicBezTo>
                  <a:pt x="495011" y="99077"/>
                  <a:pt x="492461" y="105139"/>
                  <a:pt x="490434" y="111723"/>
                </a:cubicBezTo>
                <a:lnTo>
                  <a:pt x="485529" y="127908"/>
                </a:lnTo>
                <a:lnTo>
                  <a:pt x="470816" y="127908"/>
                </a:lnTo>
                <a:lnTo>
                  <a:pt x="488668" y="66308"/>
                </a:lnTo>
                <a:cubicBezTo>
                  <a:pt x="490761" y="58960"/>
                  <a:pt x="491807" y="54537"/>
                  <a:pt x="491807" y="53042"/>
                </a:cubicBezTo>
                <a:cubicBezTo>
                  <a:pt x="491807" y="51611"/>
                  <a:pt x="491235" y="50358"/>
                  <a:pt x="490090" y="49283"/>
                </a:cubicBezTo>
                <a:cubicBezTo>
                  <a:pt x="488946" y="48209"/>
                  <a:pt x="487524" y="47671"/>
                  <a:pt x="485823" y="47671"/>
                </a:cubicBezTo>
                <a:cubicBezTo>
                  <a:pt x="485039" y="47671"/>
                  <a:pt x="483665" y="47802"/>
                  <a:pt x="481704" y="48064"/>
                </a:cubicBezTo>
                <a:lnTo>
                  <a:pt x="477976" y="48652"/>
                </a:lnTo>
                <a:lnTo>
                  <a:pt x="477388" y="45121"/>
                </a:lnTo>
                <a:lnTo>
                  <a:pt x="511326" y="39039"/>
                </a:lnTo>
                <a:close/>
                <a:moveTo>
                  <a:pt x="672094" y="45121"/>
                </a:moveTo>
                <a:lnTo>
                  <a:pt x="669249" y="55322"/>
                </a:lnTo>
                <a:lnTo>
                  <a:pt x="652869" y="55322"/>
                </a:lnTo>
                <a:cubicBezTo>
                  <a:pt x="654111" y="58853"/>
                  <a:pt x="654732" y="62156"/>
                  <a:pt x="654732" y="65229"/>
                </a:cubicBezTo>
                <a:cubicBezTo>
                  <a:pt x="654732" y="73861"/>
                  <a:pt x="651070" y="81544"/>
                  <a:pt x="643746" y="88280"/>
                </a:cubicBezTo>
                <a:cubicBezTo>
                  <a:pt x="636357" y="95015"/>
                  <a:pt x="626221" y="98743"/>
                  <a:pt x="613339" y="99462"/>
                </a:cubicBezTo>
                <a:cubicBezTo>
                  <a:pt x="606407" y="101567"/>
                  <a:pt x="601208" y="104066"/>
                  <a:pt x="597743" y="106960"/>
                </a:cubicBezTo>
                <a:cubicBezTo>
                  <a:pt x="596435" y="108012"/>
                  <a:pt x="595781" y="109097"/>
                  <a:pt x="595781" y="110215"/>
                </a:cubicBezTo>
                <a:cubicBezTo>
                  <a:pt x="595781" y="111531"/>
                  <a:pt x="596369" y="112732"/>
                  <a:pt x="597546" y="113817"/>
                </a:cubicBezTo>
                <a:cubicBezTo>
                  <a:pt x="598724" y="114902"/>
                  <a:pt x="601699" y="116003"/>
                  <a:pt x="606473" y="117121"/>
                </a:cubicBezTo>
                <a:lnTo>
                  <a:pt x="625502" y="121498"/>
                </a:lnTo>
                <a:cubicBezTo>
                  <a:pt x="636030" y="123961"/>
                  <a:pt x="642994" y="126894"/>
                  <a:pt x="646395" y="130299"/>
                </a:cubicBezTo>
                <a:cubicBezTo>
                  <a:pt x="649730" y="133771"/>
                  <a:pt x="651397" y="137766"/>
                  <a:pt x="651397" y="142284"/>
                </a:cubicBezTo>
                <a:cubicBezTo>
                  <a:pt x="651397" y="147654"/>
                  <a:pt x="649419" y="152566"/>
                  <a:pt x="645463" y="157019"/>
                </a:cubicBezTo>
                <a:cubicBezTo>
                  <a:pt x="641507" y="161472"/>
                  <a:pt x="635719" y="164959"/>
                  <a:pt x="628101" y="167480"/>
                </a:cubicBezTo>
                <a:cubicBezTo>
                  <a:pt x="620483" y="170002"/>
                  <a:pt x="612064" y="171263"/>
                  <a:pt x="602843" y="171263"/>
                </a:cubicBezTo>
                <a:cubicBezTo>
                  <a:pt x="594735" y="171263"/>
                  <a:pt x="587345" y="170296"/>
                  <a:pt x="580675" y="168363"/>
                </a:cubicBezTo>
                <a:cubicBezTo>
                  <a:pt x="574005" y="166432"/>
                  <a:pt x="569232" y="163830"/>
                  <a:pt x="566354" y="160556"/>
                </a:cubicBezTo>
                <a:cubicBezTo>
                  <a:pt x="563477" y="157282"/>
                  <a:pt x="562038" y="153910"/>
                  <a:pt x="562038" y="150441"/>
                </a:cubicBezTo>
                <a:cubicBezTo>
                  <a:pt x="562038" y="147625"/>
                  <a:pt x="562970" y="144694"/>
                  <a:pt x="564834" y="141649"/>
                </a:cubicBezTo>
                <a:cubicBezTo>
                  <a:pt x="566698" y="138605"/>
                  <a:pt x="569035" y="136100"/>
                  <a:pt x="571847" y="134136"/>
                </a:cubicBezTo>
                <a:cubicBezTo>
                  <a:pt x="573613" y="132892"/>
                  <a:pt x="578615" y="129945"/>
                  <a:pt x="586855" y="125296"/>
                </a:cubicBezTo>
                <a:cubicBezTo>
                  <a:pt x="583847" y="122938"/>
                  <a:pt x="582343" y="120351"/>
                  <a:pt x="582343" y="117535"/>
                </a:cubicBezTo>
                <a:cubicBezTo>
                  <a:pt x="582343" y="114917"/>
                  <a:pt x="583667" y="112135"/>
                  <a:pt x="586315" y="109188"/>
                </a:cubicBezTo>
                <a:cubicBezTo>
                  <a:pt x="588964" y="106239"/>
                  <a:pt x="594571" y="102997"/>
                  <a:pt x="603138" y="99462"/>
                </a:cubicBezTo>
                <a:cubicBezTo>
                  <a:pt x="595944" y="98089"/>
                  <a:pt x="590239" y="95081"/>
                  <a:pt x="586021" y="90438"/>
                </a:cubicBezTo>
                <a:cubicBezTo>
                  <a:pt x="581803" y="85795"/>
                  <a:pt x="579694" y="80629"/>
                  <a:pt x="579694" y="74940"/>
                </a:cubicBezTo>
                <a:cubicBezTo>
                  <a:pt x="579694" y="65654"/>
                  <a:pt x="583765" y="57349"/>
                  <a:pt x="591906" y="50025"/>
                </a:cubicBezTo>
                <a:cubicBezTo>
                  <a:pt x="600048" y="42701"/>
                  <a:pt x="610887" y="39039"/>
                  <a:pt x="624423" y="39039"/>
                </a:cubicBezTo>
                <a:cubicBezTo>
                  <a:pt x="629327" y="39039"/>
                  <a:pt x="633349" y="39530"/>
                  <a:pt x="636488" y="40511"/>
                </a:cubicBezTo>
                <a:cubicBezTo>
                  <a:pt x="639627" y="41492"/>
                  <a:pt x="642667" y="43028"/>
                  <a:pt x="645610" y="45121"/>
                </a:cubicBezTo>
                <a:lnTo>
                  <a:pt x="672094" y="45121"/>
                </a:lnTo>
                <a:moveTo>
                  <a:pt x="638057" y="60524"/>
                </a:moveTo>
                <a:cubicBezTo>
                  <a:pt x="638057" y="55321"/>
                  <a:pt x="636602" y="51225"/>
                  <a:pt x="633692" y="48235"/>
                </a:cubicBezTo>
                <a:cubicBezTo>
                  <a:pt x="630782" y="45243"/>
                  <a:pt x="626973" y="43748"/>
                  <a:pt x="622265" y="43748"/>
                </a:cubicBezTo>
                <a:cubicBezTo>
                  <a:pt x="614875" y="43748"/>
                  <a:pt x="608778" y="47437"/>
                  <a:pt x="603971" y="54816"/>
                </a:cubicBezTo>
                <a:cubicBezTo>
                  <a:pt x="599165" y="62195"/>
                  <a:pt x="596762" y="69884"/>
                  <a:pt x="596762" y="77882"/>
                </a:cubicBezTo>
                <a:cubicBezTo>
                  <a:pt x="596762" y="82889"/>
                  <a:pt x="598298" y="86985"/>
                  <a:pt x="601372" y="90171"/>
                </a:cubicBezTo>
                <a:cubicBezTo>
                  <a:pt x="604445" y="93357"/>
                  <a:pt x="608173" y="94950"/>
                  <a:pt x="612554" y="94950"/>
                </a:cubicBezTo>
                <a:cubicBezTo>
                  <a:pt x="616020" y="94950"/>
                  <a:pt x="619371" y="94008"/>
                  <a:pt x="622608" y="92124"/>
                </a:cubicBezTo>
                <a:cubicBezTo>
                  <a:pt x="625845" y="90238"/>
                  <a:pt x="628575" y="87636"/>
                  <a:pt x="630799" y="84320"/>
                </a:cubicBezTo>
                <a:cubicBezTo>
                  <a:pt x="633022" y="81003"/>
                  <a:pt x="634788" y="76777"/>
                  <a:pt x="636095" y="71642"/>
                </a:cubicBezTo>
                <a:cubicBezTo>
                  <a:pt x="637403" y="66504"/>
                  <a:pt x="638057" y="62798"/>
                  <a:pt x="638057" y="60524"/>
                </a:cubicBezTo>
                <a:moveTo>
                  <a:pt x="591073" y="127850"/>
                </a:moveTo>
                <a:cubicBezTo>
                  <a:pt x="585776" y="130273"/>
                  <a:pt x="581771" y="133384"/>
                  <a:pt x="579057" y="137183"/>
                </a:cubicBezTo>
                <a:cubicBezTo>
                  <a:pt x="576343" y="140982"/>
                  <a:pt x="574986" y="144715"/>
                  <a:pt x="574986" y="148381"/>
                </a:cubicBezTo>
                <a:cubicBezTo>
                  <a:pt x="574986" y="152705"/>
                  <a:pt x="576948" y="156275"/>
                  <a:pt x="580871" y="159091"/>
                </a:cubicBezTo>
                <a:cubicBezTo>
                  <a:pt x="586495" y="163151"/>
                  <a:pt x="594735" y="165182"/>
                  <a:pt x="605590" y="165182"/>
                </a:cubicBezTo>
                <a:cubicBezTo>
                  <a:pt x="614941" y="165182"/>
                  <a:pt x="622935" y="163593"/>
                  <a:pt x="629572" y="160415"/>
                </a:cubicBezTo>
                <a:cubicBezTo>
                  <a:pt x="636210" y="157239"/>
                  <a:pt x="639528" y="153130"/>
                  <a:pt x="639528" y="148086"/>
                </a:cubicBezTo>
                <a:cubicBezTo>
                  <a:pt x="639528" y="145532"/>
                  <a:pt x="638302" y="143108"/>
                  <a:pt x="635850" y="140816"/>
                </a:cubicBezTo>
                <a:cubicBezTo>
                  <a:pt x="633398" y="138523"/>
                  <a:pt x="628641" y="136656"/>
                  <a:pt x="621578" y="135215"/>
                </a:cubicBezTo>
                <a:cubicBezTo>
                  <a:pt x="617720" y="134431"/>
                  <a:pt x="607552" y="131975"/>
                  <a:pt x="591073" y="127850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D67F6-3ECE-4678-9707-E98C5FA5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824" y="3733560"/>
            <a:ext cx="683922" cy="338818"/>
          </a:xfrm>
          <a:custGeom xmlns:a="http://schemas.openxmlformats.org/drawingml/2006/main">
            <a:pathLst>
              <a:path w="683922" h="338818">
                <a:moveTo>
                  <a:pt x="7330" y="0"/>
                </a:moveTo>
                <a:lnTo>
                  <a:pt x="0" y="15062"/>
                </a:lnTo>
                <a:lnTo>
                  <a:pt x="579872" y="296104"/>
                </a:lnTo>
                <a:lnTo>
                  <a:pt x="559168" y="338818"/>
                </a:lnTo>
                <a:lnTo>
                  <a:pt x="683922" y="337247"/>
                </a:lnTo>
                <a:lnTo>
                  <a:pt x="607854" y="238376"/>
                </a:lnTo>
                <a:lnTo>
                  <a:pt x="587174" y="281040"/>
                </a:lnTo>
                <a:lnTo>
                  <a:pt x="73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b0edbe25343d3"/>
          <a:stretch xmlns:a="http://schemas.openxmlformats.org/drawingml/2006/main"/>
        </p:blipFill>
        <p:spPr>
          <a:xfrm xmlns:a="http://schemas.openxmlformats.org/drawingml/2006/main">
            <a:off x="3111650" y="4162956"/>
            <a:ext cx="725043" cy="462037"/>
          </a:xfrm>
          <a:prstGeom xmlns:a="http://schemas.openxmlformats.org/drawingml/2006/main" prst="rect">
            <a:avLst/>
          </a:prstGeom>
        </p:spPr>
      </p:pic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98AB0-F688-4292-8485-78B24E2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229" y="4162956"/>
            <a:ext cx="729885" cy="462037"/>
          </a:xfrm>
          <a:custGeom xmlns:a="http://schemas.openxmlformats.org/drawingml/2006/main">
            <a:pathLst>
              <a:path w="729885" h="462037" fill="none">
                <a:moveTo>
                  <a:pt x="729885" y="76997"/>
                </a:moveTo>
                <a:cubicBezTo>
                  <a:pt x="729885" y="34490"/>
                  <a:pt x="695386" y="0"/>
                  <a:pt x="652870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52870" y="462037"/>
                </a:lnTo>
                <a:cubicBezTo>
                  <a:pt x="695386" y="462037"/>
                  <a:pt x="729885" y="427539"/>
                  <a:pt x="729885" y="385022"/>
                </a:cubicBezTo>
                <a:lnTo>
                  <a:pt x="729885" y="76997"/>
                </a:lnTo>
                <a:close/>
                <a:moveTo>
                  <a:pt x="729885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27604-878F-4882-A98B-988CDC45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229" y="4524550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26" name="Text TS">
            <a:extLst xmlns:a="http://schemas.openxmlformats.org/drawingml/2006/main">
              <a:ext uri="{FF2B5EF4-FFF2-40B4-BE49-F238E27FC236}">
                <a16:creationId xmlns:a16="http://schemas.microsoft.com/office/drawing/2014/main" id="{766E60EE-FA5B-40AA-8A0C-04087237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06" y="4278108"/>
            <a:ext cx="230412" cy="138894"/>
          </a:xfrm>
          <a:custGeom xmlns:a="http://schemas.openxmlformats.org/drawingml/2006/main">
            <a:pathLst>
              <a:path w="230412" h="13889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4"/>
                </a:lnTo>
                <a:cubicBezTo>
                  <a:pt x="75528" y="120030"/>
                  <a:pt x="75904" y="124303"/>
                  <a:pt x="76656" y="126013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5" y="132420"/>
                </a:cubicBezTo>
                <a:lnTo>
                  <a:pt x="94459" y="132420"/>
                </a:lnTo>
                <a:lnTo>
                  <a:pt x="94459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0"/>
                  <a:pt x="43650" y="119899"/>
                  <a:pt x="43650" y="113194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221094" y="0"/>
                </a:moveTo>
                <a:lnTo>
                  <a:pt x="222173" y="44336"/>
                </a:lnTo>
                <a:lnTo>
                  <a:pt x="218151" y="44336"/>
                </a:lnTo>
                <a:cubicBezTo>
                  <a:pt x="216255" y="33248"/>
                  <a:pt x="211595" y="24329"/>
                  <a:pt x="204173" y="17579"/>
                </a:cubicBezTo>
                <a:cubicBezTo>
                  <a:pt x="196751" y="10830"/>
                  <a:pt x="188724" y="7455"/>
                  <a:pt x="180093" y="7455"/>
                </a:cubicBezTo>
                <a:cubicBezTo>
                  <a:pt x="173422" y="7455"/>
                  <a:pt x="168142" y="9232"/>
                  <a:pt x="164251" y="12785"/>
                </a:cubicBezTo>
                <a:cubicBezTo>
                  <a:pt x="160360" y="16337"/>
                  <a:pt x="158415" y="20427"/>
                  <a:pt x="158415" y="25056"/>
                </a:cubicBezTo>
                <a:cubicBezTo>
                  <a:pt x="158415" y="27988"/>
                  <a:pt x="159102" y="30596"/>
                  <a:pt x="160475" y="32878"/>
                </a:cubicBezTo>
                <a:cubicBezTo>
                  <a:pt x="162371" y="35941"/>
                  <a:pt x="165412" y="38972"/>
                  <a:pt x="169597" y="41970"/>
                </a:cubicBezTo>
                <a:cubicBezTo>
                  <a:pt x="172670" y="44122"/>
                  <a:pt x="179766" y="47936"/>
                  <a:pt x="190882" y="53412"/>
                </a:cubicBezTo>
                <a:cubicBezTo>
                  <a:pt x="206446" y="61039"/>
                  <a:pt x="216941" y="68243"/>
                  <a:pt x="222369" y="75026"/>
                </a:cubicBezTo>
                <a:cubicBezTo>
                  <a:pt x="227731" y="81806"/>
                  <a:pt x="230412" y="89565"/>
                  <a:pt x="230412" y="98303"/>
                </a:cubicBezTo>
                <a:cubicBezTo>
                  <a:pt x="230412" y="109387"/>
                  <a:pt x="226080" y="118923"/>
                  <a:pt x="217415" y="126912"/>
                </a:cubicBezTo>
                <a:cubicBezTo>
                  <a:pt x="208751" y="134900"/>
                  <a:pt x="197748" y="138894"/>
                  <a:pt x="184408" y="138894"/>
                </a:cubicBezTo>
                <a:cubicBezTo>
                  <a:pt x="180223" y="138894"/>
                  <a:pt x="176267" y="138469"/>
                  <a:pt x="172540" y="137619"/>
                </a:cubicBezTo>
                <a:cubicBezTo>
                  <a:pt x="168812" y="136768"/>
                  <a:pt x="164137" y="135166"/>
                  <a:pt x="158513" y="132812"/>
                </a:cubicBezTo>
                <a:cubicBezTo>
                  <a:pt x="155374" y="131504"/>
                  <a:pt x="152791" y="130850"/>
                  <a:pt x="150764" y="130850"/>
                </a:cubicBezTo>
                <a:cubicBezTo>
                  <a:pt x="149064" y="130850"/>
                  <a:pt x="147265" y="131513"/>
                  <a:pt x="145369" y="132837"/>
                </a:cubicBezTo>
                <a:cubicBezTo>
                  <a:pt x="143473" y="134161"/>
                  <a:pt x="141936" y="136180"/>
                  <a:pt x="140759" y="138894"/>
                </a:cubicBezTo>
                <a:lnTo>
                  <a:pt x="137130" y="138894"/>
                </a:lnTo>
                <a:lnTo>
                  <a:pt x="137130" y="88672"/>
                </a:lnTo>
                <a:lnTo>
                  <a:pt x="140759" y="88672"/>
                </a:lnTo>
                <a:cubicBezTo>
                  <a:pt x="143636" y="102764"/>
                  <a:pt x="149178" y="113513"/>
                  <a:pt x="157385" y="120919"/>
                </a:cubicBezTo>
                <a:cubicBezTo>
                  <a:pt x="165592" y="128325"/>
                  <a:pt x="174436" y="132027"/>
                  <a:pt x="183918" y="132027"/>
                </a:cubicBezTo>
                <a:cubicBezTo>
                  <a:pt x="191242" y="132027"/>
                  <a:pt x="197078" y="130039"/>
                  <a:pt x="201427" y="126062"/>
                </a:cubicBezTo>
                <a:cubicBezTo>
                  <a:pt x="205775" y="122086"/>
                  <a:pt x="207950" y="117457"/>
                  <a:pt x="207950" y="112177"/>
                </a:cubicBezTo>
                <a:cubicBezTo>
                  <a:pt x="207950" y="109048"/>
                  <a:pt x="207116" y="106018"/>
                  <a:pt x="205448" y="103085"/>
                </a:cubicBezTo>
                <a:cubicBezTo>
                  <a:pt x="203781" y="100151"/>
                  <a:pt x="201247" y="97363"/>
                  <a:pt x="197847" y="94723"/>
                </a:cubicBezTo>
                <a:cubicBezTo>
                  <a:pt x="194446" y="92083"/>
                  <a:pt x="188430" y="88645"/>
                  <a:pt x="179798" y="84408"/>
                </a:cubicBezTo>
                <a:cubicBezTo>
                  <a:pt x="167701" y="78476"/>
                  <a:pt x="159003" y="73420"/>
                  <a:pt x="153707" y="69241"/>
                </a:cubicBezTo>
                <a:cubicBezTo>
                  <a:pt x="148410" y="65062"/>
                  <a:pt x="144339" y="60394"/>
                  <a:pt x="141495" y="55236"/>
                </a:cubicBezTo>
                <a:cubicBezTo>
                  <a:pt x="138650" y="50078"/>
                  <a:pt x="137228" y="44398"/>
                  <a:pt x="137228" y="38196"/>
                </a:cubicBezTo>
                <a:cubicBezTo>
                  <a:pt x="137228" y="27619"/>
                  <a:pt x="141119" y="18609"/>
                  <a:pt x="148900" y="11167"/>
                </a:cubicBezTo>
                <a:cubicBezTo>
                  <a:pt x="156682" y="3722"/>
                  <a:pt x="166491" y="0"/>
                  <a:pt x="178327" y="0"/>
                </a:cubicBezTo>
                <a:cubicBezTo>
                  <a:pt x="182643" y="0"/>
                  <a:pt x="186828" y="529"/>
                  <a:pt x="190882" y="1588"/>
                </a:cubicBezTo>
                <a:cubicBezTo>
                  <a:pt x="193956" y="2381"/>
                  <a:pt x="197699" y="3851"/>
                  <a:pt x="202113" y="5999"/>
                </a:cubicBezTo>
                <a:cubicBezTo>
                  <a:pt x="206527" y="8146"/>
                  <a:pt x="209617" y="9220"/>
                  <a:pt x="211383" y="9220"/>
                </a:cubicBezTo>
                <a:cubicBezTo>
                  <a:pt x="213083" y="9220"/>
                  <a:pt x="214424" y="8692"/>
                  <a:pt x="215404" y="7636"/>
                </a:cubicBezTo>
                <a:cubicBezTo>
                  <a:pt x="216385" y="6577"/>
                  <a:pt x="217301" y="4032"/>
                  <a:pt x="218151" y="0"/>
                </a:cubicBezTo>
                <a:lnTo>
                  <a:pt x="221094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1">
            <a:extLst xmlns:a="http://schemas.openxmlformats.org/drawingml/2006/main">
              <a:ext uri="{FF2B5EF4-FFF2-40B4-BE49-F238E27FC236}">
                <a16:creationId xmlns:a16="http://schemas.microsoft.com/office/drawing/2014/main" id="{1B59CBC1-B21F-4651-A336-B78DAF8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802" y="4370429"/>
            <a:ext cx="47867" cy="90503"/>
          </a:xfrm>
          <a:custGeom xmlns:a="http://schemas.openxmlformats.org/drawingml/2006/main">
            <a:pathLst>
              <a:path w="47867" h="90503">
                <a:moveTo>
                  <a:pt x="34789" y="0"/>
                </a:moveTo>
                <a:lnTo>
                  <a:pt x="34789" y="72455"/>
                </a:lnTo>
                <a:cubicBezTo>
                  <a:pt x="34789" y="77951"/>
                  <a:pt x="35029" y="81457"/>
                  <a:pt x="35508" y="82973"/>
                </a:cubicBezTo>
                <a:cubicBezTo>
                  <a:pt x="35988" y="84489"/>
                  <a:pt x="36990" y="85731"/>
                  <a:pt x="38516" y="86698"/>
                </a:cubicBezTo>
                <a:cubicBezTo>
                  <a:pt x="40042" y="87665"/>
                  <a:pt x="42483" y="88149"/>
                  <a:pt x="45840" y="88149"/>
                </a:cubicBezTo>
                <a:lnTo>
                  <a:pt x="47867" y="88149"/>
                </a:lnTo>
                <a:lnTo>
                  <a:pt x="47867" y="90503"/>
                </a:lnTo>
                <a:lnTo>
                  <a:pt x="1177" y="90503"/>
                </a:lnTo>
                <a:lnTo>
                  <a:pt x="1177" y="88149"/>
                </a:lnTo>
                <a:lnTo>
                  <a:pt x="3531" y="88149"/>
                </a:lnTo>
                <a:cubicBezTo>
                  <a:pt x="7324" y="88149"/>
                  <a:pt x="10027" y="87710"/>
                  <a:pt x="11640" y="86831"/>
                </a:cubicBezTo>
                <a:cubicBezTo>
                  <a:pt x="13253" y="85951"/>
                  <a:pt x="14343" y="84742"/>
                  <a:pt x="14909" y="83204"/>
                </a:cubicBezTo>
                <a:cubicBezTo>
                  <a:pt x="15476" y="81664"/>
                  <a:pt x="15760" y="78081"/>
                  <a:pt x="15760" y="72455"/>
                </a:cubicBezTo>
                <a:lnTo>
                  <a:pt x="15760" y="26549"/>
                </a:lnTo>
                <a:cubicBezTo>
                  <a:pt x="15760" y="22451"/>
                  <a:pt x="15563" y="19890"/>
                  <a:pt x="15171" y="18866"/>
                </a:cubicBezTo>
                <a:cubicBezTo>
                  <a:pt x="14779" y="17841"/>
                  <a:pt x="14048" y="16969"/>
                  <a:pt x="12980" y="16250"/>
                </a:cubicBezTo>
                <a:cubicBezTo>
                  <a:pt x="11912" y="15531"/>
                  <a:pt x="10681" y="15171"/>
                  <a:pt x="9286" y="15171"/>
                </a:cubicBezTo>
                <a:cubicBezTo>
                  <a:pt x="7062" y="15171"/>
                  <a:pt x="4360" y="15869"/>
                  <a:pt x="1177" y="17264"/>
                </a:cubicBezTo>
                <a:lnTo>
                  <a:pt x="0" y="14910"/>
                </a:lnTo>
                <a:lnTo>
                  <a:pt x="32631" y="0"/>
                </a:lnTo>
                <a:lnTo>
                  <a:pt x="34789" y="0"/>
                </a:ln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b31e0488b4acb"/>
          <a:stretch xmlns:a="http://schemas.openxmlformats.org/drawingml/2006/main"/>
        </p:blipFill>
        <p:spPr>
          <a:xfrm xmlns:a="http://schemas.openxmlformats.org/drawingml/2006/main">
            <a:off x="3841535" y="3285754"/>
            <a:ext cx="725043" cy="462037"/>
          </a:xfrm>
          <a:prstGeom xmlns:a="http://schemas.openxmlformats.org/drawingml/2006/main" prst="rect">
            <a:avLst/>
          </a:prstGeom>
        </p:spPr>
      </p:pic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56125-C923-40A8-8908-C53F73B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114" y="3285754"/>
            <a:ext cx="729885" cy="462037"/>
          </a:xfrm>
          <a:custGeom xmlns:a="http://schemas.openxmlformats.org/drawingml/2006/main">
            <a:pathLst>
              <a:path w="729885" h="462037" fill="none">
                <a:moveTo>
                  <a:pt x="729885" y="76997"/>
                </a:moveTo>
                <a:cubicBezTo>
                  <a:pt x="729885" y="34490"/>
                  <a:pt x="695386" y="0"/>
                  <a:pt x="652870" y="0"/>
                </a:cubicBezTo>
                <a:lnTo>
                  <a:pt x="76997" y="0"/>
                </a:lnTo>
                <a:cubicBezTo>
                  <a:pt x="34490" y="0"/>
                  <a:pt x="0" y="34490"/>
                  <a:pt x="0" y="76997"/>
                </a:cubicBezTo>
                <a:lnTo>
                  <a:pt x="0" y="385022"/>
                </a:lnTo>
                <a:cubicBezTo>
                  <a:pt x="0" y="427539"/>
                  <a:pt x="34490" y="462037"/>
                  <a:pt x="76997" y="462037"/>
                </a:cubicBezTo>
                <a:lnTo>
                  <a:pt x="652870" y="462037"/>
                </a:lnTo>
                <a:cubicBezTo>
                  <a:pt x="695386" y="462037"/>
                  <a:pt x="729885" y="427539"/>
                  <a:pt x="729885" y="385022"/>
                </a:cubicBezTo>
                <a:lnTo>
                  <a:pt x="729885" y="76997"/>
                </a:lnTo>
                <a:close/>
                <a:moveTo>
                  <a:pt x="729885" y="76997"/>
                </a:move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AAD77-7393-420E-9DB0-9FC1250F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114" y="3647349"/>
            <a:ext cx="727617" cy="10"/>
          </a:xfrm>
          <a:custGeom xmlns:a="http://schemas.openxmlformats.org/drawingml/2006/main">
            <a:pathLst>
              <a:path w="727617" h="1" fill="none">
                <a:moveTo>
                  <a:pt x="7276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641" cap="flat">
            <a:solidFill>
              <a:srgbClr val="000000"/>
            </a:solidFill>
            <a:miter/>
          </a:ln>
        </p:spPr>
      </p:sp>
      <p:sp>
        <p:nvSpPr>
          <p:cNvPr id="231" name="Text OS">
            <a:extLst xmlns:a="http://schemas.openxmlformats.org/drawingml/2006/main">
              <a:ext uri="{FF2B5EF4-FFF2-40B4-BE49-F238E27FC236}">
                <a16:creationId xmlns:a16="http://schemas.microsoft.com/office/drawing/2014/main" id="{9A7552CF-A600-431A-93D2-01E78756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739" y="3420995"/>
            <a:ext cx="252122" cy="138894"/>
          </a:xfrm>
          <a:custGeom xmlns:a="http://schemas.openxmlformats.org/drawingml/2006/main">
            <a:pathLst>
              <a:path w="252122" h="138894">
                <a:moveTo>
                  <a:pt x="69741" y="981"/>
                </a:moveTo>
                <a:cubicBezTo>
                  <a:pt x="90928" y="196"/>
                  <a:pt x="108143" y="6376"/>
                  <a:pt x="121385" y="19520"/>
                </a:cubicBezTo>
                <a:cubicBezTo>
                  <a:pt x="134627" y="32664"/>
                  <a:pt x="141248" y="49110"/>
                  <a:pt x="141248" y="68858"/>
                </a:cubicBezTo>
                <a:cubicBezTo>
                  <a:pt x="141248" y="85730"/>
                  <a:pt x="136311" y="100574"/>
                  <a:pt x="126436" y="113391"/>
                </a:cubicBezTo>
                <a:cubicBezTo>
                  <a:pt x="113358" y="130393"/>
                  <a:pt x="94885" y="138894"/>
                  <a:pt x="71016" y="138894"/>
                </a:cubicBezTo>
                <a:cubicBezTo>
                  <a:pt x="47083" y="138894"/>
                  <a:pt x="28577" y="130785"/>
                  <a:pt x="15498" y="114568"/>
                </a:cubicBezTo>
                <a:cubicBezTo>
                  <a:pt x="5166" y="101751"/>
                  <a:pt x="0" y="86547"/>
                  <a:pt x="0" y="68956"/>
                </a:cubicBezTo>
                <a:cubicBezTo>
                  <a:pt x="0" y="49208"/>
                  <a:pt x="6719" y="32745"/>
                  <a:pt x="20157" y="19569"/>
                </a:cubicBezTo>
                <a:cubicBezTo>
                  <a:pt x="33595" y="6392"/>
                  <a:pt x="50123" y="196"/>
                  <a:pt x="69741" y="981"/>
                </a:cubicBezTo>
                <a:moveTo>
                  <a:pt x="70918" y="7259"/>
                </a:moveTo>
                <a:cubicBezTo>
                  <a:pt x="58755" y="7259"/>
                  <a:pt x="49502" y="13466"/>
                  <a:pt x="43159" y="25880"/>
                </a:cubicBezTo>
                <a:cubicBezTo>
                  <a:pt x="37993" y="36073"/>
                  <a:pt x="35410" y="50710"/>
                  <a:pt x="35410" y="69790"/>
                </a:cubicBezTo>
                <a:cubicBezTo>
                  <a:pt x="35410" y="92463"/>
                  <a:pt x="39399" y="109223"/>
                  <a:pt x="47377" y="120070"/>
                </a:cubicBezTo>
                <a:cubicBezTo>
                  <a:pt x="52935" y="127649"/>
                  <a:pt x="60717" y="131439"/>
                  <a:pt x="70722" y="131439"/>
                </a:cubicBezTo>
                <a:cubicBezTo>
                  <a:pt x="77457" y="131439"/>
                  <a:pt x="83081" y="129805"/>
                  <a:pt x="87593" y="126538"/>
                </a:cubicBezTo>
                <a:cubicBezTo>
                  <a:pt x="93348" y="122357"/>
                  <a:pt x="97827" y="115676"/>
                  <a:pt x="101031" y="106497"/>
                </a:cubicBezTo>
                <a:cubicBezTo>
                  <a:pt x="104236" y="97315"/>
                  <a:pt x="105838" y="85341"/>
                  <a:pt x="105838" y="70575"/>
                </a:cubicBezTo>
                <a:cubicBezTo>
                  <a:pt x="105838" y="52997"/>
                  <a:pt x="104203" y="39847"/>
                  <a:pt x="100933" y="31125"/>
                </a:cubicBezTo>
                <a:cubicBezTo>
                  <a:pt x="97664" y="22401"/>
                  <a:pt x="93495" y="16243"/>
                  <a:pt x="88427" y="12650"/>
                </a:cubicBezTo>
                <a:cubicBezTo>
                  <a:pt x="83359" y="9056"/>
                  <a:pt x="77523" y="7259"/>
                  <a:pt x="70918" y="7259"/>
                </a:cubicBezTo>
                <a:close/>
                <a:moveTo>
                  <a:pt x="242804" y="0"/>
                </a:moveTo>
                <a:lnTo>
                  <a:pt x="243883" y="44336"/>
                </a:lnTo>
                <a:lnTo>
                  <a:pt x="239861" y="44336"/>
                </a:lnTo>
                <a:cubicBezTo>
                  <a:pt x="237965" y="33248"/>
                  <a:pt x="233305" y="24329"/>
                  <a:pt x="225883" y="17579"/>
                </a:cubicBezTo>
                <a:cubicBezTo>
                  <a:pt x="218461" y="10830"/>
                  <a:pt x="210434" y="7455"/>
                  <a:pt x="201802" y="7455"/>
                </a:cubicBezTo>
                <a:cubicBezTo>
                  <a:pt x="195132" y="7455"/>
                  <a:pt x="189852" y="9232"/>
                  <a:pt x="185961" y="12785"/>
                </a:cubicBezTo>
                <a:cubicBezTo>
                  <a:pt x="182070" y="16337"/>
                  <a:pt x="180125" y="20427"/>
                  <a:pt x="180125" y="25056"/>
                </a:cubicBezTo>
                <a:cubicBezTo>
                  <a:pt x="180125" y="27988"/>
                  <a:pt x="180811" y="30596"/>
                  <a:pt x="182185" y="32878"/>
                </a:cubicBezTo>
                <a:cubicBezTo>
                  <a:pt x="184081" y="35941"/>
                  <a:pt x="187122" y="38972"/>
                  <a:pt x="191307" y="41970"/>
                </a:cubicBezTo>
                <a:cubicBezTo>
                  <a:pt x="194380" y="44122"/>
                  <a:pt x="201475" y="47936"/>
                  <a:pt x="212592" y="53412"/>
                </a:cubicBezTo>
                <a:cubicBezTo>
                  <a:pt x="228156" y="61039"/>
                  <a:pt x="238651" y="68243"/>
                  <a:pt x="244079" y="75026"/>
                </a:cubicBezTo>
                <a:cubicBezTo>
                  <a:pt x="249441" y="81806"/>
                  <a:pt x="252122" y="89565"/>
                  <a:pt x="252122" y="98303"/>
                </a:cubicBezTo>
                <a:cubicBezTo>
                  <a:pt x="252122" y="109387"/>
                  <a:pt x="247790" y="118923"/>
                  <a:pt x="239125" y="126912"/>
                </a:cubicBezTo>
                <a:cubicBezTo>
                  <a:pt x="230461" y="134900"/>
                  <a:pt x="219458" y="138894"/>
                  <a:pt x="206118" y="138894"/>
                </a:cubicBezTo>
                <a:cubicBezTo>
                  <a:pt x="201933" y="138894"/>
                  <a:pt x="197977" y="138469"/>
                  <a:pt x="194250" y="137619"/>
                </a:cubicBezTo>
                <a:cubicBezTo>
                  <a:pt x="190522" y="136768"/>
                  <a:pt x="185847" y="135166"/>
                  <a:pt x="180223" y="132812"/>
                </a:cubicBezTo>
                <a:cubicBezTo>
                  <a:pt x="177084" y="131504"/>
                  <a:pt x="174501" y="130850"/>
                  <a:pt x="172474" y="130850"/>
                </a:cubicBezTo>
                <a:cubicBezTo>
                  <a:pt x="170774" y="130850"/>
                  <a:pt x="168975" y="131513"/>
                  <a:pt x="167079" y="132837"/>
                </a:cubicBezTo>
                <a:cubicBezTo>
                  <a:pt x="165183" y="134161"/>
                  <a:pt x="163646" y="136180"/>
                  <a:pt x="162469" y="138894"/>
                </a:cubicBezTo>
                <a:lnTo>
                  <a:pt x="158840" y="138894"/>
                </a:lnTo>
                <a:lnTo>
                  <a:pt x="158840" y="88672"/>
                </a:lnTo>
                <a:lnTo>
                  <a:pt x="162469" y="88672"/>
                </a:lnTo>
                <a:cubicBezTo>
                  <a:pt x="165346" y="102764"/>
                  <a:pt x="170888" y="113513"/>
                  <a:pt x="179095" y="120919"/>
                </a:cubicBezTo>
                <a:cubicBezTo>
                  <a:pt x="187302" y="128325"/>
                  <a:pt x="196146" y="132027"/>
                  <a:pt x="205628" y="132027"/>
                </a:cubicBezTo>
                <a:cubicBezTo>
                  <a:pt x="212952" y="132027"/>
                  <a:pt x="218788" y="130039"/>
                  <a:pt x="223137" y="126062"/>
                </a:cubicBezTo>
                <a:cubicBezTo>
                  <a:pt x="227485" y="122086"/>
                  <a:pt x="229660" y="117457"/>
                  <a:pt x="229660" y="112177"/>
                </a:cubicBezTo>
                <a:cubicBezTo>
                  <a:pt x="229660" y="109048"/>
                  <a:pt x="228826" y="106018"/>
                  <a:pt x="227158" y="103085"/>
                </a:cubicBezTo>
                <a:cubicBezTo>
                  <a:pt x="225491" y="100151"/>
                  <a:pt x="222957" y="97363"/>
                  <a:pt x="219557" y="94723"/>
                </a:cubicBezTo>
                <a:cubicBezTo>
                  <a:pt x="216156" y="92083"/>
                  <a:pt x="210140" y="88645"/>
                  <a:pt x="201508" y="84408"/>
                </a:cubicBezTo>
                <a:cubicBezTo>
                  <a:pt x="189411" y="78476"/>
                  <a:pt x="180713" y="73420"/>
                  <a:pt x="175417" y="69241"/>
                </a:cubicBezTo>
                <a:cubicBezTo>
                  <a:pt x="170120" y="65062"/>
                  <a:pt x="166049" y="60394"/>
                  <a:pt x="163205" y="55236"/>
                </a:cubicBezTo>
                <a:cubicBezTo>
                  <a:pt x="160360" y="50078"/>
                  <a:pt x="158938" y="44398"/>
                  <a:pt x="158938" y="38196"/>
                </a:cubicBezTo>
                <a:cubicBezTo>
                  <a:pt x="158938" y="27619"/>
                  <a:pt x="162829" y="18609"/>
                  <a:pt x="170610" y="11167"/>
                </a:cubicBezTo>
                <a:cubicBezTo>
                  <a:pt x="178392" y="3722"/>
                  <a:pt x="188201" y="0"/>
                  <a:pt x="200037" y="0"/>
                </a:cubicBezTo>
                <a:cubicBezTo>
                  <a:pt x="204353" y="0"/>
                  <a:pt x="208538" y="529"/>
                  <a:pt x="212592" y="1588"/>
                </a:cubicBezTo>
                <a:cubicBezTo>
                  <a:pt x="215666" y="2381"/>
                  <a:pt x="219409" y="3851"/>
                  <a:pt x="223823" y="5999"/>
                </a:cubicBezTo>
                <a:cubicBezTo>
                  <a:pt x="228237" y="8146"/>
                  <a:pt x="231327" y="9220"/>
                  <a:pt x="233093" y="9220"/>
                </a:cubicBezTo>
                <a:cubicBezTo>
                  <a:pt x="234793" y="9220"/>
                  <a:pt x="236134" y="8692"/>
                  <a:pt x="237114" y="7636"/>
                </a:cubicBezTo>
                <a:cubicBezTo>
                  <a:pt x="238095" y="6577"/>
                  <a:pt x="239011" y="4032"/>
                  <a:pt x="239861" y="0"/>
                </a:cubicBezTo>
                <a:lnTo>
                  <a:pt x="24280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crossing">
            <a:extLst xmlns:a="http://schemas.openxmlformats.org/drawingml/2006/main">
              <a:ext uri="{FF2B5EF4-FFF2-40B4-BE49-F238E27FC236}">
                <a16:creationId xmlns:a16="http://schemas.microsoft.com/office/drawing/2014/main" id="{068A5936-A758-4145-B75C-A2F16057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704" y="3730367"/>
            <a:ext cx="672094" cy="171263"/>
          </a:xfrm>
          <a:custGeom xmlns:a="http://schemas.openxmlformats.org/drawingml/2006/main">
            <a:pathLst>
              <a:path w="672094" h="171263">
                <a:moveTo>
                  <a:pt x="72095" y="106524"/>
                </a:moveTo>
                <a:cubicBezTo>
                  <a:pt x="65294" y="114698"/>
                  <a:pt x="58428" y="120698"/>
                  <a:pt x="51497" y="124524"/>
                </a:cubicBezTo>
                <a:cubicBezTo>
                  <a:pt x="44565" y="128349"/>
                  <a:pt x="37241" y="130262"/>
                  <a:pt x="29525" y="130262"/>
                </a:cubicBezTo>
                <a:cubicBezTo>
                  <a:pt x="20239" y="130262"/>
                  <a:pt x="12997" y="127643"/>
                  <a:pt x="7798" y="122406"/>
                </a:cubicBezTo>
                <a:cubicBezTo>
                  <a:pt x="2599" y="117168"/>
                  <a:pt x="0" y="110131"/>
                  <a:pt x="0" y="101295"/>
                </a:cubicBezTo>
                <a:cubicBezTo>
                  <a:pt x="0" y="91280"/>
                  <a:pt x="2796" y="81428"/>
                  <a:pt x="8387" y="71740"/>
                </a:cubicBezTo>
                <a:cubicBezTo>
                  <a:pt x="13978" y="62049"/>
                  <a:pt x="21498" y="54177"/>
                  <a:pt x="30947" y="48122"/>
                </a:cubicBezTo>
                <a:cubicBezTo>
                  <a:pt x="40396" y="42067"/>
                  <a:pt x="49666" y="39039"/>
                  <a:pt x="58755" y="39039"/>
                </a:cubicBezTo>
                <a:cubicBezTo>
                  <a:pt x="65883" y="39039"/>
                  <a:pt x="71212" y="40522"/>
                  <a:pt x="74744" y="43487"/>
                </a:cubicBezTo>
                <a:cubicBezTo>
                  <a:pt x="78275" y="46452"/>
                  <a:pt x="80040" y="50086"/>
                  <a:pt x="80040" y="54387"/>
                </a:cubicBezTo>
                <a:cubicBezTo>
                  <a:pt x="80040" y="58427"/>
                  <a:pt x="78798" y="61882"/>
                  <a:pt x="76313" y="64751"/>
                </a:cubicBezTo>
                <a:cubicBezTo>
                  <a:pt x="74482" y="66966"/>
                  <a:pt x="72226" y="68074"/>
                  <a:pt x="69545" y="68074"/>
                </a:cubicBezTo>
                <a:cubicBezTo>
                  <a:pt x="67518" y="68074"/>
                  <a:pt x="65834" y="67425"/>
                  <a:pt x="64493" y="66127"/>
                </a:cubicBezTo>
                <a:cubicBezTo>
                  <a:pt x="63153" y="64830"/>
                  <a:pt x="62483" y="63208"/>
                  <a:pt x="62483" y="61263"/>
                </a:cubicBezTo>
                <a:cubicBezTo>
                  <a:pt x="62483" y="60030"/>
                  <a:pt x="62728" y="58895"/>
                  <a:pt x="63218" y="57857"/>
                </a:cubicBezTo>
                <a:cubicBezTo>
                  <a:pt x="63709" y="56819"/>
                  <a:pt x="64722" y="55570"/>
                  <a:pt x="66259" y="54111"/>
                </a:cubicBezTo>
                <a:cubicBezTo>
                  <a:pt x="67796" y="52650"/>
                  <a:pt x="68728" y="51596"/>
                  <a:pt x="69055" y="50948"/>
                </a:cubicBezTo>
                <a:cubicBezTo>
                  <a:pt x="69381" y="50298"/>
                  <a:pt x="69545" y="49617"/>
                  <a:pt x="69545" y="48903"/>
                </a:cubicBezTo>
                <a:cubicBezTo>
                  <a:pt x="69545" y="47540"/>
                  <a:pt x="68924" y="46405"/>
                  <a:pt x="67681" y="45498"/>
                </a:cubicBezTo>
                <a:cubicBezTo>
                  <a:pt x="65785" y="44200"/>
                  <a:pt x="63104" y="43551"/>
                  <a:pt x="59638" y="43551"/>
                </a:cubicBezTo>
                <a:cubicBezTo>
                  <a:pt x="53230" y="43551"/>
                  <a:pt x="46886" y="45807"/>
                  <a:pt x="40609" y="50320"/>
                </a:cubicBezTo>
                <a:cubicBezTo>
                  <a:pt x="34331" y="54832"/>
                  <a:pt x="28969" y="61240"/>
                  <a:pt x="24522" y="69545"/>
                </a:cubicBezTo>
                <a:cubicBezTo>
                  <a:pt x="19160" y="79615"/>
                  <a:pt x="16479" y="89686"/>
                  <a:pt x="16479" y="99756"/>
                </a:cubicBezTo>
                <a:cubicBezTo>
                  <a:pt x="16479" y="106426"/>
                  <a:pt x="18375" y="111707"/>
                  <a:pt x="22168" y="115598"/>
                </a:cubicBezTo>
                <a:cubicBezTo>
                  <a:pt x="25961" y="119488"/>
                  <a:pt x="31127" y="121434"/>
                  <a:pt x="37666" y="121434"/>
                </a:cubicBezTo>
                <a:cubicBezTo>
                  <a:pt x="42701" y="121434"/>
                  <a:pt x="47687" y="120175"/>
                  <a:pt x="52625" y="117657"/>
                </a:cubicBezTo>
                <a:cubicBezTo>
                  <a:pt x="57562" y="115140"/>
                  <a:pt x="63104" y="110579"/>
                  <a:pt x="69251" y="103974"/>
                </a:cubicBezTo>
                <a:lnTo>
                  <a:pt x="72095" y="106524"/>
                </a:lnTo>
                <a:close/>
                <a:moveTo>
                  <a:pt x="94196" y="44532"/>
                </a:moveTo>
                <a:lnTo>
                  <a:pt x="128037" y="39039"/>
                </a:lnTo>
                <a:lnTo>
                  <a:pt x="113912" y="86809"/>
                </a:lnTo>
                <a:cubicBezTo>
                  <a:pt x="125355" y="67215"/>
                  <a:pt x="135753" y="53520"/>
                  <a:pt x="145104" y="45722"/>
                </a:cubicBezTo>
                <a:cubicBezTo>
                  <a:pt x="150401" y="41267"/>
                  <a:pt x="154717" y="39039"/>
                  <a:pt x="158052" y="39039"/>
                </a:cubicBezTo>
                <a:cubicBezTo>
                  <a:pt x="160210" y="39039"/>
                  <a:pt x="161910" y="39680"/>
                  <a:pt x="163152" y="40961"/>
                </a:cubicBezTo>
                <a:cubicBezTo>
                  <a:pt x="164395" y="42241"/>
                  <a:pt x="165016" y="44095"/>
                  <a:pt x="165016" y="46525"/>
                </a:cubicBezTo>
                <a:cubicBezTo>
                  <a:pt x="165016" y="50857"/>
                  <a:pt x="163904" y="54993"/>
                  <a:pt x="161681" y="58933"/>
                </a:cubicBezTo>
                <a:cubicBezTo>
                  <a:pt x="160112" y="61888"/>
                  <a:pt x="157856" y="63365"/>
                  <a:pt x="154913" y="63365"/>
                </a:cubicBezTo>
                <a:cubicBezTo>
                  <a:pt x="153409" y="63365"/>
                  <a:pt x="152117" y="62875"/>
                  <a:pt x="151038" y="61894"/>
                </a:cubicBezTo>
                <a:cubicBezTo>
                  <a:pt x="149959" y="60913"/>
                  <a:pt x="149289" y="59409"/>
                  <a:pt x="149028" y="57382"/>
                </a:cubicBezTo>
                <a:cubicBezTo>
                  <a:pt x="148897" y="56139"/>
                  <a:pt x="148602" y="55322"/>
                  <a:pt x="148145" y="54930"/>
                </a:cubicBezTo>
                <a:cubicBezTo>
                  <a:pt x="147622" y="54407"/>
                  <a:pt x="147000" y="54145"/>
                  <a:pt x="146281" y="54145"/>
                </a:cubicBezTo>
                <a:cubicBezTo>
                  <a:pt x="145169" y="54145"/>
                  <a:pt x="144123" y="54407"/>
                  <a:pt x="143142" y="54930"/>
                </a:cubicBezTo>
                <a:cubicBezTo>
                  <a:pt x="141442" y="55845"/>
                  <a:pt x="138859" y="58395"/>
                  <a:pt x="135393" y="62578"/>
                </a:cubicBezTo>
                <a:cubicBezTo>
                  <a:pt x="129966" y="68986"/>
                  <a:pt x="124080" y="77290"/>
                  <a:pt x="117737" y="87489"/>
                </a:cubicBezTo>
                <a:cubicBezTo>
                  <a:pt x="114991" y="91803"/>
                  <a:pt x="112637" y="96674"/>
                  <a:pt x="110675" y="102101"/>
                </a:cubicBezTo>
                <a:cubicBezTo>
                  <a:pt x="107928" y="109554"/>
                  <a:pt x="106359" y="114032"/>
                  <a:pt x="105967" y="115536"/>
                </a:cubicBezTo>
                <a:lnTo>
                  <a:pt x="102828" y="127908"/>
                </a:lnTo>
                <a:lnTo>
                  <a:pt x="87820" y="127908"/>
                </a:lnTo>
                <a:lnTo>
                  <a:pt x="105967" y="66897"/>
                </a:lnTo>
                <a:cubicBezTo>
                  <a:pt x="108059" y="59797"/>
                  <a:pt x="109105" y="54736"/>
                  <a:pt x="109105" y="51711"/>
                </a:cubicBezTo>
                <a:cubicBezTo>
                  <a:pt x="109105" y="50528"/>
                  <a:pt x="108615" y="49542"/>
                  <a:pt x="107634" y="48753"/>
                </a:cubicBezTo>
                <a:cubicBezTo>
                  <a:pt x="106326" y="47705"/>
                  <a:pt x="104593" y="47181"/>
                  <a:pt x="102435" y="47181"/>
                </a:cubicBezTo>
                <a:cubicBezTo>
                  <a:pt x="101062" y="47181"/>
                  <a:pt x="98545" y="47475"/>
                  <a:pt x="94883" y="48064"/>
                </a:cubicBezTo>
                <a:lnTo>
                  <a:pt x="94196" y="44532"/>
                </a:lnTo>
                <a:close/>
                <a:moveTo>
                  <a:pt x="247302" y="69775"/>
                </a:moveTo>
                <a:cubicBezTo>
                  <a:pt x="247302" y="79594"/>
                  <a:pt x="244703" y="89315"/>
                  <a:pt x="239504" y="98938"/>
                </a:cubicBezTo>
                <a:cubicBezTo>
                  <a:pt x="234306" y="108561"/>
                  <a:pt x="227063" y="116187"/>
                  <a:pt x="217778" y="121817"/>
                </a:cubicBezTo>
                <a:cubicBezTo>
                  <a:pt x="208492" y="127447"/>
                  <a:pt x="199468" y="130262"/>
                  <a:pt x="190705" y="130262"/>
                </a:cubicBezTo>
                <a:cubicBezTo>
                  <a:pt x="181746" y="130262"/>
                  <a:pt x="174439" y="127398"/>
                  <a:pt x="168782" y="121670"/>
                </a:cubicBezTo>
                <a:cubicBezTo>
                  <a:pt x="163126" y="115942"/>
                  <a:pt x="160298" y="108528"/>
                  <a:pt x="160298" y="99428"/>
                </a:cubicBezTo>
                <a:cubicBezTo>
                  <a:pt x="160298" y="89805"/>
                  <a:pt x="163061" y="80150"/>
                  <a:pt x="168586" y="70461"/>
                </a:cubicBezTo>
                <a:cubicBezTo>
                  <a:pt x="174112" y="60773"/>
                  <a:pt x="181501" y="53114"/>
                  <a:pt x="190754" y="47484"/>
                </a:cubicBezTo>
                <a:cubicBezTo>
                  <a:pt x="200007" y="41854"/>
                  <a:pt x="208950" y="39039"/>
                  <a:pt x="217582" y="39039"/>
                </a:cubicBezTo>
                <a:cubicBezTo>
                  <a:pt x="226213" y="39039"/>
                  <a:pt x="233325" y="41887"/>
                  <a:pt x="238916" y="47582"/>
                </a:cubicBezTo>
                <a:cubicBezTo>
                  <a:pt x="244507" y="53278"/>
                  <a:pt x="247302" y="60675"/>
                  <a:pt x="247302" y="69775"/>
                </a:cubicBezTo>
                <a:moveTo>
                  <a:pt x="231020" y="62844"/>
                </a:moveTo>
                <a:cubicBezTo>
                  <a:pt x="231020" y="56740"/>
                  <a:pt x="229532" y="52065"/>
                  <a:pt x="226557" y="48818"/>
                </a:cubicBezTo>
                <a:cubicBezTo>
                  <a:pt x="223581" y="45568"/>
                  <a:pt x="219740" y="43944"/>
                  <a:pt x="215031" y="43944"/>
                </a:cubicBezTo>
                <a:cubicBezTo>
                  <a:pt x="205419" y="43944"/>
                  <a:pt x="196574" y="50852"/>
                  <a:pt x="188498" y="64668"/>
                </a:cubicBezTo>
                <a:cubicBezTo>
                  <a:pt x="180422" y="78482"/>
                  <a:pt x="176384" y="92215"/>
                  <a:pt x="176384" y="105865"/>
                </a:cubicBezTo>
                <a:cubicBezTo>
                  <a:pt x="176384" y="112100"/>
                  <a:pt x="177954" y="116908"/>
                  <a:pt x="181093" y="120287"/>
                </a:cubicBezTo>
                <a:cubicBezTo>
                  <a:pt x="184231" y="123667"/>
                  <a:pt x="188188" y="125357"/>
                  <a:pt x="192961" y="125357"/>
                </a:cubicBezTo>
                <a:cubicBezTo>
                  <a:pt x="202182" y="125357"/>
                  <a:pt x="210830" y="118483"/>
                  <a:pt x="218906" y="104734"/>
                </a:cubicBezTo>
                <a:cubicBezTo>
                  <a:pt x="226982" y="90983"/>
                  <a:pt x="231020" y="77020"/>
                  <a:pt x="231020" y="62844"/>
                </a:cubicBezTo>
                <a:close/>
                <a:moveTo>
                  <a:pt x="327735" y="39039"/>
                </a:moveTo>
                <a:lnTo>
                  <a:pt x="321752" y="69251"/>
                </a:lnTo>
                <a:lnTo>
                  <a:pt x="318122" y="69251"/>
                </a:lnTo>
                <a:cubicBezTo>
                  <a:pt x="317796" y="60419"/>
                  <a:pt x="315932" y="53993"/>
                  <a:pt x="312531" y="49973"/>
                </a:cubicBezTo>
                <a:cubicBezTo>
                  <a:pt x="309131" y="45954"/>
                  <a:pt x="304913" y="43944"/>
                  <a:pt x="299878" y="43944"/>
                </a:cubicBezTo>
                <a:cubicBezTo>
                  <a:pt x="295824" y="43944"/>
                  <a:pt x="292603" y="45059"/>
                  <a:pt x="290216" y="47288"/>
                </a:cubicBezTo>
                <a:cubicBezTo>
                  <a:pt x="287829" y="49515"/>
                  <a:pt x="286636" y="52202"/>
                  <a:pt x="286636" y="55347"/>
                </a:cubicBezTo>
                <a:cubicBezTo>
                  <a:pt x="286636" y="57511"/>
                  <a:pt x="287110" y="59576"/>
                  <a:pt x="288058" y="61542"/>
                </a:cubicBezTo>
                <a:cubicBezTo>
                  <a:pt x="289006" y="63507"/>
                  <a:pt x="291083" y="66260"/>
                  <a:pt x="294287" y="69799"/>
                </a:cubicBezTo>
                <a:cubicBezTo>
                  <a:pt x="302788" y="79108"/>
                  <a:pt x="308281" y="86121"/>
                  <a:pt x="310766" y="90839"/>
                </a:cubicBezTo>
                <a:cubicBezTo>
                  <a:pt x="313251" y="95558"/>
                  <a:pt x="314493" y="100015"/>
                  <a:pt x="314493" y="104210"/>
                </a:cubicBezTo>
                <a:cubicBezTo>
                  <a:pt x="314493" y="111025"/>
                  <a:pt x="311665" y="117071"/>
                  <a:pt x="306009" y="122347"/>
                </a:cubicBezTo>
                <a:cubicBezTo>
                  <a:pt x="300352" y="127624"/>
                  <a:pt x="293208" y="130262"/>
                  <a:pt x="284576" y="130262"/>
                </a:cubicBezTo>
                <a:cubicBezTo>
                  <a:pt x="279868" y="130262"/>
                  <a:pt x="274440" y="129150"/>
                  <a:pt x="268293" y="126927"/>
                </a:cubicBezTo>
                <a:cubicBezTo>
                  <a:pt x="266135" y="126142"/>
                  <a:pt x="264468" y="125750"/>
                  <a:pt x="263291" y="125750"/>
                </a:cubicBezTo>
                <a:cubicBezTo>
                  <a:pt x="260348" y="125750"/>
                  <a:pt x="258125" y="127254"/>
                  <a:pt x="256621" y="130262"/>
                </a:cubicBezTo>
                <a:lnTo>
                  <a:pt x="252992" y="130262"/>
                </a:lnTo>
                <a:lnTo>
                  <a:pt x="258975" y="98285"/>
                </a:lnTo>
                <a:lnTo>
                  <a:pt x="262604" y="98285"/>
                </a:lnTo>
                <a:cubicBezTo>
                  <a:pt x="262997" y="108296"/>
                  <a:pt x="265056" y="115377"/>
                  <a:pt x="268784" y="119527"/>
                </a:cubicBezTo>
                <a:cubicBezTo>
                  <a:pt x="272511" y="123676"/>
                  <a:pt x="277612" y="125750"/>
                  <a:pt x="284086" y="125750"/>
                </a:cubicBezTo>
                <a:cubicBezTo>
                  <a:pt x="289056" y="125750"/>
                  <a:pt x="292995" y="124359"/>
                  <a:pt x="295905" y="121578"/>
                </a:cubicBezTo>
                <a:cubicBezTo>
                  <a:pt x="298815" y="118795"/>
                  <a:pt x="300270" y="115374"/>
                  <a:pt x="300270" y="111315"/>
                </a:cubicBezTo>
                <a:cubicBezTo>
                  <a:pt x="300270" y="108696"/>
                  <a:pt x="299747" y="106273"/>
                  <a:pt x="298701" y="104048"/>
                </a:cubicBezTo>
                <a:cubicBezTo>
                  <a:pt x="296870" y="100120"/>
                  <a:pt x="293028" y="94686"/>
                  <a:pt x="287175" y="87747"/>
                </a:cubicBezTo>
                <a:cubicBezTo>
                  <a:pt x="281323" y="80807"/>
                  <a:pt x="277563" y="75602"/>
                  <a:pt x="275895" y="72132"/>
                </a:cubicBezTo>
                <a:cubicBezTo>
                  <a:pt x="274228" y="68662"/>
                  <a:pt x="273394" y="65192"/>
                  <a:pt x="273394" y="61722"/>
                </a:cubicBezTo>
                <a:cubicBezTo>
                  <a:pt x="273394" y="55373"/>
                  <a:pt x="275699" y="50006"/>
                  <a:pt x="280309" y="45620"/>
                </a:cubicBezTo>
                <a:cubicBezTo>
                  <a:pt x="284919" y="41233"/>
                  <a:pt x="290854" y="39039"/>
                  <a:pt x="298112" y="39039"/>
                </a:cubicBezTo>
                <a:cubicBezTo>
                  <a:pt x="300205" y="39039"/>
                  <a:pt x="302101" y="39206"/>
                  <a:pt x="303802" y="39539"/>
                </a:cubicBezTo>
                <a:cubicBezTo>
                  <a:pt x="304717" y="39739"/>
                  <a:pt x="306859" y="40491"/>
                  <a:pt x="310226" y="41795"/>
                </a:cubicBezTo>
                <a:cubicBezTo>
                  <a:pt x="313594" y="43097"/>
                  <a:pt x="315834" y="43748"/>
                  <a:pt x="316945" y="43748"/>
                </a:cubicBezTo>
                <a:cubicBezTo>
                  <a:pt x="319757" y="43748"/>
                  <a:pt x="322111" y="42178"/>
                  <a:pt x="324008" y="39039"/>
                </a:cubicBezTo>
                <a:lnTo>
                  <a:pt x="327735" y="39039"/>
                </a:lnTo>
                <a:close/>
                <a:moveTo>
                  <a:pt x="405880" y="39039"/>
                </a:moveTo>
                <a:lnTo>
                  <a:pt x="399896" y="69251"/>
                </a:lnTo>
                <a:lnTo>
                  <a:pt x="396267" y="69251"/>
                </a:lnTo>
                <a:cubicBezTo>
                  <a:pt x="395940" y="60419"/>
                  <a:pt x="394076" y="53993"/>
                  <a:pt x="390676" y="49973"/>
                </a:cubicBezTo>
                <a:cubicBezTo>
                  <a:pt x="387275" y="45954"/>
                  <a:pt x="383058" y="43944"/>
                  <a:pt x="378022" y="43944"/>
                </a:cubicBezTo>
                <a:cubicBezTo>
                  <a:pt x="373968" y="43944"/>
                  <a:pt x="370747" y="45059"/>
                  <a:pt x="368361" y="47288"/>
                </a:cubicBezTo>
                <a:cubicBezTo>
                  <a:pt x="365974" y="49515"/>
                  <a:pt x="364780" y="52202"/>
                  <a:pt x="364780" y="55347"/>
                </a:cubicBezTo>
                <a:cubicBezTo>
                  <a:pt x="364780" y="57511"/>
                  <a:pt x="365254" y="59576"/>
                  <a:pt x="366203" y="61542"/>
                </a:cubicBezTo>
                <a:cubicBezTo>
                  <a:pt x="367151" y="63507"/>
                  <a:pt x="369227" y="66260"/>
                  <a:pt x="372431" y="69799"/>
                </a:cubicBezTo>
                <a:cubicBezTo>
                  <a:pt x="380932" y="79108"/>
                  <a:pt x="386425" y="86121"/>
                  <a:pt x="388910" y="90839"/>
                </a:cubicBezTo>
                <a:cubicBezTo>
                  <a:pt x="391395" y="95558"/>
                  <a:pt x="392638" y="100015"/>
                  <a:pt x="392638" y="104210"/>
                </a:cubicBezTo>
                <a:cubicBezTo>
                  <a:pt x="392638" y="111025"/>
                  <a:pt x="389809" y="117071"/>
                  <a:pt x="384153" y="122347"/>
                </a:cubicBezTo>
                <a:cubicBezTo>
                  <a:pt x="378496" y="127624"/>
                  <a:pt x="371352" y="130262"/>
                  <a:pt x="362721" y="130262"/>
                </a:cubicBezTo>
                <a:cubicBezTo>
                  <a:pt x="358012" y="130262"/>
                  <a:pt x="352585" y="129150"/>
                  <a:pt x="346438" y="126927"/>
                </a:cubicBezTo>
                <a:cubicBezTo>
                  <a:pt x="344280" y="126142"/>
                  <a:pt x="342612" y="125750"/>
                  <a:pt x="341435" y="125750"/>
                </a:cubicBezTo>
                <a:cubicBezTo>
                  <a:pt x="338493" y="125750"/>
                  <a:pt x="336269" y="127254"/>
                  <a:pt x="334765" y="130262"/>
                </a:cubicBezTo>
                <a:lnTo>
                  <a:pt x="331136" y="130262"/>
                </a:lnTo>
                <a:lnTo>
                  <a:pt x="337119" y="98285"/>
                </a:lnTo>
                <a:lnTo>
                  <a:pt x="340749" y="98285"/>
                </a:lnTo>
                <a:cubicBezTo>
                  <a:pt x="341141" y="108296"/>
                  <a:pt x="343201" y="115377"/>
                  <a:pt x="346928" y="119527"/>
                </a:cubicBezTo>
                <a:cubicBezTo>
                  <a:pt x="350656" y="123676"/>
                  <a:pt x="355756" y="125750"/>
                  <a:pt x="362230" y="125750"/>
                </a:cubicBezTo>
                <a:cubicBezTo>
                  <a:pt x="367200" y="125750"/>
                  <a:pt x="371140" y="124359"/>
                  <a:pt x="374050" y="121578"/>
                </a:cubicBezTo>
                <a:cubicBezTo>
                  <a:pt x="376960" y="118795"/>
                  <a:pt x="378415" y="115374"/>
                  <a:pt x="378415" y="111315"/>
                </a:cubicBezTo>
                <a:cubicBezTo>
                  <a:pt x="378415" y="108696"/>
                  <a:pt x="377892" y="106273"/>
                  <a:pt x="376845" y="104048"/>
                </a:cubicBezTo>
                <a:cubicBezTo>
                  <a:pt x="375014" y="100120"/>
                  <a:pt x="371173" y="94686"/>
                  <a:pt x="365320" y="87747"/>
                </a:cubicBezTo>
                <a:cubicBezTo>
                  <a:pt x="359467" y="80807"/>
                  <a:pt x="355707" y="75602"/>
                  <a:pt x="354040" y="72132"/>
                </a:cubicBezTo>
                <a:cubicBezTo>
                  <a:pt x="352372" y="68662"/>
                  <a:pt x="351538" y="65192"/>
                  <a:pt x="351538" y="61722"/>
                </a:cubicBezTo>
                <a:cubicBezTo>
                  <a:pt x="351538" y="55373"/>
                  <a:pt x="353843" y="50006"/>
                  <a:pt x="358454" y="45620"/>
                </a:cubicBezTo>
                <a:cubicBezTo>
                  <a:pt x="363064" y="41233"/>
                  <a:pt x="368998" y="39039"/>
                  <a:pt x="376257" y="39039"/>
                </a:cubicBezTo>
                <a:cubicBezTo>
                  <a:pt x="378349" y="39039"/>
                  <a:pt x="380246" y="39206"/>
                  <a:pt x="381946" y="39539"/>
                </a:cubicBezTo>
                <a:cubicBezTo>
                  <a:pt x="382861" y="39739"/>
                  <a:pt x="385003" y="40491"/>
                  <a:pt x="388371" y="41795"/>
                </a:cubicBezTo>
                <a:cubicBezTo>
                  <a:pt x="391738" y="43097"/>
                  <a:pt x="393978" y="43748"/>
                  <a:pt x="395090" y="43748"/>
                </a:cubicBezTo>
                <a:cubicBezTo>
                  <a:pt x="397902" y="43748"/>
                  <a:pt x="400256" y="42178"/>
                  <a:pt x="402152" y="39039"/>
                </a:cubicBezTo>
                <a:lnTo>
                  <a:pt x="405880" y="39039"/>
                </a:lnTo>
                <a:close/>
                <a:moveTo>
                  <a:pt x="456069" y="0"/>
                </a:moveTo>
                <a:cubicBezTo>
                  <a:pt x="458815" y="0"/>
                  <a:pt x="461137" y="948"/>
                  <a:pt x="463033" y="2845"/>
                </a:cubicBezTo>
                <a:cubicBezTo>
                  <a:pt x="464930" y="4741"/>
                  <a:pt x="465878" y="7062"/>
                  <a:pt x="465878" y="9809"/>
                </a:cubicBezTo>
                <a:cubicBezTo>
                  <a:pt x="465878" y="12490"/>
                  <a:pt x="464913" y="14795"/>
                  <a:pt x="462984" y="16724"/>
                </a:cubicBezTo>
                <a:cubicBezTo>
                  <a:pt x="461055" y="18653"/>
                  <a:pt x="458750" y="19618"/>
                  <a:pt x="456069" y="19618"/>
                </a:cubicBezTo>
                <a:cubicBezTo>
                  <a:pt x="453388" y="19618"/>
                  <a:pt x="451083" y="18653"/>
                  <a:pt x="449154" y="16724"/>
                </a:cubicBezTo>
                <a:cubicBezTo>
                  <a:pt x="447225" y="14795"/>
                  <a:pt x="446260" y="12490"/>
                  <a:pt x="446260" y="9809"/>
                </a:cubicBezTo>
                <a:cubicBezTo>
                  <a:pt x="446260" y="7062"/>
                  <a:pt x="447208" y="4741"/>
                  <a:pt x="449105" y="2845"/>
                </a:cubicBezTo>
                <a:cubicBezTo>
                  <a:pt x="451001" y="948"/>
                  <a:pt x="453322" y="0"/>
                  <a:pt x="456069" y="0"/>
                </a:cubicBezTo>
                <a:moveTo>
                  <a:pt x="457344" y="39039"/>
                </a:moveTo>
                <a:lnTo>
                  <a:pt x="437922" y="107833"/>
                </a:lnTo>
                <a:cubicBezTo>
                  <a:pt x="436615" y="112478"/>
                  <a:pt x="435961" y="115258"/>
                  <a:pt x="435961" y="116174"/>
                </a:cubicBezTo>
                <a:cubicBezTo>
                  <a:pt x="435961" y="117224"/>
                  <a:pt x="436271" y="118078"/>
                  <a:pt x="436893" y="118736"/>
                </a:cubicBezTo>
                <a:cubicBezTo>
                  <a:pt x="437514" y="119392"/>
                  <a:pt x="438249" y="119720"/>
                  <a:pt x="439100" y="119720"/>
                </a:cubicBezTo>
                <a:cubicBezTo>
                  <a:pt x="440080" y="119720"/>
                  <a:pt x="441258" y="119195"/>
                  <a:pt x="442631" y="118145"/>
                </a:cubicBezTo>
                <a:cubicBezTo>
                  <a:pt x="446358" y="115196"/>
                  <a:pt x="450118" y="111008"/>
                  <a:pt x="453911" y="105580"/>
                </a:cubicBezTo>
                <a:lnTo>
                  <a:pt x="457344" y="107836"/>
                </a:lnTo>
                <a:cubicBezTo>
                  <a:pt x="452897" y="114643"/>
                  <a:pt x="447666" y="120378"/>
                  <a:pt x="441650" y="125042"/>
                </a:cubicBezTo>
                <a:cubicBezTo>
                  <a:pt x="437203" y="128522"/>
                  <a:pt x="432953" y="130262"/>
                  <a:pt x="428898" y="130262"/>
                </a:cubicBezTo>
                <a:cubicBezTo>
                  <a:pt x="426217" y="130262"/>
                  <a:pt x="424027" y="129461"/>
                  <a:pt x="422326" y="127859"/>
                </a:cubicBezTo>
                <a:cubicBezTo>
                  <a:pt x="420626" y="126257"/>
                  <a:pt x="419776" y="124246"/>
                  <a:pt x="419776" y="121826"/>
                </a:cubicBezTo>
                <a:cubicBezTo>
                  <a:pt x="419776" y="119403"/>
                  <a:pt x="420593" y="115374"/>
                  <a:pt x="422228" y="109740"/>
                </a:cubicBezTo>
                <a:lnTo>
                  <a:pt x="434980" y="65719"/>
                </a:lnTo>
                <a:cubicBezTo>
                  <a:pt x="437072" y="58567"/>
                  <a:pt x="438119" y="54081"/>
                  <a:pt x="438119" y="52260"/>
                </a:cubicBezTo>
                <a:cubicBezTo>
                  <a:pt x="438119" y="50829"/>
                  <a:pt x="437612" y="49658"/>
                  <a:pt x="436598" y="48747"/>
                </a:cubicBezTo>
                <a:cubicBezTo>
                  <a:pt x="435585" y="47834"/>
                  <a:pt x="434195" y="47377"/>
                  <a:pt x="432430" y="47377"/>
                </a:cubicBezTo>
                <a:cubicBezTo>
                  <a:pt x="430991" y="47377"/>
                  <a:pt x="428016" y="47737"/>
                  <a:pt x="423503" y="48456"/>
                </a:cubicBezTo>
                <a:lnTo>
                  <a:pt x="423503" y="44532"/>
                </a:lnTo>
                <a:lnTo>
                  <a:pt x="457344" y="39039"/>
                </a:lnTo>
                <a:close/>
                <a:moveTo>
                  <a:pt x="511327" y="39039"/>
                </a:moveTo>
                <a:lnTo>
                  <a:pt x="498281" y="83805"/>
                </a:lnTo>
                <a:cubicBezTo>
                  <a:pt x="510509" y="65505"/>
                  <a:pt x="519877" y="53470"/>
                  <a:pt x="526383" y="47699"/>
                </a:cubicBezTo>
                <a:cubicBezTo>
                  <a:pt x="532890" y="41926"/>
                  <a:pt x="539151" y="39039"/>
                  <a:pt x="545167" y="39039"/>
                </a:cubicBezTo>
                <a:cubicBezTo>
                  <a:pt x="548437" y="39039"/>
                  <a:pt x="551134" y="40124"/>
                  <a:pt x="553260" y="42295"/>
                </a:cubicBezTo>
                <a:cubicBezTo>
                  <a:pt x="555385" y="44465"/>
                  <a:pt x="556448" y="47292"/>
                  <a:pt x="556448" y="50776"/>
                </a:cubicBezTo>
                <a:cubicBezTo>
                  <a:pt x="556448" y="54702"/>
                  <a:pt x="555499" y="59937"/>
                  <a:pt x="553603" y="66483"/>
                </a:cubicBezTo>
                <a:lnTo>
                  <a:pt x="541636" y="107809"/>
                </a:lnTo>
                <a:cubicBezTo>
                  <a:pt x="540263" y="112587"/>
                  <a:pt x="539576" y="115499"/>
                  <a:pt x="539576" y="116545"/>
                </a:cubicBezTo>
                <a:cubicBezTo>
                  <a:pt x="539576" y="117460"/>
                  <a:pt x="539838" y="118229"/>
                  <a:pt x="540361" y="118850"/>
                </a:cubicBezTo>
                <a:cubicBezTo>
                  <a:pt x="540884" y="119469"/>
                  <a:pt x="541440" y="119779"/>
                  <a:pt x="542029" y="119779"/>
                </a:cubicBezTo>
                <a:cubicBezTo>
                  <a:pt x="542813" y="119779"/>
                  <a:pt x="543761" y="119354"/>
                  <a:pt x="544873" y="118504"/>
                </a:cubicBezTo>
                <a:cubicBezTo>
                  <a:pt x="548339" y="115759"/>
                  <a:pt x="552132" y="111575"/>
                  <a:pt x="556251" y="105951"/>
                </a:cubicBezTo>
                <a:lnTo>
                  <a:pt x="559292" y="107815"/>
                </a:lnTo>
                <a:cubicBezTo>
                  <a:pt x="553211" y="116508"/>
                  <a:pt x="547456" y="122716"/>
                  <a:pt x="542029" y="126440"/>
                </a:cubicBezTo>
                <a:cubicBezTo>
                  <a:pt x="538236" y="128988"/>
                  <a:pt x="534835" y="130262"/>
                  <a:pt x="531827" y="130262"/>
                </a:cubicBezTo>
                <a:cubicBezTo>
                  <a:pt x="529408" y="130262"/>
                  <a:pt x="527479" y="129526"/>
                  <a:pt x="526040" y="128055"/>
                </a:cubicBezTo>
                <a:cubicBezTo>
                  <a:pt x="524601" y="126584"/>
                  <a:pt x="523882" y="124605"/>
                  <a:pt x="523882" y="122121"/>
                </a:cubicBezTo>
                <a:cubicBezTo>
                  <a:pt x="523882" y="118990"/>
                  <a:pt x="524994" y="113609"/>
                  <a:pt x="527217" y="105979"/>
                </a:cubicBezTo>
                <a:lnTo>
                  <a:pt x="538595" y="66657"/>
                </a:lnTo>
                <a:cubicBezTo>
                  <a:pt x="540034" y="61765"/>
                  <a:pt x="540753" y="57950"/>
                  <a:pt x="540753" y="55212"/>
                </a:cubicBezTo>
                <a:cubicBezTo>
                  <a:pt x="540753" y="53908"/>
                  <a:pt x="540328" y="52848"/>
                  <a:pt x="539478" y="52033"/>
                </a:cubicBezTo>
                <a:cubicBezTo>
                  <a:pt x="538628" y="51218"/>
                  <a:pt x="537582" y="50810"/>
                  <a:pt x="536339" y="50810"/>
                </a:cubicBezTo>
                <a:cubicBezTo>
                  <a:pt x="534508" y="50810"/>
                  <a:pt x="532318" y="51593"/>
                  <a:pt x="529767" y="53158"/>
                </a:cubicBezTo>
                <a:cubicBezTo>
                  <a:pt x="524928" y="56090"/>
                  <a:pt x="519893" y="60931"/>
                  <a:pt x="514662" y="67678"/>
                </a:cubicBezTo>
                <a:cubicBezTo>
                  <a:pt x="509430" y="74424"/>
                  <a:pt x="503905" y="83043"/>
                  <a:pt x="498085" y="93537"/>
                </a:cubicBezTo>
                <a:cubicBezTo>
                  <a:pt x="495011" y="99077"/>
                  <a:pt x="492461" y="105139"/>
                  <a:pt x="490434" y="111723"/>
                </a:cubicBezTo>
                <a:lnTo>
                  <a:pt x="485529" y="127908"/>
                </a:lnTo>
                <a:lnTo>
                  <a:pt x="470816" y="127908"/>
                </a:lnTo>
                <a:lnTo>
                  <a:pt x="488668" y="66308"/>
                </a:lnTo>
                <a:cubicBezTo>
                  <a:pt x="490761" y="58960"/>
                  <a:pt x="491807" y="54537"/>
                  <a:pt x="491807" y="53042"/>
                </a:cubicBezTo>
                <a:cubicBezTo>
                  <a:pt x="491807" y="51611"/>
                  <a:pt x="491235" y="50358"/>
                  <a:pt x="490091" y="49283"/>
                </a:cubicBezTo>
                <a:cubicBezTo>
                  <a:pt x="488946" y="48209"/>
                  <a:pt x="487524" y="47671"/>
                  <a:pt x="485824" y="47671"/>
                </a:cubicBezTo>
                <a:cubicBezTo>
                  <a:pt x="485039" y="47671"/>
                  <a:pt x="483666" y="47802"/>
                  <a:pt x="481704" y="48064"/>
                </a:cubicBezTo>
                <a:lnTo>
                  <a:pt x="477977" y="48652"/>
                </a:lnTo>
                <a:lnTo>
                  <a:pt x="477388" y="45121"/>
                </a:lnTo>
                <a:lnTo>
                  <a:pt x="511327" y="39039"/>
                </a:lnTo>
                <a:close/>
                <a:moveTo>
                  <a:pt x="672094" y="45121"/>
                </a:moveTo>
                <a:lnTo>
                  <a:pt x="669249" y="55322"/>
                </a:lnTo>
                <a:lnTo>
                  <a:pt x="652869" y="55322"/>
                </a:lnTo>
                <a:cubicBezTo>
                  <a:pt x="654111" y="58853"/>
                  <a:pt x="654732" y="62156"/>
                  <a:pt x="654732" y="65229"/>
                </a:cubicBezTo>
                <a:cubicBezTo>
                  <a:pt x="654732" y="73861"/>
                  <a:pt x="651070" y="81544"/>
                  <a:pt x="643746" y="88280"/>
                </a:cubicBezTo>
                <a:cubicBezTo>
                  <a:pt x="636357" y="95015"/>
                  <a:pt x="626221" y="98743"/>
                  <a:pt x="613339" y="99462"/>
                </a:cubicBezTo>
                <a:cubicBezTo>
                  <a:pt x="606407" y="101567"/>
                  <a:pt x="601208" y="104066"/>
                  <a:pt x="597743" y="106960"/>
                </a:cubicBezTo>
                <a:cubicBezTo>
                  <a:pt x="596435" y="108012"/>
                  <a:pt x="595781" y="109097"/>
                  <a:pt x="595781" y="110215"/>
                </a:cubicBezTo>
                <a:cubicBezTo>
                  <a:pt x="595781" y="111531"/>
                  <a:pt x="596369" y="112732"/>
                  <a:pt x="597546" y="113817"/>
                </a:cubicBezTo>
                <a:cubicBezTo>
                  <a:pt x="598724" y="114902"/>
                  <a:pt x="601699" y="116003"/>
                  <a:pt x="606473" y="117121"/>
                </a:cubicBezTo>
                <a:lnTo>
                  <a:pt x="625502" y="121498"/>
                </a:lnTo>
                <a:cubicBezTo>
                  <a:pt x="636030" y="123961"/>
                  <a:pt x="642994" y="126894"/>
                  <a:pt x="646395" y="130299"/>
                </a:cubicBezTo>
                <a:cubicBezTo>
                  <a:pt x="649730" y="133771"/>
                  <a:pt x="651397" y="137766"/>
                  <a:pt x="651397" y="142284"/>
                </a:cubicBezTo>
                <a:cubicBezTo>
                  <a:pt x="651397" y="147654"/>
                  <a:pt x="649419" y="152566"/>
                  <a:pt x="645463" y="157019"/>
                </a:cubicBezTo>
                <a:cubicBezTo>
                  <a:pt x="641507" y="161472"/>
                  <a:pt x="635719" y="164959"/>
                  <a:pt x="628101" y="167480"/>
                </a:cubicBezTo>
                <a:cubicBezTo>
                  <a:pt x="620483" y="170002"/>
                  <a:pt x="612064" y="171263"/>
                  <a:pt x="602843" y="171263"/>
                </a:cubicBezTo>
                <a:cubicBezTo>
                  <a:pt x="594735" y="171263"/>
                  <a:pt x="587345" y="170296"/>
                  <a:pt x="580675" y="168363"/>
                </a:cubicBezTo>
                <a:cubicBezTo>
                  <a:pt x="574005" y="166432"/>
                  <a:pt x="569232" y="163830"/>
                  <a:pt x="566354" y="160556"/>
                </a:cubicBezTo>
                <a:cubicBezTo>
                  <a:pt x="563477" y="157282"/>
                  <a:pt x="562038" y="153910"/>
                  <a:pt x="562038" y="150441"/>
                </a:cubicBezTo>
                <a:cubicBezTo>
                  <a:pt x="562038" y="147625"/>
                  <a:pt x="562970" y="144694"/>
                  <a:pt x="564834" y="141649"/>
                </a:cubicBezTo>
                <a:cubicBezTo>
                  <a:pt x="566698" y="138605"/>
                  <a:pt x="569035" y="136100"/>
                  <a:pt x="571847" y="134136"/>
                </a:cubicBezTo>
                <a:cubicBezTo>
                  <a:pt x="573613" y="132892"/>
                  <a:pt x="578615" y="129945"/>
                  <a:pt x="586855" y="125296"/>
                </a:cubicBezTo>
                <a:cubicBezTo>
                  <a:pt x="583847" y="122938"/>
                  <a:pt x="582343" y="120351"/>
                  <a:pt x="582343" y="117535"/>
                </a:cubicBezTo>
                <a:cubicBezTo>
                  <a:pt x="582343" y="114917"/>
                  <a:pt x="583667" y="112135"/>
                  <a:pt x="586315" y="109188"/>
                </a:cubicBezTo>
                <a:cubicBezTo>
                  <a:pt x="588964" y="106239"/>
                  <a:pt x="594571" y="102997"/>
                  <a:pt x="603138" y="99462"/>
                </a:cubicBezTo>
                <a:cubicBezTo>
                  <a:pt x="595944" y="98089"/>
                  <a:pt x="590239" y="95081"/>
                  <a:pt x="586021" y="90438"/>
                </a:cubicBezTo>
                <a:cubicBezTo>
                  <a:pt x="581803" y="85795"/>
                  <a:pt x="579694" y="80629"/>
                  <a:pt x="579694" y="74940"/>
                </a:cubicBezTo>
                <a:cubicBezTo>
                  <a:pt x="579694" y="65654"/>
                  <a:pt x="583765" y="57349"/>
                  <a:pt x="591906" y="50025"/>
                </a:cubicBezTo>
                <a:cubicBezTo>
                  <a:pt x="600048" y="42701"/>
                  <a:pt x="610887" y="39039"/>
                  <a:pt x="624423" y="39039"/>
                </a:cubicBezTo>
                <a:cubicBezTo>
                  <a:pt x="629327" y="39039"/>
                  <a:pt x="633349" y="39530"/>
                  <a:pt x="636488" y="40511"/>
                </a:cubicBezTo>
                <a:cubicBezTo>
                  <a:pt x="639627" y="41492"/>
                  <a:pt x="642667" y="43028"/>
                  <a:pt x="645610" y="45121"/>
                </a:cubicBezTo>
                <a:lnTo>
                  <a:pt x="672094" y="45121"/>
                </a:lnTo>
                <a:moveTo>
                  <a:pt x="638057" y="60524"/>
                </a:moveTo>
                <a:cubicBezTo>
                  <a:pt x="638057" y="55321"/>
                  <a:pt x="636602" y="51225"/>
                  <a:pt x="633692" y="48235"/>
                </a:cubicBezTo>
                <a:cubicBezTo>
                  <a:pt x="630782" y="45243"/>
                  <a:pt x="626973" y="43748"/>
                  <a:pt x="622265" y="43748"/>
                </a:cubicBezTo>
                <a:cubicBezTo>
                  <a:pt x="614875" y="43748"/>
                  <a:pt x="608778" y="47437"/>
                  <a:pt x="603971" y="54816"/>
                </a:cubicBezTo>
                <a:cubicBezTo>
                  <a:pt x="599165" y="62195"/>
                  <a:pt x="596762" y="69884"/>
                  <a:pt x="596762" y="77882"/>
                </a:cubicBezTo>
                <a:cubicBezTo>
                  <a:pt x="596762" y="82889"/>
                  <a:pt x="598298" y="86985"/>
                  <a:pt x="601372" y="90171"/>
                </a:cubicBezTo>
                <a:cubicBezTo>
                  <a:pt x="604445" y="93357"/>
                  <a:pt x="608173" y="94950"/>
                  <a:pt x="612554" y="94950"/>
                </a:cubicBezTo>
                <a:cubicBezTo>
                  <a:pt x="616020" y="94950"/>
                  <a:pt x="619371" y="94008"/>
                  <a:pt x="622608" y="92124"/>
                </a:cubicBezTo>
                <a:cubicBezTo>
                  <a:pt x="625845" y="90238"/>
                  <a:pt x="628575" y="87636"/>
                  <a:pt x="630799" y="84320"/>
                </a:cubicBezTo>
                <a:cubicBezTo>
                  <a:pt x="633022" y="81003"/>
                  <a:pt x="634788" y="76777"/>
                  <a:pt x="636095" y="71642"/>
                </a:cubicBezTo>
                <a:cubicBezTo>
                  <a:pt x="637403" y="66504"/>
                  <a:pt x="638057" y="62798"/>
                  <a:pt x="638057" y="60524"/>
                </a:cubicBezTo>
                <a:moveTo>
                  <a:pt x="591073" y="127850"/>
                </a:moveTo>
                <a:cubicBezTo>
                  <a:pt x="585776" y="130273"/>
                  <a:pt x="581771" y="133384"/>
                  <a:pt x="579057" y="137183"/>
                </a:cubicBezTo>
                <a:cubicBezTo>
                  <a:pt x="576343" y="140982"/>
                  <a:pt x="574986" y="144715"/>
                  <a:pt x="574986" y="148381"/>
                </a:cubicBezTo>
                <a:cubicBezTo>
                  <a:pt x="574986" y="152705"/>
                  <a:pt x="576948" y="156275"/>
                  <a:pt x="580871" y="159091"/>
                </a:cubicBezTo>
                <a:cubicBezTo>
                  <a:pt x="586495" y="163151"/>
                  <a:pt x="594735" y="165182"/>
                  <a:pt x="605590" y="165182"/>
                </a:cubicBezTo>
                <a:cubicBezTo>
                  <a:pt x="614941" y="165182"/>
                  <a:pt x="622935" y="163593"/>
                  <a:pt x="629572" y="160415"/>
                </a:cubicBezTo>
                <a:cubicBezTo>
                  <a:pt x="636210" y="157239"/>
                  <a:pt x="639528" y="153130"/>
                  <a:pt x="639528" y="148086"/>
                </a:cubicBezTo>
                <a:cubicBezTo>
                  <a:pt x="639528" y="145532"/>
                  <a:pt x="638302" y="143108"/>
                  <a:pt x="635850" y="140816"/>
                </a:cubicBezTo>
                <a:cubicBezTo>
                  <a:pt x="633398" y="138523"/>
                  <a:pt x="628641" y="136656"/>
                  <a:pt x="621578" y="135215"/>
                </a:cubicBezTo>
                <a:cubicBezTo>
                  <a:pt x="617720" y="134431"/>
                  <a:pt x="607552" y="131975"/>
                  <a:pt x="591073" y="127850"/>
                </a:cubicBezTo>
                <a:close/>
              </a:path>
            </a:pathLst>
          </a:custGeom>
          <a:solidFill xmlns:a="http://schemas.openxmlformats.org/drawingml/2006/main">
            <a:srgbClr val="181F2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07536-40DD-4327-B2C9-D5438E9C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333" y="3848234"/>
            <a:ext cx="513759" cy="320364"/>
          </a:xfrm>
          <a:custGeom xmlns:a="http://schemas.openxmlformats.org/drawingml/2006/main">
            <a:pathLst>
              <a:path w="513759" h="320364">
                <a:moveTo>
                  <a:pt x="447913" y="105987"/>
                </a:moveTo>
                <a:lnTo>
                  <a:pt x="513759" y="0"/>
                </a:lnTo>
                <a:lnTo>
                  <a:pt x="389460" y="10910"/>
                </a:lnTo>
                <a:lnTo>
                  <a:pt x="414304" y="51322"/>
                </a:lnTo>
                <a:lnTo>
                  <a:pt x="0" y="306141"/>
                </a:lnTo>
                <a:lnTo>
                  <a:pt x="8794" y="320364"/>
                </a:lnTo>
                <a:lnTo>
                  <a:pt x="423072" y="65583"/>
                </a:lnTo>
                <a:lnTo>
                  <a:pt x="447913" y="105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Shape3">
            <a:extLst xmlns:a="http://schemas.openxmlformats.org/drawingml/2006/main">
              <a:ext uri="{FF2B5EF4-FFF2-40B4-BE49-F238E27FC236}">
                <a16:creationId xmlns:a16="http://schemas.microsoft.com/office/drawing/2014/main" id="{44CDC7C7-AFAB-4A65-A604-2C995CE2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856" y="3286744"/>
            <a:ext cx="573688" cy="155019"/>
          </a:xfrm>
          <a:custGeom xmlns:a="http://schemas.openxmlformats.org/drawingml/2006/main">
            <a:pathLst>
              <a:path w="573688" h="155019">
                <a:moveTo>
                  <a:pt x="74597" y="88666"/>
                </a:moveTo>
                <a:cubicBezTo>
                  <a:pt x="74597" y="94678"/>
                  <a:pt x="73478" y="99954"/>
                  <a:pt x="71242" y="104493"/>
                </a:cubicBezTo>
                <a:cubicBezTo>
                  <a:pt x="69005" y="109032"/>
                  <a:pt x="65975" y="112819"/>
                  <a:pt x="62149" y="115854"/>
                </a:cubicBezTo>
                <a:cubicBezTo>
                  <a:pt x="58324" y="118888"/>
                  <a:pt x="53851" y="121172"/>
                  <a:pt x="48731" y="122706"/>
                </a:cubicBezTo>
                <a:cubicBezTo>
                  <a:pt x="43610" y="124238"/>
                  <a:pt x="38137" y="125004"/>
                  <a:pt x="32310" y="125004"/>
                </a:cubicBezTo>
                <a:cubicBezTo>
                  <a:pt x="28367" y="125004"/>
                  <a:pt x="24704" y="124683"/>
                  <a:pt x="21320" y="124042"/>
                </a:cubicBezTo>
                <a:cubicBezTo>
                  <a:pt x="17936" y="123400"/>
                  <a:pt x="14949" y="122627"/>
                  <a:pt x="12359" y="121724"/>
                </a:cubicBezTo>
                <a:cubicBezTo>
                  <a:pt x="9770" y="120819"/>
                  <a:pt x="7607" y="119871"/>
                  <a:pt x="5871" y="118880"/>
                </a:cubicBezTo>
                <a:cubicBezTo>
                  <a:pt x="4134" y="117889"/>
                  <a:pt x="2884" y="117014"/>
                  <a:pt x="2119" y="116256"/>
                </a:cubicBezTo>
                <a:cubicBezTo>
                  <a:pt x="1354" y="115497"/>
                  <a:pt x="809" y="114392"/>
                  <a:pt x="486" y="112943"/>
                </a:cubicBezTo>
                <a:cubicBezTo>
                  <a:pt x="162" y="111494"/>
                  <a:pt x="0" y="109409"/>
                  <a:pt x="0" y="106689"/>
                </a:cubicBezTo>
                <a:cubicBezTo>
                  <a:pt x="0" y="104855"/>
                  <a:pt x="59" y="103318"/>
                  <a:pt x="177" y="102076"/>
                </a:cubicBezTo>
                <a:cubicBezTo>
                  <a:pt x="294" y="100835"/>
                  <a:pt x="486" y="99830"/>
                  <a:pt x="750" y="99061"/>
                </a:cubicBezTo>
                <a:cubicBezTo>
                  <a:pt x="1015" y="98292"/>
                  <a:pt x="1368" y="97745"/>
                  <a:pt x="1810" y="97420"/>
                </a:cubicBezTo>
                <a:cubicBezTo>
                  <a:pt x="2251" y="97094"/>
                  <a:pt x="2766" y="96931"/>
                  <a:pt x="3355" y="96931"/>
                </a:cubicBezTo>
                <a:cubicBezTo>
                  <a:pt x="4179" y="96931"/>
                  <a:pt x="5341" y="97417"/>
                  <a:pt x="6842" y="98388"/>
                </a:cubicBezTo>
                <a:cubicBezTo>
                  <a:pt x="8342" y="99359"/>
                  <a:pt x="10270" y="100433"/>
                  <a:pt x="12624" y="101610"/>
                </a:cubicBezTo>
                <a:cubicBezTo>
                  <a:pt x="14978" y="102787"/>
                  <a:pt x="17788" y="103861"/>
                  <a:pt x="21055" y="104832"/>
                </a:cubicBezTo>
                <a:cubicBezTo>
                  <a:pt x="24321" y="105803"/>
                  <a:pt x="28102" y="106289"/>
                  <a:pt x="32399" y="106289"/>
                </a:cubicBezTo>
                <a:cubicBezTo>
                  <a:pt x="35224" y="106289"/>
                  <a:pt x="37754" y="105950"/>
                  <a:pt x="39991" y="105271"/>
                </a:cubicBezTo>
                <a:cubicBezTo>
                  <a:pt x="42227" y="104591"/>
                  <a:pt x="44125" y="103630"/>
                  <a:pt x="45685" y="102391"/>
                </a:cubicBezTo>
                <a:cubicBezTo>
                  <a:pt x="47244" y="101151"/>
                  <a:pt x="48436" y="99617"/>
                  <a:pt x="49260" y="97787"/>
                </a:cubicBezTo>
                <a:cubicBezTo>
                  <a:pt x="50084" y="95955"/>
                  <a:pt x="50496" y="93917"/>
                  <a:pt x="50496" y="91673"/>
                </a:cubicBezTo>
                <a:cubicBezTo>
                  <a:pt x="50496" y="89080"/>
                  <a:pt x="49790" y="86855"/>
                  <a:pt x="48377" y="85000"/>
                </a:cubicBezTo>
                <a:cubicBezTo>
                  <a:pt x="46965" y="83142"/>
                  <a:pt x="45126" y="81492"/>
                  <a:pt x="42860" y="80048"/>
                </a:cubicBezTo>
                <a:cubicBezTo>
                  <a:pt x="40594" y="78604"/>
                  <a:pt x="38019" y="77249"/>
                  <a:pt x="35135" y="75981"/>
                </a:cubicBezTo>
                <a:cubicBezTo>
                  <a:pt x="32252" y="74712"/>
                  <a:pt x="29279" y="73371"/>
                  <a:pt x="26219" y="71956"/>
                </a:cubicBezTo>
                <a:cubicBezTo>
                  <a:pt x="23159" y="70542"/>
                  <a:pt x="20187" y="68936"/>
                  <a:pt x="17303" y="67140"/>
                </a:cubicBezTo>
                <a:cubicBezTo>
                  <a:pt x="14419" y="65341"/>
                  <a:pt x="11844" y="63189"/>
                  <a:pt x="9578" y="60684"/>
                </a:cubicBezTo>
                <a:cubicBezTo>
                  <a:pt x="7313" y="58179"/>
                  <a:pt x="5473" y="55218"/>
                  <a:pt x="4061" y="51801"/>
                </a:cubicBezTo>
                <a:cubicBezTo>
                  <a:pt x="2648" y="48382"/>
                  <a:pt x="1942" y="44285"/>
                  <a:pt x="1942" y="39511"/>
                </a:cubicBezTo>
                <a:cubicBezTo>
                  <a:pt x="1942" y="34028"/>
                  <a:pt x="2957" y="29210"/>
                  <a:pt x="4988" y="25055"/>
                </a:cubicBezTo>
                <a:cubicBezTo>
                  <a:pt x="7018" y="20900"/>
                  <a:pt x="9755" y="17453"/>
                  <a:pt x="13198" y="14712"/>
                </a:cubicBezTo>
                <a:cubicBezTo>
                  <a:pt x="16641" y="11970"/>
                  <a:pt x="20702" y="9921"/>
                  <a:pt x="25380" y="8566"/>
                </a:cubicBezTo>
                <a:cubicBezTo>
                  <a:pt x="30059" y="7210"/>
                  <a:pt x="35018" y="6533"/>
                  <a:pt x="40256" y="6533"/>
                </a:cubicBezTo>
                <a:cubicBezTo>
                  <a:pt x="42963" y="6533"/>
                  <a:pt x="45670" y="6739"/>
                  <a:pt x="48377" y="7151"/>
                </a:cubicBezTo>
                <a:cubicBezTo>
                  <a:pt x="51085" y="7563"/>
                  <a:pt x="53615" y="8122"/>
                  <a:pt x="55969" y="8828"/>
                </a:cubicBezTo>
                <a:cubicBezTo>
                  <a:pt x="58324" y="9534"/>
                  <a:pt x="60413" y="10329"/>
                  <a:pt x="62237" y="11212"/>
                </a:cubicBezTo>
                <a:cubicBezTo>
                  <a:pt x="64062" y="12094"/>
                  <a:pt x="65268" y="12830"/>
                  <a:pt x="65857" y="13419"/>
                </a:cubicBezTo>
                <a:cubicBezTo>
                  <a:pt x="66445" y="14007"/>
                  <a:pt x="66843" y="14508"/>
                  <a:pt x="67049" y="14922"/>
                </a:cubicBezTo>
                <a:cubicBezTo>
                  <a:pt x="67255" y="15336"/>
                  <a:pt x="67431" y="15883"/>
                  <a:pt x="67578" y="16564"/>
                </a:cubicBezTo>
                <a:cubicBezTo>
                  <a:pt x="67725" y="17244"/>
                  <a:pt x="67828" y="18102"/>
                  <a:pt x="67887" y="19137"/>
                </a:cubicBezTo>
                <a:cubicBezTo>
                  <a:pt x="67946" y="20171"/>
                  <a:pt x="67976" y="21457"/>
                  <a:pt x="67976" y="22994"/>
                </a:cubicBezTo>
                <a:cubicBezTo>
                  <a:pt x="67976" y="24710"/>
                  <a:pt x="67931" y="26159"/>
                  <a:pt x="67843" y="27342"/>
                </a:cubicBezTo>
                <a:cubicBezTo>
                  <a:pt x="67755" y="28525"/>
                  <a:pt x="67608" y="29500"/>
                  <a:pt x="67402" y="30269"/>
                </a:cubicBezTo>
                <a:cubicBezTo>
                  <a:pt x="67196" y="31038"/>
                  <a:pt x="66901" y="31600"/>
                  <a:pt x="66519" y="31955"/>
                </a:cubicBezTo>
                <a:cubicBezTo>
                  <a:pt x="66136" y="32310"/>
                  <a:pt x="65621" y="32487"/>
                  <a:pt x="64974" y="32487"/>
                </a:cubicBezTo>
                <a:cubicBezTo>
                  <a:pt x="64327" y="32487"/>
                  <a:pt x="63297" y="32075"/>
                  <a:pt x="61884" y="31251"/>
                </a:cubicBezTo>
                <a:cubicBezTo>
                  <a:pt x="60472" y="30427"/>
                  <a:pt x="58736" y="29530"/>
                  <a:pt x="56676" y="28559"/>
                </a:cubicBezTo>
                <a:cubicBezTo>
                  <a:pt x="54616" y="27587"/>
                  <a:pt x="52232" y="26705"/>
                  <a:pt x="49525" y="25910"/>
                </a:cubicBezTo>
                <a:cubicBezTo>
                  <a:pt x="46818" y="25116"/>
                  <a:pt x="43846" y="24718"/>
                  <a:pt x="40609" y="24718"/>
                </a:cubicBezTo>
                <a:cubicBezTo>
                  <a:pt x="38078" y="24718"/>
                  <a:pt x="35871" y="25026"/>
                  <a:pt x="33988" y="25643"/>
                </a:cubicBezTo>
                <a:cubicBezTo>
                  <a:pt x="32104" y="26259"/>
                  <a:pt x="30530" y="27109"/>
                  <a:pt x="29265" y="28194"/>
                </a:cubicBezTo>
                <a:cubicBezTo>
                  <a:pt x="27999" y="29278"/>
                  <a:pt x="27058" y="30582"/>
                  <a:pt x="26440" y="32106"/>
                </a:cubicBezTo>
                <a:cubicBezTo>
                  <a:pt x="25822" y="33631"/>
                  <a:pt x="25513" y="35244"/>
                  <a:pt x="25513" y="36945"/>
                </a:cubicBezTo>
                <a:cubicBezTo>
                  <a:pt x="25513" y="39480"/>
                  <a:pt x="26204" y="41675"/>
                  <a:pt x="27587" y="43533"/>
                </a:cubicBezTo>
                <a:cubicBezTo>
                  <a:pt x="28971" y="45389"/>
                  <a:pt x="30824" y="47038"/>
                  <a:pt x="33149" y="48482"/>
                </a:cubicBezTo>
                <a:cubicBezTo>
                  <a:pt x="35474" y="49926"/>
                  <a:pt x="38107" y="51282"/>
                  <a:pt x="41050" y="52551"/>
                </a:cubicBezTo>
                <a:cubicBezTo>
                  <a:pt x="43993" y="53819"/>
                  <a:pt x="46994" y="55159"/>
                  <a:pt x="50055" y="56574"/>
                </a:cubicBezTo>
                <a:cubicBezTo>
                  <a:pt x="53115" y="57988"/>
                  <a:pt x="56117" y="59594"/>
                  <a:pt x="59059" y="61393"/>
                </a:cubicBezTo>
                <a:cubicBezTo>
                  <a:pt x="62002" y="63190"/>
                  <a:pt x="64621" y="65341"/>
                  <a:pt x="66916" y="67846"/>
                </a:cubicBezTo>
                <a:cubicBezTo>
                  <a:pt x="69211" y="70351"/>
                  <a:pt x="71065" y="73298"/>
                  <a:pt x="72478" y="76688"/>
                </a:cubicBezTo>
                <a:cubicBezTo>
                  <a:pt x="73890" y="80075"/>
                  <a:pt x="74597" y="84068"/>
                  <a:pt x="74597" y="88666"/>
                </a:cubicBezTo>
                <a:close/>
                <a:moveTo>
                  <a:pt x="166293" y="119881"/>
                </a:moveTo>
                <a:cubicBezTo>
                  <a:pt x="166293" y="120470"/>
                  <a:pt x="166117" y="120986"/>
                  <a:pt x="165763" y="121429"/>
                </a:cubicBezTo>
                <a:cubicBezTo>
                  <a:pt x="165410" y="121870"/>
                  <a:pt x="164822" y="122238"/>
                  <a:pt x="163998" y="122532"/>
                </a:cubicBezTo>
                <a:cubicBezTo>
                  <a:pt x="163174" y="122827"/>
                  <a:pt x="162041" y="123047"/>
                  <a:pt x="160599" y="123195"/>
                </a:cubicBezTo>
                <a:cubicBezTo>
                  <a:pt x="159157" y="123342"/>
                  <a:pt x="157377" y="123415"/>
                  <a:pt x="155258" y="123415"/>
                </a:cubicBezTo>
                <a:cubicBezTo>
                  <a:pt x="153081" y="123415"/>
                  <a:pt x="151271" y="123342"/>
                  <a:pt x="149829" y="123195"/>
                </a:cubicBezTo>
                <a:cubicBezTo>
                  <a:pt x="148387" y="123047"/>
                  <a:pt x="147254" y="122827"/>
                  <a:pt x="146430" y="122532"/>
                </a:cubicBezTo>
                <a:cubicBezTo>
                  <a:pt x="145606" y="122238"/>
                  <a:pt x="145018" y="121870"/>
                  <a:pt x="144665" y="121429"/>
                </a:cubicBezTo>
                <a:cubicBezTo>
                  <a:pt x="144311" y="120988"/>
                  <a:pt x="144135" y="120473"/>
                  <a:pt x="144135" y="119884"/>
                </a:cubicBezTo>
                <a:lnTo>
                  <a:pt x="144135" y="74950"/>
                </a:lnTo>
                <a:cubicBezTo>
                  <a:pt x="144135" y="71124"/>
                  <a:pt x="143855" y="68123"/>
                  <a:pt x="143296" y="65945"/>
                </a:cubicBezTo>
                <a:cubicBezTo>
                  <a:pt x="142737" y="63768"/>
                  <a:pt x="141928" y="61899"/>
                  <a:pt x="140868" y="60339"/>
                </a:cubicBezTo>
                <a:cubicBezTo>
                  <a:pt x="139809" y="58780"/>
                  <a:pt x="138441" y="57573"/>
                  <a:pt x="136763" y="56720"/>
                </a:cubicBezTo>
                <a:cubicBezTo>
                  <a:pt x="135086" y="55866"/>
                  <a:pt x="133129" y="55440"/>
                  <a:pt x="130893" y="55440"/>
                </a:cubicBezTo>
                <a:cubicBezTo>
                  <a:pt x="128068" y="55440"/>
                  <a:pt x="125214" y="56470"/>
                  <a:pt x="122330" y="58530"/>
                </a:cubicBezTo>
                <a:cubicBezTo>
                  <a:pt x="119446" y="60589"/>
                  <a:pt x="116444" y="63591"/>
                  <a:pt x="113325" y="67534"/>
                </a:cubicBezTo>
                <a:lnTo>
                  <a:pt x="113325" y="119884"/>
                </a:lnTo>
                <a:cubicBezTo>
                  <a:pt x="113325" y="120473"/>
                  <a:pt x="113149" y="120988"/>
                  <a:pt x="112795" y="121429"/>
                </a:cubicBezTo>
                <a:cubicBezTo>
                  <a:pt x="112442" y="121870"/>
                  <a:pt x="111839" y="122238"/>
                  <a:pt x="110986" y="122532"/>
                </a:cubicBezTo>
                <a:cubicBezTo>
                  <a:pt x="110132" y="122827"/>
                  <a:pt x="108999" y="123047"/>
                  <a:pt x="107587" y="123195"/>
                </a:cubicBezTo>
                <a:cubicBezTo>
                  <a:pt x="106174" y="123342"/>
                  <a:pt x="104379" y="123415"/>
                  <a:pt x="102202" y="123415"/>
                </a:cubicBezTo>
                <a:cubicBezTo>
                  <a:pt x="100024" y="123415"/>
                  <a:pt x="98229" y="123342"/>
                  <a:pt x="96817" y="123195"/>
                </a:cubicBezTo>
                <a:cubicBezTo>
                  <a:pt x="95404" y="123047"/>
                  <a:pt x="94271" y="122827"/>
                  <a:pt x="93418" y="122532"/>
                </a:cubicBezTo>
                <a:cubicBezTo>
                  <a:pt x="92565" y="122238"/>
                  <a:pt x="91961" y="121870"/>
                  <a:pt x="91608" y="121429"/>
                </a:cubicBezTo>
                <a:cubicBezTo>
                  <a:pt x="91255" y="120988"/>
                  <a:pt x="91079" y="120473"/>
                  <a:pt x="91079" y="119884"/>
                </a:cubicBezTo>
                <a:lnTo>
                  <a:pt x="91079" y="3796"/>
                </a:lnTo>
                <a:cubicBezTo>
                  <a:pt x="91079" y="3208"/>
                  <a:pt x="91255" y="2678"/>
                  <a:pt x="91608" y="2207"/>
                </a:cubicBezTo>
                <a:cubicBezTo>
                  <a:pt x="91961" y="1736"/>
                  <a:pt x="92565" y="1339"/>
                  <a:pt x="93418" y="1015"/>
                </a:cubicBezTo>
                <a:cubicBezTo>
                  <a:pt x="94271" y="692"/>
                  <a:pt x="95404" y="441"/>
                  <a:pt x="96817" y="265"/>
                </a:cubicBezTo>
                <a:cubicBezTo>
                  <a:pt x="98229" y="88"/>
                  <a:pt x="100024" y="0"/>
                  <a:pt x="102202" y="0"/>
                </a:cubicBezTo>
                <a:cubicBezTo>
                  <a:pt x="104379" y="0"/>
                  <a:pt x="106174" y="88"/>
                  <a:pt x="107587" y="265"/>
                </a:cubicBezTo>
                <a:cubicBezTo>
                  <a:pt x="108999" y="441"/>
                  <a:pt x="110132" y="692"/>
                  <a:pt x="110986" y="1015"/>
                </a:cubicBezTo>
                <a:cubicBezTo>
                  <a:pt x="111839" y="1337"/>
                  <a:pt x="112442" y="1733"/>
                  <a:pt x="112795" y="2204"/>
                </a:cubicBezTo>
                <a:cubicBezTo>
                  <a:pt x="113149" y="2673"/>
                  <a:pt x="113325" y="3202"/>
                  <a:pt x="113325" y="3791"/>
                </a:cubicBezTo>
                <a:lnTo>
                  <a:pt x="113325" y="47241"/>
                </a:lnTo>
                <a:cubicBezTo>
                  <a:pt x="117151" y="43470"/>
                  <a:pt x="121050" y="40657"/>
                  <a:pt x="125022" y="38802"/>
                </a:cubicBezTo>
                <a:cubicBezTo>
                  <a:pt x="128995" y="36946"/>
                  <a:pt x="133129" y="36018"/>
                  <a:pt x="137426" y="36018"/>
                </a:cubicBezTo>
                <a:cubicBezTo>
                  <a:pt x="142781" y="36018"/>
                  <a:pt x="147298" y="36902"/>
                  <a:pt x="150977" y="38669"/>
                </a:cubicBezTo>
                <a:cubicBezTo>
                  <a:pt x="154655" y="40437"/>
                  <a:pt x="157627" y="42853"/>
                  <a:pt x="159893" y="45917"/>
                </a:cubicBezTo>
                <a:cubicBezTo>
                  <a:pt x="162159" y="48979"/>
                  <a:pt x="163792" y="52558"/>
                  <a:pt x="164792" y="56654"/>
                </a:cubicBezTo>
                <a:cubicBezTo>
                  <a:pt x="165793" y="60748"/>
                  <a:pt x="166293" y="65711"/>
                  <a:pt x="166293" y="71543"/>
                </a:cubicBezTo>
                <a:lnTo>
                  <a:pt x="166293" y="119881"/>
                </a:lnTo>
                <a:close/>
                <a:moveTo>
                  <a:pt x="255259" y="120146"/>
                </a:moveTo>
                <a:cubicBezTo>
                  <a:pt x="255259" y="120970"/>
                  <a:pt x="254965" y="121618"/>
                  <a:pt x="254377" y="122091"/>
                </a:cubicBezTo>
                <a:cubicBezTo>
                  <a:pt x="253788" y="122562"/>
                  <a:pt x="252861" y="122900"/>
                  <a:pt x="251596" y="123106"/>
                </a:cubicBezTo>
                <a:cubicBezTo>
                  <a:pt x="250331" y="123312"/>
                  <a:pt x="248462" y="123415"/>
                  <a:pt x="245990" y="123415"/>
                </a:cubicBezTo>
                <a:cubicBezTo>
                  <a:pt x="243342" y="123415"/>
                  <a:pt x="241414" y="123312"/>
                  <a:pt x="240208" y="123106"/>
                </a:cubicBezTo>
                <a:cubicBezTo>
                  <a:pt x="239001" y="122900"/>
                  <a:pt x="238148" y="122562"/>
                  <a:pt x="237648" y="122091"/>
                </a:cubicBezTo>
                <a:cubicBezTo>
                  <a:pt x="237147" y="121620"/>
                  <a:pt x="236897" y="120973"/>
                  <a:pt x="236897" y="120149"/>
                </a:cubicBezTo>
                <a:lnTo>
                  <a:pt x="236897" y="113881"/>
                </a:lnTo>
                <a:cubicBezTo>
                  <a:pt x="233660" y="117353"/>
                  <a:pt x="229967" y="120075"/>
                  <a:pt x="225818" y="122047"/>
                </a:cubicBezTo>
                <a:cubicBezTo>
                  <a:pt x="221669" y="124019"/>
                  <a:pt x="217064" y="125004"/>
                  <a:pt x="212002" y="125004"/>
                </a:cubicBezTo>
                <a:cubicBezTo>
                  <a:pt x="207824" y="125004"/>
                  <a:pt x="203984" y="124458"/>
                  <a:pt x="200482" y="123366"/>
                </a:cubicBezTo>
                <a:cubicBezTo>
                  <a:pt x="196980" y="122273"/>
                  <a:pt x="193949" y="120649"/>
                  <a:pt x="191389" y="118494"/>
                </a:cubicBezTo>
                <a:cubicBezTo>
                  <a:pt x="188829" y="116338"/>
                  <a:pt x="186843" y="113667"/>
                  <a:pt x="185430" y="110480"/>
                </a:cubicBezTo>
                <a:cubicBezTo>
                  <a:pt x="184018" y="107290"/>
                  <a:pt x="183311" y="103570"/>
                  <a:pt x="183311" y="99318"/>
                </a:cubicBezTo>
                <a:cubicBezTo>
                  <a:pt x="183311" y="94711"/>
                  <a:pt x="184209" y="90709"/>
                  <a:pt x="186004" y="87314"/>
                </a:cubicBezTo>
                <a:cubicBezTo>
                  <a:pt x="187799" y="83919"/>
                  <a:pt x="190477" y="81115"/>
                  <a:pt x="194037" y="78900"/>
                </a:cubicBezTo>
                <a:cubicBezTo>
                  <a:pt x="197598" y="76686"/>
                  <a:pt x="202027" y="75047"/>
                  <a:pt x="207323" y="73984"/>
                </a:cubicBezTo>
                <a:cubicBezTo>
                  <a:pt x="212620" y="72921"/>
                  <a:pt x="218770" y="72390"/>
                  <a:pt x="225774" y="72390"/>
                </a:cubicBezTo>
                <a:lnTo>
                  <a:pt x="233454" y="72390"/>
                </a:lnTo>
                <a:lnTo>
                  <a:pt x="233454" y="67644"/>
                </a:lnTo>
                <a:cubicBezTo>
                  <a:pt x="233454" y="65184"/>
                  <a:pt x="233204" y="63031"/>
                  <a:pt x="232704" y="61186"/>
                </a:cubicBezTo>
                <a:cubicBezTo>
                  <a:pt x="232204" y="59340"/>
                  <a:pt x="231380" y="57801"/>
                  <a:pt x="230232" y="56571"/>
                </a:cubicBezTo>
                <a:cubicBezTo>
                  <a:pt x="229084" y="55340"/>
                  <a:pt x="227554" y="54433"/>
                  <a:pt x="225642" y="53848"/>
                </a:cubicBezTo>
                <a:cubicBezTo>
                  <a:pt x="223729" y="53261"/>
                  <a:pt x="221360" y="52968"/>
                  <a:pt x="218535" y="52968"/>
                </a:cubicBezTo>
                <a:cubicBezTo>
                  <a:pt x="214827" y="52968"/>
                  <a:pt x="211517" y="53380"/>
                  <a:pt x="208604" y="54204"/>
                </a:cubicBezTo>
                <a:cubicBezTo>
                  <a:pt x="205690" y="55028"/>
                  <a:pt x="203115" y="55940"/>
                  <a:pt x="200879" y="56941"/>
                </a:cubicBezTo>
                <a:cubicBezTo>
                  <a:pt x="198643" y="57941"/>
                  <a:pt x="196774" y="58853"/>
                  <a:pt x="195273" y="59677"/>
                </a:cubicBezTo>
                <a:cubicBezTo>
                  <a:pt x="193773" y="60501"/>
                  <a:pt x="192551" y="60913"/>
                  <a:pt x="191610" y="60913"/>
                </a:cubicBezTo>
                <a:cubicBezTo>
                  <a:pt x="190962" y="60913"/>
                  <a:pt x="190388" y="60706"/>
                  <a:pt x="189888" y="60292"/>
                </a:cubicBezTo>
                <a:cubicBezTo>
                  <a:pt x="189388" y="59879"/>
                  <a:pt x="188976" y="59287"/>
                  <a:pt x="188652" y="58519"/>
                </a:cubicBezTo>
                <a:cubicBezTo>
                  <a:pt x="188329" y="57750"/>
                  <a:pt x="188078" y="56804"/>
                  <a:pt x="187902" y="55680"/>
                </a:cubicBezTo>
                <a:cubicBezTo>
                  <a:pt x="187725" y="54554"/>
                  <a:pt x="187637" y="53312"/>
                  <a:pt x="187637" y="51953"/>
                </a:cubicBezTo>
                <a:cubicBezTo>
                  <a:pt x="187637" y="50119"/>
                  <a:pt x="187784" y="48670"/>
                  <a:pt x="188078" y="47605"/>
                </a:cubicBezTo>
                <a:cubicBezTo>
                  <a:pt x="188373" y="46540"/>
                  <a:pt x="188932" y="45579"/>
                  <a:pt x="189756" y="44722"/>
                </a:cubicBezTo>
                <a:cubicBezTo>
                  <a:pt x="190580" y="43863"/>
                  <a:pt x="192022" y="42919"/>
                  <a:pt x="194081" y="41889"/>
                </a:cubicBezTo>
                <a:cubicBezTo>
                  <a:pt x="196141" y="40859"/>
                  <a:pt x="198554" y="39903"/>
                  <a:pt x="201320" y="39020"/>
                </a:cubicBezTo>
                <a:cubicBezTo>
                  <a:pt x="204087" y="38137"/>
                  <a:pt x="207103" y="37416"/>
                  <a:pt x="210369" y="36857"/>
                </a:cubicBezTo>
                <a:cubicBezTo>
                  <a:pt x="213635" y="36298"/>
                  <a:pt x="217005" y="36018"/>
                  <a:pt x="220477" y="36018"/>
                </a:cubicBezTo>
                <a:cubicBezTo>
                  <a:pt x="226657" y="36018"/>
                  <a:pt x="231939" y="36622"/>
                  <a:pt x="236323" y="37831"/>
                </a:cubicBezTo>
                <a:cubicBezTo>
                  <a:pt x="240708" y="39037"/>
                  <a:pt x="244313" y="40893"/>
                  <a:pt x="247138" y="43398"/>
                </a:cubicBezTo>
                <a:cubicBezTo>
                  <a:pt x="249963" y="45901"/>
                  <a:pt x="252023" y="49126"/>
                  <a:pt x="253317" y="53073"/>
                </a:cubicBezTo>
                <a:cubicBezTo>
                  <a:pt x="254612" y="57020"/>
                  <a:pt x="255259" y="61703"/>
                  <a:pt x="255259" y="67123"/>
                </a:cubicBezTo>
                <a:lnTo>
                  <a:pt x="255259" y="120146"/>
                </a:lnTo>
                <a:moveTo>
                  <a:pt x="233454" y="86338"/>
                </a:moveTo>
                <a:lnTo>
                  <a:pt x="224979" y="86338"/>
                </a:lnTo>
                <a:cubicBezTo>
                  <a:pt x="221389" y="86338"/>
                  <a:pt x="218329" y="86604"/>
                  <a:pt x="215798" y="87138"/>
                </a:cubicBezTo>
                <a:cubicBezTo>
                  <a:pt x="213268" y="87671"/>
                  <a:pt x="211208" y="88472"/>
                  <a:pt x="209619" y="89541"/>
                </a:cubicBezTo>
                <a:cubicBezTo>
                  <a:pt x="208030" y="90607"/>
                  <a:pt x="206867" y="91898"/>
                  <a:pt x="206132" y="93411"/>
                </a:cubicBezTo>
                <a:cubicBezTo>
                  <a:pt x="205396" y="94923"/>
                  <a:pt x="205028" y="96657"/>
                  <a:pt x="205028" y="98614"/>
                </a:cubicBezTo>
                <a:cubicBezTo>
                  <a:pt x="205028" y="101936"/>
                  <a:pt x="206073" y="104545"/>
                  <a:pt x="208162" y="106443"/>
                </a:cubicBezTo>
                <a:cubicBezTo>
                  <a:pt x="210251" y="108342"/>
                  <a:pt x="213150" y="109291"/>
                  <a:pt x="216858" y="109291"/>
                </a:cubicBezTo>
                <a:cubicBezTo>
                  <a:pt x="219977" y="109291"/>
                  <a:pt x="222846" y="108490"/>
                  <a:pt x="225465" y="106890"/>
                </a:cubicBezTo>
                <a:cubicBezTo>
                  <a:pt x="228084" y="105288"/>
                  <a:pt x="230747" y="102945"/>
                  <a:pt x="233454" y="99861"/>
                </a:cubicBezTo>
                <a:lnTo>
                  <a:pt x="233454" y="86338"/>
                </a:lnTo>
                <a:close/>
                <a:moveTo>
                  <a:pt x="356756" y="79361"/>
                </a:moveTo>
                <a:cubicBezTo>
                  <a:pt x="356756" y="86379"/>
                  <a:pt x="356005" y="92704"/>
                  <a:pt x="354505" y="98336"/>
                </a:cubicBezTo>
                <a:cubicBezTo>
                  <a:pt x="353004" y="103967"/>
                  <a:pt x="350812" y="108758"/>
                  <a:pt x="347928" y="112709"/>
                </a:cubicBezTo>
                <a:cubicBezTo>
                  <a:pt x="345044" y="116659"/>
                  <a:pt x="341454" y="119697"/>
                  <a:pt x="337158" y="121821"/>
                </a:cubicBezTo>
                <a:cubicBezTo>
                  <a:pt x="332861" y="123943"/>
                  <a:pt x="327947" y="125004"/>
                  <a:pt x="322415" y="125004"/>
                </a:cubicBezTo>
                <a:cubicBezTo>
                  <a:pt x="320120" y="125004"/>
                  <a:pt x="318016" y="124783"/>
                  <a:pt x="316103" y="124339"/>
                </a:cubicBezTo>
                <a:cubicBezTo>
                  <a:pt x="314190" y="123898"/>
                  <a:pt x="312336" y="123220"/>
                  <a:pt x="310541" y="122306"/>
                </a:cubicBezTo>
                <a:cubicBezTo>
                  <a:pt x="308746" y="121392"/>
                  <a:pt x="306966" y="120257"/>
                  <a:pt x="305200" y="118902"/>
                </a:cubicBezTo>
                <a:cubicBezTo>
                  <a:pt x="303435" y="117545"/>
                  <a:pt x="301610" y="115952"/>
                  <a:pt x="299727" y="114124"/>
                </a:cubicBezTo>
                <a:lnTo>
                  <a:pt x="299727" y="151221"/>
                </a:lnTo>
                <a:cubicBezTo>
                  <a:pt x="299727" y="151809"/>
                  <a:pt x="299550" y="152339"/>
                  <a:pt x="299197" y="152810"/>
                </a:cubicBezTo>
                <a:cubicBezTo>
                  <a:pt x="298844" y="153282"/>
                  <a:pt x="298241" y="153681"/>
                  <a:pt x="297388" y="154004"/>
                </a:cubicBezTo>
                <a:cubicBezTo>
                  <a:pt x="296534" y="154328"/>
                  <a:pt x="295401" y="154578"/>
                  <a:pt x="293989" y="154755"/>
                </a:cubicBezTo>
                <a:cubicBezTo>
                  <a:pt x="292576" y="154931"/>
                  <a:pt x="290781" y="155019"/>
                  <a:pt x="288604" y="155019"/>
                </a:cubicBezTo>
                <a:cubicBezTo>
                  <a:pt x="286426" y="155019"/>
                  <a:pt x="284631" y="154931"/>
                  <a:pt x="283219" y="154755"/>
                </a:cubicBezTo>
                <a:cubicBezTo>
                  <a:pt x="281806" y="154578"/>
                  <a:pt x="280673" y="154328"/>
                  <a:pt x="279820" y="154004"/>
                </a:cubicBezTo>
                <a:cubicBezTo>
                  <a:pt x="278967" y="153681"/>
                  <a:pt x="278363" y="153282"/>
                  <a:pt x="278010" y="152810"/>
                </a:cubicBezTo>
                <a:cubicBezTo>
                  <a:pt x="277657" y="152339"/>
                  <a:pt x="277480" y="151809"/>
                  <a:pt x="277480" y="151221"/>
                </a:cubicBezTo>
                <a:lnTo>
                  <a:pt x="277480" y="41141"/>
                </a:lnTo>
                <a:cubicBezTo>
                  <a:pt x="277480" y="40553"/>
                  <a:pt x="277628" y="40038"/>
                  <a:pt x="277922" y="39596"/>
                </a:cubicBezTo>
                <a:cubicBezTo>
                  <a:pt x="278216" y="39153"/>
                  <a:pt x="278731" y="38784"/>
                  <a:pt x="279467" y="38490"/>
                </a:cubicBezTo>
                <a:cubicBezTo>
                  <a:pt x="280202" y="38196"/>
                  <a:pt x="281174" y="37975"/>
                  <a:pt x="282380" y="37828"/>
                </a:cubicBezTo>
                <a:cubicBezTo>
                  <a:pt x="283587" y="37681"/>
                  <a:pt x="285102" y="37607"/>
                  <a:pt x="286926" y="37607"/>
                </a:cubicBezTo>
                <a:cubicBezTo>
                  <a:pt x="288692" y="37607"/>
                  <a:pt x="290178" y="37681"/>
                  <a:pt x="291385" y="37828"/>
                </a:cubicBezTo>
                <a:cubicBezTo>
                  <a:pt x="292591" y="37973"/>
                  <a:pt x="293562" y="38193"/>
                  <a:pt x="294298" y="38487"/>
                </a:cubicBezTo>
                <a:cubicBezTo>
                  <a:pt x="295033" y="38780"/>
                  <a:pt x="295548" y="39146"/>
                  <a:pt x="295843" y="39585"/>
                </a:cubicBezTo>
                <a:cubicBezTo>
                  <a:pt x="296137" y="40023"/>
                  <a:pt x="296284" y="40535"/>
                  <a:pt x="296284" y="41122"/>
                </a:cubicBezTo>
                <a:lnTo>
                  <a:pt x="296284" y="50347"/>
                </a:lnTo>
                <a:cubicBezTo>
                  <a:pt x="298579" y="47989"/>
                  <a:pt x="300831" y="45911"/>
                  <a:pt x="303038" y="44112"/>
                </a:cubicBezTo>
                <a:cubicBezTo>
                  <a:pt x="305245" y="42314"/>
                  <a:pt x="307496" y="40810"/>
                  <a:pt x="309791" y="39602"/>
                </a:cubicBezTo>
                <a:cubicBezTo>
                  <a:pt x="312086" y="38392"/>
                  <a:pt x="314455" y="37492"/>
                  <a:pt x="316897" y="36904"/>
                </a:cubicBezTo>
                <a:cubicBezTo>
                  <a:pt x="319340" y="36313"/>
                  <a:pt x="321944" y="36018"/>
                  <a:pt x="324710" y="36018"/>
                </a:cubicBezTo>
                <a:cubicBezTo>
                  <a:pt x="330478" y="36018"/>
                  <a:pt x="335392" y="37154"/>
                  <a:pt x="339453" y="39425"/>
                </a:cubicBezTo>
                <a:cubicBezTo>
                  <a:pt x="343514" y="41695"/>
                  <a:pt x="346824" y="44805"/>
                  <a:pt x="349384" y="48755"/>
                </a:cubicBezTo>
                <a:cubicBezTo>
                  <a:pt x="351945" y="52706"/>
                  <a:pt x="353813" y="57306"/>
                  <a:pt x="354990" y="62555"/>
                </a:cubicBezTo>
                <a:cubicBezTo>
                  <a:pt x="356167" y="67804"/>
                  <a:pt x="356756" y="73406"/>
                  <a:pt x="356756" y="79361"/>
                </a:cubicBezTo>
                <a:moveTo>
                  <a:pt x="333626" y="80997"/>
                </a:moveTo>
                <a:cubicBezTo>
                  <a:pt x="333626" y="77637"/>
                  <a:pt x="333376" y="74409"/>
                  <a:pt x="332876" y="71314"/>
                </a:cubicBezTo>
                <a:cubicBezTo>
                  <a:pt x="332376" y="68218"/>
                  <a:pt x="331522" y="65462"/>
                  <a:pt x="330316" y="63046"/>
                </a:cubicBezTo>
                <a:cubicBezTo>
                  <a:pt x="329110" y="60629"/>
                  <a:pt x="327520" y="58699"/>
                  <a:pt x="325549" y="57255"/>
                </a:cubicBezTo>
                <a:cubicBezTo>
                  <a:pt x="323577" y="55809"/>
                  <a:pt x="321120" y="55087"/>
                  <a:pt x="318178" y="55087"/>
                </a:cubicBezTo>
                <a:cubicBezTo>
                  <a:pt x="316706" y="55087"/>
                  <a:pt x="315250" y="55307"/>
                  <a:pt x="313808" y="55749"/>
                </a:cubicBezTo>
                <a:cubicBezTo>
                  <a:pt x="312366" y="56188"/>
                  <a:pt x="310894" y="56907"/>
                  <a:pt x="309394" y="57906"/>
                </a:cubicBezTo>
                <a:cubicBezTo>
                  <a:pt x="307893" y="58905"/>
                  <a:pt x="306348" y="60198"/>
                  <a:pt x="304759" y="61785"/>
                </a:cubicBezTo>
                <a:cubicBezTo>
                  <a:pt x="303170" y="63370"/>
                  <a:pt x="301493" y="65337"/>
                  <a:pt x="299727" y="67686"/>
                </a:cubicBezTo>
                <a:lnTo>
                  <a:pt x="299727" y="93690"/>
                </a:lnTo>
                <a:cubicBezTo>
                  <a:pt x="302846" y="97653"/>
                  <a:pt x="305818" y="100714"/>
                  <a:pt x="308643" y="102874"/>
                </a:cubicBezTo>
                <a:cubicBezTo>
                  <a:pt x="311468" y="105033"/>
                  <a:pt x="314411" y="106112"/>
                  <a:pt x="317471" y="106112"/>
                </a:cubicBezTo>
                <a:cubicBezTo>
                  <a:pt x="320355" y="106112"/>
                  <a:pt x="322812" y="105376"/>
                  <a:pt x="324843" y="103903"/>
                </a:cubicBezTo>
                <a:cubicBezTo>
                  <a:pt x="326873" y="102428"/>
                  <a:pt x="328536" y="100497"/>
                  <a:pt x="329830" y="98109"/>
                </a:cubicBezTo>
                <a:cubicBezTo>
                  <a:pt x="331125" y="95722"/>
                  <a:pt x="332082" y="93025"/>
                  <a:pt x="332700" y="90018"/>
                </a:cubicBezTo>
                <a:cubicBezTo>
                  <a:pt x="333318" y="87011"/>
                  <a:pt x="333626" y="84004"/>
                  <a:pt x="333626" y="80997"/>
                </a:cubicBezTo>
                <a:close/>
                <a:moveTo>
                  <a:pt x="447311" y="78202"/>
                </a:moveTo>
                <a:cubicBezTo>
                  <a:pt x="447311" y="80915"/>
                  <a:pt x="446708" y="82920"/>
                  <a:pt x="445502" y="84216"/>
                </a:cubicBezTo>
                <a:cubicBezTo>
                  <a:pt x="444295" y="85513"/>
                  <a:pt x="442632" y="86161"/>
                  <a:pt x="440514" y="86161"/>
                </a:cubicBezTo>
                <a:lnTo>
                  <a:pt x="392578" y="86161"/>
                </a:lnTo>
                <a:cubicBezTo>
                  <a:pt x="392578" y="89529"/>
                  <a:pt x="392975" y="92586"/>
                  <a:pt x="393769" y="95334"/>
                </a:cubicBezTo>
                <a:cubicBezTo>
                  <a:pt x="394564" y="98082"/>
                  <a:pt x="395829" y="100417"/>
                  <a:pt x="397566" y="102338"/>
                </a:cubicBezTo>
                <a:cubicBezTo>
                  <a:pt x="399302" y="104259"/>
                  <a:pt x="401538" y="105721"/>
                  <a:pt x="404275" y="106725"/>
                </a:cubicBezTo>
                <a:cubicBezTo>
                  <a:pt x="407011" y="107729"/>
                  <a:pt x="410293" y="108231"/>
                  <a:pt x="414118" y="108231"/>
                </a:cubicBezTo>
                <a:cubicBezTo>
                  <a:pt x="418002" y="108231"/>
                  <a:pt x="421416" y="107947"/>
                  <a:pt x="424358" y="107379"/>
                </a:cubicBezTo>
                <a:cubicBezTo>
                  <a:pt x="427301" y="106810"/>
                  <a:pt x="429847" y="106182"/>
                  <a:pt x="431995" y="105494"/>
                </a:cubicBezTo>
                <a:cubicBezTo>
                  <a:pt x="434143" y="104807"/>
                  <a:pt x="435923" y="104179"/>
                  <a:pt x="437336" y="103610"/>
                </a:cubicBezTo>
                <a:cubicBezTo>
                  <a:pt x="438748" y="103042"/>
                  <a:pt x="439896" y="102758"/>
                  <a:pt x="440779" y="102758"/>
                </a:cubicBezTo>
                <a:cubicBezTo>
                  <a:pt x="441308" y="102758"/>
                  <a:pt x="441750" y="102862"/>
                  <a:pt x="442103" y="103070"/>
                </a:cubicBezTo>
                <a:cubicBezTo>
                  <a:pt x="442456" y="103276"/>
                  <a:pt x="442750" y="103645"/>
                  <a:pt x="442986" y="104179"/>
                </a:cubicBezTo>
                <a:cubicBezTo>
                  <a:pt x="443221" y="104710"/>
                  <a:pt x="443383" y="105464"/>
                  <a:pt x="443471" y="106441"/>
                </a:cubicBezTo>
                <a:cubicBezTo>
                  <a:pt x="443559" y="107417"/>
                  <a:pt x="443603" y="108645"/>
                  <a:pt x="443603" y="110124"/>
                </a:cubicBezTo>
                <a:cubicBezTo>
                  <a:pt x="443603" y="111426"/>
                  <a:pt x="443574" y="112536"/>
                  <a:pt x="443515" y="113453"/>
                </a:cubicBezTo>
                <a:cubicBezTo>
                  <a:pt x="443456" y="114369"/>
                  <a:pt x="443368" y="115153"/>
                  <a:pt x="443250" y="115804"/>
                </a:cubicBezTo>
                <a:cubicBezTo>
                  <a:pt x="443133" y="116455"/>
                  <a:pt x="442956" y="117003"/>
                  <a:pt x="442721" y="117448"/>
                </a:cubicBezTo>
                <a:cubicBezTo>
                  <a:pt x="442485" y="117891"/>
                  <a:pt x="442176" y="118320"/>
                  <a:pt x="441794" y="118734"/>
                </a:cubicBezTo>
                <a:cubicBezTo>
                  <a:pt x="441411" y="119148"/>
                  <a:pt x="440367" y="119708"/>
                  <a:pt x="438660" y="120414"/>
                </a:cubicBezTo>
                <a:cubicBezTo>
                  <a:pt x="436953" y="121120"/>
                  <a:pt x="434776" y="121812"/>
                  <a:pt x="432127" y="122488"/>
                </a:cubicBezTo>
                <a:cubicBezTo>
                  <a:pt x="429479" y="123165"/>
                  <a:pt x="426448" y="123754"/>
                  <a:pt x="423034" y="124254"/>
                </a:cubicBezTo>
                <a:cubicBezTo>
                  <a:pt x="419621" y="124754"/>
                  <a:pt x="415972" y="125004"/>
                  <a:pt x="412088" y="125004"/>
                </a:cubicBezTo>
                <a:cubicBezTo>
                  <a:pt x="405084" y="125004"/>
                  <a:pt x="398949" y="124120"/>
                  <a:pt x="393681" y="122350"/>
                </a:cubicBezTo>
                <a:cubicBezTo>
                  <a:pt x="388414" y="120581"/>
                  <a:pt x="384015" y="117898"/>
                  <a:pt x="380483" y="114300"/>
                </a:cubicBezTo>
                <a:cubicBezTo>
                  <a:pt x="376952" y="110703"/>
                  <a:pt x="374318" y="106163"/>
                  <a:pt x="372582" y="100680"/>
                </a:cubicBezTo>
                <a:cubicBezTo>
                  <a:pt x="370846" y="95196"/>
                  <a:pt x="369978" y="88768"/>
                  <a:pt x="369978" y="81397"/>
                </a:cubicBezTo>
                <a:cubicBezTo>
                  <a:pt x="369978" y="74379"/>
                  <a:pt x="370890" y="68054"/>
                  <a:pt x="372715" y="62422"/>
                </a:cubicBezTo>
                <a:cubicBezTo>
                  <a:pt x="374539" y="56791"/>
                  <a:pt x="377188" y="52014"/>
                  <a:pt x="380660" y="48093"/>
                </a:cubicBezTo>
                <a:cubicBezTo>
                  <a:pt x="384132" y="44170"/>
                  <a:pt x="388355" y="41177"/>
                  <a:pt x="393328" y="39114"/>
                </a:cubicBezTo>
                <a:cubicBezTo>
                  <a:pt x="398301" y="37050"/>
                  <a:pt x="403907" y="36018"/>
                  <a:pt x="410145" y="36018"/>
                </a:cubicBezTo>
                <a:cubicBezTo>
                  <a:pt x="416737" y="36018"/>
                  <a:pt x="422372" y="36991"/>
                  <a:pt x="427051" y="38937"/>
                </a:cubicBezTo>
                <a:cubicBezTo>
                  <a:pt x="431730" y="40883"/>
                  <a:pt x="435570" y="43580"/>
                  <a:pt x="438572" y="47028"/>
                </a:cubicBezTo>
                <a:cubicBezTo>
                  <a:pt x="441573" y="50477"/>
                  <a:pt x="443780" y="54560"/>
                  <a:pt x="445193" y="59277"/>
                </a:cubicBezTo>
                <a:cubicBezTo>
                  <a:pt x="446605" y="63993"/>
                  <a:pt x="447311" y="69122"/>
                  <a:pt x="447311" y="74665"/>
                </a:cubicBezTo>
                <a:lnTo>
                  <a:pt x="447311" y="78202"/>
                </a:lnTo>
                <a:moveTo>
                  <a:pt x="425771" y="71860"/>
                </a:moveTo>
                <a:cubicBezTo>
                  <a:pt x="425948" y="65594"/>
                  <a:pt x="424697" y="60673"/>
                  <a:pt x="422019" y="57098"/>
                </a:cubicBezTo>
                <a:cubicBezTo>
                  <a:pt x="419341" y="53521"/>
                  <a:pt x="415207" y="51732"/>
                  <a:pt x="409616" y="51732"/>
                </a:cubicBezTo>
                <a:cubicBezTo>
                  <a:pt x="406791" y="51732"/>
                  <a:pt x="404334" y="52264"/>
                  <a:pt x="402244" y="53329"/>
                </a:cubicBezTo>
                <a:cubicBezTo>
                  <a:pt x="400155" y="54392"/>
                  <a:pt x="398419" y="55826"/>
                  <a:pt x="397036" y="57630"/>
                </a:cubicBezTo>
                <a:cubicBezTo>
                  <a:pt x="395653" y="59433"/>
                  <a:pt x="394593" y="61561"/>
                  <a:pt x="393858" y="64014"/>
                </a:cubicBezTo>
                <a:cubicBezTo>
                  <a:pt x="393122" y="66466"/>
                  <a:pt x="392695" y="69081"/>
                  <a:pt x="392578" y="71860"/>
                </a:cubicBezTo>
                <a:lnTo>
                  <a:pt x="425771" y="71860"/>
                </a:lnTo>
                <a:close/>
                <a:moveTo>
                  <a:pt x="573688" y="89433"/>
                </a:moveTo>
                <a:cubicBezTo>
                  <a:pt x="573688" y="95157"/>
                  <a:pt x="572599" y="100231"/>
                  <a:pt x="570422" y="104656"/>
                </a:cubicBezTo>
                <a:cubicBezTo>
                  <a:pt x="568244" y="109079"/>
                  <a:pt x="565213" y="112795"/>
                  <a:pt x="561329" y="115804"/>
                </a:cubicBezTo>
                <a:cubicBezTo>
                  <a:pt x="557445" y="118811"/>
                  <a:pt x="552795" y="121096"/>
                  <a:pt x="547381" y="122659"/>
                </a:cubicBezTo>
                <a:cubicBezTo>
                  <a:pt x="541966" y="124223"/>
                  <a:pt x="536052" y="125004"/>
                  <a:pt x="529637" y="125004"/>
                </a:cubicBezTo>
                <a:cubicBezTo>
                  <a:pt x="525752" y="125004"/>
                  <a:pt x="522103" y="124721"/>
                  <a:pt x="518690" y="124155"/>
                </a:cubicBezTo>
                <a:cubicBezTo>
                  <a:pt x="515276" y="123588"/>
                  <a:pt x="512260" y="122887"/>
                  <a:pt x="509641" y="122052"/>
                </a:cubicBezTo>
                <a:cubicBezTo>
                  <a:pt x="507022" y="121217"/>
                  <a:pt x="504859" y="120353"/>
                  <a:pt x="503153" y="119459"/>
                </a:cubicBezTo>
                <a:cubicBezTo>
                  <a:pt x="501446" y="118565"/>
                  <a:pt x="500328" y="117883"/>
                  <a:pt x="499798" y="117412"/>
                </a:cubicBezTo>
                <a:cubicBezTo>
                  <a:pt x="499268" y="116941"/>
                  <a:pt x="498871" y="116412"/>
                  <a:pt x="498606" y="115823"/>
                </a:cubicBezTo>
                <a:cubicBezTo>
                  <a:pt x="498341" y="115235"/>
                  <a:pt x="498106" y="114543"/>
                  <a:pt x="497900" y="113749"/>
                </a:cubicBezTo>
                <a:cubicBezTo>
                  <a:pt x="497694" y="112954"/>
                  <a:pt x="497547" y="111954"/>
                  <a:pt x="497458" y="110747"/>
                </a:cubicBezTo>
                <a:cubicBezTo>
                  <a:pt x="497370" y="109541"/>
                  <a:pt x="497326" y="108084"/>
                  <a:pt x="497326" y="106377"/>
                </a:cubicBezTo>
                <a:cubicBezTo>
                  <a:pt x="497326" y="103552"/>
                  <a:pt x="497561" y="101595"/>
                  <a:pt x="498032" y="100507"/>
                </a:cubicBezTo>
                <a:cubicBezTo>
                  <a:pt x="498503" y="99418"/>
                  <a:pt x="499209" y="98873"/>
                  <a:pt x="500151" y="98873"/>
                </a:cubicBezTo>
                <a:cubicBezTo>
                  <a:pt x="500740" y="98873"/>
                  <a:pt x="501755" y="99275"/>
                  <a:pt x="503197" y="100079"/>
                </a:cubicBezTo>
                <a:cubicBezTo>
                  <a:pt x="504639" y="100883"/>
                  <a:pt x="506478" y="101746"/>
                  <a:pt x="508714" y="102670"/>
                </a:cubicBezTo>
                <a:cubicBezTo>
                  <a:pt x="510951" y="103593"/>
                  <a:pt x="513570" y="104456"/>
                  <a:pt x="516571" y="105260"/>
                </a:cubicBezTo>
                <a:cubicBezTo>
                  <a:pt x="519573" y="106064"/>
                  <a:pt x="522986" y="106466"/>
                  <a:pt x="526812" y="106466"/>
                </a:cubicBezTo>
                <a:cubicBezTo>
                  <a:pt x="530048" y="106466"/>
                  <a:pt x="532903" y="106082"/>
                  <a:pt x="535375" y="105315"/>
                </a:cubicBezTo>
                <a:cubicBezTo>
                  <a:pt x="537847" y="104548"/>
                  <a:pt x="539951" y="103471"/>
                  <a:pt x="541687" y="102085"/>
                </a:cubicBezTo>
                <a:cubicBezTo>
                  <a:pt x="543423" y="100698"/>
                  <a:pt x="544718" y="99016"/>
                  <a:pt x="545571" y="97039"/>
                </a:cubicBezTo>
                <a:cubicBezTo>
                  <a:pt x="546424" y="95062"/>
                  <a:pt x="546851" y="92864"/>
                  <a:pt x="546851" y="90446"/>
                </a:cubicBezTo>
                <a:cubicBezTo>
                  <a:pt x="546851" y="87790"/>
                  <a:pt x="546336" y="85400"/>
                  <a:pt x="545306" y="83276"/>
                </a:cubicBezTo>
                <a:cubicBezTo>
                  <a:pt x="544276" y="81151"/>
                  <a:pt x="542746" y="79337"/>
                  <a:pt x="540716" y="77833"/>
                </a:cubicBezTo>
                <a:cubicBezTo>
                  <a:pt x="538685" y="76326"/>
                  <a:pt x="536125" y="75160"/>
                  <a:pt x="533035" y="74334"/>
                </a:cubicBezTo>
                <a:cubicBezTo>
                  <a:pt x="529945" y="73509"/>
                  <a:pt x="526311" y="73096"/>
                  <a:pt x="522133" y="73096"/>
                </a:cubicBezTo>
                <a:lnTo>
                  <a:pt x="512245" y="73096"/>
                </a:lnTo>
                <a:cubicBezTo>
                  <a:pt x="511480" y="73096"/>
                  <a:pt x="510833" y="72993"/>
                  <a:pt x="510303" y="72787"/>
                </a:cubicBezTo>
                <a:cubicBezTo>
                  <a:pt x="509774" y="72579"/>
                  <a:pt x="509332" y="72150"/>
                  <a:pt x="508979" y="71498"/>
                </a:cubicBezTo>
                <a:cubicBezTo>
                  <a:pt x="508626" y="70847"/>
                  <a:pt x="508376" y="69945"/>
                  <a:pt x="508229" y="68792"/>
                </a:cubicBezTo>
                <a:cubicBezTo>
                  <a:pt x="508082" y="67639"/>
                  <a:pt x="508008" y="66146"/>
                  <a:pt x="508008" y="64312"/>
                </a:cubicBezTo>
                <a:cubicBezTo>
                  <a:pt x="508008" y="62596"/>
                  <a:pt x="508082" y="61191"/>
                  <a:pt x="508229" y="60097"/>
                </a:cubicBezTo>
                <a:cubicBezTo>
                  <a:pt x="508376" y="59002"/>
                  <a:pt x="508611" y="58159"/>
                  <a:pt x="508935" y="57567"/>
                </a:cubicBezTo>
                <a:cubicBezTo>
                  <a:pt x="509259" y="56975"/>
                  <a:pt x="509671" y="56561"/>
                  <a:pt x="510171" y="56325"/>
                </a:cubicBezTo>
                <a:cubicBezTo>
                  <a:pt x="510671" y="56088"/>
                  <a:pt x="511274" y="55969"/>
                  <a:pt x="511981" y="55969"/>
                </a:cubicBezTo>
                <a:lnTo>
                  <a:pt x="521956" y="55969"/>
                </a:lnTo>
                <a:cubicBezTo>
                  <a:pt x="525370" y="55969"/>
                  <a:pt x="528401" y="55573"/>
                  <a:pt x="531049" y="54780"/>
                </a:cubicBezTo>
                <a:cubicBezTo>
                  <a:pt x="533697" y="53988"/>
                  <a:pt x="535919" y="52859"/>
                  <a:pt x="537714" y="51393"/>
                </a:cubicBezTo>
                <a:cubicBezTo>
                  <a:pt x="539509" y="49925"/>
                  <a:pt x="540877" y="48149"/>
                  <a:pt x="541819" y="46066"/>
                </a:cubicBezTo>
                <a:cubicBezTo>
                  <a:pt x="542761" y="43982"/>
                  <a:pt x="543232" y="41678"/>
                  <a:pt x="543232" y="39155"/>
                </a:cubicBezTo>
                <a:cubicBezTo>
                  <a:pt x="543232" y="37218"/>
                  <a:pt x="542908" y="35385"/>
                  <a:pt x="542261" y="33654"/>
                </a:cubicBezTo>
                <a:cubicBezTo>
                  <a:pt x="541613" y="31923"/>
                  <a:pt x="540657" y="30427"/>
                  <a:pt x="539391" y="29165"/>
                </a:cubicBezTo>
                <a:cubicBezTo>
                  <a:pt x="538126" y="27904"/>
                  <a:pt x="536493" y="26906"/>
                  <a:pt x="534492" y="26172"/>
                </a:cubicBezTo>
                <a:cubicBezTo>
                  <a:pt x="532491" y="25438"/>
                  <a:pt x="530137" y="25071"/>
                  <a:pt x="527430" y="25071"/>
                </a:cubicBezTo>
                <a:cubicBezTo>
                  <a:pt x="524369" y="25071"/>
                  <a:pt x="521485" y="25528"/>
                  <a:pt x="518778" y="26440"/>
                </a:cubicBezTo>
                <a:cubicBezTo>
                  <a:pt x="516071" y="27352"/>
                  <a:pt x="513643" y="28353"/>
                  <a:pt x="511495" y="29441"/>
                </a:cubicBezTo>
                <a:cubicBezTo>
                  <a:pt x="509347" y="30530"/>
                  <a:pt x="507522" y="31545"/>
                  <a:pt x="506022" y="32487"/>
                </a:cubicBezTo>
                <a:cubicBezTo>
                  <a:pt x="504521" y="33429"/>
                  <a:pt x="503417" y="33899"/>
                  <a:pt x="502711" y="33899"/>
                </a:cubicBezTo>
                <a:cubicBezTo>
                  <a:pt x="502240" y="33899"/>
                  <a:pt x="501828" y="33796"/>
                  <a:pt x="501475" y="33590"/>
                </a:cubicBezTo>
                <a:cubicBezTo>
                  <a:pt x="501122" y="33385"/>
                  <a:pt x="500828" y="32987"/>
                  <a:pt x="500592" y="32399"/>
                </a:cubicBezTo>
                <a:cubicBezTo>
                  <a:pt x="500357" y="31810"/>
                  <a:pt x="500180" y="30957"/>
                  <a:pt x="500063" y="29839"/>
                </a:cubicBezTo>
                <a:cubicBezTo>
                  <a:pt x="499945" y="28720"/>
                  <a:pt x="499886" y="27278"/>
                  <a:pt x="499886" y="25513"/>
                </a:cubicBezTo>
                <a:cubicBezTo>
                  <a:pt x="499886" y="24042"/>
                  <a:pt x="499916" y="22820"/>
                  <a:pt x="499974" y="21849"/>
                </a:cubicBezTo>
                <a:cubicBezTo>
                  <a:pt x="500033" y="20878"/>
                  <a:pt x="500151" y="20069"/>
                  <a:pt x="500328" y="19422"/>
                </a:cubicBezTo>
                <a:cubicBezTo>
                  <a:pt x="500504" y="18774"/>
                  <a:pt x="500725" y="18215"/>
                  <a:pt x="500990" y="17744"/>
                </a:cubicBezTo>
                <a:cubicBezTo>
                  <a:pt x="501255" y="17273"/>
                  <a:pt x="501681" y="16758"/>
                  <a:pt x="502270" y="16199"/>
                </a:cubicBezTo>
                <a:cubicBezTo>
                  <a:pt x="502858" y="15640"/>
                  <a:pt x="504065" y="14796"/>
                  <a:pt x="505889" y="13667"/>
                </a:cubicBezTo>
                <a:cubicBezTo>
                  <a:pt x="507714" y="12538"/>
                  <a:pt x="510009" y="11438"/>
                  <a:pt x="512775" y="10367"/>
                </a:cubicBezTo>
                <a:cubicBezTo>
                  <a:pt x="515541" y="9297"/>
                  <a:pt x="518734" y="8390"/>
                  <a:pt x="522353" y="7647"/>
                </a:cubicBezTo>
                <a:cubicBezTo>
                  <a:pt x="525973" y="6904"/>
                  <a:pt x="529901" y="6533"/>
                  <a:pt x="534139" y="6533"/>
                </a:cubicBezTo>
                <a:cubicBezTo>
                  <a:pt x="539671" y="6533"/>
                  <a:pt x="544571" y="7181"/>
                  <a:pt x="548837" y="8478"/>
                </a:cubicBezTo>
                <a:cubicBezTo>
                  <a:pt x="553104" y="9772"/>
                  <a:pt x="556694" y="11642"/>
                  <a:pt x="559608" y="14086"/>
                </a:cubicBezTo>
                <a:cubicBezTo>
                  <a:pt x="562521" y="16529"/>
                  <a:pt x="564728" y="19532"/>
                  <a:pt x="566229" y="23096"/>
                </a:cubicBezTo>
                <a:cubicBezTo>
                  <a:pt x="567729" y="26659"/>
                  <a:pt x="568480" y="30677"/>
                  <a:pt x="568480" y="35152"/>
                </a:cubicBezTo>
                <a:cubicBezTo>
                  <a:pt x="568480" y="38626"/>
                  <a:pt x="568038" y="41865"/>
                  <a:pt x="567155" y="44868"/>
                </a:cubicBezTo>
                <a:cubicBezTo>
                  <a:pt x="566273" y="47872"/>
                  <a:pt x="564978" y="50551"/>
                  <a:pt x="563271" y="52907"/>
                </a:cubicBezTo>
                <a:cubicBezTo>
                  <a:pt x="561564" y="55263"/>
                  <a:pt x="559431" y="57266"/>
                  <a:pt x="556871" y="58916"/>
                </a:cubicBezTo>
                <a:cubicBezTo>
                  <a:pt x="554311" y="60564"/>
                  <a:pt x="551353" y="61800"/>
                  <a:pt x="547999" y="62624"/>
                </a:cubicBezTo>
                <a:lnTo>
                  <a:pt x="547999" y="62888"/>
                </a:lnTo>
                <a:cubicBezTo>
                  <a:pt x="552001" y="63361"/>
                  <a:pt x="555591" y="64379"/>
                  <a:pt x="558769" y="65942"/>
                </a:cubicBezTo>
                <a:cubicBezTo>
                  <a:pt x="561947" y="67506"/>
                  <a:pt x="564639" y="69467"/>
                  <a:pt x="566846" y="71827"/>
                </a:cubicBezTo>
                <a:cubicBezTo>
                  <a:pt x="569053" y="74186"/>
                  <a:pt x="570746" y="76856"/>
                  <a:pt x="571923" y="79835"/>
                </a:cubicBezTo>
                <a:cubicBezTo>
                  <a:pt x="573100" y="82813"/>
                  <a:pt x="573688" y="86012"/>
                  <a:pt x="573688" y="89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Shape1">
            <a:extLst xmlns:a="http://schemas.openxmlformats.org/drawingml/2006/main">
              <a:ext uri="{FF2B5EF4-FFF2-40B4-BE49-F238E27FC236}">
                <a16:creationId xmlns:a16="http://schemas.microsoft.com/office/drawing/2014/main" id="{C369BAA3-E09B-46D4-86D5-0AB2497F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02" y="3280048"/>
            <a:ext cx="573159" cy="155019"/>
          </a:xfrm>
          <a:custGeom xmlns:a="http://schemas.openxmlformats.org/drawingml/2006/main">
            <a:pathLst>
              <a:path w="573159" h="155019">
                <a:moveTo>
                  <a:pt x="74597" y="88666"/>
                </a:moveTo>
                <a:cubicBezTo>
                  <a:pt x="74597" y="94678"/>
                  <a:pt x="73478" y="99954"/>
                  <a:pt x="71242" y="104493"/>
                </a:cubicBezTo>
                <a:cubicBezTo>
                  <a:pt x="69005" y="109032"/>
                  <a:pt x="65975" y="112819"/>
                  <a:pt x="62149" y="115854"/>
                </a:cubicBezTo>
                <a:cubicBezTo>
                  <a:pt x="58324" y="118888"/>
                  <a:pt x="53851" y="121172"/>
                  <a:pt x="48731" y="122706"/>
                </a:cubicBezTo>
                <a:cubicBezTo>
                  <a:pt x="43610" y="124238"/>
                  <a:pt x="38137" y="125004"/>
                  <a:pt x="32310" y="125004"/>
                </a:cubicBezTo>
                <a:cubicBezTo>
                  <a:pt x="28367" y="125004"/>
                  <a:pt x="24704" y="124683"/>
                  <a:pt x="21320" y="124042"/>
                </a:cubicBezTo>
                <a:cubicBezTo>
                  <a:pt x="17936" y="123400"/>
                  <a:pt x="14949" y="122627"/>
                  <a:pt x="12359" y="121724"/>
                </a:cubicBezTo>
                <a:cubicBezTo>
                  <a:pt x="9770" y="120819"/>
                  <a:pt x="7607" y="119871"/>
                  <a:pt x="5871" y="118880"/>
                </a:cubicBezTo>
                <a:cubicBezTo>
                  <a:pt x="4134" y="117889"/>
                  <a:pt x="2884" y="117014"/>
                  <a:pt x="2119" y="116256"/>
                </a:cubicBezTo>
                <a:cubicBezTo>
                  <a:pt x="1354" y="115497"/>
                  <a:pt x="809" y="114392"/>
                  <a:pt x="486" y="112943"/>
                </a:cubicBezTo>
                <a:cubicBezTo>
                  <a:pt x="162" y="111494"/>
                  <a:pt x="0" y="109409"/>
                  <a:pt x="0" y="106689"/>
                </a:cubicBezTo>
                <a:cubicBezTo>
                  <a:pt x="0" y="104855"/>
                  <a:pt x="59" y="103318"/>
                  <a:pt x="177" y="102076"/>
                </a:cubicBezTo>
                <a:cubicBezTo>
                  <a:pt x="294" y="100835"/>
                  <a:pt x="486" y="99830"/>
                  <a:pt x="750" y="99061"/>
                </a:cubicBezTo>
                <a:cubicBezTo>
                  <a:pt x="1015" y="98292"/>
                  <a:pt x="1368" y="97745"/>
                  <a:pt x="1810" y="97420"/>
                </a:cubicBezTo>
                <a:cubicBezTo>
                  <a:pt x="2251" y="97094"/>
                  <a:pt x="2766" y="96931"/>
                  <a:pt x="3355" y="96931"/>
                </a:cubicBezTo>
                <a:cubicBezTo>
                  <a:pt x="4179" y="96931"/>
                  <a:pt x="5341" y="97417"/>
                  <a:pt x="6842" y="98388"/>
                </a:cubicBezTo>
                <a:cubicBezTo>
                  <a:pt x="8342" y="99359"/>
                  <a:pt x="10270" y="100433"/>
                  <a:pt x="12624" y="101610"/>
                </a:cubicBezTo>
                <a:cubicBezTo>
                  <a:pt x="14978" y="102787"/>
                  <a:pt x="17788" y="103861"/>
                  <a:pt x="21055" y="104832"/>
                </a:cubicBezTo>
                <a:cubicBezTo>
                  <a:pt x="24321" y="105803"/>
                  <a:pt x="28102" y="106289"/>
                  <a:pt x="32399" y="106289"/>
                </a:cubicBezTo>
                <a:cubicBezTo>
                  <a:pt x="35224" y="106289"/>
                  <a:pt x="37754" y="105950"/>
                  <a:pt x="39991" y="105271"/>
                </a:cubicBezTo>
                <a:cubicBezTo>
                  <a:pt x="42227" y="104591"/>
                  <a:pt x="44125" y="103630"/>
                  <a:pt x="45685" y="102391"/>
                </a:cubicBezTo>
                <a:cubicBezTo>
                  <a:pt x="47244" y="101151"/>
                  <a:pt x="48436" y="99617"/>
                  <a:pt x="49260" y="97787"/>
                </a:cubicBezTo>
                <a:cubicBezTo>
                  <a:pt x="50084" y="95955"/>
                  <a:pt x="50496" y="93917"/>
                  <a:pt x="50496" y="91673"/>
                </a:cubicBezTo>
                <a:cubicBezTo>
                  <a:pt x="50496" y="89080"/>
                  <a:pt x="49790" y="86855"/>
                  <a:pt x="48377" y="85000"/>
                </a:cubicBezTo>
                <a:cubicBezTo>
                  <a:pt x="46965" y="83142"/>
                  <a:pt x="45126" y="81492"/>
                  <a:pt x="42860" y="80048"/>
                </a:cubicBezTo>
                <a:cubicBezTo>
                  <a:pt x="40594" y="78604"/>
                  <a:pt x="38019" y="77249"/>
                  <a:pt x="35135" y="75981"/>
                </a:cubicBezTo>
                <a:cubicBezTo>
                  <a:pt x="32252" y="74712"/>
                  <a:pt x="29279" y="73371"/>
                  <a:pt x="26219" y="71956"/>
                </a:cubicBezTo>
                <a:cubicBezTo>
                  <a:pt x="23159" y="70542"/>
                  <a:pt x="20187" y="68936"/>
                  <a:pt x="17303" y="67140"/>
                </a:cubicBezTo>
                <a:cubicBezTo>
                  <a:pt x="14419" y="65341"/>
                  <a:pt x="11844" y="63189"/>
                  <a:pt x="9578" y="60684"/>
                </a:cubicBezTo>
                <a:cubicBezTo>
                  <a:pt x="7313" y="58179"/>
                  <a:pt x="5473" y="55218"/>
                  <a:pt x="4061" y="51801"/>
                </a:cubicBezTo>
                <a:cubicBezTo>
                  <a:pt x="2648" y="48382"/>
                  <a:pt x="1942" y="44285"/>
                  <a:pt x="1942" y="39511"/>
                </a:cubicBezTo>
                <a:cubicBezTo>
                  <a:pt x="1942" y="34028"/>
                  <a:pt x="2957" y="29210"/>
                  <a:pt x="4988" y="25055"/>
                </a:cubicBezTo>
                <a:cubicBezTo>
                  <a:pt x="7018" y="20900"/>
                  <a:pt x="9755" y="17453"/>
                  <a:pt x="13198" y="14712"/>
                </a:cubicBezTo>
                <a:cubicBezTo>
                  <a:pt x="16641" y="11970"/>
                  <a:pt x="20702" y="9921"/>
                  <a:pt x="25380" y="8566"/>
                </a:cubicBezTo>
                <a:cubicBezTo>
                  <a:pt x="30059" y="7210"/>
                  <a:pt x="35018" y="6533"/>
                  <a:pt x="40256" y="6533"/>
                </a:cubicBezTo>
                <a:cubicBezTo>
                  <a:pt x="42963" y="6533"/>
                  <a:pt x="45670" y="6739"/>
                  <a:pt x="48377" y="7151"/>
                </a:cubicBezTo>
                <a:cubicBezTo>
                  <a:pt x="51085" y="7563"/>
                  <a:pt x="53615" y="8122"/>
                  <a:pt x="55969" y="8828"/>
                </a:cubicBezTo>
                <a:cubicBezTo>
                  <a:pt x="58324" y="9534"/>
                  <a:pt x="60413" y="10329"/>
                  <a:pt x="62237" y="11212"/>
                </a:cubicBezTo>
                <a:cubicBezTo>
                  <a:pt x="64062" y="12094"/>
                  <a:pt x="65268" y="12830"/>
                  <a:pt x="65857" y="13419"/>
                </a:cubicBezTo>
                <a:cubicBezTo>
                  <a:pt x="66445" y="14007"/>
                  <a:pt x="66843" y="14508"/>
                  <a:pt x="67049" y="14922"/>
                </a:cubicBezTo>
                <a:cubicBezTo>
                  <a:pt x="67255" y="15336"/>
                  <a:pt x="67431" y="15883"/>
                  <a:pt x="67578" y="16564"/>
                </a:cubicBezTo>
                <a:cubicBezTo>
                  <a:pt x="67725" y="17244"/>
                  <a:pt x="67828" y="18102"/>
                  <a:pt x="67887" y="19137"/>
                </a:cubicBezTo>
                <a:cubicBezTo>
                  <a:pt x="67946" y="20171"/>
                  <a:pt x="67976" y="21457"/>
                  <a:pt x="67976" y="22994"/>
                </a:cubicBezTo>
                <a:cubicBezTo>
                  <a:pt x="67976" y="24710"/>
                  <a:pt x="67931" y="26159"/>
                  <a:pt x="67843" y="27342"/>
                </a:cubicBezTo>
                <a:cubicBezTo>
                  <a:pt x="67755" y="28525"/>
                  <a:pt x="67608" y="29500"/>
                  <a:pt x="67402" y="30269"/>
                </a:cubicBezTo>
                <a:cubicBezTo>
                  <a:pt x="67196" y="31038"/>
                  <a:pt x="66901" y="31600"/>
                  <a:pt x="66519" y="31955"/>
                </a:cubicBezTo>
                <a:cubicBezTo>
                  <a:pt x="66136" y="32310"/>
                  <a:pt x="65621" y="32487"/>
                  <a:pt x="64974" y="32487"/>
                </a:cubicBezTo>
                <a:cubicBezTo>
                  <a:pt x="64327" y="32487"/>
                  <a:pt x="63297" y="32075"/>
                  <a:pt x="61884" y="31251"/>
                </a:cubicBezTo>
                <a:cubicBezTo>
                  <a:pt x="60472" y="30427"/>
                  <a:pt x="58736" y="29530"/>
                  <a:pt x="56676" y="28559"/>
                </a:cubicBezTo>
                <a:cubicBezTo>
                  <a:pt x="54616" y="27587"/>
                  <a:pt x="52232" y="26705"/>
                  <a:pt x="49525" y="25910"/>
                </a:cubicBezTo>
                <a:cubicBezTo>
                  <a:pt x="46818" y="25116"/>
                  <a:pt x="43846" y="24718"/>
                  <a:pt x="40609" y="24718"/>
                </a:cubicBezTo>
                <a:cubicBezTo>
                  <a:pt x="38078" y="24718"/>
                  <a:pt x="35871" y="25026"/>
                  <a:pt x="33988" y="25643"/>
                </a:cubicBezTo>
                <a:cubicBezTo>
                  <a:pt x="32104" y="26259"/>
                  <a:pt x="30530" y="27109"/>
                  <a:pt x="29265" y="28194"/>
                </a:cubicBezTo>
                <a:cubicBezTo>
                  <a:pt x="27999" y="29278"/>
                  <a:pt x="27058" y="30582"/>
                  <a:pt x="26440" y="32106"/>
                </a:cubicBezTo>
                <a:cubicBezTo>
                  <a:pt x="25822" y="33631"/>
                  <a:pt x="25513" y="35244"/>
                  <a:pt x="25513" y="36945"/>
                </a:cubicBezTo>
                <a:cubicBezTo>
                  <a:pt x="25513" y="39480"/>
                  <a:pt x="26204" y="41675"/>
                  <a:pt x="27587" y="43533"/>
                </a:cubicBezTo>
                <a:cubicBezTo>
                  <a:pt x="28971" y="45389"/>
                  <a:pt x="30824" y="47038"/>
                  <a:pt x="33149" y="48482"/>
                </a:cubicBezTo>
                <a:cubicBezTo>
                  <a:pt x="35474" y="49926"/>
                  <a:pt x="38107" y="51282"/>
                  <a:pt x="41050" y="52551"/>
                </a:cubicBezTo>
                <a:cubicBezTo>
                  <a:pt x="43993" y="53819"/>
                  <a:pt x="46994" y="55159"/>
                  <a:pt x="50055" y="56574"/>
                </a:cubicBezTo>
                <a:cubicBezTo>
                  <a:pt x="53115" y="57988"/>
                  <a:pt x="56117" y="59594"/>
                  <a:pt x="59059" y="61393"/>
                </a:cubicBezTo>
                <a:cubicBezTo>
                  <a:pt x="62002" y="63190"/>
                  <a:pt x="64621" y="65341"/>
                  <a:pt x="66916" y="67846"/>
                </a:cubicBezTo>
                <a:cubicBezTo>
                  <a:pt x="69211" y="70351"/>
                  <a:pt x="71065" y="73298"/>
                  <a:pt x="72478" y="76688"/>
                </a:cubicBezTo>
                <a:cubicBezTo>
                  <a:pt x="73890" y="80075"/>
                  <a:pt x="74597" y="84068"/>
                  <a:pt x="74597" y="88666"/>
                </a:cubicBezTo>
                <a:close/>
                <a:moveTo>
                  <a:pt x="166293" y="119881"/>
                </a:moveTo>
                <a:cubicBezTo>
                  <a:pt x="166293" y="120470"/>
                  <a:pt x="166117" y="120986"/>
                  <a:pt x="165764" y="121429"/>
                </a:cubicBezTo>
                <a:cubicBezTo>
                  <a:pt x="165410" y="121870"/>
                  <a:pt x="164822" y="122238"/>
                  <a:pt x="163998" y="122532"/>
                </a:cubicBezTo>
                <a:cubicBezTo>
                  <a:pt x="163174" y="122827"/>
                  <a:pt x="162041" y="123047"/>
                  <a:pt x="160599" y="123195"/>
                </a:cubicBezTo>
                <a:cubicBezTo>
                  <a:pt x="159157" y="123342"/>
                  <a:pt x="157377" y="123415"/>
                  <a:pt x="155258" y="123415"/>
                </a:cubicBezTo>
                <a:cubicBezTo>
                  <a:pt x="153081" y="123415"/>
                  <a:pt x="151271" y="123342"/>
                  <a:pt x="149829" y="123195"/>
                </a:cubicBezTo>
                <a:cubicBezTo>
                  <a:pt x="148387" y="123047"/>
                  <a:pt x="147254" y="122827"/>
                  <a:pt x="146430" y="122532"/>
                </a:cubicBezTo>
                <a:cubicBezTo>
                  <a:pt x="145606" y="122238"/>
                  <a:pt x="145018" y="121870"/>
                  <a:pt x="144665" y="121429"/>
                </a:cubicBezTo>
                <a:cubicBezTo>
                  <a:pt x="144312" y="120988"/>
                  <a:pt x="144135" y="120473"/>
                  <a:pt x="144135" y="119884"/>
                </a:cubicBezTo>
                <a:lnTo>
                  <a:pt x="144135" y="74950"/>
                </a:lnTo>
                <a:cubicBezTo>
                  <a:pt x="144135" y="71124"/>
                  <a:pt x="143855" y="68123"/>
                  <a:pt x="143296" y="65945"/>
                </a:cubicBezTo>
                <a:cubicBezTo>
                  <a:pt x="142737" y="63768"/>
                  <a:pt x="141928" y="61899"/>
                  <a:pt x="140869" y="60339"/>
                </a:cubicBezTo>
                <a:cubicBezTo>
                  <a:pt x="139809" y="58780"/>
                  <a:pt x="138441" y="57573"/>
                  <a:pt x="136764" y="56720"/>
                </a:cubicBezTo>
                <a:cubicBezTo>
                  <a:pt x="135086" y="55866"/>
                  <a:pt x="133129" y="55440"/>
                  <a:pt x="130893" y="55440"/>
                </a:cubicBezTo>
                <a:cubicBezTo>
                  <a:pt x="128068" y="55440"/>
                  <a:pt x="125214" y="56470"/>
                  <a:pt x="122330" y="58530"/>
                </a:cubicBezTo>
                <a:cubicBezTo>
                  <a:pt x="119446" y="60589"/>
                  <a:pt x="116444" y="63591"/>
                  <a:pt x="113325" y="67534"/>
                </a:cubicBezTo>
                <a:lnTo>
                  <a:pt x="113325" y="119884"/>
                </a:lnTo>
                <a:cubicBezTo>
                  <a:pt x="113325" y="120473"/>
                  <a:pt x="113149" y="120988"/>
                  <a:pt x="112796" y="121429"/>
                </a:cubicBezTo>
                <a:cubicBezTo>
                  <a:pt x="112442" y="121870"/>
                  <a:pt x="111839" y="122238"/>
                  <a:pt x="110986" y="122532"/>
                </a:cubicBezTo>
                <a:cubicBezTo>
                  <a:pt x="110132" y="122827"/>
                  <a:pt x="109000" y="123047"/>
                  <a:pt x="107587" y="123195"/>
                </a:cubicBezTo>
                <a:cubicBezTo>
                  <a:pt x="106175" y="123342"/>
                  <a:pt x="104380" y="123415"/>
                  <a:pt x="102202" y="123415"/>
                </a:cubicBezTo>
                <a:cubicBezTo>
                  <a:pt x="100024" y="123415"/>
                  <a:pt x="98229" y="123342"/>
                  <a:pt x="96817" y="123195"/>
                </a:cubicBezTo>
                <a:cubicBezTo>
                  <a:pt x="95404" y="123047"/>
                  <a:pt x="94272" y="122827"/>
                  <a:pt x="93418" y="122532"/>
                </a:cubicBezTo>
                <a:cubicBezTo>
                  <a:pt x="92565" y="122238"/>
                  <a:pt x="91962" y="121870"/>
                  <a:pt x="91608" y="121429"/>
                </a:cubicBezTo>
                <a:cubicBezTo>
                  <a:pt x="91255" y="120988"/>
                  <a:pt x="91079" y="120473"/>
                  <a:pt x="91079" y="119884"/>
                </a:cubicBezTo>
                <a:lnTo>
                  <a:pt x="91079" y="3796"/>
                </a:lnTo>
                <a:cubicBezTo>
                  <a:pt x="91079" y="3208"/>
                  <a:pt x="91255" y="2678"/>
                  <a:pt x="91608" y="2207"/>
                </a:cubicBezTo>
                <a:cubicBezTo>
                  <a:pt x="91962" y="1736"/>
                  <a:pt x="92565" y="1339"/>
                  <a:pt x="93418" y="1015"/>
                </a:cubicBezTo>
                <a:cubicBezTo>
                  <a:pt x="94272" y="692"/>
                  <a:pt x="95404" y="441"/>
                  <a:pt x="96817" y="265"/>
                </a:cubicBezTo>
                <a:cubicBezTo>
                  <a:pt x="98229" y="88"/>
                  <a:pt x="100024" y="0"/>
                  <a:pt x="102202" y="0"/>
                </a:cubicBezTo>
                <a:cubicBezTo>
                  <a:pt x="104380" y="0"/>
                  <a:pt x="106175" y="88"/>
                  <a:pt x="107587" y="265"/>
                </a:cubicBezTo>
                <a:cubicBezTo>
                  <a:pt x="109000" y="441"/>
                  <a:pt x="110132" y="692"/>
                  <a:pt x="110986" y="1015"/>
                </a:cubicBezTo>
                <a:cubicBezTo>
                  <a:pt x="111839" y="1337"/>
                  <a:pt x="112442" y="1733"/>
                  <a:pt x="112796" y="2204"/>
                </a:cubicBezTo>
                <a:cubicBezTo>
                  <a:pt x="113149" y="2673"/>
                  <a:pt x="113325" y="3202"/>
                  <a:pt x="113325" y="3791"/>
                </a:cubicBezTo>
                <a:lnTo>
                  <a:pt x="113325" y="47241"/>
                </a:lnTo>
                <a:cubicBezTo>
                  <a:pt x="117151" y="43470"/>
                  <a:pt x="121050" y="40657"/>
                  <a:pt x="125022" y="38802"/>
                </a:cubicBezTo>
                <a:cubicBezTo>
                  <a:pt x="128995" y="36946"/>
                  <a:pt x="133129" y="36018"/>
                  <a:pt x="137426" y="36018"/>
                </a:cubicBezTo>
                <a:cubicBezTo>
                  <a:pt x="142781" y="36018"/>
                  <a:pt x="147298" y="36902"/>
                  <a:pt x="150977" y="38669"/>
                </a:cubicBezTo>
                <a:cubicBezTo>
                  <a:pt x="154655" y="40437"/>
                  <a:pt x="157627" y="42853"/>
                  <a:pt x="159893" y="45917"/>
                </a:cubicBezTo>
                <a:cubicBezTo>
                  <a:pt x="162159" y="48979"/>
                  <a:pt x="163792" y="52558"/>
                  <a:pt x="164792" y="56654"/>
                </a:cubicBezTo>
                <a:cubicBezTo>
                  <a:pt x="165793" y="60748"/>
                  <a:pt x="166293" y="65711"/>
                  <a:pt x="166293" y="71543"/>
                </a:cubicBezTo>
                <a:lnTo>
                  <a:pt x="166293" y="119881"/>
                </a:lnTo>
                <a:close/>
                <a:moveTo>
                  <a:pt x="255260" y="120146"/>
                </a:moveTo>
                <a:cubicBezTo>
                  <a:pt x="255260" y="120970"/>
                  <a:pt x="254965" y="121618"/>
                  <a:pt x="254377" y="122091"/>
                </a:cubicBezTo>
                <a:cubicBezTo>
                  <a:pt x="253788" y="122562"/>
                  <a:pt x="252861" y="122900"/>
                  <a:pt x="251596" y="123106"/>
                </a:cubicBezTo>
                <a:cubicBezTo>
                  <a:pt x="250331" y="123312"/>
                  <a:pt x="248462" y="123415"/>
                  <a:pt x="245990" y="123415"/>
                </a:cubicBezTo>
                <a:cubicBezTo>
                  <a:pt x="243342" y="123415"/>
                  <a:pt x="241414" y="123312"/>
                  <a:pt x="240208" y="123106"/>
                </a:cubicBezTo>
                <a:cubicBezTo>
                  <a:pt x="239001" y="122900"/>
                  <a:pt x="238148" y="122562"/>
                  <a:pt x="237648" y="122091"/>
                </a:cubicBezTo>
                <a:cubicBezTo>
                  <a:pt x="237147" y="121620"/>
                  <a:pt x="236897" y="120973"/>
                  <a:pt x="236897" y="120149"/>
                </a:cubicBezTo>
                <a:lnTo>
                  <a:pt x="236897" y="113881"/>
                </a:lnTo>
                <a:cubicBezTo>
                  <a:pt x="233660" y="117353"/>
                  <a:pt x="229967" y="120075"/>
                  <a:pt x="225818" y="122047"/>
                </a:cubicBezTo>
                <a:cubicBezTo>
                  <a:pt x="221669" y="124019"/>
                  <a:pt x="217064" y="125004"/>
                  <a:pt x="212002" y="125004"/>
                </a:cubicBezTo>
                <a:cubicBezTo>
                  <a:pt x="207824" y="125004"/>
                  <a:pt x="203984" y="124458"/>
                  <a:pt x="200482" y="123366"/>
                </a:cubicBezTo>
                <a:cubicBezTo>
                  <a:pt x="196980" y="122273"/>
                  <a:pt x="193949" y="120649"/>
                  <a:pt x="191389" y="118494"/>
                </a:cubicBezTo>
                <a:cubicBezTo>
                  <a:pt x="188829" y="116338"/>
                  <a:pt x="186843" y="113667"/>
                  <a:pt x="185430" y="110480"/>
                </a:cubicBezTo>
                <a:cubicBezTo>
                  <a:pt x="184018" y="107290"/>
                  <a:pt x="183311" y="103570"/>
                  <a:pt x="183311" y="99318"/>
                </a:cubicBezTo>
                <a:cubicBezTo>
                  <a:pt x="183311" y="94711"/>
                  <a:pt x="184209" y="90709"/>
                  <a:pt x="186004" y="87314"/>
                </a:cubicBezTo>
                <a:cubicBezTo>
                  <a:pt x="187799" y="83919"/>
                  <a:pt x="190477" y="81115"/>
                  <a:pt x="194037" y="78900"/>
                </a:cubicBezTo>
                <a:cubicBezTo>
                  <a:pt x="197598" y="76686"/>
                  <a:pt x="202027" y="75047"/>
                  <a:pt x="207324" y="73984"/>
                </a:cubicBezTo>
                <a:cubicBezTo>
                  <a:pt x="212620" y="72921"/>
                  <a:pt x="218770" y="72390"/>
                  <a:pt x="225774" y="72390"/>
                </a:cubicBezTo>
                <a:lnTo>
                  <a:pt x="233454" y="72390"/>
                </a:lnTo>
                <a:lnTo>
                  <a:pt x="233454" y="67644"/>
                </a:lnTo>
                <a:cubicBezTo>
                  <a:pt x="233454" y="65184"/>
                  <a:pt x="233204" y="63031"/>
                  <a:pt x="232704" y="61186"/>
                </a:cubicBezTo>
                <a:cubicBezTo>
                  <a:pt x="232204" y="59340"/>
                  <a:pt x="231380" y="57801"/>
                  <a:pt x="230232" y="56571"/>
                </a:cubicBezTo>
                <a:cubicBezTo>
                  <a:pt x="229085" y="55340"/>
                  <a:pt x="227554" y="54433"/>
                  <a:pt x="225642" y="53848"/>
                </a:cubicBezTo>
                <a:cubicBezTo>
                  <a:pt x="223729" y="53261"/>
                  <a:pt x="221360" y="52968"/>
                  <a:pt x="218535" y="52968"/>
                </a:cubicBezTo>
                <a:cubicBezTo>
                  <a:pt x="214827" y="52968"/>
                  <a:pt x="211517" y="53380"/>
                  <a:pt x="208604" y="54204"/>
                </a:cubicBezTo>
                <a:cubicBezTo>
                  <a:pt x="205690" y="55028"/>
                  <a:pt x="203116" y="55940"/>
                  <a:pt x="200879" y="56941"/>
                </a:cubicBezTo>
                <a:cubicBezTo>
                  <a:pt x="198643" y="57941"/>
                  <a:pt x="196774" y="58853"/>
                  <a:pt x="195273" y="59677"/>
                </a:cubicBezTo>
                <a:cubicBezTo>
                  <a:pt x="193773" y="60501"/>
                  <a:pt x="192551" y="60913"/>
                  <a:pt x="191610" y="60913"/>
                </a:cubicBezTo>
                <a:cubicBezTo>
                  <a:pt x="190962" y="60913"/>
                  <a:pt x="190389" y="60706"/>
                  <a:pt x="189888" y="60292"/>
                </a:cubicBezTo>
                <a:cubicBezTo>
                  <a:pt x="189388" y="59879"/>
                  <a:pt x="188976" y="59287"/>
                  <a:pt x="188652" y="58519"/>
                </a:cubicBezTo>
                <a:cubicBezTo>
                  <a:pt x="188329" y="57750"/>
                  <a:pt x="188079" y="56804"/>
                  <a:pt x="187902" y="55680"/>
                </a:cubicBezTo>
                <a:cubicBezTo>
                  <a:pt x="187725" y="54554"/>
                  <a:pt x="187637" y="53312"/>
                  <a:pt x="187637" y="51953"/>
                </a:cubicBezTo>
                <a:cubicBezTo>
                  <a:pt x="187637" y="50119"/>
                  <a:pt x="187784" y="48670"/>
                  <a:pt x="188079" y="47605"/>
                </a:cubicBezTo>
                <a:cubicBezTo>
                  <a:pt x="188373" y="46540"/>
                  <a:pt x="188932" y="45579"/>
                  <a:pt x="189756" y="44722"/>
                </a:cubicBezTo>
                <a:cubicBezTo>
                  <a:pt x="190580" y="43863"/>
                  <a:pt x="192022" y="42919"/>
                  <a:pt x="194082" y="41889"/>
                </a:cubicBezTo>
                <a:cubicBezTo>
                  <a:pt x="196141" y="40859"/>
                  <a:pt x="198554" y="39903"/>
                  <a:pt x="201321" y="39020"/>
                </a:cubicBezTo>
                <a:cubicBezTo>
                  <a:pt x="204087" y="38137"/>
                  <a:pt x="207103" y="37416"/>
                  <a:pt x="210369" y="36857"/>
                </a:cubicBezTo>
                <a:cubicBezTo>
                  <a:pt x="213636" y="36298"/>
                  <a:pt x="217005" y="36018"/>
                  <a:pt x="220477" y="36018"/>
                </a:cubicBezTo>
                <a:cubicBezTo>
                  <a:pt x="226657" y="36018"/>
                  <a:pt x="231939" y="36622"/>
                  <a:pt x="236323" y="37831"/>
                </a:cubicBezTo>
                <a:cubicBezTo>
                  <a:pt x="240708" y="39037"/>
                  <a:pt x="244313" y="40893"/>
                  <a:pt x="247138" y="43398"/>
                </a:cubicBezTo>
                <a:cubicBezTo>
                  <a:pt x="249963" y="45901"/>
                  <a:pt x="252023" y="49126"/>
                  <a:pt x="253317" y="53073"/>
                </a:cubicBezTo>
                <a:cubicBezTo>
                  <a:pt x="254612" y="57020"/>
                  <a:pt x="255260" y="61703"/>
                  <a:pt x="255260" y="67123"/>
                </a:cubicBezTo>
                <a:lnTo>
                  <a:pt x="255260" y="120146"/>
                </a:lnTo>
                <a:moveTo>
                  <a:pt x="233454" y="86338"/>
                </a:moveTo>
                <a:lnTo>
                  <a:pt x="224980" y="86338"/>
                </a:lnTo>
                <a:cubicBezTo>
                  <a:pt x="221389" y="86338"/>
                  <a:pt x="218329" y="86604"/>
                  <a:pt x="215798" y="87138"/>
                </a:cubicBezTo>
                <a:cubicBezTo>
                  <a:pt x="213268" y="87671"/>
                  <a:pt x="211208" y="88472"/>
                  <a:pt x="209619" y="89541"/>
                </a:cubicBezTo>
                <a:cubicBezTo>
                  <a:pt x="208030" y="90607"/>
                  <a:pt x="206867" y="91898"/>
                  <a:pt x="206132" y="93411"/>
                </a:cubicBezTo>
                <a:cubicBezTo>
                  <a:pt x="205396" y="94923"/>
                  <a:pt x="205028" y="96657"/>
                  <a:pt x="205028" y="98614"/>
                </a:cubicBezTo>
                <a:cubicBezTo>
                  <a:pt x="205028" y="101936"/>
                  <a:pt x="206073" y="104545"/>
                  <a:pt x="208162" y="106443"/>
                </a:cubicBezTo>
                <a:cubicBezTo>
                  <a:pt x="210251" y="108342"/>
                  <a:pt x="213150" y="109291"/>
                  <a:pt x="216858" y="109291"/>
                </a:cubicBezTo>
                <a:cubicBezTo>
                  <a:pt x="219977" y="109291"/>
                  <a:pt x="222846" y="108490"/>
                  <a:pt x="225465" y="106890"/>
                </a:cubicBezTo>
                <a:cubicBezTo>
                  <a:pt x="228084" y="105288"/>
                  <a:pt x="230747" y="102945"/>
                  <a:pt x="233454" y="99861"/>
                </a:cubicBezTo>
                <a:lnTo>
                  <a:pt x="233454" y="86338"/>
                </a:lnTo>
                <a:close/>
                <a:moveTo>
                  <a:pt x="356756" y="79361"/>
                </a:moveTo>
                <a:cubicBezTo>
                  <a:pt x="356756" y="86379"/>
                  <a:pt x="356006" y="92704"/>
                  <a:pt x="354505" y="98336"/>
                </a:cubicBezTo>
                <a:cubicBezTo>
                  <a:pt x="353004" y="103967"/>
                  <a:pt x="350812" y="108758"/>
                  <a:pt x="347928" y="112709"/>
                </a:cubicBezTo>
                <a:cubicBezTo>
                  <a:pt x="345044" y="116659"/>
                  <a:pt x="341454" y="119697"/>
                  <a:pt x="337158" y="121821"/>
                </a:cubicBezTo>
                <a:cubicBezTo>
                  <a:pt x="332862" y="123943"/>
                  <a:pt x="327947" y="125004"/>
                  <a:pt x="322415" y="125004"/>
                </a:cubicBezTo>
                <a:cubicBezTo>
                  <a:pt x="320120" y="125004"/>
                  <a:pt x="318016" y="124783"/>
                  <a:pt x="316103" y="124339"/>
                </a:cubicBezTo>
                <a:cubicBezTo>
                  <a:pt x="314190" y="123898"/>
                  <a:pt x="312336" y="123220"/>
                  <a:pt x="310541" y="122306"/>
                </a:cubicBezTo>
                <a:cubicBezTo>
                  <a:pt x="308746" y="121392"/>
                  <a:pt x="306966" y="120257"/>
                  <a:pt x="305201" y="118902"/>
                </a:cubicBezTo>
                <a:cubicBezTo>
                  <a:pt x="303435" y="117545"/>
                  <a:pt x="301610" y="115952"/>
                  <a:pt x="299727" y="114124"/>
                </a:cubicBezTo>
                <a:lnTo>
                  <a:pt x="299727" y="151221"/>
                </a:lnTo>
                <a:cubicBezTo>
                  <a:pt x="299727" y="151809"/>
                  <a:pt x="299551" y="152339"/>
                  <a:pt x="299198" y="152810"/>
                </a:cubicBezTo>
                <a:cubicBezTo>
                  <a:pt x="298844" y="153282"/>
                  <a:pt x="298241" y="153681"/>
                  <a:pt x="297388" y="154004"/>
                </a:cubicBezTo>
                <a:cubicBezTo>
                  <a:pt x="296534" y="154328"/>
                  <a:pt x="295401" y="154578"/>
                  <a:pt x="293989" y="154755"/>
                </a:cubicBezTo>
                <a:cubicBezTo>
                  <a:pt x="292577" y="154931"/>
                  <a:pt x="290781" y="155019"/>
                  <a:pt x="288604" y="155019"/>
                </a:cubicBezTo>
                <a:cubicBezTo>
                  <a:pt x="286426" y="155019"/>
                  <a:pt x="284631" y="154931"/>
                  <a:pt x="283219" y="154755"/>
                </a:cubicBezTo>
                <a:cubicBezTo>
                  <a:pt x="281806" y="154578"/>
                  <a:pt x="280673" y="154328"/>
                  <a:pt x="279820" y="154004"/>
                </a:cubicBezTo>
                <a:cubicBezTo>
                  <a:pt x="278967" y="153681"/>
                  <a:pt x="278363" y="153282"/>
                  <a:pt x="278010" y="152810"/>
                </a:cubicBezTo>
                <a:cubicBezTo>
                  <a:pt x="277657" y="152339"/>
                  <a:pt x="277481" y="151809"/>
                  <a:pt x="277481" y="151221"/>
                </a:cubicBezTo>
                <a:lnTo>
                  <a:pt x="277481" y="41141"/>
                </a:lnTo>
                <a:cubicBezTo>
                  <a:pt x="277481" y="40553"/>
                  <a:pt x="277628" y="40038"/>
                  <a:pt x="277922" y="39596"/>
                </a:cubicBezTo>
                <a:cubicBezTo>
                  <a:pt x="278216" y="39153"/>
                  <a:pt x="278731" y="38784"/>
                  <a:pt x="279467" y="38490"/>
                </a:cubicBezTo>
                <a:cubicBezTo>
                  <a:pt x="280203" y="38196"/>
                  <a:pt x="281174" y="37975"/>
                  <a:pt x="282380" y="37828"/>
                </a:cubicBezTo>
                <a:cubicBezTo>
                  <a:pt x="283587" y="37681"/>
                  <a:pt x="285102" y="37607"/>
                  <a:pt x="286927" y="37607"/>
                </a:cubicBezTo>
                <a:cubicBezTo>
                  <a:pt x="288692" y="37607"/>
                  <a:pt x="290178" y="37681"/>
                  <a:pt x="291385" y="37828"/>
                </a:cubicBezTo>
                <a:cubicBezTo>
                  <a:pt x="292591" y="37973"/>
                  <a:pt x="293562" y="38193"/>
                  <a:pt x="294298" y="38487"/>
                </a:cubicBezTo>
                <a:cubicBezTo>
                  <a:pt x="295034" y="38780"/>
                  <a:pt x="295549" y="39146"/>
                  <a:pt x="295843" y="39585"/>
                </a:cubicBezTo>
                <a:cubicBezTo>
                  <a:pt x="296137" y="40023"/>
                  <a:pt x="296284" y="40535"/>
                  <a:pt x="296284" y="41122"/>
                </a:cubicBezTo>
                <a:lnTo>
                  <a:pt x="296284" y="50347"/>
                </a:lnTo>
                <a:cubicBezTo>
                  <a:pt x="298580" y="47989"/>
                  <a:pt x="300831" y="45911"/>
                  <a:pt x="303038" y="44112"/>
                </a:cubicBezTo>
                <a:cubicBezTo>
                  <a:pt x="305245" y="42314"/>
                  <a:pt x="307496" y="40810"/>
                  <a:pt x="309791" y="39602"/>
                </a:cubicBezTo>
                <a:cubicBezTo>
                  <a:pt x="312086" y="38392"/>
                  <a:pt x="314455" y="37492"/>
                  <a:pt x="316898" y="36904"/>
                </a:cubicBezTo>
                <a:cubicBezTo>
                  <a:pt x="319340" y="36313"/>
                  <a:pt x="321944" y="36018"/>
                  <a:pt x="324710" y="36018"/>
                </a:cubicBezTo>
                <a:cubicBezTo>
                  <a:pt x="330478" y="36018"/>
                  <a:pt x="335392" y="37154"/>
                  <a:pt x="339453" y="39425"/>
                </a:cubicBezTo>
                <a:cubicBezTo>
                  <a:pt x="343514" y="41695"/>
                  <a:pt x="346825" y="44805"/>
                  <a:pt x="349385" y="48755"/>
                </a:cubicBezTo>
                <a:cubicBezTo>
                  <a:pt x="351945" y="52706"/>
                  <a:pt x="353813" y="57306"/>
                  <a:pt x="354990" y="62555"/>
                </a:cubicBezTo>
                <a:cubicBezTo>
                  <a:pt x="356167" y="67804"/>
                  <a:pt x="356756" y="73406"/>
                  <a:pt x="356756" y="79361"/>
                </a:cubicBezTo>
                <a:moveTo>
                  <a:pt x="333627" y="80997"/>
                </a:moveTo>
                <a:cubicBezTo>
                  <a:pt x="333627" y="77637"/>
                  <a:pt x="333377" y="74409"/>
                  <a:pt x="332876" y="71314"/>
                </a:cubicBezTo>
                <a:cubicBezTo>
                  <a:pt x="332376" y="68218"/>
                  <a:pt x="331523" y="65462"/>
                  <a:pt x="330316" y="63046"/>
                </a:cubicBezTo>
                <a:cubicBezTo>
                  <a:pt x="329110" y="60629"/>
                  <a:pt x="327521" y="58699"/>
                  <a:pt x="325549" y="57255"/>
                </a:cubicBezTo>
                <a:cubicBezTo>
                  <a:pt x="323577" y="55809"/>
                  <a:pt x="321120" y="55087"/>
                  <a:pt x="318178" y="55087"/>
                </a:cubicBezTo>
                <a:cubicBezTo>
                  <a:pt x="316706" y="55087"/>
                  <a:pt x="315250" y="55307"/>
                  <a:pt x="313808" y="55749"/>
                </a:cubicBezTo>
                <a:cubicBezTo>
                  <a:pt x="312366" y="56188"/>
                  <a:pt x="310895" y="56907"/>
                  <a:pt x="309394" y="57906"/>
                </a:cubicBezTo>
                <a:cubicBezTo>
                  <a:pt x="307893" y="58905"/>
                  <a:pt x="306348" y="60198"/>
                  <a:pt x="304759" y="61785"/>
                </a:cubicBezTo>
                <a:cubicBezTo>
                  <a:pt x="303170" y="63370"/>
                  <a:pt x="301493" y="65337"/>
                  <a:pt x="299727" y="67686"/>
                </a:cubicBezTo>
                <a:lnTo>
                  <a:pt x="299727" y="93690"/>
                </a:lnTo>
                <a:cubicBezTo>
                  <a:pt x="302846" y="97653"/>
                  <a:pt x="305818" y="100714"/>
                  <a:pt x="308643" y="102874"/>
                </a:cubicBezTo>
                <a:cubicBezTo>
                  <a:pt x="311468" y="105033"/>
                  <a:pt x="314411" y="106112"/>
                  <a:pt x="317471" y="106112"/>
                </a:cubicBezTo>
                <a:cubicBezTo>
                  <a:pt x="320355" y="106112"/>
                  <a:pt x="322812" y="105376"/>
                  <a:pt x="324843" y="103903"/>
                </a:cubicBezTo>
                <a:cubicBezTo>
                  <a:pt x="326873" y="102428"/>
                  <a:pt x="328536" y="100497"/>
                  <a:pt x="329831" y="98109"/>
                </a:cubicBezTo>
                <a:cubicBezTo>
                  <a:pt x="331125" y="95722"/>
                  <a:pt x="332082" y="93025"/>
                  <a:pt x="332700" y="90018"/>
                </a:cubicBezTo>
                <a:cubicBezTo>
                  <a:pt x="333318" y="87011"/>
                  <a:pt x="333627" y="84004"/>
                  <a:pt x="333627" y="80997"/>
                </a:cubicBezTo>
                <a:close/>
                <a:moveTo>
                  <a:pt x="447311" y="78202"/>
                </a:moveTo>
                <a:cubicBezTo>
                  <a:pt x="447311" y="80915"/>
                  <a:pt x="446708" y="82920"/>
                  <a:pt x="445502" y="84216"/>
                </a:cubicBezTo>
                <a:cubicBezTo>
                  <a:pt x="444295" y="85513"/>
                  <a:pt x="442633" y="86161"/>
                  <a:pt x="440514" y="86161"/>
                </a:cubicBezTo>
                <a:lnTo>
                  <a:pt x="392578" y="86161"/>
                </a:lnTo>
                <a:cubicBezTo>
                  <a:pt x="392578" y="89529"/>
                  <a:pt x="392975" y="92586"/>
                  <a:pt x="393770" y="95334"/>
                </a:cubicBezTo>
                <a:cubicBezTo>
                  <a:pt x="394564" y="98082"/>
                  <a:pt x="395830" y="100417"/>
                  <a:pt x="397566" y="102338"/>
                </a:cubicBezTo>
                <a:cubicBezTo>
                  <a:pt x="399302" y="104259"/>
                  <a:pt x="401538" y="105721"/>
                  <a:pt x="404275" y="106725"/>
                </a:cubicBezTo>
                <a:cubicBezTo>
                  <a:pt x="407012" y="107729"/>
                  <a:pt x="410293" y="108231"/>
                  <a:pt x="414118" y="108231"/>
                </a:cubicBezTo>
                <a:cubicBezTo>
                  <a:pt x="418003" y="108231"/>
                  <a:pt x="421416" y="107947"/>
                  <a:pt x="424359" y="107379"/>
                </a:cubicBezTo>
                <a:cubicBezTo>
                  <a:pt x="427301" y="106810"/>
                  <a:pt x="429847" y="106182"/>
                  <a:pt x="431995" y="105494"/>
                </a:cubicBezTo>
                <a:cubicBezTo>
                  <a:pt x="434143" y="104807"/>
                  <a:pt x="435923" y="104179"/>
                  <a:pt x="437336" y="103610"/>
                </a:cubicBezTo>
                <a:cubicBezTo>
                  <a:pt x="438748" y="103042"/>
                  <a:pt x="439896" y="102758"/>
                  <a:pt x="440779" y="102758"/>
                </a:cubicBezTo>
                <a:cubicBezTo>
                  <a:pt x="441308" y="102758"/>
                  <a:pt x="441750" y="102862"/>
                  <a:pt x="442103" y="103070"/>
                </a:cubicBezTo>
                <a:cubicBezTo>
                  <a:pt x="442456" y="103276"/>
                  <a:pt x="442750" y="103645"/>
                  <a:pt x="442986" y="104179"/>
                </a:cubicBezTo>
                <a:cubicBezTo>
                  <a:pt x="443221" y="104710"/>
                  <a:pt x="443383" y="105464"/>
                  <a:pt x="443471" y="106441"/>
                </a:cubicBezTo>
                <a:cubicBezTo>
                  <a:pt x="443560" y="107417"/>
                  <a:pt x="443604" y="108645"/>
                  <a:pt x="443604" y="110124"/>
                </a:cubicBezTo>
                <a:cubicBezTo>
                  <a:pt x="443604" y="111426"/>
                  <a:pt x="443574" y="112536"/>
                  <a:pt x="443515" y="113453"/>
                </a:cubicBezTo>
                <a:cubicBezTo>
                  <a:pt x="443457" y="114369"/>
                  <a:pt x="443368" y="115153"/>
                  <a:pt x="443251" y="115804"/>
                </a:cubicBezTo>
                <a:cubicBezTo>
                  <a:pt x="443133" y="116455"/>
                  <a:pt x="442956" y="117003"/>
                  <a:pt x="442721" y="117448"/>
                </a:cubicBezTo>
                <a:cubicBezTo>
                  <a:pt x="442486" y="117891"/>
                  <a:pt x="442177" y="118320"/>
                  <a:pt x="441794" y="118734"/>
                </a:cubicBezTo>
                <a:cubicBezTo>
                  <a:pt x="441411" y="119148"/>
                  <a:pt x="440367" y="119708"/>
                  <a:pt x="438660" y="120414"/>
                </a:cubicBezTo>
                <a:cubicBezTo>
                  <a:pt x="436953" y="121120"/>
                  <a:pt x="434776" y="121812"/>
                  <a:pt x="432127" y="122488"/>
                </a:cubicBezTo>
                <a:cubicBezTo>
                  <a:pt x="429479" y="123165"/>
                  <a:pt x="426448" y="123754"/>
                  <a:pt x="423035" y="124254"/>
                </a:cubicBezTo>
                <a:cubicBezTo>
                  <a:pt x="419621" y="124754"/>
                  <a:pt x="415972" y="125004"/>
                  <a:pt x="412088" y="125004"/>
                </a:cubicBezTo>
                <a:cubicBezTo>
                  <a:pt x="405084" y="125004"/>
                  <a:pt x="398949" y="124120"/>
                  <a:pt x="393681" y="122350"/>
                </a:cubicBezTo>
                <a:cubicBezTo>
                  <a:pt x="388414" y="120581"/>
                  <a:pt x="384015" y="117898"/>
                  <a:pt x="380484" y="114300"/>
                </a:cubicBezTo>
                <a:cubicBezTo>
                  <a:pt x="376952" y="110703"/>
                  <a:pt x="374319" y="106163"/>
                  <a:pt x="372583" y="100680"/>
                </a:cubicBezTo>
                <a:cubicBezTo>
                  <a:pt x="370846" y="95196"/>
                  <a:pt x="369978" y="88768"/>
                  <a:pt x="369978" y="81397"/>
                </a:cubicBezTo>
                <a:cubicBezTo>
                  <a:pt x="369978" y="74379"/>
                  <a:pt x="370891" y="68054"/>
                  <a:pt x="372715" y="62422"/>
                </a:cubicBezTo>
                <a:cubicBezTo>
                  <a:pt x="374539" y="56791"/>
                  <a:pt x="377188" y="52014"/>
                  <a:pt x="380660" y="48093"/>
                </a:cubicBezTo>
                <a:cubicBezTo>
                  <a:pt x="384132" y="44170"/>
                  <a:pt x="388355" y="41177"/>
                  <a:pt x="393328" y="39114"/>
                </a:cubicBezTo>
                <a:cubicBezTo>
                  <a:pt x="398301" y="37050"/>
                  <a:pt x="403907" y="36018"/>
                  <a:pt x="410146" y="36018"/>
                </a:cubicBezTo>
                <a:cubicBezTo>
                  <a:pt x="416737" y="36018"/>
                  <a:pt x="422372" y="36991"/>
                  <a:pt x="427051" y="38937"/>
                </a:cubicBezTo>
                <a:cubicBezTo>
                  <a:pt x="431730" y="40883"/>
                  <a:pt x="435570" y="43580"/>
                  <a:pt x="438572" y="47028"/>
                </a:cubicBezTo>
                <a:cubicBezTo>
                  <a:pt x="441573" y="50477"/>
                  <a:pt x="443780" y="54560"/>
                  <a:pt x="445193" y="59277"/>
                </a:cubicBezTo>
                <a:cubicBezTo>
                  <a:pt x="446605" y="63993"/>
                  <a:pt x="447311" y="69122"/>
                  <a:pt x="447311" y="74665"/>
                </a:cubicBezTo>
                <a:lnTo>
                  <a:pt x="447311" y="78202"/>
                </a:lnTo>
                <a:moveTo>
                  <a:pt x="425771" y="71860"/>
                </a:moveTo>
                <a:cubicBezTo>
                  <a:pt x="425948" y="65594"/>
                  <a:pt x="424697" y="60673"/>
                  <a:pt x="422019" y="57098"/>
                </a:cubicBezTo>
                <a:cubicBezTo>
                  <a:pt x="419341" y="53521"/>
                  <a:pt x="415207" y="51732"/>
                  <a:pt x="409616" y="51732"/>
                </a:cubicBezTo>
                <a:cubicBezTo>
                  <a:pt x="406791" y="51732"/>
                  <a:pt x="404334" y="52264"/>
                  <a:pt x="402245" y="53329"/>
                </a:cubicBezTo>
                <a:cubicBezTo>
                  <a:pt x="400155" y="54392"/>
                  <a:pt x="398419" y="55826"/>
                  <a:pt x="397036" y="57630"/>
                </a:cubicBezTo>
                <a:cubicBezTo>
                  <a:pt x="395653" y="59433"/>
                  <a:pt x="394594" y="61561"/>
                  <a:pt x="393858" y="64014"/>
                </a:cubicBezTo>
                <a:cubicBezTo>
                  <a:pt x="393122" y="66466"/>
                  <a:pt x="392696" y="69081"/>
                  <a:pt x="392578" y="71860"/>
                </a:cubicBezTo>
                <a:lnTo>
                  <a:pt x="425771" y="71860"/>
                </a:lnTo>
                <a:close/>
                <a:moveTo>
                  <a:pt x="573159" y="114013"/>
                </a:moveTo>
                <a:cubicBezTo>
                  <a:pt x="573159" y="115671"/>
                  <a:pt x="573071" y="117076"/>
                  <a:pt x="572894" y="118229"/>
                </a:cubicBezTo>
                <a:cubicBezTo>
                  <a:pt x="572718" y="119382"/>
                  <a:pt x="572468" y="120299"/>
                  <a:pt x="572144" y="120979"/>
                </a:cubicBezTo>
                <a:cubicBezTo>
                  <a:pt x="571820" y="121658"/>
                  <a:pt x="571452" y="122145"/>
                  <a:pt x="571040" y="122441"/>
                </a:cubicBezTo>
                <a:cubicBezTo>
                  <a:pt x="570628" y="122738"/>
                  <a:pt x="570158" y="122886"/>
                  <a:pt x="569628" y="122886"/>
                </a:cubicBezTo>
                <a:lnTo>
                  <a:pt x="506596" y="122886"/>
                </a:lnTo>
                <a:cubicBezTo>
                  <a:pt x="506125" y="122886"/>
                  <a:pt x="505684" y="122738"/>
                  <a:pt x="505272" y="122441"/>
                </a:cubicBezTo>
                <a:cubicBezTo>
                  <a:pt x="504860" y="122145"/>
                  <a:pt x="504492" y="121658"/>
                  <a:pt x="504168" y="120979"/>
                </a:cubicBezTo>
                <a:cubicBezTo>
                  <a:pt x="503845" y="120299"/>
                  <a:pt x="503595" y="119382"/>
                  <a:pt x="503418" y="118229"/>
                </a:cubicBezTo>
                <a:cubicBezTo>
                  <a:pt x="503241" y="117076"/>
                  <a:pt x="503153" y="115671"/>
                  <a:pt x="503153" y="114013"/>
                </a:cubicBezTo>
                <a:cubicBezTo>
                  <a:pt x="503153" y="112299"/>
                  <a:pt x="503227" y="110866"/>
                  <a:pt x="503374" y="109713"/>
                </a:cubicBezTo>
                <a:cubicBezTo>
                  <a:pt x="503521" y="108559"/>
                  <a:pt x="503756" y="107628"/>
                  <a:pt x="504080" y="106918"/>
                </a:cubicBezTo>
                <a:cubicBezTo>
                  <a:pt x="504404" y="106208"/>
                  <a:pt x="504772" y="105690"/>
                  <a:pt x="505184" y="105365"/>
                </a:cubicBezTo>
                <a:cubicBezTo>
                  <a:pt x="505596" y="105039"/>
                  <a:pt x="506066" y="104877"/>
                  <a:pt x="506596" y="104877"/>
                </a:cubicBezTo>
                <a:lnTo>
                  <a:pt x="527871" y="104877"/>
                </a:lnTo>
                <a:lnTo>
                  <a:pt x="527871" y="30545"/>
                </a:lnTo>
                <a:lnTo>
                  <a:pt x="509509" y="40785"/>
                </a:lnTo>
                <a:cubicBezTo>
                  <a:pt x="508156" y="41433"/>
                  <a:pt x="507052" y="41830"/>
                  <a:pt x="506199" y="41977"/>
                </a:cubicBezTo>
                <a:cubicBezTo>
                  <a:pt x="505345" y="42124"/>
                  <a:pt x="504669" y="41948"/>
                  <a:pt x="504168" y="41447"/>
                </a:cubicBezTo>
                <a:cubicBezTo>
                  <a:pt x="503668" y="40947"/>
                  <a:pt x="503330" y="40077"/>
                  <a:pt x="503153" y="38838"/>
                </a:cubicBezTo>
                <a:cubicBezTo>
                  <a:pt x="502977" y="37598"/>
                  <a:pt x="502888" y="35857"/>
                  <a:pt x="502888" y="33615"/>
                </a:cubicBezTo>
                <a:cubicBezTo>
                  <a:pt x="502888" y="32199"/>
                  <a:pt x="502918" y="31034"/>
                  <a:pt x="502977" y="30120"/>
                </a:cubicBezTo>
                <a:cubicBezTo>
                  <a:pt x="503035" y="29204"/>
                  <a:pt x="503183" y="28422"/>
                  <a:pt x="503418" y="27772"/>
                </a:cubicBezTo>
                <a:cubicBezTo>
                  <a:pt x="503653" y="27123"/>
                  <a:pt x="503977" y="26592"/>
                  <a:pt x="504389" y="26181"/>
                </a:cubicBezTo>
                <a:cubicBezTo>
                  <a:pt x="504801" y="25767"/>
                  <a:pt x="505360" y="25324"/>
                  <a:pt x="506066" y="24854"/>
                </a:cubicBezTo>
                <a:lnTo>
                  <a:pt x="530608" y="8919"/>
                </a:lnTo>
                <a:cubicBezTo>
                  <a:pt x="530902" y="8684"/>
                  <a:pt x="531270" y="8492"/>
                  <a:pt x="531712" y="8345"/>
                </a:cubicBezTo>
                <a:cubicBezTo>
                  <a:pt x="532153" y="8196"/>
                  <a:pt x="532727" y="8078"/>
                  <a:pt x="533433" y="7989"/>
                </a:cubicBezTo>
                <a:cubicBezTo>
                  <a:pt x="534139" y="7901"/>
                  <a:pt x="535066" y="7842"/>
                  <a:pt x="536214" y="7813"/>
                </a:cubicBezTo>
                <a:cubicBezTo>
                  <a:pt x="537362" y="7783"/>
                  <a:pt x="538848" y="7769"/>
                  <a:pt x="540672" y="7769"/>
                </a:cubicBezTo>
                <a:cubicBezTo>
                  <a:pt x="542908" y="7769"/>
                  <a:pt x="544718" y="7813"/>
                  <a:pt x="546101" y="7901"/>
                </a:cubicBezTo>
                <a:cubicBezTo>
                  <a:pt x="547484" y="7989"/>
                  <a:pt x="548529" y="8136"/>
                  <a:pt x="549235" y="8342"/>
                </a:cubicBezTo>
                <a:cubicBezTo>
                  <a:pt x="549941" y="8548"/>
                  <a:pt x="550412" y="8828"/>
                  <a:pt x="550648" y="9181"/>
                </a:cubicBezTo>
                <a:cubicBezTo>
                  <a:pt x="550883" y="9534"/>
                  <a:pt x="551001" y="9976"/>
                  <a:pt x="551001" y="10505"/>
                </a:cubicBezTo>
                <a:lnTo>
                  <a:pt x="551001" y="104877"/>
                </a:lnTo>
                <a:lnTo>
                  <a:pt x="569628" y="104877"/>
                </a:lnTo>
                <a:cubicBezTo>
                  <a:pt x="570158" y="104877"/>
                  <a:pt x="570643" y="105039"/>
                  <a:pt x="571084" y="105365"/>
                </a:cubicBezTo>
                <a:cubicBezTo>
                  <a:pt x="571526" y="105690"/>
                  <a:pt x="571908" y="106208"/>
                  <a:pt x="572232" y="106918"/>
                </a:cubicBezTo>
                <a:cubicBezTo>
                  <a:pt x="572556" y="107628"/>
                  <a:pt x="572791" y="108559"/>
                  <a:pt x="572938" y="109713"/>
                </a:cubicBezTo>
                <a:cubicBezTo>
                  <a:pt x="573086" y="110866"/>
                  <a:pt x="573159" y="112299"/>
                  <a:pt x="573159" y="114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Shape2">
            <a:extLst xmlns:a="http://schemas.openxmlformats.org/drawingml/2006/main">
              <a:ext uri="{FF2B5EF4-FFF2-40B4-BE49-F238E27FC236}">
                <a16:creationId xmlns:a16="http://schemas.microsoft.com/office/drawing/2014/main" id="{162C609E-1101-4985-8420-E64201B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72" y="3280048"/>
            <a:ext cx="574218" cy="155019"/>
          </a:xfrm>
          <a:custGeom xmlns:a="http://schemas.openxmlformats.org/drawingml/2006/main">
            <a:pathLst>
              <a:path w="574218" h="155019">
                <a:moveTo>
                  <a:pt x="74597" y="88666"/>
                </a:moveTo>
                <a:cubicBezTo>
                  <a:pt x="74597" y="94678"/>
                  <a:pt x="73478" y="99954"/>
                  <a:pt x="71242" y="104493"/>
                </a:cubicBezTo>
                <a:cubicBezTo>
                  <a:pt x="69005" y="109032"/>
                  <a:pt x="65975" y="112819"/>
                  <a:pt x="62149" y="115854"/>
                </a:cubicBezTo>
                <a:cubicBezTo>
                  <a:pt x="58324" y="118888"/>
                  <a:pt x="53851" y="121172"/>
                  <a:pt x="48731" y="122706"/>
                </a:cubicBezTo>
                <a:cubicBezTo>
                  <a:pt x="43610" y="124238"/>
                  <a:pt x="38137" y="125004"/>
                  <a:pt x="32310" y="125004"/>
                </a:cubicBezTo>
                <a:cubicBezTo>
                  <a:pt x="28367" y="125004"/>
                  <a:pt x="24704" y="124683"/>
                  <a:pt x="21320" y="124042"/>
                </a:cubicBezTo>
                <a:cubicBezTo>
                  <a:pt x="17936" y="123400"/>
                  <a:pt x="14949" y="122627"/>
                  <a:pt x="12359" y="121724"/>
                </a:cubicBezTo>
                <a:cubicBezTo>
                  <a:pt x="9770" y="120819"/>
                  <a:pt x="7607" y="119871"/>
                  <a:pt x="5871" y="118880"/>
                </a:cubicBezTo>
                <a:cubicBezTo>
                  <a:pt x="4134" y="117889"/>
                  <a:pt x="2884" y="117014"/>
                  <a:pt x="2119" y="116256"/>
                </a:cubicBezTo>
                <a:cubicBezTo>
                  <a:pt x="1354" y="115497"/>
                  <a:pt x="809" y="114392"/>
                  <a:pt x="486" y="112943"/>
                </a:cubicBezTo>
                <a:cubicBezTo>
                  <a:pt x="162" y="111494"/>
                  <a:pt x="0" y="109409"/>
                  <a:pt x="0" y="106689"/>
                </a:cubicBezTo>
                <a:cubicBezTo>
                  <a:pt x="0" y="104855"/>
                  <a:pt x="59" y="103318"/>
                  <a:pt x="177" y="102076"/>
                </a:cubicBezTo>
                <a:cubicBezTo>
                  <a:pt x="294" y="100835"/>
                  <a:pt x="486" y="99830"/>
                  <a:pt x="750" y="99061"/>
                </a:cubicBezTo>
                <a:cubicBezTo>
                  <a:pt x="1015" y="98292"/>
                  <a:pt x="1368" y="97745"/>
                  <a:pt x="1810" y="97420"/>
                </a:cubicBezTo>
                <a:cubicBezTo>
                  <a:pt x="2251" y="97094"/>
                  <a:pt x="2766" y="96931"/>
                  <a:pt x="3355" y="96931"/>
                </a:cubicBezTo>
                <a:cubicBezTo>
                  <a:pt x="4179" y="96931"/>
                  <a:pt x="5341" y="97417"/>
                  <a:pt x="6842" y="98388"/>
                </a:cubicBezTo>
                <a:cubicBezTo>
                  <a:pt x="8342" y="99359"/>
                  <a:pt x="10270" y="100433"/>
                  <a:pt x="12624" y="101610"/>
                </a:cubicBezTo>
                <a:cubicBezTo>
                  <a:pt x="14978" y="102787"/>
                  <a:pt x="17788" y="103861"/>
                  <a:pt x="21055" y="104832"/>
                </a:cubicBezTo>
                <a:cubicBezTo>
                  <a:pt x="24321" y="105803"/>
                  <a:pt x="28102" y="106289"/>
                  <a:pt x="32399" y="106289"/>
                </a:cubicBezTo>
                <a:cubicBezTo>
                  <a:pt x="35224" y="106289"/>
                  <a:pt x="37754" y="105950"/>
                  <a:pt x="39991" y="105271"/>
                </a:cubicBezTo>
                <a:cubicBezTo>
                  <a:pt x="42227" y="104591"/>
                  <a:pt x="44125" y="103630"/>
                  <a:pt x="45685" y="102391"/>
                </a:cubicBezTo>
                <a:cubicBezTo>
                  <a:pt x="47244" y="101151"/>
                  <a:pt x="48436" y="99617"/>
                  <a:pt x="49260" y="97787"/>
                </a:cubicBezTo>
                <a:cubicBezTo>
                  <a:pt x="50084" y="95955"/>
                  <a:pt x="50496" y="93917"/>
                  <a:pt x="50496" y="91673"/>
                </a:cubicBezTo>
                <a:cubicBezTo>
                  <a:pt x="50496" y="89080"/>
                  <a:pt x="49790" y="86855"/>
                  <a:pt x="48377" y="85000"/>
                </a:cubicBezTo>
                <a:cubicBezTo>
                  <a:pt x="46965" y="83142"/>
                  <a:pt x="45126" y="81492"/>
                  <a:pt x="42860" y="80048"/>
                </a:cubicBezTo>
                <a:cubicBezTo>
                  <a:pt x="40594" y="78604"/>
                  <a:pt x="38019" y="77249"/>
                  <a:pt x="35135" y="75981"/>
                </a:cubicBezTo>
                <a:cubicBezTo>
                  <a:pt x="32252" y="74712"/>
                  <a:pt x="29279" y="73371"/>
                  <a:pt x="26219" y="71956"/>
                </a:cubicBezTo>
                <a:cubicBezTo>
                  <a:pt x="23159" y="70542"/>
                  <a:pt x="20187" y="68936"/>
                  <a:pt x="17303" y="67140"/>
                </a:cubicBezTo>
                <a:cubicBezTo>
                  <a:pt x="14419" y="65341"/>
                  <a:pt x="11844" y="63189"/>
                  <a:pt x="9578" y="60684"/>
                </a:cubicBezTo>
                <a:cubicBezTo>
                  <a:pt x="7313" y="58179"/>
                  <a:pt x="5473" y="55218"/>
                  <a:pt x="4061" y="51801"/>
                </a:cubicBezTo>
                <a:cubicBezTo>
                  <a:pt x="2648" y="48382"/>
                  <a:pt x="1942" y="44285"/>
                  <a:pt x="1942" y="39511"/>
                </a:cubicBezTo>
                <a:cubicBezTo>
                  <a:pt x="1942" y="34028"/>
                  <a:pt x="2957" y="29210"/>
                  <a:pt x="4988" y="25055"/>
                </a:cubicBezTo>
                <a:cubicBezTo>
                  <a:pt x="7018" y="20900"/>
                  <a:pt x="9755" y="17453"/>
                  <a:pt x="13198" y="14712"/>
                </a:cubicBezTo>
                <a:cubicBezTo>
                  <a:pt x="16641" y="11970"/>
                  <a:pt x="20702" y="9921"/>
                  <a:pt x="25380" y="8566"/>
                </a:cubicBezTo>
                <a:cubicBezTo>
                  <a:pt x="30059" y="7210"/>
                  <a:pt x="35018" y="6533"/>
                  <a:pt x="40256" y="6533"/>
                </a:cubicBezTo>
                <a:cubicBezTo>
                  <a:pt x="42963" y="6533"/>
                  <a:pt x="45670" y="6739"/>
                  <a:pt x="48377" y="7151"/>
                </a:cubicBezTo>
                <a:cubicBezTo>
                  <a:pt x="51085" y="7563"/>
                  <a:pt x="53615" y="8122"/>
                  <a:pt x="55969" y="8828"/>
                </a:cubicBezTo>
                <a:cubicBezTo>
                  <a:pt x="58324" y="9534"/>
                  <a:pt x="60413" y="10329"/>
                  <a:pt x="62237" y="11212"/>
                </a:cubicBezTo>
                <a:cubicBezTo>
                  <a:pt x="64062" y="12094"/>
                  <a:pt x="65268" y="12830"/>
                  <a:pt x="65857" y="13419"/>
                </a:cubicBezTo>
                <a:cubicBezTo>
                  <a:pt x="66445" y="14007"/>
                  <a:pt x="66843" y="14508"/>
                  <a:pt x="67049" y="14922"/>
                </a:cubicBezTo>
                <a:cubicBezTo>
                  <a:pt x="67255" y="15336"/>
                  <a:pt x="67431" y="15883"/>
                  <a:pt x="67578" y="16564"/>
                </a:cubicBezTo>
                <a:cubicBezTo>
                  <a:pt x="67725" y="17244"/>
                  <a:pt x="67828" y="18102"/>
                  <a:pt x="67887" y="19137"/>
                </a:cubicBezTo>
                <a:cubicBezTo>
                  <a:pt x="67946" y="20171"/>
                  <a:pt x="67976" y="21457"/>
                  <a:pt x="67976" y="22994"/>
                </a:cubicBezTo>
                <a:cubicBezTo>
                  <a:pt x="67976" y="24710"/>
                  <a:pt x="67931" y="26159"/>
                  <a:pt x="67843" y="27342"/>
                </a:cubicBezTo>
                <a:cubicBezTo>
                  <a:pt x="67755" y="28525"/>
                  <a:pt x="67608" y="29500"/>
                  <a:pt x="67402" y="30269"/>
                </a:cubicBezTo>
                <a:cubicBezTo>
                  <a:pt x="67196" y="31038"/>
                  <a:pt x="66901" y="31600"/>
                  <a:pt x="66519" y="31955"/>
                </a:cubicBezTo>
                <a:cubicBezTo>
                  <a:pt x="66136" y="32310"/>
                  <a:pt x="65621" y="32487"/>
                  <a:pt x="64974" y="32487"/>
                </a:cubicBezTo>
                <a:cubicBezTo>
                  <a:pt x="64327" y="32487"/>
                  <a:pt x="63297" y="32075"/>
                  <a:pt x="61884" y="31251"/>
                </a:cubicBezTo>
                <a:cubicBezTo>
                  <a:pt x="60472" y="30427"/>
                  <a:pt x="58736" y="29530"/>
                  <a:pt x="56676" y="28559"/>
                </a:cubicBezTo>
                <a:cubicBezTo>
                  <a:pt x="54616" y="27587"/>
                  <a:pt x="52232" y="26705"/>
                  <a:pt x="49525" y="25910"/>
                </a:cubicBezTo>
                <a:cubicBezTo>
                  <a:pt x="46818" y="25116"/>
                  <a:pt x="43846" y="24718"/>
                  <a:pt x="40609" y="24718"/>
                </a:cubicBezTo>
                <a:cubicBezTo>
                  <a:pt x="38078" y="24718"/>
                  <a:pt x="35871" y="25026"/>
                  <a:pt x="33988" y="25643"/>
                </a:cubicBezTo>
                <a:cubicBezTo>
                  <a:pt x="32104" y="26259"/>
                  <a:pt x="30530" y="27109"/>
                  <a:pt x="29265" y="28194"/>
                </a:cubicBezTo>
                <a:cubicBezTo>
                  <a:pt x="27999" y="29278"/>
                  <a:pt x="27058" y="30582"/>
                  <a:pt x="26440" y="32106"/>
                </a:cubicBezTo>
                <a:cubicBezTo>
                  <a:pt x="25822" y="33631"/>
                  <a:pt x="25513" y="35244"/>
                  <a:pt x="25513" y="36945"/>
                </a:cubicBezTo>
                <a:cubicBezTo>
                  <a:pt x="25513" y="39480"/>
                  <a:pt x="26204" y="41675"/>
                  <a:pt x="27587" y="43533"/>
                </a:cubicBezTo>
                <a:cubicBezTo>
                  <a:pt x="28971" y="45389"/>
                  <a:pt x="30824" y="47038"/>
                  <a:pt x="33149" y="48482"/>
                </a:cubicBezTo>
                <a:cubicBezTo>
                  <a:pt x="35474" y="49926"/>
                  <a:pt x="38107" y="51282"/>
                  <a:pt x="41050" y="52551"/>
                </a:cubicBezTo>
                <a:cubicBezTo>
                  <a:pt x="43993" y="53819"/>
                  <a:pt x="46994" y="55159"/>
                  <a:pt x="50055" y="56574"/>
                </a:cubicBezTo>
                <a:cubicBezTo>
                  <a:pt x="53115" y="57988"/>
                  <a:pt x="56117" y="59594"/>
                  <a:pt x="59059" y="61393"/>
                </a:cubicBezTo>
                <a:cubicBezTo>
                  <a:pt x="62002" y="63190"/>
                  <a:pt x="64621" y="65341"/>
                  <a:pt x="66916" y="67846"/>
                </a:cubicBezTo>
                <a:cubicBezTo>
                  <a:pt x="69211" y="70351"/>
                  <a:pt x="71065" y="73298"/>
                  <a:pt x="72478" y="76688"/>
                </a:cubicBezTo>
                <a:cubicBezTo>
                  <a:pt x="73890" y="80075"/>
                  <a:pt x="74597" y="84068"/>
                  <a:pt x="74597" y="88666"/>
                </a:cubicBezTo>
                <a:close/>
                <a:moveTo>
                  <a:pt x="166293" y="119881"/>
                </a:moveTo>
                <a:cubicBezTo>
                  <a:pt x="166293" y="120470"/>
                  <a:pt x="166117" y="120986"/>
                  <a:pt x="165763" y="121429"/>
                </a:cubicBezTo>
                <a:cubicBezTo>
                  <a:pt x="165410" y="121870"/>
                  <a:pt x="164822" y="122238"/>
                  <a:pt x="163998" y="122532"/>
                </a:cubicBezTo>
                <a:cubicBezTo>
                  <a:pt x="163174" y="122827"/>
                  <a:pt x="162041" y="123047"/>
                  <a:pt x="160599" y="123195"/>
                </a:cubicBezTo>
                <a:cubicBezTo>
                  <a:pt x="159157" y="123342"/>
                  <a:pt x="157377" y="123415"/>
                  <a:pt x="155258" y="123415"/>
                </a:cubicBezTo>
                <a:cubicBezTo>
                  <a:pt x="153081" y="123415"/>
                  <a:pt x="151271" y="123342"/>
                  <a:pt x="149829" y="123195"/>
                </a:cubicBezTo>
                <a:cubicBezTo>
                  <a:pt x="148387" y="123047"/>
                  <a:pt x="147254" y="122827"/>
                  <a:pt x="146430" y="122532"/>
                </a:cubicBezTo>
                <a:cubicBezTo>
                  <a:pt x="145606" y="122238"/>
                  <a:pt x="145018" y="121870"/>
                  <a:pt x="144665" y="121429"/>
                </a:cubicBezTo>
                <a:cubicBezTo>
                  <a:pt x="144311" y="120988"/>
                  <a:pt x="144135" y="120473"/>
                  <a:pt x="144135" y="119884"/>
                </a:cubicBezTo>
                <a:lnTo>
                  <a:pt x="144135" y="74950"/>
                </a:lnTo>
                <a:cubicBezTo>
                  <a:pt x="144135" y="71124"/>
                  <a:pt x="143855" y="68123"/>
                  <a:pt x="143296" y="65945"/>
                </a:cubicBezTo>
                <a:cubicBezTo>
                  <a:pt x="142737" y="63768"/>
                  <a:pt x="141928" y="61899"/>
                  <a:pt x="140869" y="60339"/>
                </a:cubicBezTo>
                <a:cubicBezTo>
                  <a:pt x="139809" y="58780"/>
                  <a:pt x="138441" y="57573"/>
                  <a:pt x="136764" y="56720"/>
                </a:cubicBezTo>
                <a:cubicBezTo>
                  <a:pt x="135086" y="55866"/>
                  <a:pt x="133129" y="55440"/>
                  <a:pt x="130893" y="55440"/>
                </a:cubicBezTo>
                <a:cubicBezTo>
                  <a:pt x="128068" y="55440"/>
                  <a:pt x="125214" y="56470"/>
                  <a:pt x="122330" y="58530"/>
                </a:cubicBezTo>
                <a:cubicBezTo>
                  <a:pt x="119446" y="60589"/>
                  <a:pt x="116444" y="63591"/>
                  <a:pt x="113325" y="67534"/>
                </a:cubicBezTo>
                <a:lnTo>
                  <a:pt x="113325" y="119884"/>
                </a:lnTo>
                <a:cubicBezTo>
                  <a:pt x="113325" y="120473"/>
                  <a:pt x="113149" y="120988"/>
                  <a:pt x="112796" y="121429"/>
                </a:cubicBezTo>
                <a:cubicBezTo>
                  <a:pt x="112442" y="121870"/>
                  <a:pt x="111839" y="122238"/>
                  <a:pt x="110986" y="122532"/>
                </a:cubicBezTo>
                <a:cubicBezTo>
                  <a:pt x="110132" y="122827"/>
                  <a:pt x="108999" y="123047"/>
                  <a:pt x="107587" y="123195"/>
                </a:cubicBezTo>
                <a:cubicBezTo>
                  <a:pt x="106175" y="123342"/>
                  <a:pt x="104380" y="123415"/>
                  <a:pt x="102202" y="123415"/>
                </a:cubicBezTo>
                <a:cubicBezTo>
                  <a:pt x="100024" y="123415"/>
                  <a:pt x="98229" y="123342"/>
                  <a:pt x="96817" y="123195"/>
                </a:cubicBezTo>
                <a:cubicBezTo>
                  <a:pt x="95404" y="123047"/>
                  <a:pt x="94271" y="122827"/>
                  <a:pt x="93418" y="122532"/>
                </a:cubicBezTo>
                <a:cubicBezTo>
                  <a:pt x="92565" y="122238"/>
                  <a:pt x="91961" y="121870"/>
                  <a:pt x="91608" y="121429"/>
                </a:cubicBezTo>
                <a:cubicBezTo>
                  <a:pt x="91255" y="120988"/>
                  <a:pt x="91079" y="120473"/>
                  <a:pt x="91079" y="119884"/>
                </a:cubicBezTo>
                <a:lnTo>
                  <a:pt x="91079" y="3796"/>
                </a:lnTo>
                <a:cubicBezTo>
                  <a:pt x="91079" y="3208"/>
                  <a:pt x="91255" y="2678"/>
                  <a:pt x="91608" y="2207"/>
                </a:cubicBezTo>
                <a:cubicBezTo>
                  <a:pt x="91961" y="1736"/>
                  <a:pt x="92565" y="1339"/>
                  <a:pt x="93418" y="1015"/>
                </a:cubicBezTo>
                <a:cubicBezTo>
                  <a:pt x="94271" y="692"/>
                  <a:pt x="95404" y="441"/>
                  <a:pt x="96817" y="265"/>
                </a:cubicBezTo>
                <a:cubicBezTo>
                  <a:pt x="98229" y="88"/>
                  <a:pt x="100024" y="0"/>
                  <a:pt x="102202" y="0"/>
                </a:cubicBezTo>
                <a:cubicBezTo>
                  <a:pt x="104380" y="0"/>
                  <a:pt x="106175" y="88"/>
                  <a:pt x="107587" y="265"/>
                </a:cubicBezTo>
                <a:cubicBezTo>
                  <a:pt x="108999" y="441"/>
                  <a:pt x="110132" y="692"/>
                  <a:pt x="110986" y="1015"/>
                </a:cubicBezTo>
                <a:cubicBezTo>
                  <a:pt x="111839" y="1337"/>
                  <a:pt x="112442" y="1733"/>
                  <a:pt x="112796" y="2204"/>
                </a:cubicBezTo>
                <a:cubicBezTo>
                  <a:pt x="113149" y="2673"/>
                  <a:pt x="113325" y="3202"/>
                  <a:pt x="113325" y="3791"/>
                </a:cubicBezTo>
                <a:lnTo>
                  <a:pt x="113325" y="47241"/>
                </a:lnTo>
                <a:cubicBezTo>
                  <a:pt x="117151" y="43470"/>
                  <a:pt x="121050" y="40657"/>
                  <a:pt x="125022" y="38802"/>
                </a:cubicBezTo>
                <a:cubicBezTo>
                  <a:pt x="128995" y="36946"/>
                  <a:pt x="133129" y="36018"/>
                  <a:pt x="137426" y="36018"/>
                </a:cubicBezTo>
                <a:cubicBezTo>
                  <a:pt x="142781" y="36018"/>
                  <a:pt x="147298" y="36902"/>
                  <a:pt x="150977" y="38669"/>
                </a:cubicBezTo>
                <a:cubicBezTo>
                  <a:pt x="154655" y="40437"/>
                  <a:pt x="157627" y="42853"/>
                  <a:pt x="159893" y="45917"/>
                </a:cubicBezTo>
                <a:cubicBezTo>
                  <a:pt x="162159" y="48979"/>
                  <a:pt x="163792" y="52558"/>
                  <a:pt x="164792" y="56654"/>
                </a:cubicBezTo>
                <a:cubicBezTo>
                  <a:pt x="165793" y="60748"/>
                  <a:pt x="166293" y="65711"/>
                  <a:pt x="166293" y="71543"/>
                </a:cubicBezTo>
                <a:lnTo>
                  <a:pt x="166293" y="119881"/>
                </a:lnTo>
                <a:close/>
                <a:moveTo>
                  <a:pt x="255259" y="120146"/>
                </a:moveTo>
                <a:cubicBezTo>
                  <a:pt x="255259" y="120970"/>
                  <a:pt x="254965" y="121618"/>
                  <a:pt x="254377" y="122091"/>
                </a:cubicBezTo>
                <a:cubicBezTo>
                  <a:pt x="253788" y="122562"/>
                  <a:pt x="252861" y="122900"/>
                  <a:pt x="251596" y="123106"/>
                </a:cubicBezTo>
                <a:cubicBezTo>
                  <a:pt x="250331" y="123312"/>
                  <a:pt x="248462" y="123415"/>
                  <a:pt x="245990" y="123415"/>
                </a:cubicBezTo>
                <a:cubicBezTo>
                  <a:pt x="243342" y="123415"/>
                  <a:pt x="241414" y="123312"/>
                  <a:pt x="240208" y="123106"/>
                </a:cubicBezTo>
                <a:cubicBezTo>
                  <a:pt x="239001" y="122900"/>
                  <a:pt x="238148" y="122562"/>
                  <a:pt x="237648" y="122091"/>
                </a:cubicBezTo>
                <a:cubicBezTo>
                  <a:pt x="237147" y="121620"/>
                  <a:pt x="236897" y="120973"/>
                  <a:pt x="236897" y="120149"/>
                </a:cubicBezTo>
                <a:lnTo>
                  <a:pt x="236897" y="113881"/>
                </a:lnTo>
                <a:cubicBezTo>
                  <a:pt x="233660" y="117353"/>
                  <a:pt x="229967" y="120075"/>
                  <a:pt x="225818" y="122047"/>
                </a:cubicBezTo>
                <a:cubicBezTo>
                  <a:pt x="221669" y="124019"/>
                  <a:pt x="217064" y="125004"/>
                  <a:pt x="212002" y="125004"/>
                </a:cubicBezTo>
                <a:cubicBezTo>
                  <a:pt x="207824" y="125004"/>
                  <a:pt x="203984" y="124458"/>
                  <a:pt x="200482" y="123366"/>
                </a:cubicBezTo>
                <a:cubicBezTo>
                  <a:pt x="196980" y="122273"/>
                  <a:pt x="193949" y="120649"/>
                  <a:pt x="191389" y="118494"/>
                </a:cubicBezTo>
                <a:cubicBezTo>
                  <a:pt x="188829" y="116338"/>
                  <a:pt x="186843" y="113667"/>
                  <a:pt x="185430" y="110480"/>
                </a:cubicBezTo>
                <a:cubicBezTo>
                  <a:pt x="184018" y="107290"/>
                  <a:pt x="183311" y="103570"/>
                  <a:pt x="183311" y="99318"/>
                </a:cubicBezTo>
                <a:cubicBezTo>
                  <a:pt x="183311" y="94711"/>
                  <a:pt x="184209" y="90709"/>
                  <a:pt x="186004" y="87314"/>
                </a:cubicBezTo>
                <a:cubicBezTo>
                  <a:pt x="187799" y="83919"/>
                  <a:pt x="190477" y="81115"/>
                  <a:pt x="194037" y="78900"/>
                </a:cubicBezTo>
                <a:cubicBezTo>
                  <a:pt x="197598" y="76686"/>
                  <a:pt x="202027" y="75047"/>
                  <a:pt x="207324" y="73984"/>
                </a:cubicBezTo>
                <a:cubicBezTo>
                  <a:pt x="212620" y="72921"/>
                  <a:pt x="218770" y="72390"/>
                  <a:pt x="225774" y="72390"/>
                </a:cubicBezTo>
                <a:lnTo>
                  <a:pt x="233454" y="72390"/>
                </a:lnTo>
                <a:lnTo>
                  <a:pt x="233454" y="67644"/>
                </a:lnTo>
                <a:cubicBezTo>
                  <a:pt x="233454" y="65184"/>
                  <a:pt x="233204" y="63031"/>
                  <a:pt x="232704" y="61186"/>
                </a:cubicBezTo>
                <a:cubicBezTo>
                  <a:pt x="232204" y="59340"/>
                  <a:pt x="231380" y="57801"/>
                  <a:pt x="230232" y="56571"/>
                </a:cubicBezTo>
                <a:cubicBezTo>
                  <a:pt x="229085" y="55340"/>
                  <a:pt x="227554" y="54433"/>
                  <a:pt x="225642" y="53848"/>
                </a:cubicBezTo>
                <a:cubicBezTo>
                  <a:pt x="223729" y="53261"/>
                  <a:pt x="221360" y="52968"/>
                  <a:pt x="218535" y="52968"/>
                </a:cubicBezTo>
                <a:cubicBezTo>
                  <a:pt x="214827" y="52968"/>
                  <a:pt x="211517" y="53380"/>
                  <a:pt x="208604" y="54204"/>
                </a:cubicBezTo>
                <a:cubicBezTo>
                  <a:pt x="205690" y="55028"/>
                  <a:pt x="203116" y="55940"/>
                  <a:pt x="200879" y="56941"/>
                </a:cubicBezTo>
                <a:cubicBezTo>
                  <a:pt x="198643" y="57941"/>
                  <a:pt x="196774" y="58853"/>
                  <a:pt x="195273" y="59677"/>
                </a:cubicBezTo>
                <a:cubicBezTo>
                  <a:pt x="193773" y="60501"/>
                  <a:pt x="192551" y="60913"/>
                  <a:pt x="191610" y="60913"/>
                </a:cubicBezTo>
                <a:cubicBezTo>
                  <a:pt x="190962" y="60913"/>
                  <a:pt x="190388" y="60706"/>
                  <a:pt x="189888" y="60292"/>
                </a:cubicBezTo>
                <a:cubicBezTo>
                  <a:pt x="189388" y="59879"/>
                  <a:pt x="188976" y="59287"/>
                  <a:pt x="188652" y="58519"/>
                </a:cubicBezTo>
                <a:cubicBezTo>
                  <a:pt x="188329" y="57750"/>
                  <a:pt x="188078" y="56804"/>
                  <a:pt x="187902" y="55680"/>
                </a:cubicBezTo>
                <a:cubicBezTo>
                  <a:pt x="187725" y="54554"/>
                  <a:pt x="187637" y="53312"/>
                  <a:pt x="187637" y="51953"/>
                </a:cubicBezTo>
                <a:cubicBezTo>
                  <a:pt x="187637" y="50119"/>
                  <a:pt x="187784" y="48670"/>
                  <a:pt x="188078" y="47605"/>
                </a:cubicBezTo>
                <a:cubicBezTo>
                  <a:pt x="188373" y="46540"/>
                  <a:pt x="188932" y="45579"/>
                  <a:pt x="189756" y="44722"/>
                </a:cubicBezTo>
                <a:cubicBezTo>
                  <a:pt x="190580" y="43863"/>
                  <a:pt x="192022" y="42919"/>
                  <a:pt x="194082" y="41889"/>
                </a:cubicBezTo>
                <a:cubicBezTo>
                  <a:pt x="196141" y="40859"/>
                  <a:pt x="198554" y="39903"/>
                  <a:pt x="201320" y="39020"/>
                </a:cubicBezTo>
                <a:cubicBezTo>
                  <a:pt x="204087" y="38137"/>
                  <a:pt x="207103" y="37416"/>
                  <a:pt x="210369" y="36857"/>
                </a:cubicBezTo>
                <a:cubicBezTo>
                  <a:pt x="213636" y="36298"/>
                  <a:pt x="217005" y="36018"/>
                  <a:pt x="220477" y="36018"/>
                </a:cubicBezTo>
                <a:cubicBezTo>
                  <a:pt x="226657" y="36018"/>
                  <a:pt x="231939" y="36622"/>
                  <a:pt x="236323" y="37831"/>
                </a:cubicBezTo>
                <a:cubicBezTo>
                  <a:pt x="240708" y="39037"/>
                  <a:pt x="244313" y="40893"/>
                  <a:pt x="247138" y="43398"/>
                </a:cubicBezTo>
                <a:cubicBezTo>
                  <a:pt x="249963" y="45901"/>
                  <a:pt x="252023" y="49126"/>
                  <a:pt x="253317" y="53073"/>
                </a:cubicBezTo>
                <a:cubicBezTo>
                  <a:pt x="254612" y="57020"/>
                  <a:pt x="255259" y="61703"/>
                  <a:pt x="255259" y="67123"/>
                </a:cubicBezTo>
                <a:lnTo>
                  <a:pt x="255259" y="120146"/>
                </a:lnTo>
                <a:moveTo>
                  <a:pt x="233454" y="86338"/>
                </a:moveTo>
                <a:lnTo>
                  <a:pt x="224979" y="86338"/>
                </a:lnTo>
                <a:cubicBezTo>
                  <a:pt x="221389" y="86338"/>
                  <a:pt x="218329" y="86604"/>
                  <a:pt x="215798" y="87138"/>
                </a:cubicBezTo>
                <a:cubicBezTo>
                  <a:pt x="213268" y="87671"/>
                  <a:pt x="211208" y="88472"/>
                  <a:pt x="209619" y="89541"/>
                </a:cubicBezTo>
                <a:cubicBezTo>
                  <a:pt x="208030" y="90607"/>
                  <a:pt x="206867" y="91898"/>
                  <a:pt x="206132" y="93411"/>
                </a:cubicBezTo>
                <a:cubicBezTo>
                  <a:pt x="205396" y="94923"/>
                  <a:pt x="205028" y="96657"/>
                  <a:pt x="205028" y="98614"/>
                </a:cubicBezTo>
                <a:cubicBezTo>
                  <a:pt x="205028" y="101936"/>
                  <a:pt x="206073" y="104545"/>
                  <a:pt x="208162" y="106443"/>
                </a:cubicBezTo>
                <a:cubicBezTo>
                  <a:pt x="210251" y="108342"/>
                  <a:pt x="213150" y="109291"/>
                  <a:pt x="216858" y="109291"/>
                </a:cubicBezTo>
                <a:cubicBezTo>
                  <a:pt x="219977" y="109291"/>
                  <a:pt x="222846" y="108490"/>
                  <a:pt x="225465" y="106890"/>
                </a:cubicBezTo>
                <a:cubicBezTo>
                  <a:pt x="228084" y="105288"/>
                  <a:pt x="230747" y="102945"/>
                  <a:pt x="233454" y="99861"/>
                </a:cubicBezTo>
                <a:lnTo>
                  <a:pt x="233454" y="86338"/>
                </a:lnTo>
                <a:close/>
                <a:moveTo>
                  <a:pt x="356756" y="79361"/>
                </a:moveTo>
                <a:cubicBezTo>
                  <a:pt x="356756" y="86379"/>
                  <a:pt x="356005" y="92704"/>
                  <a:pt x="354505" y="98336"/>
                </a:cubicBezTo>
                <a:cubicBezTo>
                  <a:pt x="353004" y="103967"/>
                  <a:pt x="350812" y="108758"/>
                  <a:pt x="347928" y="112709"/>
                </a:cubicBezTo>
                <a:cubicBezTo>
                  <a:pt x="345044" y="116659"/>
                  <a:pt x="341454" y="119697"/>
                  <a:pt x="337158" y="121821"/>
                </a:cubicBezTo>
                <a:cubicBezTo>
                  <a:pt x="332861" y="123943"/>
                  <a:pt x="327947" y="125004"/>
                  <a:pt x="322415" y="125004"/>
                </a:cubicBezTo>
                <a:cubicBezTo>
                  <a:pt x="320120" y="125004"/>
                  <a:pt x="318016" y="124783"/>
                  <a:pt x="316103" y="124339"/>
                </a:cubicBezTo>
                <a:cubicBezTo>
                  <a:pt x="314190" y="123898"/>
                  <a:pt x="312336" y="123220"/>
                  <a:pt x="310541" y="122306"/>
                </a:cubicBezTo>
                <a:cubicBezTo>
                  <a:pt x="308746" y="121392"/>
                  <a:pt x="306966" y="120257"/>
                  <a:pt x="305200" y="118902"/>
                </a:cubicBezTo>
                <a:cubicBezTo>
                  <a:pt x="303435" y="117545"/>
                  <a:pt x="301610" y="115952"/>
                  <a:pt x="299727" y="114124"/>
                </a:cubicBezTo>
                <a:lnTo>
                  <a:pt x="299727" y="151221"/>
                </a:lnTo>
                <a:cubicBezTo>
                  <a:pt x="299727" y="151809"/>
                  <a:pt x="299551" y="152339"/>
                  <a:pt x="299197" y="152810"/>
                </a:cubicBezTo>
                <a:cubicBezTo>
                  <a:pt x="298844" y="153282"/>
                  <a:pt x="298241" y="153681"/>
                  <a:pt x="297388" y="154004"/>
                </a:cubicBezTo>
                <a:cubicBezTo>
                  <a:pt x="296534" y="154328"/>
                  <a:pt x="295401" y="154578"/>
                  <a:pt x="293989" y="154755"/>
                </a:cubicBezTo>
                <a:cubicBezTo>
                  <a:pt x="292576" y="154931"/>
                  <a:pt x="290781" y="155019"/>
                  <a:pt x="288604" y="155019"/>
                </a:cubicBezTo>
                <a:cubicBezTo>
                  <a:pt x="286426" y="155019"/>
                  <a:pt x="284631" y="154931"/>
                  <a:pt x="283219" y="154755"/>
                </a:cubicBezTo>
                <a:cubicBezTo>
                  <a:pt x="281806" y="154578"/>
                  <a:pt x="280673" y="154328"/>
                  <a:pt x="279820" y="154004"/>
                </a:cubicBezTo>
                <a:cubicBezTo>
                  <a:pt x="278967" y="153681"/>
                  <a:pt x="278363" y="153282"/>
                  <a:pt x="278010" y="152810"/>
                </a:cubicBezTo>
                <a:cubicBezTo>
                  <a:pt x="277657" y="152339"/>
                  <a:pt x="277481" y="151809"/>
                  <a:pt x="277481" y="151221"/>
                </a:cubicBezTo>
                <a:lnTo>
                  <a:pt x="277481" y="41141"/>
                </a:lnTo>
                <a:cubicBezTo>
                  <a:pt x="277481" y="40553"/>
                  <a:pt x="277628" y="40038"/>
                  <a:pt x="277922" y="39596"/>
                </a:cubicBezTo>
                <a:cubicBezTo>
                  <a:pt x="278216" y="39153"/>
                  <a:pt x="278731" y="38784"/>
                  <a:pt x="279467" y="38490"/>
                </a:cubicBezTo>
                <a:cubicBezTo>
                  <a:pt x="280202" y="38196"/>
                  <a:pt x="281174" y="37975"/>
                  <a:pt x="282380" y="37828"/>
                </a:cubicBezTo>
                <a:cubicBezTo>
                  <a:pt x="283587" y="37681"/>
                  <a:pt x="285102" y="37607"/>
                  <a:pt x="286926" y="37607"/>
                </a:cubicBezTo>
                <a:cubicBezTo>
                  <a:pt x="288692" y="37607"/>
                  <a:pt x="290178" y="37681"/>
                  <a:pt x="291385" y="37828"/>
                </a:cubicBezTo>
                <a:cubicBezTo>
                  <a:pt x="292591" y="37973"/>
                  <a:pt x="293562" y="38193"/>
                  <a:pt x="294298" y="38487"/>
                </a:cubicBezTo>
                <a:cubicBezTo>
                  <a:pt x="295034" y="38780"/>
                  <a:pt x="295548" y="39146"/>
                  <a:pt x="295843" y="39585"/>
                </a:cubicBezTo>
                <a:cubicBezTo>
                  <a:pt x="296137" y="40023"/>
                  <a:pt x="296284" y="40535"/>
                  <a:pt x="296284" y="41122"/>
                </a:cubicBezTo>
                <a:lnTo>
                  <a:pt x="296284" y="50347"/>
                </a:lnTo>
                <a:cubicBezTo>
                  <a:pt x="298579" y="47989"/>
                  <a:pt x="300831" y="45911"/>
                  <a:pt x="303038" y="44112"/>
                </a:cubicBezTo>
                <a:cubicBezTo>
                  <a:pt x="305245" y="42314"/>
                  <a:pt x="307496" y="40810"/>
                  <a:pt x="309791" y="39602"/>
                </a:cubicBezTo>
                <a:cubicBezTo>
                  <a:pt x="312086" y="38392"/>
                  <a:pt x="314455" y="37492"/>
                  <a:pt x="316898" y="36904"/>
                </a:cubicBezTo>
                <a:cubicBezTo>
                  <a:pt x="319340" y="36313"/>
                  <a:pt x="321944" y="36018"/>
                  <a:pt x="324710" y="36018"/>
                </a:cubicBezTo>
                <a:cubicBezTo>
                  <a:pt x="330478" y="36018"/>
                  <a:pt x="335392" y="37154"/>
                  <a:pt x="339453" y="39425"/>
                </a:cubicBezTo>
                <a:cubicBezTo>
                  <a:pt x="343514" y="41695"/>
                  <a:pt x="346824" y="44805"/>
                  <a:pt x="349385" y="48755"/>
                </a:cubicBezTo>
                <a:cubicBezTo>
                  <a:pt x="351945" y="52706"/>
                  <a:pt x="353813" y="57306"/>
                  <a:pt x="354990" y="62555"/>
                </a:cubicBezTo>
                <a:cubicBezTo>
                  <a:pt x="356167" y="67804"/>
                  <a:pt x="356756" y="73406"/>
                  <a:pt x="356756" y="79361"/>
                </a:cubicBezTo>
                <a:moveTo>
                  <a:pt x="333627" y="80997"/>
                </a:moveTo>
                <a:cubicBezTo>
                  <a:pt x="333627" y="77637"/>
                  <a:pt x="333376" y="74409"/>
                  <a:pt x="332876" y="71314"/>
                </a:cubicBezTo>
                <a:cubicBezTo>
                  <a:pt x="332376" y="68218"/>
                  <a:pt x="331523" y="65462"/>
                  <a:pt x="330316" y="63046"/>
                </a:cubicBezTo>
                <a:cubicBezTo>
                  <a:pt x="329110" y="60629"/>
                  <a:pt x="327521" y="58699"/>
                  <a:pt x="325549" y="57255"/>
                </a:cubicBezTo>
                <a:cubicBezTo>
                  <a:pt x="323577" y="55809"/>
                  <a:pt x="321120" y="55087"/>
                  <a:pt x="318178" y="55087"/>
                </a:cubicBezTo>
                <a:cubicBezTo>
                  <a:pt x="316706" y="55087"/>
                  <a:pt x="315250" y="55307"/>
                  <a:pt x="313808" y="55749"/>
                </a:cubicBezTo>
                <a:cubicBezTo>
                  <a:pt x="312366" y="56188"/>
                  <a:pt x="310894" y="56907"/>
                  <a:pt x="309394" y="57906"/>
                </a:cubicBezTo>
                <a:cubicBezTo>
                  <a:pt x="307893" y="58905"/>
                  <a:pt x="306348" y="60198"/>
                  <a:pt x="304759" y="61785"/>
                </a:cubicBezTo>
                <a:cubicBezTo>
                  <a:pt x="303170" y="63370"/>
                  <a:pt x="301493" y="65337"/>
                  <a:pt x="299727" y="67686"/>
                </a:cubicBezTo>
                <a:lnTo>
                  <a:pt x="299727" y="93690"/>
                </a:lnTo>
                <a:cubicBezTo>
                  <a:pt x="302846" y="97653"/>
                  <a:pt x="305818" y="100714"/>
                  <a:pt x="308643" y="102874"/>
                </a:cubicBezTo>
                <a:cubicBezTo>
                  <a:pt x="311468" y="105033"/>
                  <a:pt x="314411" y="106112"/>
                  <a:pt x="317471" y="106112"/>
                </a:cubicBezTo>
                <a:cubicBezTo>
                  <a:pt x="320355" y="106112"/>
                  <a:pt x="322812" y="105376"/>
                  <a:pt x="324843" y="103903"/>
                </a:cubicBezTo>
                <a:cubicBezTo>
                  <a:pt x="326873" y="102428"/>
                  <a:pt x="328536" y="100497"/>
                  <a:pt x="329831" y="98109"/>
                </a:cubicBezTo>
                <a:cubicBezTo>
                  <a:pt x="331125" y="95722"/>
                  <a:pt x="332082" y="93025"/>
                  <a:pt x="332700" y="90018"/>
                </a:cubicBezTo>
                <a:cubicBezTo>
                  <a:pt x="333318" y="87011"/>
                  <a:pt x="333627" y="84004"/>
                  <a:pt x="333627" y="80997"/>
                </a:cubicBezTo>
                <a:close/>
                <a:moveTo>
                  <a:pt x="447311" y="78202"/>
                </a:moveTo>
                <a:cubicBezTo>
                  <a:pt x="447311" y="80915"/>
                  <a:pt x="446708" y="82920"/>
                  <a:pt x="445501" y="84216"/>
                </a:cubicBezTo>
                <a:cubicBezTo>
                  <a:pt x="444295" y="85513"/>
                  <a:pt x="442632" y="86161"/>
                  <a:pt x="440513" y="86161"/>
                </a:cubicBezTo>
                <a:lnTo>
                  <a:pt x="392577" y="86161"/>
                </a:lnTo>
                <a:cubicBezTo>
                  <a:pt x="392577" y="89529"/>
                  <a:pt x="392975" y="92586"/>
                  <a:pt x="393769" y="95334"/>
                </a:cubicBezTo>
                <a:cubicBezTo>
                  <a:pt x="394564" y="98082"/>
                  <a:pt x="395829" y="100417"/>
                  <a:pt x="397565" y="102338"/>
                </a:cubicBezTo>
                <a:cubicBezTo>
                  <a:pt x="399301" y="104259"/>
                  <a:pt x="401538" y="105721"/>
                  <a:pt x="404275" y="106725"/>
                </a:cubicBezTo>
                <a:cubicBezTo>
                  <a:pt x="407011" y="107729"/>
                  <a:pt x="410292" y="108231"/>
                  <a:pt x="414118" y="108231"/>
                </a:cubicBezTo>
                <a:cubicBezTo>
                  <a:pt x="418002" y="108231"/>
                  <a:pt x="421416" y="107947"/>
                  <a:pt x="424358" y="107379"/>
                </a:cubicBezTo>
                <a:cubicBezTo>
                  <a:pt x="427301" y="106810"/>
                  <a:pt x="429846" y="106182"/>
                  <a:pt x="431994" y="105494"/>
                </a:cubicBezTo>
                <a:cubicBezTo>
                  <a:pt x="434143" y="104807"/>
                  <a:pt x="435923" y="104179"/>
                  <a:pt x="437335" y="103610"/>
                </a:cubicBezTo>
                <a:cubicBezTo>
                  <a:pt x="438748" y="103042"/>
                  <a:pt x="439896" y="102758"/>
                  <a:pt x="440778" y="102758"/>
                </a:cubicBezTo>
                <a:cubicBezTo>
                  <a:pt x="441308" y="102758"/>
                  <a:pt x="441749" y="102862"/>
                  <a:pt x="442103" y="103070"/>
                </a:cubicBezTo>
                <a:cubicBezTo>
                  <a:pt x="442456" y="103276"/>
                  <a:pt x="442750" y="103645"/>
                  <a:pt x="442985" y="104179"/>
                </a:cubicBezTo>
                <a:cubicBezTo>
                  <a:pt x="443221" y="104710"/>
                  <a:pt x="443383" y="105464"/>
                  <a:pt x="443471" y="106441"/>
                </a:cubicBezTo>
                <a:cubicBezTo>
                  <a:pt x="443559" y="107417"/>
                  <a:pt x="443603" y="108645"/>
                  <a:pt x="443603" y="110124"/>
                </a:cubicBezTo>
                <a:cubicBezTo>
                  <a:pt x="443603" y="111426"/>
                  <a:pt x="443574" y="112536"/>
                  <a:pt x="443515" y="113453"/>
                </a:cubicBezTo>
                <a:cubicBezTo>
                  <a:pt x="443456" y="114369"/>
                  <a:pt x="443368" y="115153"/>
                  <a:pt x="443250" y="115804"/>
                </a:cubicBezTo>
                <a:cubicBezTo>
                  <a:pt x="443132" y="116455"/>
                  <a:pt x="442956" y="117003"/>
                  <a:pt x="442720" y="117448"/>
                </a:cubicBezTo>
                <a:cubicBezTo>
                  <a:pt x="442485" y="117891"/>
                  <a:pt x="442176" y="118320"/>
                  <a:pt x="441794" y="118734"/>
                </a:cubicBezTo>
                <a:cubicBezTo>
                  <a:pt x="441411" y="119148"/>
                  <a:pt x="440366" y="119708"/>
                  <a:pt x="438660" y="120414"/>
                </a:cubicBezTo>
                <a:cubicBezTo>
                  <a:pt x="436953" y="121120"/>
                  <a:pt x="434775" y="121812"/>
                  <a:pt x="432127" y="122488"/>
                </a:cubicBezTo>
                <a:cubicBezTo>
                  <a:pt x="429478" y="123165"/>
                  <a:pt x="426448" y="123754"/>
                  <a:pt x="423034" y="124254"/>
                </a:cubicBezTo>
                <a:cubicBezTo>
                  <a:pt x="419621" y="124754"/>
                  <a:pt x="415972" y="125004"/>
                  <a:pt x="412087" y="125004"/>
                </a:cubicBezTo>
                <a:cubicBezTo>
                  <a:pt x="405084" y="125004"/>
                  <a:pt x="398948" y="124120"/>
                  <a:pt x="393681" y="122350"/>
                </a:cubicBezTo>
                <a:cubicBezTo>
                  <a:pt x="388414" y="120581"/>
                  <a:pt x="384014" y="117898"/>
                  <a:pt x="380483" y="114300"/>
                </a:cubicBezTo>
                <a:cubicBezTo>
                  <a:pt x="376952" y="110703"/>
                  <a:pt x="374318" y="106163"/>
                  <a:pt x="372582" y="100680"/>
                </a:cubicBezTo>
                <a:cubicBezTo>
                  <a:pt x="370846" y="95196"/>
                  <a:pt x="369978" y="88768"/>
                  <a:pt x="369978" y="81397"/>
                </a:cubicBezTo>
                <a:cubicBezTo>
                  <a:pt x="369978" y="74379"/>
                  <a:pt x="370890" y="68054"/>
                  <a:pt x="372715" y="62422"/>
                </a:cubicBezTo>
                <a:cubicBezTo>
                  <a:pt x="374539" y="56791"/>
                  <a:pt x="377187" y="52014"/>
                  <a:pt x="380660" y="48093"/>
                </a:cubicBezTo>
                <a:cubicBezTo>
                  <a:pt x="384132" y="44170"/>
                  <a:pt x="388355" y="41177"/>
                  <a:pt x="393328" y="39114"/>
                </a:cubicBezTo>
                <a:cubicBezTo>
                  <a:pt x="398301" y="37050"/>
                  <a:pt x="403907" y="36018"/>
                  <a:pt x="410145" y="36018"/>
                </a:cubicBezTo>
                <a:cubicBezTo>
                  <a:pt x="416737" y="36018"/>
                  <a:pt x="422372" y="36991"/>
                  <a:pt x="427051" y="38937"/>
                </a:cubicBezTo>
                <a:cubicBezTo>
                  <a:pt x="431730" y="40883"/>
                  <a:pt x="435570" y="43580"/>
                  <a:pt x="438571" y="47028"/>
                </a:cubicBezTo>
                <a:cubicBezTo>
                  <a:pt x="441573" y="50477"/>
                  <a:pt x="443780" y="54560"/>
                  <a:pt x="445192" y="59277"/>
                </a:cubicBezTo>
                <a:cubicBezTo>
                  <a:pt x="446605" y="63993"/>
                  <a:pt x="447311" y="69122"/>
                  <a:pt x="447311" y="74665"/>
                </a:cubicBezTo>
                <a:lnTo>
                  <a:pt x="447311" y="78202"/>
                </a:lnTo>
                <a:moveTo>
                  <a:pt x="425771" y="71860"/>
                </a:moveTo>
                <a:cubicBezTo>
                  <a:pt x="425947" y="65594"/>
                  <a:pt x="424697" y="60673"/>
                  <a:pt x="422019" y="57098"/>
                </a:cubicBezTo>
                <a:cubicBezTo>
                  <a:pt x="419341" y="53521"/>
                  <a:pt x="415207" y="51732"/>
                  <a:pt x="409616" y="51732"/>
                </a:cubicBezTo>
                <a:cubicBezTo>
                  <a:pt x="406791" y="51732"/>
                  <a:pt x="404333" y="52264"/>
                  <a:pt x="402244" y="53329"/>
                </a:cubicBezTo>
                <a:cubicBezTo>
                  <a:pt x="400155" y="54392"/>
                  <a:pt x="398419" y="55826"/>
                  <a:pt x="397036" y="57630"/>
                </a:cubicBezTo>
                <a:cubicBezTo>
                  <a:pt x="395653" y="59433"/>
                  <a:pt x="394593" y="61561"/>
                  <a:pt x="393858" y="64014"/>
                </a:cubicBezTo>
                <a:cubicBezTo>
                  <a:pt x="393122" y="66466"/>
                  <a:pt x="392695" y="69081"/>
                  <a:pt x="392577" y="71860"/>
                </a:cubicBezTo>
                <a:lnTo>
                  <a:pt x="425771" y="71860"/>
                </a:lnTo>
                <a:close/>
                <a:moveTo>
                  <a:pt x="574218" y="113396"/>
                </a:moveTo>
                <a:cubicBezTo>
                  <a:pt x="574218" y="115110"/>
                  <a:pt x="574145" y="116573"/>
                  <a:pt x="573997" y="117785"/>
                </a:cubicBezTo>
                <a:cubicBezTo>
                  <a:pt x="573850" y="118997"/>
                  <a:pt x="573630" y="119987"/>
                  <a:pt x="573335" y="120756"/>
                </a:cubicBezTo>
                <a:cubicBezTo>
                  <a:pt x="573041" y="121525"/>
                  <a:pt x="572659" y="122072"/>
                  <a:pt x="572188" y="122397"/>
                </a:cubicBezTo>
                <a:cubicBezTo>
                  <a:pt x="571717" y="122723"/>
                  <a:pt x="571187" y="122886"/>
                  <a:pt x="570599" y="122886"/>
                </a:cubicBezTo>
                <a:lnTo>
                  <a:pt x="504918" y="122886"/>
                </a:lnTo>
                <a:cubicBezTo>
                  <a:pt x="503624" y="122886"/>
                  <a:pt x="502505" y="122768"/>
                  <a:pt x="501564" y="122532"/>
                </a:cubicBezTo>
                <a:cubicBezTo>
                  <a:pt x="500622" y="122295"/>
                  <a:pt x="499857" y="121837"/>
                  <a:pt x="499269" y="121159"/>
                </a:cubicBezTo>
                <a:cubicBezTo>
                  <a:pt x="498680" y="120478"/>
                  <a:pt x="498253" y="119489"/>
                  <a:pt x="497988" y="118190"/>
                </a:cubicBezTo>
                <a:cubicBezTo>
                  <a:pt x="497724" y="116892"/>
                  <a:pt x="497591" y="115209"/>
                  <a:pt x="497591" y="113142"/>
                </a:cubicBezTo>
                <a:cubicBezTo>
                  <a:pt x="497591" y="111192"/>
                  <a:pt x="497680" y="109524"/>
                  <a:pt x="497856" y="108137"/>
                </a:cubicBezTo>
                <a:cubicBezTo>
                  <a:pt x="498033" y="106749"/>
                  <a:pt x="498356" y="105508"/>
                  <a:pt x="498827" y="104416"/>
                </a:cubicBezTo>
                <a:cubicBezTo>
                  <a:pt x="499298" y="103322"/>
                  <a:pt x="499901" y="102258"/>
                  <a:pt x="500637" y="101224"/>
                </a:cubicBezTo>
                <a:cubicBezTo>
                  <a:pt x="501373" y="100190"/>
                  <a:pt x="502329" y="99054"/>
                  <a:pt x="503506" y="97814"/>
                </a:cubicBezTo>
                <a:lnTo>
                  <a:pt x="523281" y="76663"/>
                </a:lnTo>
                <a:cubicBezTo>
                  <a:pt x="527224" y="72541"/>
                  <a:pt x="530402" y="68788"/>
                  <a:pt x="532815" y="65404"/>
                </a:cubicBezTo>
                <a:cubicBezTo>
                  <a:pt x="535228" y="62020"/>
                  <a:pt x="537111" y="58931"/>
                  <a:pt x="538465" y="56135"/>
                </a:cubicBezTo>
                <a:cubicBezTo>
                  <a:pt x="539818" y="53338"/>
                  <a:pt x="540745" y="50762"/>
                  <a:pt x="541246" y="48408"/>
                </a:cubicBezTo>
                <a:cubicBezTo>
                  <a:pt x="541746" y="46052"/>
                  <a:pt x="541996" y="43814"/>
                  <a:pt x="541996" y="41696"/>
                </a:cubicBezTo>
                <a:cubicBezTo>
                  <a:pt x="541996" y="39763"/>
                  <a:pt x="541687" y="37932"/>
                  <a:pt x="541069" y="36203"/>
                </a:cubicBezTo>
                <a:cubicBezTo>
                  <a:pt x="540451" y="34474"/>
                  <a:pt x="539539" y="32965"/>
                  <a:pt x="538332" y="31676"/>
                </a:cubicBezTo>
                <a:cubicBezTo>
                  <a:pt x="537126" y="30387"/>
                  <a:pt x="535610" y="29376"/>
                  <a:pt x="533786" y="28644"/>
                </a:cubicBezTo>
                <a:cubicBezTo>
                  <a:pt x="531962" y="27910"/>
                  <a:pt x="529813" y="27543"/>
                  <a:pt x="527342" y="27543"/>
                </a:cubicBezTo>
                <a:cubicBezTo>
                  <a:pt x="523869" y="27543"/>
                  <a:pt x="520794" y="27985"/>
                  <a:pt x="518116" y="28868"/>
                </a:cubicBezTo>
                <a:cubicBezTo>
                  <a:pt x="515438" y="29750"/>
                  <a:pt x="513084" y="30736"/>
                  <a:pt x="511054" y="31825"/>
                </a:cubicBezTo>
                <a:cubicBezTo>
                  <a:pt x="509023" y="32914"/>
                  <a:pt x="507331" y="33914"/>
                  <a:pt x="505978" y="34826"/>
                </a:cubicBezTo>
                <a:cubicBezTo>
                  <a:pt x="504624" y="35739"/>
                  <a:pt x="503565" y="36195"/>
                  <a:pt x="502800" y="36195"/>
                </a:cubicBezTo>
                <a:cubicBezTo>
                  <a:pt x="502270" y="36195"/>
                  <a:pt x="501814" y="36017"/>
                  <a:pt x="501431" y="35662"/>
                </a:cubicBezTo>
                <a:cubicBezTo>
                  <a:pt x="501049" y="35307"/>
                  <a:pt x="500740" y="34717"/>
                  <a:pt x="500504" y="33891"/>
                </a:cubicBezTo>
                <a:cubicBezTo>
                  <a:pt x="500269" y="33064"/>
                  <a:pt x="500078" y="31955"/>
                  <a:pt x="499931" y="30567"/>
                </a:cubicBezTo>
                <a:cubicBezTo>
                  <a:pt x="499784" y="29177"/>
                  <a:pt x="499710" y="27477"/>
                  <a:pt x="499710" y="25469"/>
                </a:cubicBezTo>
                <a:cubicBezTo>
                  <a:pt x="499710" y="24110"/>
                  <a:pt x="499754" y="22972"/>
                  <a:pt x="499842" y="22056"/>
                </a:cubicBezTo>
                <a:cubicBezTo>
                  <a:pt x="499931" y="21140"/>
                  <a:pt x="500063" y="20342"/>
                  <a:pt x="500240" y="19662"/>
                </a:cubicBezTo>
                <a:cubicBezTo>
                  <a:pt x="500416" y="18981"/>
                  <a:pt x="500652" y="18390"/>
                  <a:pt x="500946" y="17888"/>
                </a:cubicBezTo>
                <a:cubicBezTo>
                  <a:pt x="501240" y="17386"/>
                  <a:pt x="501755" y="16781"/>
                  <a:pt x="502491" y="16072"/>
                </a:cubicBezTo>
                <a:cubicBezTo>
                  <a:pt x="503226" y="15363"/>
                  <a:pt x="504580" y="14463"/>
                  <a:pt x="506552" y="13374"/>
                </a:cubicBezTo>
                <a:cubicBezTo>
                  <a:pt x="508523" y="12286"/>
                  <a:pt x="510951" y="11226"/>
                  <a:pt x="513835" y="10196"/>
                </a:cubicBezTo>
                <a:cubicBezTo>
                  <a:pt x="516719" y="9166"/>
                  <a:pt x="519897" y="8298"/>
                  <a:pt x="523369" y="7592"/>
                </a:cubicBezTo>
                <a:cubicBezTo>
                  <a:pt x="526841" y="6886"/>
                  <a:pt x="530461" y="6533"/>
                  <a:pt x="534227" y="6533"/>
                </a:cubicBezTo>
                <a:cubicBezTo>
                  <a:pt x="540172" y="6533"/>
                  <a:pt x="545365" y="7284"/>
                  <a:pt x="549809" y="8787"/>
                </a:cubicBezTo>
                <a:cubicBezTo>
                  <a:pt x="554252" y="10287"/>
                  <a:pt x="557945" y="12378"/>
                  <a:pt x="560888" y="15057"/>
                </a:cubicBezTo>
                <a:cubicBezTo>
                  <a:pt x="563831" y="17737"/>
                  <a:pt x="566023" y="20918"/>
                  <a:pt x="567465" y="24600"/>
                </a:cubicBezTo>
                <a:cubicBezTo>
                  <a:pt x="568907" y="28280"/>
                  <a:pt x="569628" y="32241"/>
                  <a:pt x="569628" y="36482"/>
                </a:cubicBezTo>
                <a:cubicBezTo>
                  <a:pt x="569628" y="40189"/>
                  <a:pt x="569275" y="43838"/>
                  <a:pt x="568568" y="47428"/>
                </a:cubicBezTo>
                <a:cubicBezTo>
                  <a:pt x="567862" y="51017"/>
                  <a:pt x="566391" y="54885"/>
                  <a:pt x="564154" y="59034"/>
                </a:cubicBezTo>
                <a:cubicBezTo>
                  <a:pt x="561918" y="63184"/>
                  <a:pt x="558769" y="67774"/>
                  <a:pt x="554708" y="72806"/>
                </a:cubicBezTo>
                <a:cubicBezTo>
                  <a:pt x="550647" y="77836"/>
                  <a:pt x="545262" y="83676"/>
                  <a:pt x="538553" y="90327"/>
                </a:cubicBezTo>
                <a:lnTo>
                  <a:pt x="525223" y="103994"/>
                </a:lnTo>
                <a:lnTo>
                  <a:pt x="570246" y="103994"/>
                </a:lnTo>
                <a:cubicBezTo>
                  <a:pt x="570834" y="103994"/>
                  <a:pt x="571379" y="104171"/>
                  <a:pt x="571879" y="104526"/>
                </a:cubicBezTo>
                <a:cubicBezTo>
                  <a:pt x="572379" y="104881"/>
                  <a:pt x="572806" y="105428"/>
                  <a:pt x="573159" y="106168"/>
                </a:cubicBezTo>
                <a:cubicBezTo>
                  <a:pt x="573512" y="106907"/>
                  <a:pt x="573777" y="107883"/>
                  <a:pt x="573953" y="109095"/>
                </a:cubicBezTo>
                <a:cubicBezTo>
                  <a:pt x="574130" y="110307"/>
                  <a:pt x="574218" y="111740"/>
                  <a:pt x="574218" y="1133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(c)Equivalenceclassesdiferentiatedbynon-isomorphicgraphshapes.">
            <a:extLst xmlns:a="http://schemas.openxmlformats.org/drawingml/2006/main">
              <a:ext uri="{FF2B5EF4-FFF2-40B4-BE49-F238E27FC236}">
                <a16:creationId xmlns:a16="http://schemas.microsoft.com/office/drawing/2014/main" id="{A01C9C3F-5C34-43A5-AD1B-1D136294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692" y="4915525"/>
            <a:ext cx="7407170" cy="242313"/>
          </a:xfrm>
          <a:custGeom xmlns:a="http://schemas.openxmlformats.org/drawingml/2006/main">
            <a:pathLst>
              <a:path w="7407170" h="242313">
                <a:moveTo>
                  <a:pt x="0" y="116946"/>
                </a:moveTo>
                <a:cubicBezTo>
                  <a:pt x="0" y="128479"/>
                  <a:pt x="1024" y="187661"/>
                  <a:pt x="54319" y="233782"/>
                </a:cubicBezTo>
                <a:lnTo>
                  <a:pt x="60211" y="229427"/>
                </a:lnTo>
                <a:cubicBezTo>
                  <a:pt x="51754" y="219688"/>
                  <a:pt x="21268" y="184330"/>
                  <a:pt x="21268" y="116946"/>
                </a:cubicBezTo>
                <a:cubicBezTo>
                  <a:pt x="21268" y="49561"/>
                  <a:pt x="52012" y="14203"/>
                  <a:pt x="60211" y="4981"/>
                </a:cubicBezTo>
                <a:lnTo>
                  <a:pt x="54319" y="367"/>
                </a:lnTo>
                <a:cubicBezTo>
                  <a:pt x="23829" y="26503"/>
                  <a:pt x="0" y="69292"/>
                  <a:pt x="0" y="116946"/>
                </a:cubicBezTo>
                <a:close/>
                <a:moveTo>
                  <a:pt x="125291" y="79168"/>
                </a:moveTo>
                <a:cubicBezTo>
                  <a:pt x="135179" y="79168"/>
                  <a:pt x="144147" y="86448"/>
                  <a:pt x="150910" y="98137"/>
                </a:cubicBezTo>
                <a:lnTo>
                  <a:pt x="154241" y="97883"/>
                </a:lnTo>
                <a:lnTo>
                  <a:pt x="160133" y="76861"/>
                </a:lnTo>
                <a:lnTo>
                  <a:pt x="159621" y="76095"/>
                </a:lnTo>
                <a:cubicBezTo>
                  <a:pt x="151681" y="71994"/>
                  <a:pt x="138357" y="68917"/>
                  <a:pt x="125545" y="68917"/>
                </a:cubicBezTo>
                <a:cubicBezTo>
                  <a:pt x="98898" y="68917"/>
                  <a:pt x="70972" y="90705"/>
                  <a:pt x="70972" y="125570"/>
                </a:cubicBezTo>
                <a:cubicBezTo>
                  <a:pt x="70972" y="161206"/>
                  <a:pt x="91212" y="184014"/>
                  <a:pt x="122473" y="184014"/>
                </a:cubicBezTo>
                <a:cubicBezTo>
                  <a:pt x="137845" y="184014"/>
                  <a:pt x="149886" y="178892"/>
                  <a:pt x="160133" y="165823"/>
                </a:cubicBezTo>
                <a:lnTo>
                  <a:pt x="155266" y="160435"/>
                </a:lnTo>
                <a:lnTo>
                  <a:pt x="154241" y="160435"/>
                </a:lnTo>
                <a:cubicBezTo>
                  <a:pt x="144507" y="169154"/>
                  <a:pt x="136359" y="171206"/>
                  <a:pt x="126828" y="171206"/>
                </a:cubicBezTo>
                <a:cubicBezTo>
                  <a:pt x="108125" y="171206"/>
                  <a:pt x="93519" y="154286"/>
                  <a:pt x="93519" y="124288"/>
                </a:cubicBezTo>
                <a:cubicBezTo>
                  <a:pt x="93519" y="96088"/>
                  <a:pt x="108379" y="79168"/>
                  <a:pt x="125291" y="79168"/>
                </a:cubicBezTo>
                <a:close/>
                <a:moveTo>
                  <a:pt x="236744" y="116946"/>
                </a:moveTo>
                <a:cubicBezTo>
                  <a:pt x="236744" y="105417"/>
                  <a:pt x="235720" y="46230"/>
                  <a:pt x="182425" y="113"/>
                </a:cubicBezTo>
                <a:lnTo>
                  <a:pt x="176533" y="4469"/>
                </a:lnTo>
                <a:cubicBezTo>
                  <a:pt x="184986" y="14203"/>
                  <a:pt x="215476" y="49561"/>
                  <a:pt x="215476" y="116946"/>
                </a:cubicBezTo>
                <a:cubicBezTo>
                  <a:pt x="215476" y="184330"/>
                  <a:pt x="184732" y="219688"/>
                  <a:pt x="176533" y="228915"/>
                </a:cubicBezTo>
                <a:lnTo>
                  <a:pt x="182425" y="233524"/>
                </a:lnTo>
                <a:cubicBezTo>
                  <a:pt x="212916" y="207393"/>
                  <a:pt x="236744" y="164603"/>
                  <a:pt x="236744" y="116946"/>
                </a:cubicBezTo>
                <a:close/>
                <a:moveTo>
                  <a:pt x="360750" y="130355"/>
                </a:moveTo>
                <a:lnTo>
                  <a:pt x="360750" y="100444"/>
                </a:lnTo>
                <a:cubicBezTo>
                  <a:pt x="373049" y="100444"/>
                  <a:pt x="400209" y="101214"/>
                  <a:pt x="417887" y="103000"/>
                </a:cubicBezTo>
                <a:lnTo>
                  <a:pt x="418658" y="102234"/>
                </a:lnTo>
                <a:cubicBezTo>
                  <a:pt x="418142" y="99931"/>
                  <a:pt x="417887" y="96346"/>
                  <a:pt x="417887" y="94040"/>
                </a:cubicBezTo>
                <a:cubicBezTo>
                  <a:pt x="417887" y="91733"/>
                  <a:pt x="418142" y="88148"/>
                  <a:pt x="418658" y="85842"/>
                </a:cubicBezTo>
                <a:lnTo>
                  <a:pt x="417887" y="85071"/>
                </a:lnTo>
                <a:cubicBezTo>
                  <a:pt x="402769" y="86354"/>
                  <a:pt x="390986" y="87636"/>
                  <a:pt x="360750" y="87636"/>
                </a:cubicBezTo>
                <a:lnTo>
                  <a:pt x="360750" y="67639"/>
                </a:lnTo>
                <a:cubicBezTo>
                  <a:pt x="360750" y="63280"/>
                  <a:pt x="361008" y="36875"/>
                  <a:pt x="362802" y="30725"/>
                </a:cubicBezTo>
                <a:cubicBezTo>
                  <a:pt x="397132" y="30725"/>
                  <a:pt x="432489" y="33798"/>
                  <a:pt x="432489" y="33798"/>
                </a:cubicBezTo>
                <a:lnTo>
                  <a:pt x="433006" y="32774"/>
                </a:lnTo>
                <a:cubicBezTo>
                  <a:pt x="432748" y="30725"/>
                  <a:pt x="432489" y="28418"/>
                  <a:pt x="432489" y="26112"/>
                </a:cubicBezTo>
                <a:cubicBezTo>
                  <a:pt x="432489" y="24063"/>
                  <a:pt x="432748" y="19962"/>
                  <a:pt x="433006" y="16373"/>
                </a:cubicBezTo>
                <a:lnTo>
                  <a:pt x="432489" y="15607"/>
                </a:lnTo>
                <a:cubicBezTo>
                  <a:pt x="428392" y="16119"/>
                  <a:pt x="422501" y="16373"/>
                  <a:pt x="417117" y="16373"/>
                </a:cubicBezTo>
                <a:lnTo>
                  <a:pt x="349733" y="16373"/>
                </a:lnTo>
                <a:cubicBezTo>
                  <a:pt x="341022" y="16373"/>
                  <a:pt x="336667" y="15607"/>
                  <a:pt x="336667" y="15607"/>
                </a:cubicBezTo>
                <a:lnTo>
                  <a:pt x="336155" y="16373"/>
                </a:lnTo>
                <a:cubicBezTo>
                  <a:pt x="338203" y="30979"/>
                  <a:pt x="338716" y="48412"/>
                  <a:pt x="338716" y="67639"/>
                </a:cubicBezTo>
                <a:lnTo>
                  <a:pt x="338716" y="130355"/>
                </a:lnTo>
                <a:cubicBezTo>
                  <a:pt x="338716" y="149528"/>
                  <a:pt x="338203" y="167680"/>
                  <a:pt x="336155" y="181512"/>
                </a:cubicBezTo>
                <a:lnTo>
                  <a:pt x="336409" y="182282"/>
                </a:lnTo>
                <a:cubicBezTo>
                  <a:pt x="336409" y="182282"/>
                  <a:pt x="340768" y="181512"/>
                  <a:pt x="349733" y="181512"/>
                </a:cubicBezTo>
                <a:lnTo>
                  <a:pt x="419682" y="181512"/>
                </a:lnTo>
                <a:cubicBezTo>
                  <a:pt x="425061" y="181512"/>
                  <a:pt x="430953" y="181770"/>
                  <a:pt x="435054" y="182282"/>
                </a:cubicBezTo>
                <a:lnTo>
                  <a:pt x="435566" y="181512"/>
                </a:lnTo>
                <a:cubicBezTo>
                  <a:pt x="435308" y="177927"/>
                  <a:pt x="435054" y="176132"/>
                  <a:pt x="435054" y="173571"/>
                </a:cubicBezTo>
                <a:cubicBezTo>
                  <a:pt x="435054" y="171011"/>
                  <a:pt x="435308" y="167164"/>
                  <a:pt x="435566" y="165119"/>
                </a:cubicBezTo>
                <a:lnTo>
                  <a:pt x="435054" y="164099"/>
                </a:lnTo>
                <a:cubicBezTo>
                  <a:pt x="435054" y="164099"/>
                  <a:pt x="397132" y="167164"/>
                  <a:pt x="362802" y="167164"/>
                </a:cubicBezTo>
                <a:cubicBezTo>
                  <a:pt x="361008" y="161030"/>
                  <a:pt x="360750" y="134699"/>
                  <a:pt x="360750" y="130355"/>
                </a:cubicBezTo>
                <a:close/>
                <a:moveTo>
                  <a:pt x="541383" y="85064"/>
                </a:moveTo>
                <a:cubicBezTo>
                  <a:pt x="541383" y="85064"/>
                  <a:pt x="542153" y="95830"/>
                  <a:pt x="542153" y="121469"/>
                </a:cubicBezTo>
                <a:lnTo>
                  <a:pt x="542153" y="164540"/>
                </a:lnTo>
                <a:cubicBezTo>
                  <a:pt x="535492" y="169666"/>
                  <a:pt x="522934" y="172743"/>
                  <a:pt x="518067" y="172743"/>
                </a:cubicBezTo>
                <a:cubicBezTo>
                  <a:pt x="503207" y="172743"/>
                  <a:pt x="485016" y="161976"/>
                  <a:pt x="485016" y="123264"/>
                </a:cubicBezTo>
                <a:cubicBezTo>
                  <a:pt x="485016" y="96601"/>
                  <a:pt x="498339" y="79168"/>
                  <a:pt x="517301" y="79168"/>
                </a:cubicBezTo>
                <a:cubicBezTo>
                  <a:pt x="528521" y="79168"/>
                  <a:pt x="535797" y="80450"/>
                  <a:pt x="541383" y="85064"/>
                </a:cubicBezTo>
                <a:moveTo>
                  <a:pt x="543690" y="70712"/>
                </a:moveTo>
                <a:cubicBezTo>
                  <a:pt x="539077" y="69945"/>
                  <a:pt x="524475" y="68917"/>
                  <a:pt x="515760" y="68917"/>
                </a:cubicBezTo>
                <a:cubicBezTo>
                  <a:pt x="486040" y="68917"/>
                  <a:pt x="462469" y="92241"/>
                  <a:pt x="462469" y="126082"/>
                </a:cubicBezTo>
                <a:cubicBezTo>
                  <a:pt x="462469" y="152796"/>
                  <a:pt x="476559" y="184014"/>
                  <a:pt x="511917" y="184014"/>
                </a:cubicBezTo>
                <a:cubicBezTo>
                  <a:pt x="526523" y="184014"/>
                  <a:pt x="538306" y="178892"/>
                  <a:pt x="542153" y="175561"/>
                </a:cubicBezTo>
                <a:lnTo>
                  <a:pt x="542153" y="189667"/>
                </a:lnTo>
                <a:cubicBezTo>
                  <a:pt x="542153" y="208675"/>
                  <a:pt x="542048" y="227273"/>
                  <a:pt x="539847" y="241042"/>
                </a:cubicBezTo>
                <a:lnTo>
                  <a:pt x="540359" y="241812"/>
                </a:lnTo>
                <a:cubicBezTo>
                  <a:pt x="540359" y="241812"/>
                  <a:pt x="543432" y="241042"/>
                  <a:pt x="552400" y="241042"/>
                </a:cubicBezTo>
                <a:cubicBezTo>
                  <a:pt x="561162" y="241042"/>
                  <a:pt x="564442" y="241812"/>
                  <a:pt x="564442" y="241812"/>
                </a:cubicBezTo>
                <a:lnTo>
                  <a:pt x="564954" y="241042"/>
                </a:lnTo>
                <a:cubicBezTo>
                  <a:pt x="562804" y="226401"/>
                  <a:pt x="562647" y="208984"/>
                  <a:pt x="562647" y="189667"/>
                </a:cubicBezTo>
                <a:lnTo>
                  <a:pt x="562647" y="121211"/>
                </a:lnTo>
                <a:cubicBezTo>
                  <a:pt x="562647" y="101984"/>
                  <a:pt x="563159" y="82554"/>
                  <a:pt x="564954" y="71482"/>
                </a:cubicBezTo>
                <a:lnTo>
                  <a:pt x="564442" y="70712"/>
                </a:lnTo>
                <a:cubicBezTo>
                  <a:pt x="558601" y="71275"/>
                  <a:pt x="548350" y="71482"/>
                  <a:pt x="543690" y="70712"/>
                </a:cubicBezTo>
                <a:close/>
                <a:moveTo>
                  <a:pt x="677176" y="157949"/>
                </a:moveTo>
                <a:lnTo>
                  <a:pt x="678200" y="158715"/>
                </a:lnTo>
                <a:lnTo>
                  <a:pt x="679483" y="181496"/>
                </a:lnTo>
                <a:cubicBezTo>
                  <a:pt x="679483" y="182008"/>
                  <a:pt x="679791" y="182262"/>
                  <a:pt x="680507" y="182262"/>
                </a:cubicBezTo>
                <a:cubicBezTo>
                  <a:pt x="683889" y="181805"/>
                  <a:pt x="686915" y="181496"/>
                  <a:pt x="690652" y="181496"/>
                </a:cubicBezTo>
                <a:cubicBezTo>
                  <a:pt x="693831" y="181496"/>
                  <a:pt x="698698" y="181754"/>
                  <a:pt x="702029" y="182262"/>
                </a:cubicBezTo>
                <a:lnTo>
                  <a:pt x="702541" y="181496"/>
                </a:lnTo>
                <a:cubicBezTo>
                  <a:pt x="700492" y="170491"/>
                  <a:pt x="698186" y="151549"/>
                  <a:pt x="698186" y="132353"/>
                </a:cubicBezTo>
                <a:lnTo>
                  <a:pt x="698186" y="117763"/>
                </a:lnTo>
                <a:cubicBezTo>
                  <a:pt x="698186" y="98563"/>
                  <a:pt x="698444" y="85255"/>
                  <a:pt x="700492" y="71689"/>
                </a:cubicBezTo>
                <a:lnTo>
                  <a:pt x="699980" y="70919"/>
                </a:lnTo>
                <a:cubicBezTo>
                  <a:pt x="696903" y="71431"/>
                  <a:pt x="691012" y="71689"/>
                  <a:pt x="687939" y="71689"/>
                </a:cubicBezTo>
                <a:cubicBezTo>
                  <a:pt x="684862" y="71689"/>
                  <a:pt x="678970" y="71431"/>
                  <a:pt x="675898" y="70919"/>
                </a:cubicBezTo>
                <a:lnTo>
                  <a:pt x="675382" y="71689"/>
                </a:lnTo>
                <a:cubicBezTo>
                  <a:pt x="677383" y="86330"/>
                  <a:pt x="677688" y="98309"/>
                  <a:pt x="677688" y="117763"/>
                </a:cubicBezTo>
                <a:lnTo>
                  <a:pt x="677688" y="142846"/>
                </a:lnTo>
                <a:cubicBezTo>
                  <a:pt x="669900" y="155955"/>
                  <a:pt x="655142" y="169666"/>
                  <a:pt x="642588" y="169666"/>
                </a:cubicBezTo>
                <a:cubicBezTo>
                  <a:pt x="633772" y="169666"/>
                  <a:pt x="625422" y="166855"/>
                  <a:pt x="625422" y="143061"/>
                </a:cubicBezTo>
                <a:lnTo>
                  <a:pt x="625422" y="117735"/>
                </a:lnTo>
                <a:cubicBezTo>
                  <a:pt x="625422" y="98547"/>
                  <a:pt x="625676" y="85247"/>
                  <a:pt x="627728" y="71689"/>
                </a:cubicBezTo>
                <a:lnTo>
                  <a:pt x="627216" y="70919"/>
                </a:lnTo>
                <a:cubicBezTo>
                  <a:pt x="624139" y="71431"/>
                  <a:pt x="618248" y="71689"/>
                  <a:pt x="615171" y="71689"/>
                </a:cubicBezTo>
                <a:cubicBezTo>
                  <a:pt x="612098" y="71689"/>
                  <a:pt x="606206" y="71431"/>
                  <a:pt x="603129" y="70919"/>
                </a:cubicBezTo>
                <a:lnTo>
                  <a:pt x="602617" y="71689"/>
                </a:lnTo>
                <a:cubicBezTo>
                  <a:pt x="604666" y="86268"/>
                  <a:pt x="604924" y="98293"/>
                  <a:pt x="604924" y="117735"/>
                </a:cubicBezTo>
                <a:lnTo>
                  <a:pt x="604924" y="148433"/>
                </a:lnTo>
                <a:cubicBezTo>
                  <a:pt x="604924" y="166085"/>
                  <a:pt x="613122" y="184014"/>
                  <a:pt x="638487" y="184014"/>
                </a:cubicBezTo>
                <a:cubicBezTo>
                  <a:pt x="654372" y="184014"/>
                  <a:pt x="668720" y="170948"/>
                  <a:pt x="677176" y="157898"/>
                </a:cubicBezTo>
                <a:lnTo>
                  <a:pt x="677176" y="157949"/>
                </a:lnTo>
                <a:close/>
                <a:moveTo>
                  <a:pt x="741741" y="28442"/>
                </a:moveTo>
                <a:cubicBezTo>
                  <a:pt x="741741" y="35358"/>
                  <a:pt x="747891" y="41507"/>
                  <a:pt x="754811" y="41507"/>
                </a:cubicBezTo>
                <a:cubicBezTo>
                  <a:pt x="761727" y="41507"/>
                  <a:pt x="767876" y="35358"/>
                  <a:pt x="767876" y="28442"/>
                </a:cubicBezTo>
                <a:cubicBezTo>
                  <a:pt x="767876" y="21522"/>
                  <a:pt x="761727" y="15372"/>
                  <a:pt x="754811" y="15372"/>
                </a:cubicBezTo>
                <a:cubicBezTo>
                  <a:pt x="747891" y="15372"/>
                  <a:pt x="741741" y="21522"/>
                  <a:pt x="741741" y="28442"/>
                </a:cubicBezTo>
                <a:moveTo>
                  <a:pt x="744306" y="121348"/>
                </a:moveTo>
                <a:lnTo>
                  <a:pt x="744306" y="135426"/>
                </a:lnTo>
                <a:cubicBezTo>
                  <a:pt x="744306" y="154622"/>
                  <a:pt x="743845" y="167676"/>
                  <a:pt x="741999" y="181496"/>
                </a:cubicBezTo>
                <a:lnTo>
                  <a:pt x="742511" y="182262"/>
                </a:lnTo>
                <a:cubicBezTo>
                  <a:pt x="745584" y="181754"/>
                  <a:pt x="751480" y="181496"/>
                  <a:pt x="754553" y="181496"/>
                </a:cubicBezTo>
                <a:cubicBezTo>
                  <a:pt x="757630" y="181496"/>
                  <a:pt x="763521" y="181754"/>
                  <a:pt x="766594" y="182262"/>
                </a:cubicBezTo>
                <a:lnTo>
                  <a:pt x="767106" y="181496"/>
                </a:lnTo>
                <a:cubicBezTo>
                  <a:pt x="765265" y="166960"/>
                  <a:pt x="764804" y="154876"/>
                  <a:pt x="764804" y="135426"/>
                </a:cubicBezTo>
                <a:lnTo>
                  <a:pt x="764804" y="117255"/>
                </a:lnTo>
                <a:cubicBezTo>
                  <a:pt x="764804" y="98059"/>
                  <a:pt x="765468" y="88844"/>
                  <a:pt x="767106" y="73229"/>
                </a:cubicBezTo>
                <a:cubicBezTo>
                  <a:pt x="767106" y="70927"/>
                  <a:pt x="766801" y="70669"/>
                  <a:pt x="764804" y="70669"/>
                </a:cubicBezTo>
                <a:cubicBezTo>
                  <a:pt x="758959" y="71236"/>
                  <a:pt x="747942" y="71388"/>
                  <a:pt x="742511" y="70927"/>
                </a:cubicBezTo>
                <a:lnTo>
                  <a:pt x="741999" y="71693"/>
                </a:lnTo>
                <a:cubicBezTo>
                  <a:pt x="743587" y="82647"/>
                  <a:pt x="744306" y="102152"/>
                  <a:pt x="744306" y="121348"/>
                </a:cubicBezTo>
                <a:close/>
                <a:moveTo>
                  <a:pt x="839618" y="182262"/>
                </a:moveTo>
                <a:cubicBezTo>
                  <a:pt x="842179" y="181496"/>
                  <a:pt x="844997" y="181496"/>
                  <a:pt x="847558" y="181496"/>
                </a:cubicBezTo>
                <a:cubicBezTo>
                  <a:pt x="850123" y="181496"/>
                  <a:pt x="852942" y="181496"/>
                  <a:pt x="855248" y="182262"/>
                </a:cubicBezTo>
                <a:cubicBezTo>
                  <a:pt x="868568" y="144895"/>
                  <a:pt x="884456" y="108548"/>
                  <a:pt x="901107" y="70919"/>
                </a:cubicBezTo>
                <a:cubicBezTo>
                  <a:pt x="898804" y="71689"/>
                  <a:pt x="893933" y="71689"/>
                  <a:pt x="891372" y="71689"/>
                </a:cubicBezTo>
                <a:cubicBezTo>
                  <a:pt x="888812" y="71689"/>
                  <a:pt x="884968" y="71689"/>
                  <a:pt x="882662" y="70919"/>
                </a:cubicBezTo>
                <a:cubicBezTo>
                  <a:pt x="872309" y="99845"/>
                  <a:pt x="863396" y="133323"/>
                  <a:pt x="851608" y="158410"/>
                </a:cubicBezTo>
                <a:lnTo>
                  <a:pt x="851096" y="158410"/>
                </a:lnTo>
                <a:cubicBezTo>
                  <a:pt x="838285" y="129128"/>
                  <a:pt x="829934" y="100252"/>
                  <a:pt x="820657" y="70919"/>
                </a:cubicBezTo>
                <a:cubicBezTo>
                  <a:pt x="817326" y="71689"/>
                  <a:pt x="811434" y="71689"/>
                  <a:pt x="807845" y="71689"/>
                </a:cubicBezTo>
                <a:cubicBezTo>
                  <a:pt x="803748" y="71689"/>
                  <a:pt x="797086" y="71689"/>
                  <a:pt x="792985" y="70919"/>
                </a:cubicBezTo>
                <a:cubicBezTo>
                  <a:pt x="810152" y="108548"/>
                  <a:pt x="825270" y="144895"/>
                  <a:pt x="839618" y="182262"/>
                </a:cubicBezTo>
                <a:close/>
                <a:moveTo>
                  <a:pt x="985661" y="123776"/>
                </a:moveTo>
                <a:lnTo>
                  <a:pt x="984636" y="154286"/>
                </a:lnTo>
                <a:cubicBezTo>
                  <a:pt x="984636" y="157617"/>
                  <a:pt x="983096" y="159411"/>
                  <a:pt x="981047" y="160951"/>
                </a:cubicBezTo>
                <a:cubicBezTo>
                  <a:pt x="973873" y="166335"/>
                  <a:pt x="965163" y="170948"/>
                  <a:pt x="957477" y="170948"/>
                </a:cubicBezTo>
                <a:cubicBezTo>
                  <a:pt x="945948" y="170948"/>
                  <a:pt x="938516" y="163258"/>
                  <a:pt x="938516" y="155310"/>
                </a:cubicBezTo>
                <a:cubicBezTo>
                  <a:pt x="938516" y="143773"/>
                  <a:pt x="943895" y="135055"/>
                  <a:pt x="963881" y="129671"/>
                </a:cubicBezTo>
                <a:lnTo>
                  <a:pt x="985661" y="123776"/>
                </a:lnTo>
                <a:moveTo>
                  <a:pt x="985661" y="169154"/>
                </a:moveTo>
                <a:cubicBezTo>
                  <a:pt x="988632" y="179146"/>
                  <a:pt x="996267" y="184014"/>
                  <a:pt x="1005646" y="184014"/>
                </a:cubicBezTo>
                <a:cubicBezTo>
                  <a:pt x="1012101" y="184014"/>
                  <a:pt x="1019994" y="182477"/>
                  <a:pt x="1026038" y="176073"/>
                </a:cubicBezTo>
                <a:lnTo>
                  <a:pt x="1024142" y="169717"/>
                </a:lnTo>
                <a:cubicBezTo>
                  <a:pt x="1021323" y="170694"/>
                  <a:pt x="1019173" y="171050"/>
                  <a:pt x="1017226" y="171050"/>
                </a:cubicBezTo>
                <a:cubicBezTo>
                  <a:pt x="1014662" y="171050"/>
                  <a:pt x="1011280" y="170588"/>
                  <a:pt x="1009693" y="169154"/>
                </a:cubicBezTo>
                <a:cubicBezTo>
                  <a:pt x="1007081" y="166796"/>
                  <a:pt x="1005439" y="160541"/>
                  <a:pt x="1005439" y="149156"/>
                </a:cubicBezTo>
                <a:cubicBezTo>
                  <a:pt x="1005439" y="141720"/>
                  <a:pt x="1006158" y="113267"/>
                  <a:pt x="1006158" y="110444"/>
                </a:cubicBezTo>
                <a:cubicBezTo>
                  <a:pt x="1006158" y="75837"/>
                  <a:pt x="983354" y="68917"/>
                  <a:pt x="963881" y="68917"/>
                </a:cubicBezTo>
                <a:cubicBezTo>
                  <a:pt x="944407" y="68917"/>
                  <a:pt x="932624" y="78398"/>
                  <a:pt x="926216" y="83781"/>
                </a:cubicBezTo>
                <a:lnTo>
                  <a:pt x="925450" y="84809"/>
                </a:lnTo>
                <a:lnTo>
                  <a:pt x="929805" y="101984"/>
                </a:lnTo>
                <a:lnTo>
                  <a:pt x="933136" y="102242"/>
                </a:lnTo>
                <a:cubicBezTo>
                  <a:pt x="940310" y="90705"/>
                  <a:pt x="949021" y="80450"/>
                  <a:pt x="961320" y="80450"/>
                </a:cubicBezTo>
                <a:cubicBezTo>
                  <a:pt x="970542" y="80450"/>
                  <a:pt x="985915" y="81733"/>
                  <a:pt x="985915" y="110702"/>
                </a:cubicBezTo>
                <a:cubicBezTo>
                  <a:pt x="985915" y="112497"/>
                  <a:pt x="984890" y="113521"/>
                  <a:pt x="984120" y="113779"/>
                </a:cubicBezTo>
                <a:lnTo>
                  <a:pt x="960296" y="119162"/>
                </a:lnTo>
                <a:cubicBezTo>
                  <a:pt x="934160" y="125058"/>
                  <a:pt x="917764" y="138902"/>
                  <a:pt x="917764" y="156334"/>
                </a:cubicBezTo>
                <a:cubicBezTo>
                  <a:pt x="917764" y="175303"/>
                  <a:pt x="930829" y="184014"/>
                  <a:pt x="949791" y="184014"/>
                </a:cubicBezTo>
                <a:cubicBezTo>
                  <a:pt x="963881" y="184014"/>
                  <a:pt x="971055" y="180687"/>
                  <a:pt x="984636" y="169154"/>
                </a:cubicBezTo>
                <a:lnTo>
                  <a:pt x="985661" y="169154"/>
                </a:lnTo>
                <a:close/>
                <a:moveTo>
                  <a:pt x="1052532" y="130238"/>
                </a:moveTo>
                <a:cubicBezTo>
                  <a:pt x="1052532" y="149309"/>
                  <a:pt x="1052173" y="167758"/>
                  <a:pt x="1050226" y="181496"/>
                </a:cubicBezTo>
                <a:lnTo>
                  <a:pt x="1050738" y="182262"/>
                </a:lnTo>
                <a:cubicBezTo>
                  <a:pt x="1053811" y="181750"/>
                  <a:pt x="1059706" y="181496"/>
                  <a:pt x="1062779" y="181496"/>
                </a:cubicBezTo>
                <a:cubicBezTo>
                  <a:pt x="1065856" y="181496"/>
                  <a:pt x="1071748" y="181750"/>
                  <a:pt x="1074821" y="182262"/>
                </a:cubicBezTo>
                <a:lnTo>
                  <a:pt x="1075333" y="181496"/>
                </a:lnTo>
                <a:cubicBezTo>
                  <a:pt x="1073335" y="166886"/>
                  <a:pt x="1073030" y="149512"/>
                  <a:pt x="1073030" y="130238"/>
                </a:cubicBezTo>
                <a:lnTo>
                  <a:pt x="1073030" y="53357"/>
                </a:lnTo>
                <a:cubicBezTo>
                  <a:pt x="1073030" y="34138"/>
                  <a:pt x="1074105" y="21373"/>
                  <a:pt x="1075333" y="5176"/>
                </a:cubicBezTo>
                <a:cubicBezTo>
                  <a:pt x="1075333" y="3382"/>
                  <a:pt x="1074617" y="2612"/>
                  <a:pt x="1073030" y="2612"/>
                </a:cubicBezTo>
                <a:cubicBezTo>
                  <a:pt x="1066622" y="5176"/>
                  <a:pt x="1061141" y="6971"/>
                  <a:pt x="1050738" y="7741"/>
                </a:cubicBezTo>
                <a:lnTo>
                  <a:pt x="1050226" y="8507"/>
                </a:lnTo>
                <a:cubicBezTo>
                  <a:pt x="1052224" y="19477"/>
                  <a:pt x="1052532" y="38493"/>
                  <a:pt x="1052532" y="57970"/>
                </a:cubicBezTo>
                <a:lnTo>
                  <a:pt x="1052532" y="130238"/>
                </a:lnTo>
                <a:close/>
                <a:moveTo>
                  <a:pt x="1126067" y="111465"/>
                </a:moveTo>
                <a:cubicBezTo>
                  <a:pt x="1130422" y="84806"/>
                  <a:pt x="1147229" y="79168"/>
                  <a:pt x="1155275" y="79168"/>
                </a:cubicBezTo>
                <a:cubicBezTo>
                  <a:pt x="1165420" y="79168"/>
                  <a:pt x="1176797" y="88652"/>
                  <a:pt x="1176797" y="107876"/>
                </a:cubicBezTo>
                <a:cubicBezTo>
                  <a:pt x="1176797" y="110182"/>
                  <a:pt x="1175773" y="111465"/>
                  <a:pt x="1173208" y="111465"/>
                </a:cubicBezTo>
                <a:lnTo>
                  <a:pt x="1126067" y="111465"/>
                </a:lnTo>
                <a:moveTo>
                  <a:pt x="1194476" y="154794"/>
                </a:moveTo>
                <a:cubicBezTo>
                  <a:pt x="1185507" y="164540"/>
                  <a:pt x="1173466" y="168899"/>
                  <a:pt x="1159372" y="168899"/>
                </a:cubicBezTo>
                <a:cubicBezTo>
                  <a:pt x="1150611" y="168899"/>
                  <a:pt x="1138519" y="165565"/>
                  <a:pt x="1131446" y="154282"/>
                </a:cubicBezTo>
                <a:cubicBezTo>
                  <a:pt x="1126935" y="147100"/>
                  <a:pt x="1125297" y="136638"/>
                  <a:pt x="1125297" y="121711"/>
                </a:cubicBezTo>
                <a:lnTo>
                  <a:pt x="1194988" y="121711"/>
                </a:lnTo>
                <a:cubicBezTo>
                  <a:pt x="1197807" y="121711"/>
                  <a:pt x="1199597" y="120175"/>
                  <a:pt x="1199597" y="117356"/>
                </a:cubicBezTo>
                <a:cubicBezTo>
                  <a:pt x="1199597" y="95830"/>
                  <a:pt x="1189092" y="68917"/>
                  <a:pt x="1155275" y="68917"/>
                </a:cubicBezTo>
                <a:cubicBezTo>
                  <a:pt x="1128882" y="68917"/>
                  <a:pt x="1102751" y="90189"/>
                  <a:pt x="1102751" y="127869"/>
                </a:cubicBezTo>
                <a:cubicBezTo>
                  <a:pt x="1102751" y="142432"/>
                  <a:pt x="1105722" y="156796"/>
                  <a:pt x="1114280" y="167105"/>
                </a:cubicBezTo>
                <a:cubicBezTo>
                  <a:pt x="1123092" y="177712"/>
                  <a:pt x="1137749" y="184014"/>
                  <a:pt x="1155017" y="184014"/>
                </a:cubicBezTo>
                <a:cubicBezTo>
                  <a:pt x="1173466" y="184014"/>
                  <a:pt x="1189863" y="174537"/>
                  <a:pt x="1199597" y="161206"/>
                </a:cubicBezTo>
                <a:lnTo>
                  <a:pt x="1194476" y="154794"/>
                </a:lnTo>
                <a:close/>
                <a:moveTo>
                  <a:pt x="1327962" y="135328"/>
                </a:moveTo>
                <a:cubicBezTo>
                  <a:pt x="1327962" y="127122"/>
                  <a:pt x="1328475" y="117634"/>
                  <a:pt x="1328475" y="109428"/>
                </a:cubicBezTo>
                <a:cubicBezTo>
                  <a:pt x="1328475" y="82753"/>
                  <a:pt x="1319764" y="68917"/>
                  <a:pt x="1296706" y="68917"/>
                </a:cubicBezTo>
                <a:cubicBezTo>
                  <a:pt x="1286967" y="68917"/>
                  <a:pt x="1268776" y="72764"/>
                  <a:pt x="1252379" y="91987"/>
                </a:cubicBezTo>
                <a:lnTo>
                  <a:pt x="1251867" y="91217"/>
                </a:lnTo>
                <a:lnTo>
                  <a:pt x="1251867" y="72506"/>
                </a:lnTo>
                <a:cubicBezTo>
                  <a:pt x="1251816" y="70508"/>
                  <a:pt x="1251558" y="69945"/>
                  <a:pt x="1250331" y="69945"/>
                </a:cubicBezTo>
                <a:cubicBezTo>
                  <a:pt x="1244592" y="71071"/>
                  <a:pt x="1235416" y="71275"/>
                  <a:pt x="1229575" y="70712"/>
                </a:cubicBezTo>
                <a:lnTo>
                  <a:pt x="1229063" y="71482"/>
                </a:lnTo>
                <a:cubicBezTo>
                  <a:pt x="1230857" y="82550"/>
                  <a:pt x="1231370" y="101988"/>
                  <a:pt x="1231370" y="121223"/>
                </a:cubicBezTo>
                <a:lnTo>
                  <a:pt x="1231370" y="135328"/>
                </a:lnTo>
                <a:cubicBezTo>
                  <a:pt x="1231370" y="154567"/>
                  <a:pt x="1231112" y="167645"/>
                  <a:pt x="1229063" y="181496"/>
                </a:cubicBezTo>
                <a:lnTo>
                  <a:pt x="1229575" y="182262"/>
                </a:lnTo>
                <a:cubicBezTo>
                  <a:pt x="1232652" y="181750"/>
                  <a:pt x="1238544" y="181496"/>
                  <a:pt x="1241617" y="181496"/>
                </a:cubicBezTo>
                <a:cubicBezTo>
                  <a:pt x="1244693" y="181496"/>
                  <a:pt x="1250585" y="181750"/>
                  <a:pt x="1253662" y="182262"/>
                </a:cubicBezTo>
                <a:lnTo>
                  <a:pt x="1254174" y="181496"/>
                </a:lnTo>
                <a:cubicBezTo>
                  <a:pt x="1252121" y="166874"/>
                  <a:pt x="1251867" y="154821"/>
                  <a:pt x="1251867" y="135328"/>
                </a:cubicBezTo>
                <a:lnTo>
                  <a:pt x="1251867" y="105323"/>
                </a:lnTo>
                <a:cubicBezTo>
                  <a:pt x="1264933" y="89935"/>
                  <a:pt x="1279793" y="84293"/>
                  <a:pt x="1289020" y="84293"/>
                </a:cubicBezTo>
                <a:cubicBezTo>
                  <a:pt x="1302085" y="84293"/>
                  <a:pt x="1307465" y="89423"/>
                  <a:pt x="1307465" y="110194"/>
                </a:cubicBezTo>
                <a:lnTo>
                  <a:pt x="1307465" y="135328"/>
                </a:lnTo>
                <a:cubicBezTo>
                  <a:pt x="1307465" y="154567"/>
                  <a:pt x="1307003" y="167695"/>
                  <a:pt x="1305158" y="181496"/>
                </a:cubicBezTo>
                <a:lnTo>
                  <a:pt x="1305670" y="182262"/>
                </a:lnTo>
                <a:cubicBezTo>
                  <a:pt x="1308747" y="181750"/>
                  <a:pt x="1314639" y="181496"/>
                  <a:pt x="1317715" y="181496"/>
                </a:cubicBezTo>
                <a:cubicBezTo>
                  <a:pt x="1320788" y="181496"/>
                  <a:pt x="1326680" y="181750"/>
                  <a:pt x="1329757" y="182262"/>
                </a:cubicBezTo>
                <a:lnTo>
                  <a:pt x="1330269" y="181496"/>
                </a:lnTo>
                <a:cubicBezTo>
                  <a:pt x="1328271" y="166874"/>
                  <a:pt x="1327962" y="154821"/>
                  <a:pt x="1327962" y="135328"/>
                </a:cubicBezTo>
                <a:close/>
                <a:moveTo>
                  <a:pt x="1412259" y="79168"/>
                </a:moveTo>
                <a:cubicBezTo>
                  <a:pt x="1422146" y="79168"/>
                  <a:pt x="1431115" y="86448"/>
                  <a:pt x="1437878" y="98137"/>
                </a:cubicBezTo>
                <a:lnTo>
                  <a:pt x="1441209" y="97883"/>
                </a:lnTo>
                <a:lnTo>
                  <a:pt x="1447101" y="76861"/>
                </a:lnTo>
                <a:lnTo>
                  <a:pt x="1446589" y="76095"/>
                </a:lnTo>
                <a:cubicBezTo>
                  <a:pt x="1438648" y="71994"/>
                  <a:pt x="1425325" y="68917"/>
                  <a:pt x="1412513" y="68917"/>
                </a:cubicBezTo>
                <a:cubicBezTo>
                  <a:pt x="1385866" y="68917"/>
                  <a:pt x="1357940" y="90705"/>
                  <a:pt x="1357940" y="125570"/>
                </a:cubicBezTo>
                <a:cubicBezTo>
                  <a:pt x="1357940" y="161206"/>
                  <a:pt x="1378180" y="184014"/>
                  <a:pt x="1409440" y="184014"/>
                </a:cubicBezTo>
                <a:cubicBezTo>
                  <a:pt x="1424813" y="184014"/>
                  <a:pt x="1436854" y="178892"/>
                  <a:pt x="1447101" y="165823"/>
                </a:cubicBezTo>
                <a:lnTo>
                  <a:pt x="1442233" y="160435"/>
                </a:lnTo>
                <a:lnTo>
                  <a:pt x="1441209" y="160435"/>
                </a:lnTo>
                <a:cubicBezTo>
                  <a:pt x="1431474" y="169154"/>
                  <a:pt x="1423327" y="171206"/>
                  <a:pt x="1413795" y="171206"/>
                </a:cubicBezTo>
                <a:cubicBezTo>
                  <a:pt x="1395092" y="171206"/>
                  <a:pt x="1380486" y="154286"/>
                  <a:pt x="1380486" y="124288"/>
                </a:cubicBezTo>
                <a:cubicBezTo>
                  <a:pt x="1380486" y="96088"/>
                  <a:pt x="1395346" y="79168"/>
                  <a:pt x="1412259" y="79168"/>
                </a:cubicBezTo>
                <a:close/>
                <a:moveTo>
                  <a:pt x="1490148" y="111465"/>
                </a:moveTo>
                <a:cubicBezTo>
                  <a:pt x="1494504" y="84806"/>
                  <a:pt x="1511311" y="79168"/>
                  <a:pt x="1519357" y="79168"/>
                </a:cubicBezTo>
                <a:cubicBezTo>
                  <a:pt x="1529502" y="79168"/>
                  <a:pt x="1540879" y="88652"/>
                  <a:pt x="1540879" y="107876"/>
                </a:cubicBezTo>
                <a:cubicBezTo>
                  <a:pt x="1540879" y="110182"/>
                  <a:pt x="1539854" y="111465"/>
                  <a:pt x="1537290" y="111465"/>
                </a:cubicBezTo>
                <a:lnTo>
                  <a:pt x="1490148" y="111465"/>
                </a:lnTo>
                <a:moveTo>
                  <a:pt x="1558557" y="154794"/>
                </a:moveTo>
                <a:cubicBezTo>
                  <a:pt x="1549589" y="164540"/>
                  <a:pt x="1537548" y="168899"/>
                  <a:pt x="1523454" y="168899"/>
                </a:cubicBezTo>
                <a:cubicBezTo>
                  <a:pt x="1514693" y="168899"/>
                  <a:pt x="1502600" y="165565"/>
                  <a:pt x="1495528" y="154282"/>
                </a:cubicBezTo>
                <a:cubicBezTo>
                  <a:pt x="1491016" y="147100"/>
                  <a:pt x="1489378" y="136638"/>
                  <a:pt x="1489378" y="121711"/>
                </a:cubicBezTo>
                <a:lnTo>
                  <a:pt x="1559070" y="121711"/>
                </a:lnTo>
                <a:cubicBezTo>
                  <a:pt x="1561888" y="121711"/>
                  <a:pt x="1563679" y="120175"/>
                  <a:pt x="1563679" y="117356"/>
                </a:cubicBezTo>
                <a:cubicBezTo>
                  <a:pt x="1563679" y="95830"/>
                  <a:pt x="1553174" y="68917"/>
                  <a:pt x="1519357" y="68917"/>
                </a:cubicBezTo>
                <a:cubicBezTo>
                  <a:pt x="1492963" y="68917"/>
                  <a:pt x="1466832" y="90189"/>
                  <a:pt x="1466832" y="127869"/>
                </a:cubicBezTo>
                <a:cubicBezTo>
                  <a:pt x="1466832" y="142432"/>
                  <a:pt x="1469803" y="156796"/>
                  <a:pt x="1478361" y="167105"/>
                </a:cubicBezTo>
                <a:cubicBezTo>
                  <a:pt x="1487173" y="177712"/>
                  <a:pt x="1501830" y="184014"/>
                  <a:pt x="1519099" y="184014"/>
                </a:cubicBezTo>
                <a:cubicBezTo>
                  <a:pt x="1537548" y="184014"/>
                  <a:pt x="1553944" y="174537"/>
                  <a:pt x="1563679" y="161206"/>
                </a:cubicBezTo>
                <a:lnTo>
                  <a:pt x="1558557" y="154794"/>
                </a:lnTo>
                <a:close/>
                <a:moveTo>
                  <a:pt x="1702295" y="79168"/>
                </a:moveTo>
                <a:cubicBezTo>
                  <a:pt x="1712182" y="79168"/>
                  <a:pt x="1721150" y="86448"/>
                  <a:pt x="1727914" y="98137"/>
                </a:cubicBezTo>
                <a:lnTo>
                  <a:pt x="1731245" y="97883"/>
                </a:lnTo>
                <a:lnTo>
                  <a:pt x="1737136" y="76861"/>
                </a:lnTo>
                <a:lnTo>
                  <a:pt x="1736624" y="76095"/>
                </a:lnTo>
                <a:cubicBezTo>
                  <a:pt x="1728684" y="71994"/>
                  <a:pt x="1715360" y="68917"/>
                  <a:pt x="1702549" y="68917"/>
                </a:cubicBezTo>
                <a:cubicBezTo>
                  <a:pt x="1675901" y="68917"/>
                  <a:pt x="1647976" y="90705"/>
                  <a:pt x="1647976" y="125570"/>
                </a:cubicBezTo>
                <a:cubicBezTo>
                  <a:pt x="1647976" y="161206"/>
                  <a:pt x="1668215" y="184014"/>
                  <a:pt x="1699476" y="184014"/>
                </a:cubicBezTo>
                <a:cubicBezTo>
                  <a:pt x="1714848" y="184014"/>
                  <a:pt x="1726890" y="178892"/>
                  <a:pt x="1737136" y="165823"/>
                </a:cubicBezTo>
                <a:lnTo>
                  <a:pt x="1732269" y="160435"/>
                </a:lnTo>
                <a:lnTo>
                  <a:pt x="1731245" y="160435"/>
                </a:lnTo>
                <a:cubicBezTo>
                  <a:pt x="1721510" y="169154"/>
                  <a:pt x="1713363" y="171206"/>
                  <a:pt x="1703831" y="171206"/>
                </a:cubicBezTo>
                <a:cubicBezTo>
                  <a:pt x="1685128" y="171206"/>
                  <a:pt x="1670522" y="154286"/>
                  <a:pt x="1670522" y="124288"/>
                </a:cubicBezTo>
                <a:cubicBezTo>
                  <a:pt x="1670522" y="96088"/>
                  <a:pt x="1685382" y="79168"/>
                  <a:pt x="1702295" y="79168"/>
                </a:cubicBezTo>
                <a:close/>
                <a:moveTo>
                  <a:pt x="1771216" y="130238"/>
                </a:moveTo>
                <a:cubicBezTo>
                  <a:pt x="1771216" y="149309"/>
                  <a:pt x="1770856" y="167758"/>
                  <a:pt x="1768909" y="181496"/>
                </a:cubicBezTo>
                <a:lnTo>
                  <a:pt x="1769421" y="182262"/>
                </a:lnTo>
                <a:cubicBezTo>
                  <a:pt x="1772494" y="181750"/>
                  <a:pt x="1778390" y="181496"/>
                  <a:pt x="1781463" y="181496"/>
                </a:cubicBezTo>
                <a:cubicBezTo>
                  <a:pt x="1784539" y="181496"/>
                  <a:pt x="1790431" y="181750"/>
                  <a:pt x="1793504" y="182262"/>
                </a:cubicBezTo>
                <a:lnTo>
                  <a:pt x="1794016" y="181496"/>
                </a:lnTo>
                <a:cubicBezTo>
                  <a:pt x="1792018" y="166886"/>
                  <a:pt x="1791713" y="149512"/>
                  <a:pt x="1791713" y="130238"/>
                </a:cubicBezTo>
                <a:lnTo>
                  <a:pt x="1791713" y="53357"/>
                </a:lnTo>
                <a:cubicBezTo>
                  <a:pt x="1791713" y="34138"/>
                  <a:pt x="1792788" y="21373"/>
                  <a:pt x="1794016" y="5176"/>
                </a:cubicBezTo>
                <a:cubicBezTo>
                  <a:pt x="1794016" y="3382"/>
                  <a:pt x="1793301" y="2612"/>
                  <a:pt x="1791713" y="2612"/>
                </a:cubicBezTo>
                <a:cubicBezTo>
                  <a:pt x="1785306" y="5176"/>
                  <a:pt x="1779824" y="6971"/>
                  <a:pt x="1769421" y="7741"/>
                </a:cubicBezTo>
                <a:lnTo>
                  <a:pt x="1768909" y="8507"/>
                </a:lnTo>
                <a:cubicBezTo>
                  <a:pt x="1770907" y="19477"/>
                  <a:pt x="1771216" y="38493"/>
                  <a:pt x="1771216" y="57970"/>
                </a:cubicBezTo>
                <a:lnTo>
                  <a:pt x="1771216" y="130238"/>
                </a:lnTo>
                <a:close/>
                <a:moveTo>
                  <a:pt x="1892150" y="123776"/>
                </a:moveTo>
                <a:lnTo>
                  <a:pt x="1891125" y="154286"/>
                </a:lnTo>
                <a:cubicBezTo>
                  <a:pt x="1891125" y="157617"/>
                  <a:pt x="1889585" y="159411"/>
                  <a:pt x="1887536" y="160951"/>
                </a:cubicBezTo>
                <a:cubicBezTo>
                  <a:pt x="1880362" y="166335"/>
                  <a:pt x="1871652" y="170948"/>
                  <a:pt x="1863966" y="170948"/>
                </a:cubicBezTo>
                <a:cubicBezTo>
                  <a:pt x="1852437" y="170948"/>
                  <a:pt x="1845005" y="163258"/>
                  <a:pt x="1845005" y="155310"/>
                </a:cubicBezTo>
                <a:cubicBezTo>
                  <a:pt x="1845005" y="143773"/>
                  <a:pt x="1850384" y="135055"/>
                  <a:pt x="1870370" y="129671"/>
                </a:cubicBezTo>
                <a:lnTo>
                  <a:pt x="1892150" y="123776"/>
                </a:lnTo>
                <a:moveTo>
                  <a:pt x="1892150" y="169154"/>
                </a:moveTo>
                <a:cubicBezTo>
                  <a:pt x="1895121" y="179146"/>
                  <a:pt x="1902756" y="184014"/>
                  <a:pt x="1912135" y="184014"/>
                </a:cubicBezTo>
                <a:cubicBezTo>
                  <a:pt x="1918590" y="184014"/>
                  <a:pt x="1926483" y="182477"/>
                  <a:pt x="1932527" y="176073"/>
                </a:cubicBezTo>
                <a:lnTo>
                  <a:pt x="1930631" y="169717"/>
                </a:lnTo>
                <a:cubicBezTo>
                  <a:pt x="1927812" y="170694"/>
                  <a:pt x="1925662" y="171050"/>
                  <a:pt x="1923715" y="171050"/>
                </a:cubicBezTo>
                <a:cubicBezTo>
                  <a:pt x="1921150" y="171050"/>
                  <a:pt x="1917769" y="170588"/>
                  <a:pt x="1916181" y="169154"/>
                </a:cubicBezTo>
                <a:cubicBezTo>
                  <a:pt x="1913570" y="166796"/>
                  <a:pt x="1911928" y="160541"/>
                  <a:pt x="1911928" y="149156"/>
                </a:cubicBezTo>
                <a:cubicBezTo>
                  <a:pt x="1911928" y="141720"/>
                  <a:pt x="1912647" y="113267"/>
                  <a:pt x="1912647" y="110444"/>
                </a:cubicBezTo>
                <a:cubicBezTo>
                  <a:pt x="1912647" y="75837"/>
                  <a:pt x="1889843" y="68917"/>
                  <a:pt x="1870370" y="68917"/>
                </a:cubicBezTo>
                <a:cubicBezTo>
                  <a:pt x="1850896" y="68917"/>
                  <a:pt x="1839113" y="78398"/>
                  <a:pt x="1832705" y="83781"/>
                </a:cubicBezTo>
                <a:lnTo>
                  <a:pt x="1831939" y="84809"/>
                </a:lnTo>
                <a:lnTo>
                  <a:pt x="1836294" y="101984"/>
                </a:lnTo>
                <a:lnTo>
                  <a:pt x="1839625" y="102242"/>
                </a:lnTo>
                <a:cubicBezTo>
                  <a:pt x="1846799" y="90705"/>
                  <a:pt x="1855509" y="80450"/>
                  <a:pt x="1867809" y="80450"/>
                </a:cubicBezTo>
                <a:cubicBezTo>
                  <a:pt x="1877031" y="80450"/>
                  <a:pt x="1892404" y="81733"/>
                  <a:pt x="1892404" y="110702"/>
                </a:cubicBezTo>
                <a:cubicBezTo>
                  <a:pt x="1892404" y="112497"/>
                  <a:pt x="1891379" y="113521"/>
                  <a:pt x="1890609" y="113779"/>
                </a:cubicBezTo>
                <a:lnTo>
                  <a:pt x="1866785" y="119162"/>
                </a:lnTo>
                <a:cubicBezTo>
                  <a:pt x="1840649" y="125058"/>
                  <a:pt x="1824253" y="138902"/>
                  <a:pt x="1824253" y="156334"/>
                </a:cubicBezTo>
                <a:cubicBezTo>
                  <a:pt x="1824253" y="175303"/>
                  <a:pt x="1837318" y="184014"/>
                  <a:pt x="1856280" y="184014"/>
                </a:cubicBezTo>
                <a:cubicBezTo>
                  <a:pt x="1870370" y="184014"/>
                  <a:pt x="1877544" y="180687"/>
                  <a:pt x="1891125" y="169154"/>
                </a:cubicBezTo>
                <a:lnTo>
                  <a:pt x="1892150" y="169154"/>
                </a:lnTo>
                <a:close/>
                <a:moveTo>
                  <a:pt x="1948770" y="155564"/>
                </a:moveTo>
                <a:lnTo>
                  <a:pt x="1944415" y="177098"/>
                </a:lnTo>
                <a:cubicBezTo>
                  <a:pt x="1959021" y="182223"/>
                  <a:pt x="1973369" y="184014"/>
                  <a:pt x="1983104" y="184014"/>
                </a:cubicBezTo>
                <a:cubicBezTo>
                  <a:pt x="2018462" y="184014"/>
                  <a:pt x="2026660" y="163000"/>
                  <a:pt x="2026660" y="148898"/>
                </a:cubicBezTo>
                <a:cubicBezTo>
                  <a:pt x="2026660" y="127877"/>
                  <a:pt x="2010005" y="119675"/>
                  <a:pt x="1991814" y="115315"/>
                </a:cubicBezTo>
                <a:cubicBezTo>
                  <a:pt x="1982130" y="113009"/>
                  <a:pt x="1967990" y="108138"/>
                  <a:pt x="1967990" y="95318"/>
                </a:cubicBezTo>
                <a:cubicBezTo>
                  <a:pt x="1967990" y="84806"/>
                  <a:pt x="1976442" y="79168"/>
                  <a:pt x="1987459" y="79168"/>
                </a:cubicBezTo>
                <a:cubicBezTo>
                  <a:pt x="2000783" y="79168"/>
                  <a:pt x="2008981" y="89677"/>
                  <a:pt x="2014877" y="96601"/>
                </a:cubicBezTo>
                <a:lnTo>
                  <a:pt x="2018462" y="96343"/>
                </a:lnTo>
                <a:lnTo>
                  <a:pt x="2023587" y="77373"/>
                </a:lnTo>
                <a:lnTo>
                  <a:pt x="2023075" y="76607"/>
                </a:lnTo>
                <a:cubicBezTo>
                  <a:pt x="2015643" y="72764"/>
                  <a:pt x="2001553" y="68917"/>
                  <a:pt x="1988483" y="68917"/>
                </a:cubicBezTo>
                <a:cubicBezTo>
                  <a:pt x="1969526" y="68917"/>
                  <a:pt x="1949795" y="78910"/>
                  <a:pt x="1949795" y="100189"/>
                </a:cubicBezTo>
                <a:cubicBezTo>
                  <a:pt x="1949795" y="120699"/>
                  <a:pt x="1965120" y="127466"/>
                  <a:pt x="1980543" y="131724"/>
                </a:cubicBezTo>
                <a:cubicBezTo>
                  <a:pt x="1995403" y="135825"/>
                  <a:pt x="2006420" y="139926"/>
                  <a:pt x="2006420" y="152487"/>
                </a:cubicBezTo>
                <a:cubicBezTo>
                  <a:pt x="2006420" y="166077"/>
                  <a:pt x="1996428" y="173767"/>
                  <a:pt x="1982850" y="173767"/>
                </a:cubicBezTo>
                <a:cubicBezTo>
                  <a:pt x="1970550" y="173767"/>
                  <a:pt x="1959787" y="165307"/>
                  <a:pt x="1952613" y="155310"/>
                </a:cubicBezTo>
                <a:lnTo>
                  <a:pt x="1948770" y="155564"/>
                </a:lnTo>
                <a:close/>
                <a:moveTo>
                  <a:pt x="2050231" y="155564"/>
                </a:moveTo>
                <a:lnTo>
                  <a:pt x="2045876" y="177098"/>
                </a:lnTo>
                <a:cubicBezTo>
                  <a:pt x="2060482" y="182223"/>
                  <a:pt x="2074830" y="184014"/>
                  <a:pt x="2084565" y="184014"/>
                </a:cubicBezTo>
                <a:cubicBezTo>
                  <a:pt x="2119923" y="184014"/>
                  <a:pt x="2128121" y="163000"/>
                  <a:pt x="2128121" y="148898"/>
                </a:cubicBezTo>
                <a:cubicBezTo>
                  <a:pt x="2128121" y="127877"/>
                  <a:pt x="2111466" y="119675"/>
                  <a:pt x="2093275" y="115315"/>
                </a:cubicBezTo>
                <a:cubicBezTo>
                  <a:pt x="2083591" y="113009"/>
                  <a:pt x="2069451" y="108138"/>
                  <a:pt x="2069451" y="95318"/>
                </a:cubicBezTo>
                <a:cubicBezTo>
                  <a:pt x="2069451" y="84806"/>
                  <a:pt x="2077903" y="79168"/>
                  <a:pt x="2088920" y="79168"/>
                </a:cubicBezTo>
                <a:cubicBezTo>
                  <a:pt x="2102244" y="79168"/>
                  <a:pt x="2110442" y="89677"/>
                  <a:pt x="2116338" y="96601"/>
                </a:cubicBezTo>
                <a:lnTo>
                  <a:pt x="2119923" y="96343"/>
                </a:lnTo>
                <a:lnTo>
                  <a:pt x="2125048" y="77373"/>
                </a:lnTo>
                <a:lnTo>
                  <a:pt x="2124536" y="76607"/>
                </a:lnTo>
                <a:cubicBezTo>
                  <a:pt x="2117104" y="72764"/>
                  <a:pt x="2103014" y="68917"/>
                  <a:pt x="2089944" y="68917"/>
                </a:cubicBezTo>
                <a:cubicBezTo>
                  <a:pt x="2070987" y="68917"/>
                  <a:pt x="2051256" y="78910"/>
                  <a:pt x="2051256" y="100189"/>
                </a:cubicBezTo>
                <a:cubicBezTo>
                  <a:pt x="2051256" y="120699"/>
                  <a:pt x="2066581" y="127466"/>
                  <a:pt x="2082004" y="131724"/>
                </a:cubicBezTo>
                <a:cubicBezTo>
                  <a:pt x="2096864" y="135825"/>
                  <a:pt x="2107881" y="139926"/>
                  <a:pt x="2107881" y="152487"/>
                </a:cubicBezTo>
                <a:cubicBezTo>
                  <a:pt x="2107881" y="166077"/>
                  <a:pt x="2097889" y="173767"/>
                  <a:pt x="2084311" y="173767"/>
                </a:cubicBezTo>
                <a:cubicBezTo>
                  <a:pt x="2072011" y="173767"/>
                  <a:pt x="2061248" y="165307"/>
                  <a:pt x="2054074" y="155310"/>
                </a:cubicBezTo>
                <a:lnTo>
                  <a:pt x="2050231" y="155564"/>
                </a:lnTo>
                <a:close/>
                <a:moveTo>
                  <a:pt x="2170912" y="111465"/>
                </a:moveTo>
                <a:cubicBezTo>
                  <a:pt x="2175267" y="84806"/>
                  <a:pt x="2192074" y="79168"/>
                  <a:pt x="2200120" y="79168"/>
                </a:cubicBezTo>
                <a:cubicBezTo>
                  <a:pt x="2210265" y="79168"/>
                  <a:pt x="2221642" y="88652"/>
                  <a:pt x="2221642" y="107876"/>
                </a:cubicBezTo>
                <a:cubicBezTo>
                  <a:pt x="2221642" y="110182"/>
                  <a:pt x="2220617" y="111465"/>
                  <a:pt x="2218053" y="111465"/>
                </a:cubicBezTo>
                <a:lnTo>
                  <a:pt x="2170912" y="111465"/>
                </a:lnTo>
                <a:moveTo>
                  <a:pt x="2239321" y="154794"/>
                </a:moveTo>
                <a:cubicBezTo>
                  <a:pt x="2230352" y="164540"/>
                  <a:pt x="2218311" y="168899"/>
                  <a:pt x="2204217" y="168899"/>
                </a:cubicBezTo>
                <a:cubicBezTo>
                  <a:pt x="2195456" y="168899"/>
                  <a:pt x="2183363" y="165565"/>
                  <a:pt x="2176291" y="154282"/>
                </a:cubicBezTo>
                <a:cubicBezTo>
                  <a:pt x="2171779" y="147100"/>
                  <a:pt x="2170141" y="136638"/>
                  <a:pt x="2170141" y="121711"/>
                </a:cubicBezTo>
                <a:lnTo>
                  <a:pt x="2239833" y="121711"/>
                </a:lnTo>
                <a:cubicBezTo>
                  <a:pt x="2242651" y="121711"/>
                  <a:pt x="2244442" y="120175"/>
                  <a:pt x="2244442" y="117356"/>
                </a:cubicBezTo>
                <a:cubicBezTo>
                  <a:pt x="2244442" y="95830"/>
                  <a:pt x="2233937" y="68917"/>
                  <a:pt x="2200120" y="68917"/>
                </a:cubicBezTo>
                <a:cubicBezTo>
                  <a:pt x="2173726" y="68917"/>
                  <a:pt x="2147595" y="90189"/>
                  <a:pt x="2147595" y="127869"/>
                </a:cubicBezTo>
                <a:cubicBezTo>
                  <a:pt x="2147595" y="142432"/>
                  <a:pt x="2150566" y="156796"/>
                  <a:pt x="2159124" y="167105"/>
                </a:cubicBezTo>
                <a:cubicBezTo>
                  <a:pt x="2167936" y="177712"/>
                  <a:pt x="2182593" y="184014"/>
                  <a:pt x="2199862" y="184014"/>
                </a:cubicBezTo>
                <a:cubicBezTo>
                  <a:pt x="2218311" y="184014"/>
                  <a:pt x="2234707" y="174537"/>
                  <a:pt x="2244442" y="161206"/>
                </a:cubicBezTo>
                <a:lnTo>
                  <a:pt x="2239321" y="154794"/>
                </a:lnTo>
                <a:close/>
                <a:moveTo>
                  <a:pt x="2267758" y="155564"/>
                </a:moveTo>
                <a:lnTo>
                  <a:pt x="2263402" y="177098"/>
                </a:lnTo>
                <a:cubicBezTo>
                  <a:pt x="2278008" y="182223"/>
                  <a:pt x="2292356" y="184014"/>
                  <a:pt x="2302091" y="184014"/>
                </a:cubicBezTo>
                <a:cubicBezTo>
                  <a:pt x="2337449" y="184014"/>
                  <a:pt x="2345647" y="163000"/>
                  <a:pt x="2345647" y="148898"/>
                </a:cubicBezTo>
                <a:cubicBezTo>
                  <a:pt x="2345647" y="127877"/>
                  <a:pt x="2328993" y="119675"/>
                  <a:pt x="2310802" y="115315"/>
                </a:cubicBezTo>
                <a:cubicBezTo>
                  <a:pt x="2301118" y="113009"/>
                  <a:pt x="2286977" y="108138"/>
                  <a:pt x="2286977" y="95318"/>
                </a:cubicBezTo>
                <a:cubicBezTo>
                  <a:pt x="2286977" y="84806"/>
                  <a:pt x="2295429" y="79168"/>
                  <a:pt x="2306446" y="79168"/>
                </a:cubicBezTo>
                <a:cubicBezTo>
                  <a:pt x="2319770" y="79168"/>
                  <a:pt x="2327968" y="89677"/>
                  <a:pt x="2333864" y="96601"/>
                </a:cubicBezTo>
                <a:lnTo>
                  <a:pt x="2337449" y="96343"/>
                </a:lnTo>
                <a:lnTo>
                  <a:pt x="2342574" y="77373"/>
                </a:lnTo>
                <a:lnTo>
                  <a:pt x="2342062" y="76607"/>
                </a:lnTo>
                <a:cubicBezTo>
                  <a:pt x="2334630" y="72764"/>
                  <a:pt x="2320540" y="68917"/>
                  <a:pt x="2307471" y="68917"/>
                </a:cubicBezTo>
                <a:cubicBezTo>
                  <a:pt x="2288513" y="68917"/>
                  <a:pt x="2268782" y="78910"/>
                  <a:pt x="2268782" y="100189"/>
                </a:cubicBezTo>
                <a:cubicBezTo>
                  <a:pt x="2268782" y="120699"/>
                  <a:pt x="2284107" y="127466"/>
                  <a:pt x="2299530" y="131724"/>
                </a:cubicBezTo>
                <a:cubicBezTo>
                  <a:pt x="2314391" y="135825"/>
                  <a:pt x="2325408" y="139926"/>
                  <a:pt x="2325408" y="152487"/>
                </a:cubicBezTo>
                <a:cubicBezTo>
                  <a:pt x="2325408" y="166077"/>
                  <a:pt x="2315415" y="173767"/>
                  <a:pt x="2301837" y="173767"/>
                </a:cubicBezTo>
                <a:cubicBezTo>
                  <a:pt x="2289538" y="173767"/>
                  <a:pt x="2278775" y="165307"/>
                  <a:pt x="2271601" y="155310"/>
                </a:cubicBezTo>
                <a:lnTo>
                  <a:pt x="2267758" y="155564"/>
                </a:lnTo>
                <a:close/>
                <a:moveTo>
                  <a:pt x="2512957" y="152491"/>
                </a:moveTo>
                <a:cubicBezTo>
                  <a:pt x="2503632" y="164384"/>
                  <a:pt x="2491845" y="170694"/>
                  <a:pt x="2481442" y="170694"/>
                </a:cubicBezTo>
                <a:cubicBezTo>
                  <a:pt x="2467606" y="170694"/>
                  <a:pt x="2455819" y="156850"/>
                  <a:pt x="2455819" y="124800"/>
                </a:cubicBezTo>
                <a:cubicBezTo>
                  <a:pt x="2455819" y="86346"/>
                  <a:pt x="2476215" y="79168"/>
                  <a:pt x="2488616" y="79168"/>
                </a:cubicBezTo>
                <a:cubicBezTo>
                  <a:pt x="2500657" y="79168"/>
                  <a:pt x="2506807" y="84293"/>
                  <a:pt x="2512957" y="94036"/>
                </a:cubicBezTo>
                <a:lnTo>
                  <a:pt x="2512957" y="152491"/>
                </a:lnTo>
                <a:moveTo>
                  <a:pt x="2512957" y="166589"/>
                </a:moveTo>
                <a:lnTo>
                  <a:pt x="2513469" y="166589"/>
                </a:lnTo>
                <a:lnTo>
                  <a:pt x="2514751" y="181453"/>
                </a:lnTo>
                <a:cubicBezTo>
                  <a:pt x="2514751" y="182008"/>
                  <a:pt x="2515517" y="182262"/>
                  <a:pt x="2517058" y="182262"/>
                </a:cubicBezTo>
                <a:cubicBezTo>
                  <a:pt x="2520440" y="181801"/>
                  <a:pt x="2522179" y="181496"/>
                  <a:pt x="2525921" y="181496"/>
                </a:cubicBezTo>
                <a:cubicBezTo>
                  <a:pt x="2529099" y="181496"/>
                  <a:pt x="2533966" y="181750"/>
                  <a:pt x="2537297" y="182262"/>
                </a:cubicBezTo>
                <a:lnTo>
                  <a:pt x="2537810" y="181496"/>
                </a:lnTo>
                <a:cubicBezTo>
                  <a:pt x="2535761" y="170467"/>
                  <a:pt x="2533454" y="151490"/>
                  <a:pt x="2533454" y="132255"/>
                </a:cubicBezTo>
                <a:lnTo>
                  <a:pt x="2533454" y="53303"/>
                </a:lnTo>
                <a:cubicBezTo>
                  <a:pt x="2533454" y="34357"/>
                  <a:pt x="2534479" y="20994"/>
                  <a:pt x="2535761" y="5172"/>
                </a:cubicBezTo>
                <a:cubicBezTo>
                  <a:pt x="2535761" y="3382"/>
                  <a:pt x="2535042" y="2612"/>
                  <a:pt x="2533454" y="2612"/>
                </a:cubicBezTo>
                <a:cubicBezTo>
                  <a:pt x="2527051" y="5172"/>
                  <a:pt x="2521565" y="6967"/>
                  <a:pt x="2511162" y="7733"/>
                </a:cubicBezTo>
                <a:lnTo>
                  <a:pt x="2510650" y="8503"/>
                </a:lnTo>
                <a:cubicBezTo>
                  <a:pt x="2512648" y="19458"/>
                  <a:pt x="2512957" y="38454"/>
                  <a:pt x="2512957" y="57912"/>
                </a:cubicBezTo>
                <a:lnTo>
                  <a:pt x="2512957" y="74555"/>
                </a:lnTo>
                <a:cubicBezTo>
                  <a:pt x="2507065" y="71224"/>
                  <a:pt x="2496560" y="68917"/>
                  <a:pt x="2491435" y="68917"/>
                </a:cubicBezTo>
                <a:cubicBezTo>
                  <a:pt x="2458075" y="68917"/>
                  <a:pt x="2433531" y="91991"/>
                  <a:pt x="2433531" y="126868"/>
                </a:cubicBezTo>
                <a:cubicBezTo>
                  <a:pt x="2433531" y="158387"/>
                  <a:pt x="2452234" y="184014"/>
                  <a:pt x="2479906" y="184014"/>
                </a:cubicBezTo>
                <a:cubicBezTo>
                  <a:pt x="2492205" y="184014"/>
                  <a:pt x="2503734" y="178482"/>
                  <a:pt x="2512957" y="166589"/>
                </a:cubicBezTo>
                <a:close/>
                <a:moveTo>
                  <a:pt x="2576753" y="28442"/>
                </a:moveTo>
                <a:cubicBezTo>
                  <a:pt x="2576753" y="35358"/>
                  <a:pt x="2582903" y="41507"/>
                  <a:pt x="2589822" y="41507"/>
                </a:cubicBezTo>
                <a:cubicBezTo>
                  <a:pt x="2596738" y="41507"/>
                  <a:pt x="2602888" y="35358"/>
                  <a:pt x="2602888" y="28442"/>
                </a:cubicBezTo>
                <a:cubicBezTo>
                  <a:pt x="2602888" y="21522"/>
                  <a:pt x="2596738" y="15372"/>
                  <a:pt x="2589822" y="15372"/>
                </a:cubicBezTo>
                <a:cubicBezTo>
                  <a:pt x="2582903" y="15372"/>
                  <a:pt x="2576753" y="21522"/>
                  <a:pt x="2576753" y="28442"/>
                </a:cubicBezTo>
                <a:moveTo>
                  <a:pt x="2579318" y="121348"/>
                </a:moveTo>
                <a:lnTo>
                  <a:pt x="2579318" y="135426"/>
                </a:lnTo>
                <a:cubicBezTo>
                  <a:pt x="2579318" y="154622"/>
                  <a:pt x="2578856" y="167676"/>
                  <a:pt x="2577011" y="181496"/>
                </a:cubicBezTo>
                <a:lnTo>
                  <a:pt x="2577523" y="182262"/>
                </a:lnTo>
                <a:cubicBezTo>
                  <a:pt x="2580596" y="181754"/>
                  <a:pt x="2586492" y="181496"/>
                  <a:pt x="2589564" y="181496"/>
                </a:cubicBezTo>
                <a:cubicBezTo>
                  <a:pt x="2592641" y="181496"/>
                  <a:pt x="2598533" y="181754"/>
                  <a:pt x="2601606" y="182262"/>
                </a:cubicBezTo>
                <a:lnTo>
                  <a:pt x="2602118" y="181496"/>
                </a:lnTo>
                <a:cubicBezTo>
                  <a:pt x="2600277" y="166960"/>
                  <a:pt x="2599815" y="154876"/>
                  <a:pt x="2599815" y="135426"/>
                </a:cubicBezTo>
                <a:lnTo>
                  <a:pt x="2599815" y="117255"/>
                </a:lnTo>
                <a:cubicBezTo>
                  <a:pt x="2599815" y="98059"/>
                  <a:pt x="2600480" y="88844"/>
                  <a:pt x="2602118" y="73229"/>
                </a:cubicBezTo>
                <a:cubicBezTo>
                  <a:pt x="2602118" y="70927"/>
                  <a:pt x="2601813" y="70669"/>
                  <a:pt x="2599815" y="70669"/>
                </a:cubicBezTo>
                <a:cubicBezTo>
                  <a:pt x="2593970" y="71236"/>
                  <a:pt x="2582953" y="71388"/>
                  <a:pt x="2577523" y="70927"/>
                </a:cubicBezTo>
                <a:lnTo>
                  <a:pt x="2577011" y="71693"/>
                </a:lnTo>
                <a:cubicBezTo>
                  <a:pt x="2578598" y="82647"/>
                  <a:pt x="2579318" y="102152"/>
                  <a:pt x="2579318" y="121348"/>
                </a:cubicBezTo>
                <a:close/>
                <a:moveTo>
                  <a:pt x="2648240" y="82945"/>
                </a:moveTo>
                <a:lnTo>
                  <a:pt x="2648240" y="130301"/>
                </a:lnTo>
                <a:cubicBezTo>
                  <a:pt x="2648240" y="149344"/>
                  <a:pt x="2647881" y="167777"/>
                  <a:pt x="2645676" y="181496"/>
                </a:cubicBezTo>
                <a:lnTo>
                  <a:pt x="2645934" y="182262"/>
                </a:lnTo>
                <a:cubicBezTo>
                  <a:pt x="2645934" y="182262"/>
                  <a:pt x="2649519" y="181496"/>
                  <a:pt x="2658487" y="181496"/>
                </a:cubicBezTo>
                <a:cubicBezTo>
                  <a:pt x="2667248" y="181496"/>
                  <a:pt x="2670786" y="182262"/>
                  <a:pt x="2670786" y="182262"/>
                </a:cubicBezTo>
                <a:lnTo>
                  <a:pt x="2671299" y="181496"/>
                </a:lnTo>
                <a:cubicBezTo>
                  <a:pt x="2669144" y="166906"/>
                  <a:pt x="2668734" y="149551"/>
                  <a:pt x="2668734" y="130301"/>
                </a:cubicBezTo>
                <a:lnTo>
                  <a:pt x="2668734" y="82945"/>
                </a:lnTo>
                <a:lnTo>
                  <a:pt x="2719468" y="82945"/>
                </a:lnTo>
                <a:lnTo>
                  <a:pt x="2719468" y="130301"/>
                </a:lnTo>
                <a:cubicBezTo>
                  <a:pt x="2719468" y="149344"/>
                  <a:pt x="2719108" y="167777"/>
                  <a:pt x="2716903" y="181496"/>
                </a:cubicBezTo>
                <a:lnTo>
                  <a:pt x="2717161" y="182262"/>
                </a:lnTo>
                <a:cubicBezTo>
                  <a:pt x="2717161" y="182262"/>
                  <a:pt x="2720746" y="181496"/>
                  <a:pt x="2729715" y="181496"/>
                </a:cubicBezTo>
                <a:cubicBezTo>
                  <a:pt x="2738476" y="181496"/>
                  <a:pt x="2742014" y="182262"/>
                  <a:pt x="2742014" y="182262"/>
                </a:cubicBezTo>
                <a:lnTo>
                  <a:pt x="2742526" y="181496"/>
                </a:lnTo>
                <a:cubicBezTo>
                  <a:pt x="2740372" y="166906"/>
                  <a:pt x="2739966" y="149551"/>
                  <a:pt x="2739966" y="130301"/>
                </a:cubicBezTo>
                <a:lnTo>
                  <a:pt x="2739966" y="82945"/>
                </a:lnTo>
                <a:lnTo>
                  <a:pt x="2748676" y="82945"/>
                </a:lnTo>
                <a:cubicBezTo>
                  <a:pt x="2754826" y="82945"/>
                  <a:pt x="2763739" y="83148"/>
                  <a:pt x="2767121" y="83457"/>
                </a:cubicBezTo>
                <a:cubicBezTo>
                  <a:pt x="2767891" y="79360"/>
                  <a:pt x="2768662" y="76744"/>
                  <a:pt x="2770198" y="72952"/>
                </a:cubicBezTo>
                <a:lnTo>
                  <a:pt x="2768916" y="71157"/>
                </a:lnTo>
                <a:cubicBezTo>
                  <a:pt x="2764611" y="71365"/>
                  <a:pt x="2756874" y="71669"/>
                  <a:pt x="2750983" y="71669"/>
                </a:cubicBezTo>
                <a:lnTo>
                  <a:pt x="2739966" y="71669"/>
                </a:lnTo>
                <a:lnTo>
                  <a:pt x="2739966" y="69101"/>
                </a:lnTo>
                <a:cubicBezTo>
                  <a:pt x="2739966" y="62521"/>
                  <a:pt x="2738683" y="46480"/>
                  <a:pt x="2738683" y="41852"/>
                </a:cubicBezTo>
                <a:cubicBezTo>
                  <a:pt x="2738683" y="27660"/>
                  <a:pt x="2745294" y="15372"/>
                  <a:pt x="2759947" y="15372"/>
                </a:cubicBezTo>
                <a:cubicBezTo>
                  <a:pt x="2767379" y="15372"/>
                  <a:pt x="2771992" y="19231"/>
                  <a:pt x="2774807" y="24372"/>
                </a:cubicBezTo>
                <a:lnTo>
                  <a:pt x="2777626" y="24114"/>
                </a:lnTo>
                <a:cubicBezTo>
                  <a:pt x="2779421" y="17175"/>
                  <a:pt x="2781981" y="7944"/>
                  <a:pt x="2784800" y="3077"/>
                </a:cubicBezTo>
                <a:lnTo>
                  <a:pt x="2784546" y="2307"/>
                </a:lnTo>
                <a:cubicBezTo>
                  <a:pt x="2782497" y="1024"/>
                  <a:pt x="2777884" y="0"/>
                  <a:pt x="2773017" y="0"/>
                </a:cubicBezTo>
                <a:cubicBezTo>
                  <a:pt x="2756874" y="0"/>
                  <a:pt x="2742780" y="6920"/>
                  <a:pt x="2733558" y="19485"/>
                </a:cubicBezTo>
                <a:cubicBezTo>
                  <a:pt x="2724335" y="32082"/>
                  <a:pt x="2719468" y="38767"/>
                  <a:pt x="2719468" y="58819"/>
                </a:cubicBezTo>
                <a:lnTo>
                  <a:pt x="2719468" y="71669"/>
                </a:lnTo>
                <a:lnTo>
                  <a:pt x="2668734" y="71669"/>
                </a:lnTo>
                <a:lnTo>
                  <a:pt x="2668734" y="69101"/>
                </a:lnTo>
                <a:cubicBezTo>
                  <a:pt x="2668734" y="62521"/>
                  <a:pt x="2667456" y="51621"/>
                  <a:pt x="2667456" y="46993"/>
                </a:cubicBezTo>
                <a:cubicBezTo>
                  <a:pt x="2667456" y="32781"/>
                  <a:pt x="2674067" y="20490"/>
                  <a:pt x="2688719" y="20490"/>
                </a:cubicBezTo>
                <a:cubicBezTo>
                  <a:pt x="2696151" y="20490"/>
                  <a:pt x="2700761" y="24345"/>
                  <a:pt x="2703580" y="29490"/>
                </a:cubicBezTo>
                <a:lnTo>
                  <a:pt x="2706398" y="29232"/>
                </a:lnTo>
                <a:cubicBezTo>
                  <a:pt x="2708193" y="22288"/>
                  <a:pt x="2710754" y="13058"/>
                  <a:pt x="2713572" y="8190"/>
                </a:cubicBezTo>
                <a:lnTo>
                  <a:pt x="2713318" y="7420"/>
                </a:lnTo>
                <a:cubicBezTo>
                  <a:pt x="2711266" y="6142"/>
                  <a:pt x="2706656" y="5114"/>
                  <a:pt x="2701789" y="5114"/>
                </a:cubicBezTo>
                <a:cubicBezTo>
                  <a:pt x="2685647" y="5114"/>
                  <a:pt x="2671553" y="12034"/>
                  <a:pt x="2662330" y="24603"/>
                </a:cubicBezTo>
                <a:cubicBezTo>
                  <a:pt x="2653108" y="37207"/>
                  <a:pt x="2648240" y="43892"/>
                  <a:pt x="2648240" y="63956"/>
                </a:cubicBezTo>
                <a:lnTo>
                  <a:pt x="2648240" y="71669"/>
                </a:lnTo>
                <a:cubicBezTo>
                  <a:pt x="2642654" y="71669"/>
                  <a:pt x="2636762" y="71619"/>
                  <a:pt x="2633376" y="71157"/>
                </a:cubicBezTo>
                <a:cubicBezTo>
                  <a:pt x="2631636" y="75309"/>
                  <a:pt x="2630252" y="77819"/>
                  <a:pt x="2627743" y="81662"/>
                </a:cubicBezTo>
                <a:lnTo>
                  <a:pt x="2629021" y="83457"/>
                </a:lnTo>
                <a:cubicBezTo>
                  <a:pt x="2633634" y="83148"/>
                  <a:pt x="2642091" y="82945"/>
                  <a:pt x="2647982" y="82945"/>
                </a:cubicBezTo>
                <a:lnTo>
                  <a:pt x="2648240" y="82945"/>
                </a:lnTo>
                <a:close/>
                <a:moveTo>
                  <a:pt x="2806581" y="111465"/>
                </a:moveTo>
                <a:cubicBezTo>
                  <a:pt x="2810936" y="84806"/>
                  <a:pt x="2827743" y="79168"/>
                  <a:pt x="2835789" y="79168"/>
                </a:cubicBezTo>
                <a:cubicBezTo>
                  <a:pt x="2845934" y="79168"/>
                  <a:pt x="2857311" y="88652"/>
                  <a:pt x="2857311" y="107876"/>
                </a:cubicBezTo>
                <a:cubicBezTo>
                  <a:pt x="2857311" y="110182"/>
                  <a:pt x="2856287" y="111465"/>
                  <a:pt x="2853722" y="111465"/>
                </a:cubicBezTo>
                <a:lnTo>
                  <a:pt x="2806581" y="111465"/>
                </a:lnTo>
                <a:moveTo>
                  <a:pt x="2874990" y="154794"/>
                </a:moveTo>
                <a:cubicBezTo>
                  <a:pt x="2866021" y="164540"/>
                  <a:pt x="2853980" y="168899"/>
                  <a:pt x="2839886" y="168899"/>
                </a:cubicBezTo>
                <a:cubicBezTo>
                  <a:pt x="2831125" y="168899"/>
                  <a:pt x="2819033" y="165565"/>
                  <a:pt x="2811961" y="154282"/>
                </a:cubicBezTo>
                <a:cubicBezTo>
                  <a:pt x="2807449" y="147100"/>
                  <a:pt x="2805811" y="136638"/>
                  <a:pt x="2805811" y="121711"/>
                </a:cubicBezTo>
                <a:lnTo>
                  <a:pt x="2875502" y="121711"/>
                </a:lnTo>
                <a:cubicBezTo>
                  <a:pt x="2878321" y="121711"/>
                  <a:pt x="2880111" y="120175"/>
                  <a:pt x="2880111" y="117356"/>
                </a:cubicBezTo>
                <a:cubicBezTo>
                  <a:pt x="2880111" y="95830"/>
                  <a:pt x="2869607" y="68917"/>
                  <a:pt x="2835789" y="68917"/>
                </a:cubicBezTo>
                <a:cubicBezTo>
                  <a:pt x="2809396" y="68917"/>
                  <a:pt x="2783265" y="90189"/>
                  <a:pt x="2783265" y="127869"/>
                </a:cubicBezTo>
                <a:cubicBezTo>
                  <a:pt x="2783265" y="142432"/>
                  <a:pt x="2786236" y="156796"/>
                  <a:pt x="2794794" y="167105"/>
                </a:cubicBezTo>
                <a:cubicBezTo>
                  <a:pt x="2803606" y="177712"/>
                  <a:pt x="2818263" y="184014"/>
                  <a:pt x="2835531" y="184014"/>
                </a:cubicBezTo>
                <a:cubicBezTo>
                  <a:pt x="2853980" y="184014"/>
                  <a:pt x="2870377" y="174537"/>
                  <a:pt x="2880111" y="161206"/>
                </a:cubicBezTo>
                <a:lnTo>
                  <a:pt x="2874990" y="154794"/>
                </a:lnTo>
                <a:close/>
                <a:moveTo>
                  <a:pt x="2933406" y="95830"/>
                </a:moveTo>
                <a:lnTo>
                  <a:pt x="2933406" y="72506"/>
                </a:lnTo>
                <a:cubicBezTo>
                  <a:pt x="2933406" y="70508"/>
                  <a:pt x="2933097" y="69945"/>
                  <a:pt x="2931869" y="69945"/>
                </a:cubicBezTo>
                <a:cubicBezTo>
                  <a:pt x="2926130" y="71071"/>
                  <a:pt x="2916958" y="71275"/>
                  <a:pt x="2911114" y="70712"/>
                </a:cubicBezTo>
                <a:lnTo>
                  <a:pt x="2910601" y="71482"/>
                </a:lnTo>
                <a:cubicBezTo>
                  <a:pt x="2912396" y="82550"/>
                  <a:pt x="2912908" y="101988"/>
                  <a:pt x="2912908" y="121223"/>
                </a:cubicBezTo>
                <a:lnTo>
                  <a:pt x="2912908" y="135328"/>
                </a:lnTo>
                <a:cubicBezTo>
                  <a:pt x="2912908" y="154563"/>
                  <a:pt x="2912603" y="167695"/>
                  <a:pt x="2910601" y="181496"/>
                </a:cubicBezTo>
                <a:lnTo>
                  <a:pt x="2911114" y="182262"/>
                </a:lnTo>
                <a:cubicBezTo>
                  <a:pt x="2914190" y="181750"/>
                  <a:pt x="2920082" y="181496"/>
                  <a:pt x="2923159" y="181496"/>
                </a:cubicBezTo>
                <a:cubicBezTo>
                  <a:pt x="2926232" y="181496"/>
                  <a:pt x="2932123" y="181750"/>
                  <a:pt x="2935200" y="182262"/>
                </a:cubicBezTo>
                <a:lnTo>
                  <a:pt x="2935712" y="181496"/>
                </a:lnTo>
                <a:cubicBezTo>
                  <a:pt x="2933816" y="166874"/>
                  <a:pt x="2933406" y="154821"/>
                  <a:pt x="2933406" y="135328"/>
                </a:cubicBezTo>
                <a:lnTo>
                  <a:pt x="2933406" y="121993"/>
                </a:lnTo>
                <a:cubicBezTo>
                  <a:pt x="2933406" y="111218"/>
                  <a:pt x="2936635" y="105065"/>
                  <a:pt x="2942116" y="96601"/>
                </a:cubicBezTo>
                <a:cubicBezTo>
                  <a:pt x="2945858" y="90908"/>
                  <a:pt x="2951597" y="87624"/>
                  <a:pt x="2956464" y="87624"/>
                </a:cubicBezTo>
                <a:cubicBezTo>
                  <a:pt x="2961589" y="87624"/>
                  <a:pt x="2966457" y="88136"/>
                  <a:pt x="2969788" y="91213"/>
                </a:cubicBezTo>
                <a:lnTo>
                  <a:pt x="2971836" y="90701"/>
                </a:lnTo>
                <a:lnTo>
                  <a:pt x="2976962" y="71736"/>
                </a:lnTo>
                <a:lnTo>
                  <a:pt x="2975937" y="70712"/>
                </a:lnTo>
                <a:cubicBezTo>
                  <a:pt x="2971582" y="69433"/>
                  <a:pt x="2971324" y="68917"/>
                  <a:pt x="2966715" y="68917"/>
                </a:cubicBezTo>
                <a:cubicBezTo>
                  <a:pt x="2952879" y="68917"/>
                  <a:pt x="2945447" y="76861"/>
                  <a:pt x="2934176" y="96343"/>
                </a:cubicBezTo>
                <a:lnTo>
                  <a:pt x="2933406" y="95830"/>
                </a:lnTo>
                <a:close/>
                <a:moveTo>
                  <a:pt x="3011553" y="111465"/>
                </a:moveTo>
                <a:cubicBezTo>
                  <a:pt x="3015908" y="84806"/>
                  <a:pt x="3032715" y="79168"/>
                  <a:pt x="3040761" y="79168"/>
                </a:cubicBezTo>
                <a:cubicBezTo>
                  <a:pt x="3050907" y="79168"/>
                  <a:pt x="3062283" y="88652"/>
                  <a:pt x="3062283" y="107876"/>
                </a:cubicBezTo>
                <a:cubicBezTo>
                  <a:pt x="3062283" y="110182"/>
                  <a:pt x="3061259" y="111465"/>
                  <a:pt x="3058694" y="111465"/>
                </a:cubicBezTo>
                <a:lnTo>
                  <a:pt x="3011553" y="111465"/>
                </a:lnTo>
                <a:moveTo>
                  <a:pt x="3079962" y="154794"/>
                </a:moveTo>
                <a:cubicBezTo>
                  <a:pt x="3070994" y="164540"/>
                  <a:pt x="3058952" y="168899"/>
                  <a:pt x="3044858" y="168899"/>
                </a:cubicBezTo>
                <a:cubicBezTo>
                  <a:pt x="3036097" y="168899"/>
                  <a:pt x="3024005" y="165565"/>
                  <a:pt x="3016933" y="154282"/>
                </a:cubicBezTo>
                <a:cubicBezTo>
                  <a:pt x="3012421" y="147100"/>
                  <a:pt x="3010783" y="136638"/>
                  <a:pt x="3010783" y="121711"/>
                </a:cubicBezTo>
                <a:lnTo>
                  <a:pt x="3080474" y="121711"/>
                </a:lnTo>
                <a:cubicBezTo>
                  <a:pt x="3083293" y="121711"/>
                  <a:pt x="3085084" y="120175"/>
                  <a:pt x="3085084" y="117356"/>
                </a:cubicBezTo>
                <a:cubicBezTo>
                  <a:pt x="3085084" y="95830"/>
                  <a:pt x="3074579" y="68917"/>
                  <a:pt x="3040761" y="68917"/>
                </a:cubicBezTo>
                <a:cubicBezTo>
                  <a:pt x="3014368" y="68917"/>
                  <a:pt x="2988237" y="90189"/>
                  <a:pt x="2988237" y="127869"/>
                </a:cubicBezTo>
                <a:cubicBezTo>
                  <a:pt x="2988237" y="142432"/>
                  <a:pt x="2991208" y="156796"/>
                  <a:pt x="2999766" y="167105"/>
                </a:cubicBezTo>
                <a:cubicBezTo>
                  <a:pt x="3008578" y="177712"/>
                  <a:pt x="3023235" y="184014"/>
                  <a:pt x="3040503" y="184014"/>
                </a:cubicBezTo>
                <a:cubicBezTo>
                  <a:pt x="3058952" y="184014"/>
                  <a:pt x="3075349" y="174537"/>
                  <a:pt x="3085084" y="161206"/>
                </a:cubicBezTo>
                <a:lnTo>
                  <a:pt x="3079962" y="154794"/>
                </a:lnTo>
                <a:close/>
                <a:moveTo>
                  <a:pt x="3213448" y="135328"/>
                </a:moveTo>
                <a:cubicBezTo>
                  <a:pt x="3213448" y="127122"/>
                  <a:pt x="3213961" y="117634"/>
                  <a:pt x="3213961" y="109428"/>
                </a:cubicBezTo>
                <a:cubicBezTo>
                  <a:pt x="3213961" y="82753"/>
                  <a:pt x="3205250" y="68917"/>
                  <a:pt x="3182192" y="68917"/>
                </a:cubicBezTo>
                <a:cubicBezTo>
                  <a:pt x="3172453" y="68917"/>
                  <a:pt x="3154262" y="72764"/>
                  <a:pt x="3137865" y="91987"/>
                </a:cubicBezTo>
                <a:lnTo>
                  <a:pt x="3137353" y="91217"/>
                </a:lnTo>
                <a:lnTo>
                  <a:pt x="3137353" y="72506"/>
                </a:lnTo>
                <a:cubicBezTo>
                  <a:pt x="3137302" y="70508"/>
                  <a:pt x="3137044" y="69945"/>
                  <a:pt x="3135817" y="69945"/>
                </a:cubicBezTo>
                <a:cubicBezTo>
                  <a:pt x="3130078" y="71071"/>
                  <a:pt x="3120902" y="71275"/>
                  <a:pt x="3115061" y="70712"/>
                </a:cubicBezTo>
                <a:lnTo>
                  <a:pt x="3114549" y="71482"/>
                </a:lnTo>
                <a:cubicBezTo>
                  <a:pt x="3116343" y="82550"/>
                  <a:pt x="3116856" y="101988"/>
                  <a:pt x="3116856" y="121223"/>
                </a:cubicBezTo>
                <a:lnTo>
                  <a:pt x="3116856" y="135328"/>
                </a:lnTo>
                <a:cubicBezTo>
                  <a:pt x="3116856" y="154567"/>
                  <a:pt x="3116598" y="167645"/>
                  <a:pt x="3114549" y="181496"/>
                </a:cubicBezTo>
                <a:lnTo>
                  <a:pt x="3115061" y="182262"/>
                </a:lnTo>
                <a:cubicBezTo>
                  <a:pt x="3118138" y="181750"/>
                  <a:pt x="3124030" y="181496"/>
                  <a:pt x="3127103" y="181496"/>
                </a:cubicBezTo>
                <a:cubicBezTo>
                  <a:pt x="3130179" y="181496"/>
                  <a:pt x="3136071" y="181750"/>
                  <a:pt x="3139148" y="182262"/>
                </a:cubicBezTo>
                <a:lnTo>
                  <a:pt x="3139660" y="181496"/>
                </a:lnTo>
                <a:cubicBezTo>
                  <a:pt x="3137607" y="166874"/>
                  <a:pt x="3137353" y="154821"/>
                  <a:pt x="3137353" y="135328"/>
                </a:cubicBezTo>
                <a:lnTo>
                  <a:pt x="3137353" y="105323"/>
                </a:lnTo>
                <a:cubicBezTo>
                  <a:pt x="3150419" y="89935"/>
                  <a:pt x="3165279" y="84293"/>
                  <a:pt x="3174506" y="84293"/>
                </a:cubicBezTo>
                <a:cubicBezTo>
                  <a:pt x="3187571" y="84293"/>
                  <a:pt x="3192951" y="89423"/>
                  <a:pt x="3192951" y="110194"/>
                </a:cubicBezTo>
                <a:lnTo>
                  <a:pt x="3192951" y="135328"/>
                </a:lnTo>
                <a:cubicBezTo>
                  <a:pt x="3192951" y="154567"/>
                  <a:pt x="3192489" y="167695"/>
                  <a:pt x="3190644" y="181496"/>
                </a:cubicBezTo>
                <a:lnTo>
                  <a:pt x="3191156" y="182262"/>
                </a:lnTo>
                <a:cubicBezTo>
                  <a:pt x="3194233" y="181750"/>
                  <a:pt x="3200125" y="181496"/>
                  <a:pt x="3203201" y="181496"/>
                </a:cubicBezTo>
                <a:cubicBezTo>
                  <a:pt x="3206274" y="181496"/>
                  <a:pt x="3212166" y="181750"/>
                  <a:pt x="3215243" y="182262"/>
                </a:cubicBezTo>
                <a:lnTo>
                  <a:pt x="3215755" y="181496"/>
                </a:lnTo>
                <a:cubicBezTo>
                  <a:pt x="3213757" y="166874"/>
                  <a:pt x="3213448" y="154821"/>
                  <a:pt x="3213448" y="135328"/>
                </a:cubicBezTo>
                <a:close/>
                <a:moveTo>
                  <a:pt x="3258028" y="71669"/>
                </a:moveTo>
                <a:cubicBezTo>
                  <a:pt x="3252801" y="71669"/>
                  <a:pt x="3247371" y="71568"/>
                  <a:pt x="3244193" y="71157"/>
                </a:cubicBezTo>
                <a:cubicBezTo>
                  <a:pt x="3242453" y="75360"/>
                  <a:pt x="3241069" y="77819"/>
                  <a:pt x="3238559" y="81662"/>
                </a:cubicBezTo>
                <a:lnTo>
                  <a:pt x="3239837" y="83457"/>
                </a:lnTo>
                <a:cubicBezTo>
                  <a:pt x="3244247" y="83148"/>
                  <a:pt x="3252188" y="82995"/>
                  <a:pt x="3258028" y="82945"/>
                </a:cubicBezTo>
                <a:lnTo>
                  <a:pt x="3258028" y="117997"/>
                </a:lnTo>
                <a:cubicBezTo>
                  <a:pt x="3258028" y="133350"/>
                  <a:pt x="3257262" y="151776"/>
                  <a:pt x="3257262" y="159450"/>
                </a:cubicBezTo>
                <a:cubicBezTo>
                  <a:pt x="3257262" y="176089"/>
                  <a:pt x="3268021" y="184014"/>
                  <a:pt x="3279808" y="184014"/>
                </a:cubicBezTo>
                <a:cubicBezTo>
                  <a:pt x="3290571" y="184014"/>
                  <a:pt x="3298770" y="181457"/>
                  <a:pt x="3309529" y="174557"/>
                </a:cubicBezTo>
                <a:lnTo>
                  <a:pt x="3306405" y="168250"/>
                </a:lnTo>
                <a:cubicBezTo>
                  <a:pt x="3298512" y="170968"/>
                  <a:pt x="3292620" y="171226"/>
                  <a:pt x="3286212" y="170201"/>
                </a:cubicBezTo>
                <a:cubicBezTo>
                  <a:pt x="3280117" y="169228"/>
                  <a:pt x="3277760" y="163082"/>
                  <a:pt x="3277760" y="149215"/>
                </a:cubicBezTo>
                <a:cubicBezTo>
                  <a:pt x="3277760" y="141541"/>
                  <a:pt x="3278526" y="130535"/>
                  <a:pt x="3278526" y="115186"/>
                </a:cubicBezTo>
                <a:lnTo>
                  <a:pt x="3278526" y="82945"/>
                </a:lnTo>
                <a:lnTo>
                  <a:pt x="3288265" y="82945"/>
                </a:lnTo>
                <a:cubicBezTo>
                  <a:pt x="3294414" y="82945"/>
                  <a:pt x="3303328" y="83148"/>
                  <a:pt x="3306710" y="83457"/>
                </a:cubicBezTo>
                <a:cubicBezTo>
                  <a:pt x="3307480" y="79360"/>
                  <a:pt x="3308250" y="76744"/>
                  <a:pt x="3309787" y="72952"/>
                </a:cubicBezTo>
                <a:lnTo>
                  <a:pt x="3308504" y="71157"/>
                </a:lnTo>
                <a:cubicBezTo>
                  <a:pt x="3303891" y="71365"/>
                  <a:pt x="3296463" y="71669"/>
                  <a:pt x="3290571" y="71669"/>
                </a:cubicBezTo>
                <a:lnTo>
                  <a:pt x="3278526" y="71669"/>
                </a:lnTo>
                <a:cubicBezTo>
                  <a:pt x="3278526" y="52505"/>
                  <a:pt x="3278682" y="49123"/>
                  <a:pt x="3279808" y="34263"/>
                </a:cubicBezTo>
                <a:cubicBezTo>
                  <a:pt x="3279808" y="32418"/>
                  <a:pt x="3279093" y="31702"/>
                  <a:pt x="3277502" y="31702"/>
                </a:cubicBezTo>
                <a:cubicBezTo>
                  <a:pt x="3271098" y="34263"/>
                  <a:pt x="3267919" y="36980"/>
                  <a:pt x="3259569" y="38106"/>
                </a:cubicBezTo>
                <a:lnTo>
                  <a:pt x="3259057" y="38876"/>
                </a:lnTo>
                <a:cubicBezTo>
                  <a:pt x="3258544" y="47794"/>
                  <a:pt x="3258028" y="56809"/>
                  <a:pt x="3258028" y="71669"/>
                </a:cubicBezTo>
                <a:close/>
                <a:moveTo>
                  <a:pt x="3341298" y="28442"/>
                </a:moveTo>
                <a:cubicBezTo>
                  <a:pt x="3341298" y="35358"/>
                  <a:pt x="3347448" y="41507"/>
                  <a:pt x="3354368" y="41507"/>
                </a:cubicBezTo>
                <a:cubicBezTo>
                  <a:pt x="3361284" y="41507"/>
                  <a:pt x="3367433" y="35358"/>
                  <a:pt x="3367433" y="28442"/>
                </a:cubicBezTo>
                <a:cubicBezTo>
                  <a:pt x="3367433" y="21522"/>
                  <a:pt x="3361284" y="15372"/>
                  <a:pt x="3354368" y="15372"/>
                </a:cubicBezTo>
                <a:cubicBezTo>
                  <a:pt x="3347448" y="15372"/>
                  <a:pt x="3341298" y="21522"/>
                  <a:pt x="3341298" y="28442"/>
                </a:cubicBezTo>
                <a:moveTo>
                  <a:pt x="3343863" y="121348"/>
                </a:moveTo>
                <a:lnTo>
                  <a:pt x="3343863" y="135426"/>
                </a:lnTo>
                <a:cubicBezTo>
                  <a:pt x="3343863" y="154622"/>
                  <a:pt x="3343402" y="167676"/>
                  <a:pt x="3341556" y="181496"/>
                </a:cubicBezTo>
                <a:lnTo>
                  <a:pt x="3342068" y="182262"/>
                </a:lnTo>
                <a:cubicBezTo>
                  <a:pt x="3345141" y="181754"/>
                  <a:pt x="3351037" y="181496"/>
                  <a:pt x="3354110" y="181496"/>
                </a:cubicBezTo>
                <a:cubicBezTo>
                  <a:pt x="3357187" y="181496"/>
                  <a:pt x="3363078" y="181754"/>
                  <a:pt x="3366151" y="182262"/>
                </a:cubicBezTo>
                <a:lnTo>
                  <a:pt x="3366663" y="181496"/>
                </a:lnTo>
                <a:cubicBezTo>
                  <a:pt x="3364822" y="166960"/>
                  <a:pt x="3364360" y="154876"/>
                  <a:pt x="3364360" y="135426"/>
                </a:cubicBezTo>
                <a:lnTo>
                  <a:pt x="3364360" y="117255"/>
                </a:lnTo>
                <a:cubicBezTo>
                  <a:pt x="3364360" y="98059"/>
                  <a:pt x="3365025" y="88844"/>
                  <a:pt x="3366663" y="73229"/>
                </a:cubicBezTo>
                <a:cubicBezTo>
                  <a:pt x="3366663" y="70927"/>
                  <a:pt x="3366358" y="70669"/>
                  <a:pt x="3364360" y="70669"/>
                </a:cubicBezTo>
                <a:cubicBezTo>
                  <a:pt x="3358516" y="71236"/>
                  <a:pt x="3347499" y="71388"/>
                  <a:pt x="3342068" y="70927"/>
                </a:cubicBezTo>
                <a:lnTo>
                  <a:pt x="3341556" y="71693"/>
                </a:lnTo>
                <a:cubicBezTo>
                  <a:pt x="3343143" y="82647"/>
                  <a:pt x="3343863" y="102152"/>
                  <a:pt x="3343863" y="121348"/>
                </a:cubicBezTo>
                <a:close/>
                <a:moveTo>
                  <a:pt x="3466846" y="123776"/>
                </a:moveTo>
                <a:lnTo>
                  <a:pt x="3465822" y="154286"/>
                </a:lnTo>
                <a:cubicBezTo>
                  <a:pt x="3465822" y="157617"/>
                  <a:pt x="3464282" y="159411"/>
                  <a:pt x="3462233" y="160951"/>
                </a:cubicBezTo>
                <a:cubicBezTo>
                  <a:pt x="3455059" y="166335"/>
                  <a:pt x="3446349" y="170948"/>
                  <a:pt x="3438663" y="170948"/>
                </a:cubicBezTo>
                <a:cubicBezTo>
                  <a:pt x="3427133" y="170948"/>
                  <a:pt x="3419701" y="163258"/>
                  <a:pt x="3419701" y="155310"/>
                </a:cubicBezTo>
                <a:cubicBezTo>
                  <a:pt x="3419701" y="143773"/>
                  <a:pt x="3425081" y="135055"/>
                  <a:pt x="3445066" y="129671"/>
                </a:cubicBezTo>
                <a:lnTo>
                  <a:pt x="3466846" y="123776"/>
                </a:lnTo>
                <a:moveTo>
                  <a:pt x="3466846" y="169154"/>
                </a:moveTo>
                <a:cubicBezTo>
                  <a:pt x="3469818" y="179146"/>
                  <a:pt x="3477453" y="184014"/>
                  <a:pt x="3486832" y="184014"/>
                </a:cubicBezTo>
                <a:cubicBezTo>
                  <a:pt x="3493287" y="184014"/>
                  <a:pt x="3501180" y="182477"/>
                  <a:pt x="3507224" y="176073"/>
                </a:cubicBezTo>
                <a:lnTo>
                  <a:pt x="3505328" y="169717"/>
                </a:lnTo>
                <a:cubicBezTo>
                  <a:pt x="3502509" y="170694"/>
                  <a:pt x="3500359" y="171050"/>
                  <a:pt x="3498412" y="171050"/>
                </a:cubicBezTo>
                <a:cubicBezTo>
                  <a:pt x="3495847" y="171050"/>
                  <a:pt x="3492466" y="170588"/>
                  <a:pt x="3490878" y="169154"/>
                </a:cubicBezTo>
                <a:cubicBezTo>
                  <a:pt x="3488267" y="166796"/>
                  <a:pt x="3486625" y="160541"/>
                  <a:pt x="3486625" y="149156"/>
                </a:cubicBezTo>
                <a:cubicBezTo>
                  <a:pt x="3486625" y="141720"/>
                  <a:pt x="3487344" y="113267"/>
                  <a:pt x="3487344" y="110444"/>
                </a:cubicBezTo>
                <a:cubicBezTo>
                  <a:pt x="3487344" y="75837"/>
                  <a:pt x="3464540" y="68917"/>
                  <a:pt x="3445066" y="68917"/>
                </a:cubicBezTo>
                <a:cubicBezTo>
                  <a:pt x="3425593" y="68917"/>
                  <a:pt x="3413810" y="78398"/>
                  <a:pt x="3407402" y="83781"/>
                </a:cubicBezTo>
                <a:lnTo>
                  <a:pt x="3406636" y="84809"/>
                </a:lnTo>
                <a:lnTo>
                  <a:pt x="3410991" y="101984"/>
                </a:lnTo>
                <a:lnTo>
                  <a:pt x="3414322" y="102242"/>
                </a:lnTo>
                <a:cubicBezTo>
                  <a:pt x="3421496" y="90705"/>
                  <a:pt x="3430206" y="80450"/>
                  <a:pt x="3442506" y="80450"/>
                </a:cubicBezTo>
                <a:cubicBezTo>
                  <a:pt x="3451728" y="80450"/>
                  <a:pt x="3467101" y="81733"/>
                  <a:pt x="3467101" y="110702"/>
                </a:cubicBezTo>
                <a:cubicBezTo>
                  <a:pt x="3467101" y="112497"/>
                  <a:pt x="3466076" y="113521"/>
                  <a:pt x="3465306" y="113779"/>
                </a:cubicBezTo>
                <a:lnTo>
                  <a:pt x="3441481" y="119162"/>
                </a:lnTo>
                <a:cubicBezTo>
                  <a:pt x="3415346" y="125058"/>
                  <a:pt x="3398950" y="138902"/>
                  <a:pt x="3398950" y="156334"/>
                </a:cubicBezTo>
                <a:cubicBezTo>
                  <a:pt x="3398950" y="175303"/>
                  <a:pt x="3412015" y="184014"/>
                  <a:pt x="3430977" y="184014"/>
                </a:cubicBezTo>
                <a:cubicBezTo>
                  <a:pt x="3445066" y="184014"/>
                  <a:pt x="3452240" y="180687"/>
                  <a:pt x="3465822" y="169154"/>
                </a:cubicBezTo>
                <a:lnTo>
                  <a:pt x="3466846" y="169154"/>
                </a:lnTo>
                <a:close/>
                <a:moveTo>
                  <a:pt x="3534996" y="71669"/>
                </a:moveTo>
                <a:cubicBezTo>
                  <a:pt x="3529769" y="71669"/>
                  <a:pt x="3524339" y="71568"/>
                  <a:pt x="3521161" y="71157"/>
                </a:cubicBezTo>
                <a:cubicBezTo>
                  <a:pt x="3519421" y="75360"/>
                  <a:pt x="3518037" y="77819"/>
                  <a:pt x="3515527" y="81662"/>
                </a:cubicBezTo>
                <a:lnTo>
                  <a:pt x="3516805" y="83457"/>
                </a:lnTo>
                <a:cubicBezTo>
                  <a:pt x="3521215" y="83148"/>
                  <a:pt x="3529156" y="82995"/>
                  <a:pt x="3534996" y="82945"/>
                </a:cubicBezTo>
                <a:lnTo>
                  <a:pt x="3534996" y="117997"/>
                </a:lnTo>
                <a:cubicBezTo>
                  <a:pt x="3534996" y="133350"/>
                  <a:pt x="3534230" y="151776"/>
                  <a:pt x="3534230" y="159450"/>
                </a:cubicBezTo>
                <a:cubicBezTo>
                  <a:pt x="3534230" y="176089"/>
                  <a:pt x="3544989" y="184014"/>
                  <a:pt x="3556776" y="184014"/>
                </a:cubicBezTo>
                <a:cubicBezTo>
                  <a:pt x="3567539" y="184014"/>
                  <a:pt x="3575738" y="181457"/>
                  <a:pt x="3586497" y="174557"/>
                </a:cubicBezTo>
                <a:lnTo>
                  <a:pt x="3583373" y="168250"/>
                </a:lnTo>
                <a:cubicBezTo>
                  <a:pt x="3575480" y="170968"/>
                  <a:pt x="3569588" y="171226"/>
                  <a:pt x="3563180" y="170201"/>
                </a:cubicBezTo>
                <a:cubicBezTo>
                  <a:pt x="3557085" y="169228"/>
                  <a:pt x="3554728" y="163082"/>
                  <a:pt x="3554728" y="149215"/>
                </a:cubicBezTo>
                <a:cubicBezTo>
                  <a:pt x="3554728" y="141541"/>
                  <a:pt x="3555494" y="130535"/>
                  <a:pt x="3555494" y="115186"/>
                </a:cubicBezTo>
                <a:lnTo>
                  <a:pt x="3555494" y="82945"/>
                </a:lnTo>
                <a:lnTo>
                  <a:pt x="3565233" y="82945"/>
                </a:lnTo>
                <a:cubicBezTo>
                  <a:pt x="3571382" y="82945"/>
                  <a:pt x="3580296" y="83148"/>
                  <a:pt x="3583678" y="83457"/>
                </a:cubicBezTo>
                <a:cubicBezTo>
                  <a:pt x="3584448" y="79360"/>
                  <a:pt x="3585218" y="76744"/>
                  <a:pt x="3586755" y="72952"/>
                </a:cubicBezTo>
                <a:lnTo>
                  <a:pt x="3585472" y="71157"/>
                </a:lnTo>
                <a:cubicBezTo>
                  <a:pt x="3580859" y="71365"/>
                  <a:pt x="3573431" y="71669"/>
                  <a:pt x="3567539" y="71669"/>
                </a:cubicBezTo>
                <a:lnTo>
                  <a:pt x="3555494" y="71669"/>
                </a:lnTo>
                <a:cubicBezTo>
                  <a:pt x="3555494" y="52505"/>
                  <a:pt x="3555650" y="49123"/>
                  <a:pt x="3556776" y="34263"/>
                </a:cubicBezTo>
                <a:cubicBezTo>
                  <a:pt x="3556776" y="32418"/>
                  <a:pt x="3556061" y="31702"/>
                  <a:pt x="3554470" y="31702"/>
                </a:cubicBezTo>
                <a:cubicBezTo>
                  <a:pt x="3548066" y="34263"/>
                  <a:pt x="3544888" y="36980"/>
                  <a:pt x="3536537" y="38106"/>
                </a:cubicBezTo>
                <a:lnTo>
                  <a:pt x="3536025" y="38876"/>
                </a:lnTo>
                <a:cubicBezTo>
                  <a:pt x="3535512" y="47794"/>
                  <a:pt x="3534996" y="56809"/>
                  <a:pt x="3534996" y="71669"/>
                </a:cubicBezTo>
                <a:close/>
                <a:moveTo>
                  <a:pt x="3629799" y="111465"/>
                </a:moveTo>
                <a:cubicBezTo>
                  <a:pt x="3634155" y="84806"/>
                  <a:pt x="3650962" y="79168"/>
                  <a:pt x="3659007" y="79168"/>
                </a:cubicBezTo>
                <a:cubicBezTo>
                  <a:pt x="3669153" y="79168"/>
                  <a:pt x="3680529" y="88652"/>
                  <a:pt x="3680529" y="107876"/>
                </a:cubicBezTo>
                <a:cubicBezTo>
                  <a:pt x="3680529" y="110182"/>
                  <a:pt x="3679505" y="111465"/>
                  <a:pt x="3676940" y="111465"/>
                </a:cubicBezTo>
                <a:lnTo>
                  <a:pt x="3629799" y="111465"/>
                </a:lnTo>
                <a:moveTo>
                  <a:pt x="3698208" y="154794"/>
                </a:moveTo>
                <a:cubicBezTo>
                  <a:pt x="3689240" y="164540"/>
                  <a:pt x="3677198" y="168899"/>
                  <a:pt x="3663105" y="168899"/>
                </a:cubicBezTo>
                <a:cubicBezTo>
                  <a:pt x="3654343" y="168899"/>
                  <a:pt x="3642251" y="165565"/>
                  <a:pt x="3635179" y="154282"/>
                </a:cubicBezTo>
                <a:cubicBezTo>
                  <a:pt x="3630667" y="147100"/>
                  <a:pt x="3629029" y="136638"/>
                  <a:pt x="3629029" y="121711"/>
                </a:cubicBezTo>
                <a:lnTo>
                  <a:pt x="3698720" y="121711"/>
                </a:lnTo>
                <a:cubicBezTo>
                  <a:pt x="3701539" y="121711"/>
                  <a:pt x="3703330" y="120175"/>
                  <a:pt x="3703330" y="117356"/>
                </a:cubicBezTo>
                <a:cubicBezTo>
                  <a:pt x="3703330" y="95830"/>
                  <a:pt x="3692825" y="68917"/>
                  <a:pt x="3659007" y="68917"/>
                </a:cubicBezTo>
                <a:cubicBezTo>
                  <a:pt x="3632614" y="68917"/>
                  <a:pt x="3606483" y="90189"/>
                  <a:pt x="3606483" y="127869"/>
                </a:cubicBezTo>
                <a:cubicBezTo>
                  <a:pt x="3606483" y="142432"/>
                  <a:pt x="3609454" y="156796"/>
                  <a:pt x="3618012" y="167105"/>
                </a:cubicBezTo>
                <a:cubicBezTo>
                  <a:pt x="3626824" y="177712"/>
                  <a:pt x="3641481" y="184014"/>
                  <a:pt x="3658749" y="184014"/>
                </a:cubicBezTo>
                <a:cubicBezTo>
                  <a:pt x="3677198" y="184014"/>
                  <a:pt x="3693595" y="174537"/>
                  <a:pt x="3703330" y="161206"/>
                </a:cubicBezTo>
                <a:lnTo>
                  <a:pt x="3698208" y="154794"/>
                </a:lnTo>
                <a:close/>
                <a:moveTo>
                  <a:pt x="3808123" y="152491"/>
                </a:moveTo>
                <a:cubicBezTo>
                  <a:pt x="3798799" y="164384"/>
                  <a:pt x="3787011" y="170694"/>
                  <a:pt x="3776608" y="170694"/>
                </a:cubicBezTo>
                <a:cubicBezTo>
                  <a:pt x="3762772" y="170694"/>
                  <a:pt x="3750985" y="156850"/>
                  <a:pt x="3750985" y="124800"/>
                </a:cubicBezTo>
                <a:cubicBezTo>
                  <a:pt x="3750985" y="86346"/>
                  <a:pt x="3771381" y="79168"/>
                  <a:pt x="3783782" y="79168"/>
                </a:cubicBezTo>
                <a:cubicBezTo>
                  <a:pt x="3795823" y="79168"/>
                  <a:pt x="3801973" y="84293"/>
                  <a:pt x="3808123" y="94036"/>
                </a:cubicBezTo>
                <a:lnTo>
                  <a:pt x="3808123" y="152491"/>
                </a:lnTo>
                <a:moveTo>
                  <a:pt x="3808123" y="166589"/>
                </a:moveTo>
                <a:lnTo>
                  <a:pt x="3808635" y="166589"/>
                </a:lnTo>
                <a:lnTo>
                  <a:pt x="3809917" y="181453"/>
                </a:lnTo>
                <a:cubicBezTo>
                  <a:pt x="3809917" y="182008"/>
                  <a:pt x="3810684" y="182262"/>
                  <a:pt x="3812224" y="182262"/>
                </a:cubicBezTo>
                <a:cubicBezTo>
                  <a:pt x="3815606" y="181801"/>
                  <a:pt x="3817345" y="181496"/>
                  <a:pt x="3821087" y="181496"/>
                </a:cubicBezTo>
                <a:cubicBezTo>
                  <a:pt x="3824265" y="181496"/>
                  <a:pt x="3829133" y="181750"/>
                  <a:pt x="3832464" y="182262"/>
                </a:cubicBezTo>
                <a:lnTo>
                  <a:pt x="3832976" y="181496"/>
                </a:lnTo>
                <a:cubicBezTo>
                  <a:pt x="3830927" y="170467"/>
                  <a:pt x="3828620" y="151490"/>
                  <a:pt x="3828620" y="132255"/>
                </a:cubicBezTo>
                <a:lnTo>
                  <a:pt x="3828620" y="53303"/>
                </a:lnTo>
                <a:cubicBezTo>
                  <a:pt x="3828620" y="34357"/>
                  <a:pt x="3829645" y="20994"/>
                  <a:pt x="3830927" y="5172"/>
                </a:cubicBezTo>
                <a:cubicBezTo>
                  <a:pt x="3830927" y="3382"/>
                  <a:pt x="3830208" y="2612"/>
                  <a:pt x="3828620" y="2612"/>
                </a:cubicBezTo>
                <a:cubicBezTo>
                  <a:pt x="3822217" y="5172"/>
                  <a:pt x="3816732" y="6967"/>
                  <a:pt x="3806328" y="7733"/>
                </a:cubicBezTo>
                <a:lnTo>
                  <a:pt x="3805816" y="8503"/>
                </a:lnTo>
                <a:cubicBezTo>
                  <a:pt x="3807814" y="19458"/>
                  <a:pt x="3808123" y="38454"/>
                  <a:pt x="3808123" y="57912"/>
                </a:cubicBezTo>
                <a:lnTo>
                  <a:pt x="3808123" y="74555"/>
                </a:lnTo>
                <a:cubicBezTo>
                  <a:pt x="3802231" y="71224"/>
                  <a:pt x="3791726" y="68917"/>
                  <a:pt x="3786601" y="68917"/>
                </a:cubicBezTo>
                <a:cubicBezTo>
                  <a:pt x="3753241" y="68917"/>
                  <a:pt x="3728697" y="91991"/>
                  <a:pt x="3728697" y="126868"/>
                </a:cubicBezTo>
                <a:cubicBezTo>
                  <a:pt x="3728697" y="158387"/>
                  <a:pt x="3747400" y="184014"/>
                  <a:pt x="3775072" y="184014"/>
                </a:cubicBezTo>
                <a:cubicBezTo>
                  <a:pt x="3787371" y="184014"/>
                  <a:pt x="3798900" y="178482"/>
                  <a:pt x="3808123" y="166589"/>
                </a:cubicBezTo>
                <a:close/>
                <a:moveTo>
                  <a:pt x="3956983" y="160693"/>
                </a:moveTo>
                <a:lnTo>
                  <a:pt x="3956983" y="94294"/>
                </a:lnTo>
                <a:cubicBezTo>
                  <a:pt x="3966976" y="84039"/>
                  <a:pt x="3973383" y="79168"/>
                  <a:pt x="3983888" y="79168"/>
                </a:cubicBezTo>
                <a:cubicBezTo>
                  <a:pt x="3999515" y="79168"/>
                  <a:pt x="4013350" y="92038"/>
                  <a:pt x="4013350" y="124030"/>
                </a:cubicBezTo>
                <a:cubicBezTo>
                  <a:pt x="4013350" y="155822"/>
                  <a:pt x="4003870" y="173767"/>
                  <a:pt x="3979533" y="173767"/>
                </a:cubicBezTo>
                <a:cubicBezTo>
                  <a:pt x="3971589" y="173767"/>
                  <a:pt x="3962108" y="167101"/>
                  <a:pt x="3956983" y="160693"/>
                </a:cubicBezTo>
                <a:moveTo>
                  <a:pt x="3956983" y="53303"/>
                </a:moveTo>
                <a:cubicBezTo>
                  <a:pt x="3956983" y="34357"/>
                  <a:pt x="3957292" y="20842"/>
                  <a:pt x="3958523" y="5172"/>
                </a:cubicBezTo>
                <a:cubicBezTo>
                  <a:pt x="3958523" y="3382"/>
                  <a:pt x="3957804" y="2612"/>
                  <a:pt x="3956217" y="2612"/>
                </a:cubicBezTo>
                <a:cubicBezTo>
                  <a:pt x="3949809" y="5172"/>
                  <a:pt x="3944328" y="6967"/>
                  <a:pt x="3933924" y="7733"/>
                </a:cubicBezTo>
                <a:lnTo>
                  <a:pt x="3933412" y="8503"/>
                </a:lnTo>
                <a:cubicBezTo>
                  <a:pt x="3935410" y="19458"/>
                  <a:pt x="3936485" y="38454"/>
                  <a:pt x="3936485" y="57912"/>
                </a:cubicBezTo>
                <a:lnTo>
                  <a:pt x="3936485" y="162742"/>
                </a:lnTo>
                <a:cubicBezTo>
                  <a:pt x="3936485" y="172743"/>
                  <a:pt x="3936282" y="176382"/>
                  <a:pt x="3935207" y="181965"/>
                </a:cubicBezTo>
                <a:cubicBezTo>
                  <a:pt x="3936743" y="183502"/>
                  <a:pt x="3939714" y="184014"/>
                  <a:pt x="3942381" y="184014"/>
                </a:cubicBezTo>
                <a:cubicBezTo>
                  <a:pt x="3945200" y="180941"/>
                  <a:pt x="3948171" y="176586"/>
                  <a:pt x="3950833" y="171460"/>
                </a:cubicBezTo>
                <a:cubicBezTo>
                  <a:pt x="3958265" y="177868"/>
                  <a:pt x="3970052" y="184014"/>
                  <a:pt x="3981069" y="184014"/>
                </a:cubicBezTo>
                <a:cubicBezTo>
                  <a:pt x="4007201" y="184014"/>
                  <a:pt x="4036155" y="165565"/>
                  <a:pt x="4036155" y="121981"/>
                </a:cubicBezTo>
                <a:cubicBezTo>
                  <a:pt x="4036155" y="90705"/>
                  <a:pt x="4013863" y="68917"/>
                  <a:pt x="3989010" y="68917"/>
                </a:cubicBezTo>
                <a:cubicBezTo>
                  <a:pt x="3976714" y="68917"/>
                  <a:pt x="3965697" y="72248"/>
                  <a:pt x="3956983" y="81733"/>
                </a:cubicBezTo>
                <a:lnTo>
                  <a:pt x="3956983" y="53303"/>
                </a:lnTo>
                <a:close/>
                <a:moveTo>
                  <a:pt x="4051786" y="70919"/>
                </a:moveTo>
                <a:cubicBezTo>
                  <a:pt x="4061982" y="93672"/>
                  <a:pt x="4092421" y="159771"/>
                  <a:pt x="4101491" y="184158"/>
                </a:cubicBezTo>
                <a:cubicBezTo>
                  <a:pt x="4093289" y="203272"/>
                  <a:pt x="4082835" y="223000"/>
                  <a:pt x="4071255" y="242313"/>
                </a:cubicBezTo>
                <a:cubicBezTo>
                  <a:pt x="4073820" y="241546"/>
                  <a:pt x="4077663" y="241034"/>
                  <a:pt x="4080224" y="241034"/>
                </a:cubicBezTo>
                <a:cubicBezTo>
                  <a:pt x="4082784" y="241034"/>
                  <a:pt x="4090216" y="241546"/>
                  <a:pt x="4092777" y="242313"/>
                </a:cubicBezTo>
                <a:cubicBezTo>
                  <a:pt x="4102516" y="210290"/>
                  <a:pt x="4158625" y="88086"/>
                  <a:pt x="4167082" y="70919"/>
                </a:cubicBezTo>
                <a:cubicBezTo>
                  <a:pt x="4164517" y="71689"/>
                  <a:pt x="4158625" y="71689"/>
                  <a:pt x="4156065" y="71689"/>
                </a:cubicBezTo>
                <a:cubicBezTo>
                  <a:pt x="4153500" y="71689"/>
                  <a:pt x="4148633" y="71689"/>
                  <a:pt x="4146072" y="70919"/>
                </a:cubicBezTo>
                <a:cubicBezTo>
                  <a:pt x="4136849" y="99873"/>
                  <a:pt x="4124855" y="132611"/>
                  <a:pt x="4112454" y="159153"/>
                </a:cubicBezTo>
                <a:lnTo>
                  <a:pt x="4111942" y="159153"/>
                </a:lnTo>
                <a:cubicBezTo>
                  <a:pt x="4099337" y="128667"/>
                  <a:pt x="4087245" y="100178"/>
                  <a:pt x="4077663" y="70923"/>
                </a:cubicBezTo>
                <a:cubicBezTo>
                  <a:pt x="4074332" y="71689"/>
                  <a:pt x="4068694" y="71689"/>
                  <a:pt x="4065105" y="71689"/>
                </a:cubicBezTo>
                <a:cubicBezTo>
                  <a:pt x="4061775" y="71689"/>
                  <a:pt x="4055371" y="71689"/>
                  <a:pt x="4051786" y="70923"/>
                </a:cubicBezTo>
                <a:lnTo>
                  <a:pt x="4051786" y="70919"/>
                </a:lnTo>
                <a:close/>
                <a:moveTo>
                  <a:pt x="4356167" y="135328"/>
                </a:moveTo>
                <a:cubicBezTo>
                  <a:pt x="4356167" y="127122"/>
                  <a:pt x="4356679" y="117634"/>
                  <a:pt x="4356679" y="109428"/>
                </a:cubicBezTo>
                <a:cubicBezTo>
                  <a:pt x="4356679" y="82753"/>
                  <a:pt x="4347969" y="68917"/>
                  <a:pt x="4324910" y="68917"/>
                </a:cubicBezTo>
                <a:cubicBezTo>
                  <a:pt x="4315172" y="68917"/>
                  <a:pt x="4296981" y="72764"/>
                  <a:pt x="4280584" y="91987"/>
                </a:cubicBezTo>
                <a:lnTo>
                  <a:pt x="4280072" y="91217"/>
                </a:lnTo>
                <a:lnTo>
                  <a:pt x="4280072" y="72506"/>
                </a:lnTo>
                <a:cubicBezTo>
                  <a:pt x="4280021" y="70508"/>
                  <a:pt x="4279763" y="69945"/>
                  <a:pt x="4278535" y="69945"/>
                </a:cubicBezTo>
                <a:cubicBezTo>
                  <a:pt x="4272796" y="71071"/>
                  <a:pt x="4263621" y="71275"/>
                  <a:pt x="4257780" y="70712"/>
                </a:cubicBezTo>
                <a:lnTo>
                  <a:pt x="4257268" y="71482"/>
                </a:lnTo>
                <a:cubicBezTo>
                  <a:pt x="4259062" y="82550"/>
                  <a:pt x="4259574" y="101988"/>
                  <a:pt x="4259574" y="121223"/>
                </a:cubicBezTo>
                <a:lnTo>
                  <a:pt x="4259574" y="135328"/>
                </a:lnTo>
                <a:cubicBezTo>
                  <a:pt x="4259574" y="154567"/>
                  <a:pt x="4259316" y="167645"/>
                  <a:pt x="4257268" y="181496"/>
                </a:cubicBezTo>
                <a:lnTo>
                  <a:pt x="4257780" y="182262"/>
                </a:lnTo>
                <a:cubicBezTo>
                  <a:pt x="4260856" y="181750"/>
                  <a:pt x="4266748" y="181496"/>
                  <a:pt x="4269821" y="181496"/>
                </a:cubicBezTo>
                <a:cubicBezTo>
                  <a:pt x="4272898" y="181496"/>
                  <a:pt x="4278790" y="181750"/>
                  <a:pt x="4281866" y="182262"/>
                </a:cubicBezTo>
                <a:lnTo>
                  <a:pt x="4282378" y="181496"/>
                </a:lnTo>
                <a:cubicBezTo>
                  <a:pt x="4280326" y="166874"/>
                  <a:pt x="4280072" y="154821"/>
                  <a:pt x="4280072" y="135328"/>
                </a:cubicBezTo>
                <a:lnTo>
                  <a:pt x="4280072" y="105323"/>
                </a:lnTo>
                <a:cubicBezTo>
                  <a:pt x="4293137" y="89935"/>
                  <a:pt x="4307998" y="84293"/>
                  <a:pt x="4317224" y="84293"/>
                </a:cubicBezTo>
                <a:cubicBezTo>
                  <a:pt x="4330290" y="84293"/>
                  <a:pt x="4335669" y="89423"/>
                  <a:pt x="4335669" y="110194"/>
                </a:cubicBezTo>
                <a:lnTo>
                  <a:pt x="4335669" y="135328"/>
                </a:lnTo>
                <a:cubicBezTo>
                  <a:pt x="4335669" y="154567"/>
                  <a:pt x="4335208" y="167695"/>
                  <a:pt x="4333363" y="181496"/>
                </a:cubicBezTo>
                <a:lnTo>
                  <a:pt x="4333875" y="182262"/>
                </a:lnTo>
                <a:cubicBezTo>
                  <a:pt x="4336952" y="181750"/>
                  <a:pt x="4342843" y="181496"/>
                  <a:pt x="4345920" y="181496"/>
                </a:cubicBezTo>
                <a:cubicBezTo>
                  <a:pt x="4348993" y="181496"/>
                  <a:pt x="4354885" y="181750"/>
                  <a:pt x="4357961" y="182262"/>
                </a:cubicBezTo>
                <a:lnTo>
                  <a:pt x="4358474" y="181496"/>
                </a:lnTo>
                <a:cubicBezTo>
                  <a:pt x="4356476" y="166874"/>
                  <a:pt x="4356167" y="154821"/>
                  <a:pt x="4356167" y="135328"/>
                </a:cubicBezTo>
                <a:close/>
                <a:moveTo>
                  <a:pt x="4386145" y="128901"/>
                </a:moveTo>
                <a:cubicBezTo>
                  <a:pt x="4386145" y="159665"/>
                  <a:pt x="4406384" y="184014"/>
                  <a:pt x="4440464" y="184014"/>
                </a:cubicBezTo>
                <a:cubicBezTo>
                  <a:pt x="4474281" y="184014"/>
                  <a:pt x="4494779" y="160181"/>
                  <a:pt x="4494779" y="126594"/>
                </a:cubicBezTo>
                <a:cubicBezTo>
                  <a:pt x="4494779" y="91729"/>
                  <a:pt x="4476075" y="68917"/>
                  <a:pt x="4441488" y="68917"/>
                </a:cubicBezTo>
                <a:cubicBezTo>
                  <a:pt x="4407921" y="68917"/>
                  <a:pt x="4386145" y="92499"/>
                  <a:pt x="4386145" y="128901"/>
                </a:cubicBezTo>
                <a:moveTo>
                  <a:pt x="4439693" y="79168"/>
                </a:moveTo>
                <a:cubicBezTo>
                  <a:pt x="4466853" y="79168"/>
                  <a:pt x="4472232" y="100189"/>
                  <a:pt x="4472232" y="131212"/>
                </a:cubicBezTo>
                <a:cubicBezTo>
                  <a:pt x="4472232" y="155564"/>
                  <a:pt x="4459933" y="173767"/>
                  <a:pt x="4442766" y="173767"/>
                </a:cubicBezTo>
                <a:cubicBezTo>
                  <a:pt x="4415611" y="173767"/>
                  <a:pt x="4408691" y="144285"/>
                  <a:pt x="4408691" y="124546"/>
                </a:cubicBezTo>
                <a:cubicBezTo>
                  <a:pt x="4408691" y="102242"/>
                  <a:pt x="4415611" y="79168"/>
                  <a:pt x="4439693" y="79168"/>
                </a:cubicBezTo>
                <a:close/>
                <a:moveTo>
                  <a:pt x="4622374" y="135328"/>
                </a:moveTo>
                <a:cubicBezTo>
                  <a:pt x="4622374" y="127122"/>
                  <a:pt x="4622887" y="117634"/>
                  <a:pt x="4622887" y="109428"/>
                </a:cubicBezTo>
                <a:cubicBezTo>
                  <a:pt x="4622887" y="82753"/>
                  <a:pt x="4614176" y="68917"/>
                  <a:pt x="4591118" y="68917"/>
                </a:cubicBezTo>
                <a:cubicBezTo>
                  <a:pt x="4581379" y="68917"/>
                  <a:pt x="4563188" y="72764"/>
                  <a:pt x="4546792" y="91987"/>
                </a:cubicBezTo>
                <a:lnTo>
                  <a:pt x="4546279" y="91217"/>
                </a:lnTo>
                <a:lnTo>
                  <a:pt x="4546279" y="72506"/>
                </a:lnTo>
                <a:cubicBezTo>
                  <a:pt x="4546229" y="70508"/>
                  <a:pt x="4545971" y="69945"/>
                  <a:pt x="4544743" y="69945"/>
                </a:cubicBezTo>
                <a:cubicBezTo>
                  <a:pt x="4539004" y="71071"/>
                  <a:pt x="4529828" y="71275"/>
                  <a:pt x="4523987" y="70712"/>
                </a:cubicBezTo>
                <a:lnTo>
                  <a:pt x="4523475" y="71482"/>
                </a:lnTo>
                <a:cubicBezTo>
                  <a:pt x="4525270" y="82550"/>
                  <a:pt x="4525782" y="101988"/>
                  <a:pt x="4525782" y="121223"/>
                </a:cubicBezTo>
                <a:lnTo>
                  <a:pt x="4525782" y="135328"/>
                </a:lnTo>
                <a:cubicBezTo>
                  <a:pt x="4525782" y="154567"/>
                  <a:pt x="4525524" y="167645"/>
                  <a:pt x="4523475" y="181496"/>
                </a:cubicBezTo>
                <a:lnTo>
                  <a:pt x="4523987" y="182262"/>
                </a:lnTo>
                <a:cubicBezTo>
                  <a:pt x="4527064" y="181750"/>
                  <a:pt x="4532956" y="181496"/>
                  <a:pt x="4536029" y="181496"/>
                </a:cubicBezTo>
                <a:cubicBezTo>
                  <a:pt x="4539105" y="181496"/>
                  <a:pt x="4544997" y="181750"/>
                  <a:pt x="4548074" y="182262"/>
                </a:cubicBezTo>
                <a:lnTo>
                  <a:pt x="4548586" y="181496"/>
                </a:lnTo>
                <a:cubicBezTo>
                  <a:pt x="4546534" y="166874"/>
                  <a:pt x="4546279" y="154821"/>
                  <a:pt x="4546279" y="135328"/>
                </a:cubicBezTo>
                <a:lnTo>
                  <a:pt x="4546279" y="105323"/>
                </a:lnTo>
                <a:cubicBezTo>
                  <a:pt x="4559345" y="89935"/>
                  <a:pt x="4574205" y="84293"/>
                  <a:pt x="4583432" y="84293"/>
                </a:cubicBezTo>
                <a:cubicBezTo>
                  <a:pt x="4596497" y="84293"/>
                  <a:pt x="4601877" y="89423"/>
                  <a:pt x="4601877" y="110194"/>
                </a:cubicBezTo>
                <a:lnTo>
                  <a:pt x="4601877" y="135328"/>
                </a:lnTo>
                <a:cubicBezTo>
                  <a:pt x="4601877" y="154567"/>
                  <a:pt x="4601415" y="167695"/>
                  <a:pt x="4599570" y="181496"/>
                </a:cubicBezTo>
                <a:lnTo>
                  <a:pt x="4600082" y="182262"/>
                </a:lnTo>
                <a:cubicBezTo>
                  <a:pt x="4603159" y="181750"/>
                  <a:pt x="4609051" y="181496"/>
                  <a:pt x="4612128" y="181496"/>
                </a:cubicBezTo>
                <a:cubicBezTo>
                  <a:pt x="4615200" y="181496"/>
                  <a:pt x="4621092" y="181750"/>
                  <a:pt x="4624169" y="182262"/>
                </a:cubicBezTo>
                <a:lnTo>
                  <a:pt x="4624681" y="181496"/>
                </a:lnTo>
                <a:cubicBezTo>
                  <a:pt x="4622683" y="166874"/>
                  <a:pt x="4622374" y="154821"/>
                  <a:pt x="4622374" y="135328"/>
                </a:cubicBezTo>
                <a:close/>
                <a:moveTo>
                  <a:pt x="4712817" y="121035"/>
                </a:moveTo>
                <a:cubicBezTo>
                  <a:pt x="4716148" y="121035"/>
                  <a:pt x="4719737" y="114631"/>
                  <a:pt x="4719737" y="111813"/>
                </a:cubicBezTo>
                <a:cubicBezTo>
                  <a:pt x="4719737" y="109506"/>
                  <a:pt x="4718712" y="107199"/>
                  <a:pt x="4716148" y="107199"/>
                </a:cubicBezTo>
                <a:lnTo>
                  <a:pt x="4657477" y="107199"/>
                </a:lnTo>
                <a:cubicBezTo>
                  <a:pt x="4654401" y="107199"/>
                  <a:pt x="4651070" y="112583"/>
                  <a:pt x="4651070" y="116680"/>
                </a:cubicBezTo>
                <a:cubicBezTo>
                  <a:pt x="4651070" y="118987"/>
                  <a:pt x="4652606" y="121035"/>
                  <a:pt x="4654913" y="121035"/>
                </a:cubicBezTo>
                <a:lnTo>
                  <a:pt x="4712817" y="121035"/>
                </a:lnTo>
                <a:close/>
                <a:moveTo>
                  <a:pt x="4748431" y="28442"/>
                </a:moveTo>
                <a:cubicBezTo>
                  <a:pt x="4748431" y="35358"/>
                  <a:pt x="4754580" y="41507"/>
                  <a:pt x="4761500" y="41507"/>
                </a:cubicBezTo>
                <a:cubicBezTo>
                  <a:pt x="4768416" y="41507"/>
                  <a:pt x="4774566" y="35358"/>
                  <a:pt x="4774566" y="28442"/>
                </a:cubicBezTo>
                <a:cubicBezTo>
                  <a:pt x="4774566" y="21522"/>
                  <a:pt x="4768416" y="15372"/>
                  <a:pt x="4761500" y="15372"/>
                </a:cubicBezTo>
                <a:cubicBezTo>
                  <a:pt x="4754580" y="15372"/>
                  <a:pt x="4748431" y="21522"/>
                  <a:pt x="4748431" y="28442"/>
                </a:cubicBezTo>
                <a:moveTo>
                  <a:pt x="4750995" y="121348"/>
                </a:moveTo>
                <a:lnTo>
                  <a:pt x="4750995" y="135426"/>
                </a:lnTo>
                <a:cubicBezTo>
                  <a:pt x="4750995" y="154622"/>
                  <a:pt x="4750534" y="167676"/>
                  <a:pt x="4748689" y="181496"/>
                </a:cubicBezTo>
                <a:lnTo>
                  <a:pt x="4749201" y="182262"/>
                </a:lnTo>
                <a:cubicBezTo>
                  <a:pt x="4752274" y="181754"/>
                  <a:pt x="4758169" y="181496"/>
                  <a:pt x="4761242" y="181496"/>
                </a:cubicBezTo>
                <a:cubicBezTo>
                  <a:pt x="4764319" y="181496"/>
                  <a:pt x="4770211" y="181754"/>
                  <a:pt x="4773283" y="182262"/>
                </a:cubicBezTo>
                <a:lnTo>
                  <a:pt x="4773796" y="181496"/>
                </a:lnTo>
                <a:cubicBezTo>
                  <a:pt x="4771954" y="166960"/>
                  <a:pt x="4771493" y="154876"/>
                  <a:pt x="4771493" y="135426"/>
                </a:cubicBezTo>
                <a:lnTo>
                  <a:pt x="4771493" y="117255"/>
                </a:lnTo>
                <a:cubicBezTo>
                  <a:pt x="4771493" y="98059"/>
                  <a:pt x="4772158" y="88844"/>
                  <a:pt x="4773796" y="73229"/>
                </a:cubicBezTo>
                <a:cubicBezTo>
                  <a:pt x="4773796" y="70927"/>
                  <a:pt x="4773491" y="70669"/>
                  <a:pt x="4771493" y="70669"/>
                </a:cubicBezTo>
                <a:cubicBezTo>
                  <a:pt x="4765648" y="71236"/>
                  <a:pt x="4754631" y="71388"/>
                  <a:pt x="4749201" y="70927"/>
                </a:cubicBezTo>
                <a:lnTo>
                  <a:pt x="4748689" y="71693"/>
                </a:lnTo>
                <a:cubicBezTo>
                  <a:pt x="4750276" y="82647"/>
                  <a:pt x="4750995" y="102152"/>
                  <a:pt x="4750995" y="121348"/>
                </a:cubicBezTo>
                <a:close/>
                <a:moveTo>
                  <a:pt x="4807361" y="155564"/>
                </a:moveTo>
                <a:lnTo>
                  <a:pt x="4803005" y="177098"/>
                </a:lnTo>
                <a:cubicBezTo>
                  <a:pt x="4817611" y="182223"/>
                  <a:pt x="4831959" y="184014"/>
                  <a:pt x="4841694" y="184014"/>
                </a:cubicBezTo>
                <a:cubicBezTo>
                  <a:pt x="4877052" y="184014"/>
                  <a:pt x="4885250" y="163000"/>
                  <a:pt x="4885250" y="148898"/>
                </a:cubicBezTo>
                <a:cubicBezTo>
                  <a:pt x="4885250" y="127877"/>
                  <a:pt x="4868595" y="119675"/>
                  <a:pt x="4850404" y="115315"/>
                </a:cubicBezTo>
                <a:cubicBezTo>
                  <a:pt x="4840721" y="113009"/>
                  <a:pt x="4826580" y="108138"/>
                  <a:pt x="4826580" y="95318"/>
                </a:cubicBezTo>
                <a:cubicBezTo>
                  <a:pt x="4826580" y="84806"/>
                  <a:pt x="4835032" y="79168"/>
                  <a:pt x="4846049" y="79168"/>
                </a:cubicBezTo>
                <a:cubicBezTo>
                  <a:pt x="4859373" y="79168"/>
                  <a:pt x="4867571" y="89677"/>
                  <a:pt x="4873467" y="96601"/>
                </a:cubicBezTo>
                <a:lnTo>
                  <a:pt x="4877052" y="96343"/>
                </a:lnTo>
                <a:lnTo>
                  <a:pt x="4882177" y="77373"/>
                </a:lnTo>
                <a:lnTo>
                  <a:pt x="4881665" y="76607"/>
                </a:lnTo>
                <a:cubicBezTo>
                  <a:pt x="4874233" y="72764"/>
                  <a:pt x="4860143" y="68917"/>
                  <a:pt x="4847074" y="68917"/>
                </a:cubicBezTo>
                <a:cubicBezTo>
                  <a:pt x="4828116" y="68917"/>
                  <a:pt x="4808385" y="78910"/>
                  <a:pt x="4808385" y="100189"/>
                </a:cubicBezTo>
                <a:cubicBezTo>
                  <a:pt x="4808385" y="120699"/>
                  <a:pt x="4823710" y="127466"/>
                  <a:pt x="4839133" y="131724"/>
                </a:cubicBezTo>
                <a:cubicBezTo>
                  <a:pt x="4853993" y="135825"/>
                  <a:pt x="4865010" y="139926"/>
                  <a:pt x="4865010" y="152487"/>
                </a:cubicBezTo>
                <a:cubicBezTo>
                  <a:pt x="4865010" y="166077"/>
                  <a:pt x="4855018" y="173767"/>
                  <a:pt x="4841440" y="173767"/>
                </a:cubicBezTo>
                <a:cubicBezTo>
                  <a:pt x="4829141" y="173767"/>
                  <a:pt x="4818378" y="165307"/>
                  <a:pt x="4811204" y="155310"/>
                </a:cubicBezTo>
                <a:lnTo>
                  <a:pt x="4807361" y="155564"/>
                </a:lnTo>
                <a:close/>
                <a:moveTo>
                  <a:pt x="4905748" y="128901"/>
                </a:moveTo>
                <a:cubicBezTo>
                  <a:pt x="4905748" y="159665"/>
                  <a:pt x="4925988" y="184014"/>
                  <a:pt x="4960067" y="184014"/>
                </a:cubicBezTo>
                <a:cubicBezTo>
                  <a:pt x="4993885" y="184014"/>
                  <a:pt x="5014382" y="160181"/>
                  <a:pt x="5014382" y="126594"/>
                </a:cubicBezTo>
                <a:cubicBezTo>
                  <a:pt x="5014382" y="91729"/>
                  <a:pt x="4995679" y="68917"/>
                  <a:pt x="4961092" y="68917"/>
                </a:cubicBezTo>
                <a:cubicBezTo>
                  <a:pt x="4927524" y="68917"/>
                  <a:pt x="4905748" y="92499"/>
                  <a:pt x="4905748" y="128901"/>
                </a:cubicBezTo>
                <a:moveTo>
                  <a:pt x="4959297" y="79168"/>
                </a:moveTo>
                <a:cubicBezTo>
                  <a:pt x="4986457" y="79168"/>
                  <a:pt x="4991836" y="100189"/>
                  <a:pt x="4991836" y="131212"/>
                </a:cubicBezTo>
                <a:cubicBezTo>
                  <a:pt x="4991836" y="155564"/>
                  <a:pt x="4979537" y="173767"/>
                  <a:pt x="4962370" y="173767"/>
                </a:cubicBezTo>
                <a:cubicBezTo>
                  <a:pt x="4935214" y="173767"/>
                  <a:pt x="4928295" y="144285"/>
                  <a:pt x="4928295" y="124546"/>
                </a:cubicBezTo>
                <a:cubicBezTo>
                  <a:pt x="4928295" y="102242"/>
                  <a:pt x="4935214" y="79168"/>
                  <a:pt x="4959297" y="79168"/>
                </a:cubicBezTo>
                <a:close/>
                <a:moveTo>
                  <a:pt x="5065624" y="91217"/>
                </a:moveTo>
                <a:lnTo>
                  <a:pt x="5065624" y="72506"/>
                </a:lnTo>
                <a:cubicBezTo>
                  <a:pt x="5065624" y="70508"/>
                  <a:pt x="5065319" y="69945"/>
                  <a:pt x="5064088" y="69945"/>
                </a:cubicBezTo>
                <a:cubicBezTo>
                  <a:pt x="5058349" y="71071"/>
                  <a:pt x="5049177" y="71275"/>
                  <a:pt x="5043336" y="70712"/>
                </a:cubicBezTo>
                <a:lnTo>
                  <a:pt x="5042824" y="71482"/>
                </a:lnTo>
                <a:cubicBezTo>
                  <a:pt x="5044614" y="82550"/>
                  <a:pt x="5045127" y="101988"/>
                  <a:pt x="5045127" y="121223"/>
                </a:cubicBezTo>
                <a:lnTo>
                  <a:pt x="5045127" y="135328"/>
                </a:lnTo>
                <a:cubicBezTo>
                  <a:pt x="5045127" y="154567"/>
                  <a:pt x="5044873" y="167645"/>
                  <a:pt x="5042824" y="181496"/>
                </a:cubicBezTo>
                <a:lnTo>
                  <a:pt x="5043336" y="182262"/>
                </a:lnTo>
                <a:cubicBezTo>
                  <a:pt x="5046409" y="181750"/>
                  <a:pt x="5052301" y="181496"/>
                  <a:pt x="5055377" y="181496"/>
                </a:cubicBezTo>
                <a:cubicBezTo>
                  <a:pt x="5058450" y="181496"/>
                  <a:pt x="5064346" y="181750"/>
                  <a:pt x="5067419" y="182262"/>
                </a:cubicBezTo>
                <a:lnTo>
                  <a:pt x="5067931" y="181496"/>
                </a:lnTo>
                <a:cubicBezTo>
                  <a:pt x="5065882" y="166874"/>
                  <a:pt x="5065624" y="154821"/>
                  <a:pt x="5065624" y="135328"/>
                </a:cubicBezTo>
                <a:lnTo>
                  <a:pt x="5065624" y="104298"/>
                </a:lnTo>
                <a:cubicBezTo>
                  <a:pt x="5077670" y="91987"/>
                  <a:pt x="5092018" y="84293"/>
                  <a:pt x="5100982" y="84293"/>
                </a:cubicBezTo>
                <a:cubicBezTo>
                  <a:pt x="5110721" y="84293"/>
                  <a:pt x="5117895" y="89935"/>
                  <a:pt x="5117895" y="107117"/>
                </a:cubicBezTo>
                <a:lnTo>
                  <a:pt x="5117895" y="135328"/>
                </a:lnTo>
                <a:cubicBezTo>
                  <a:pt x="5117895" y="154567"/>
                  <a:pt x="5117637" y="167645"/>
                  <a:pt x="5115588" y="181496"/>
                </a:cubicBezTo>
                <a:lnTo>
                  <a:pt x="5116100" y="182262"/>
                </a:lnTo>
                <a:cubicBezTo>
                  <a:pt x="5119173" y="181750"/>
                  <a:pt x="5125069" y="181496"/>
                  <a:pt x="5128142" y="181496"/>
                </a:cubicBezTo>
                <a:cubicBezTo>
                  <a:pt x="5131218" y="181496"/>
                  <a:pt x="5137110" y="181750"/>
                  <a:pt x="5140183" y="182262"/>
                </a:cubicBezTo>
                <a:lnTo>
                  <a:pt x="5140695" y="181496"/>
                </a:lnTo>
                <a:cubicBezTo>
                  <a:pt x="5138646" y="166874"/>
                  <a:pt x="5138392" y="154821"/>
                  <a:pt x="5138392" y="135328"/>
                </a:cubicBezTo>
                <a:lnTo>
                  <a:pt x="5138392" y="109428"/>
                </a:lnTo>
                <a:cubicBezTo>
                  <a:pt x="5138392" y="105835"/>
                  <a:pt x="5138392" y="102758"/>
                  <a:pt x="5138134" y="99681"/>
                </a:cubicBezTo>
                <a:cubicBezTo>
                  <a:pt x="5150434" y="86088"/>
                  <a:pt x="5160681" y="84293"/>
                  <a:pt x="5170673" y="84293"/>
                </a:cubicBezTo>
                <a:cubicBezTo>
                  <a:pt x="5184509" y="84293"/>
                  <a:pt x="5191171" y="89935"/>
                  <a:pt x="5191171" y="107117"/>
                </a:cubicBezTo>
                <a:lnTo>
                  <a:pt x="5191171" y="135328"/>
                </a:lnTo>
                <a:cubicBezTo>
                  <a:pt x="5191171" y="154567"/>
                  <a:pt x="5190917" y="167645"/>
                  <a:pt x="5188864" y="181496"/>
                </a:cubicBezTo>
                <a:lnTo>
                  <a:pt x="5189377" y="182262"/>
                </a:lnTo>
                <a:cubicBezTo>
                  <a:pt x="5192453" y="181750"/>
                  <a:pt x="5198345" y="181496"/>
                  <a:pt x="5201422" y="181496"/>
                </a:cubicBezTo>
                <a:cubicBezTo>
                  <a:pt x="5204495" y="181496"/>
                  <a:pt x="5210386" y="181750"/>
                  <a:pt x="5213463" y="182262"/>
                </a:cubicBezTo>
                <a:lnTo>
                  <a:pt x="5213975" y="181496"/>
                </a:lnTo>
                <a:cubicBezTo>
                  <a:pt x="5211923" y="166874"/>
                  <a:pt x="5211669" y="154821"/>
                  <a:pt x="5211669" y="135328"/>
                </a:cubicBezTo>
                <a:lnTo>
                  <a:pt x="5211669" y="109682"/>
                </a:lnTo>
                <a:cubicBezTo>
                  <a:pt x="5211669" y="86858"/>
                  <a:pt x="5207568" y="68917"/>
                  <a:pt x="5179896" y="68917"/>
                </a:cubicBezTo>
                <a:cubicBezTo>
                  <a:pt x="5166064" y="68917"/>
                  <a:pt x="5151200" y="73788"/>
                  <a:pt x="5136598" y="89165"/>
                </a:cubicBezTo>
                <a:cubicBezTo>
                  <a:pt x="5134291" y="76861"/>
                  <a:pt x="5123786" y="68917"/>
                  <a:pt x="5109438" y="68917"/>
                </a:cubicBezTo>
                <a:cubicBezTo>
                  <a:pt x="5093554" y="68917"/>
                  <a:pt x="5078436" y="79168"/>
                  <a:pt x="5066394" y="91987"/>
                </a:cubicBezTo>
                <a:lnTo>
                  <a:pt x="5065624" y="91217"/>
                </a:lnTo>
                <a:close/>
                <a:moveTo>
                  <a:pt x="5240620" y="128901"/>
                </a:moveTo>
                <a:cubicBezTo>
                  <a:pt x="5240620" y="159665"/>
                  <a:pt x="5260860" y="184014"/>
                  <a:pt x="5294939" y="184014"/>
                </a:cubicBezTo>
                <a:cubicBezTo>
                  <a:pt x="5328757" y="184014"/>
                  <a:pt x="5349255" y="160181"/>
                  <a:pt x="5349255" y="126594"/>
                </a:cubicBezTo>
                <a:cubicBezTo>
                  <a:pt x="5349255" y="91729"/>
                  <a:pt x="5330551" y="68917"/>
                  <a:pt x="5295964" y="68917"/>
                </a:cubicBezTo>
                <a:cubicBezTo>
                  <a:pt x="5262397" y="68917"/>
                  <a:pt x="5240620" y="92499"/>
                  <a:pt x="5240620" y="128901"/>
                </a:cubicBezTo>
                <a:moveTo>
                  <a:pt x="5294169" y="79168"/>
                </a:moveTo>
                <a:cubicBezTo>
                  <a:pt x="5321329" y="79168"/>
                  <a:pt x="5326708" y="100189"/>
                  <a:pt x="5326708" y="131212"/>
                </a:cubicBezTo>
                <a:cubicBezTo>
                  <a:pt x="5326708" y="155564"/>
                  <a:pt x="5314409" y="173767"/>
                  <a:pt x="5297242" y="173767"/>
                </a:cubicBezTo>
                <a:cubicBezTo>
                  <a:pt x="5270087" y="173767"/>
                  <a:pt x="5263167" y="144285"/>
                  <a:pt x="5263167" y="124546"/>
                </a:cubicBezTo>
                <a:cubicBezTo>
                  <a:pt x="5263167" y="102242"/>
                  <a:pt x="5270087" y="79168"/>
                  <a:pt x="5294169" y="79168"/>
                </a:cubicBezTo>
                <a:close/>
                <a:moveTo>
                  <a:pt x="5401779" y="95830"/>
                </a:moveTo>
                <a:lnTo>
                  <a:pt x="5401779" y="72506"/>
                </a:lnTo>
                <a:cubicBezTo>
                  <a:pt x="5401779" y="70508"/>
                  <a:pt x="5401470" y="69945"/>
                  <a:pt x="5400242" y="69945"/>
                </a:cubicBezTo>
                <a:cubicBezTo>
                  <a:pt x="5394503" y="71071"/>
                  <a:pt x="5385331" y="71275"/>
                  <a:pt x="5379487" y="70712"/>
                </a:cubicBezTo>
                <a:lnTo>
                  <a:pt x="5378974" y="71482"/>
                </a:lnTo>
                <a:cubicBezTo>
                  <a:pt x="5380769" y="82550"/>
                  <a:pt x="5381281" y="101988"/>
                  <a:pt x="5381281" y="121223"/>
                </a:cubicBezTo>
                <a:lnTo>
                  <a:pt x="5381281" y="135328"/>
                </a:lnTo>
                <a:cubicBezTo>
                  <a:pt x="5381281" y="154563"/>
                  <a:pt x="5380976" y="167695"/>
                  <a:pt x="5378974" y="181496"/>
                </a:cubicBezTo>
                <a:lnTo>
                  <a:pt x="5379487" y="182262"/>
                </a:lnTo>
                <a:cubicBezTo>
                  <a:pt x="5382563" y="181750"/>
                  <a:pt x="5388455" y="181496"/>
                  <a:pt x="5391532" y="181496"/>
                </a:cubicBezTo>
                <a:cubicBezTo>
                  <a:pt x="5394605" y="181496"/>
                  <a:pt x="5400496" y="181750"/>
                  <a:pt x="5403573" y="182262"/>
                </a:cubicBezTo>
                <a:lnTo>
                  <a:pt x="5404085" y="181496"/>
                </a:lnTo>
                <a:cubicBezTo>
                  <a:pt x="5402189" y="166874"/>
                  <a:pt x="5401779" y="154821"/>
                  <a:pt x="5401779" y="135328"/>
                </a:cubicBezTo>
                <a:lnTo>
                  <a:pt x="5401779" y="121993"/>
                </a:lnTo>
                <a:cubicBezTo>
                  <a:pt x="5401779" y="111218"/>
                  <a:pt x="5405008" y="105065"/>
                  <a:pt x="5410489" y="96601"/>
                </a:cubicBezTo>
                <a:cubicBezTo>
                  <a:pt x="5414231" y="90908"/>
                  <a:pt x="5419970" y="87624"/>
                  <a:pt x="5424837" y="87624"/>
                </a:cubicBezTo>
                <a:cubicBezTo>
                  <a:pt x="5429963" y="87624"/>
                  <a:pt x="5434830" y="88136"/>
                  <a:pt x="5438161" y="91213"/>
                </a:cubicBezTo>
                <a:lnTo>
                  <a:pt x="5440209" y="90701"/>
                </a:lnTo>
                <a:lnTo>
                  <a:pt x="5445335" y="71736"/>
                </a:lnTo>
                <a:lnTo>
                  <a:pt x="5444311" y="70712"/>
                </a:lnTo>
                <a:cubicBezTo>
                  <a:pt x="5439955" y="69433"/>
                  <a:pt x="5439697" y="68917"/>
                  <a:pt x="5435088" y="68917"/>
                </a:cubicBezTo>
                <a:cubicBezTo>
                  <a:pt x="5421252" y="68917"/>
                  <a:pt x="5413820" y="76861"/>
                  <a:pt x="5402549" y="96343"/>
                </a:cubicBezTo>
                <a:lnTo>
                  <a:pt x="5401779" y="95830"/>
                </a:lnTo>
                <a:close/>
                <a:moveTo>
                  <a:pt x="5491453" y="106085"/>
                </a:moveTo>
                <a:cubicBezTo>
                  <a:pt x="5497090" y="92499"/>
                  <a:pt x="5512208" y="80704"/>
                  <a:pt x="5522201" y="80704"/>
                </a:cubicBezTo>
                <a:cubicBezTo>
                  <a:pt x="5539622" y="80704"/>
                  <a:pt x="5548590" y="96601"/>
                  <a:pt x="5548590" y="125570"/>
                </a:cubicBezTo>
                <a:cubicBezTo>
                  <a:pt x="5548590" y="146592"/>
                  <a:pt x="5542699" y="173767"/>
                  <a:pt x="5515281" y="173767"/>
                </a:cubicBezTo>
                <a:cubicBezTo>
                  <a:pt x="5511184" y="173767"/>
                  <a:pt x="5500421" y="172743"/>
                  <a:pt x="5491453" y="162230"/>
                </a:cubicBezTo>
                <a:lnTo>
                  <a:pt x="5491453" y="106085"/>
                </a:lnTo>
                <a:moveTo>
                  <a:pt x="5491453" y="91217"/>
                </a:moveTo>
                <a:lnTo>
                  <a:pt x="5491453" y="72506"/>
                </a:lnTo>
                <a:cubicBezTo>
                  <a:pt x="5491453" y="70508"/>
                  <a:pt x="5491148" y="69945"/>
                  <a:pt x="5489916" y="69945"/>
                </a:cubicBezTo>
                <a:cubicBezTo>
                  <a:pt x="5484177" y="71071"/>
                  <a:pt x="5475005" y="71275"/>
                  <a:pt x="5469164" y="70712"/>
                </a:cubicBezTo>
                <a:lnTo>
                  <a:pt x="5468652" y="71482"/>
                </a:lnTo>
                <a:cubicBezTo>
                  <a:pt x="5470443" y="82550"/>
                  <a:pt x="5470955" y="101984"/>
                  <a:pt x="5470955" y="121211"/>
                </a:cubicBezTo>
                <a:lnTo>
                  <a:pt x="5470955" y="189667"/>
                </a:lnTo>
                <a:cubicBezTo>
                  <a:pt x="5470955" y="208781"/>
                  <a:pt x="5470494" y="227222"/>
                  <a:pt x="5468652" y="241042"/>
                </a:cubicBezTo>
                <a:lnTo>
                  <a:pt x="5469164" y="241812"/>
                </a:lnTo>
                <a:cubicBezTo>
                  <a:pt x="5472237" y="241300"/>
                  <a:pt x="5478129" y="241042"/>
                  <a:pt x="5481206" y="241042"/>
                </a:cubicBezTo>
                <a:cubicBezTo>
                  <a:pt x="5484279" y="241042"/>
                  <a:pt x="5490174" y="241300"/>
                  <a:pt x="5493247" y="241812"/>
                </a:cubicBezTo>
                <a:lnTo>
                  <a:pt x="5493759" y="241042"/>
                </a:lnTo>
                <a:cubicBezTo>
                  <a:pt x="5491914" y="226401"/>
                  <a:pt x="5491453" y="208984"/>
                  <a:pt x="5491453" y="189667"/>
                </a:cubicBezTo>
                <a:lnTo>
                  <a:pt x="5491453" y="178380"/>
                </a:lnTo>
                <a:cubicBezTo>
                  <a:pt x="5498115" y="181965"/>
                  <a:pt x="5507595" y="184014"/>
                  <a:pt x="5516818" y="184014"/>
                </a:cubicBezTo>
                <a:cubicBezTo>
                  <a:pt x="5550639" y="184014"/>
                  <a:pt x="5571137" y="158387"/>
                  <a:pt x="5571137" y="122235"/>
                </a:cubicBezTo>
                <a:cubicBezTo>
                  <a:pt x="5571137" y="95060"/>
                  <a:pt x="5555252" y="68917"/>
                  <a:pt x="5526556" y="68917"/>
                </a:cubicBezTo>
                <a:cubicBezTo>
                  <a:pt x="5516564" y="68917"/>
                  <a:pt x="5503752" y="74043"/>
                  <a:pt x="5491965" y="91987"/>
                </a:cubicBezTo>
                <a:lnTo>
                  <a:pt x="5491453" y="91217"/>
                </a:lnTo>
                <a:close/>
                <a:moveTo>
                  <a:pt x="5627506" y="91217"/>
                </a:moveTo>
                <a:lnTo>
                  <a:pt x="5627506" y="53048"/>
                </a:lnTo>
                <a:cubicBezTo>
                  <a:pt x="5627506" y="34103"/>
                  <a:pt x="5628581" y="20893"/>
                  <a:pt x="5629808" y="5172"/>
                </a:cubicBezTo>
                <a:cubicBezTo>
                  <a:pt x="5629808" y="3382"/>
                  <a:pt x="5629093" y="2612"/>
                  <a:pt x="5627506" y="2612"/>
                </a:cubicBezTo>
                <a:cubicBezTo>
                  <a:pt x="5621098" y="5172"/>
                  <a:pt x="5615617" y="6967"/>
                  <a:pt x="5605213" y="7733"/>
                </a:cubicBezTo>
                <a:lnTo>
                  <a:pt x="5604701" y="8503"/>
                </a:lnTo>
                <a:cubicBezTo>
                  <a:pt x="5606699" y="19458"/>
                  <a:pt x="5607008" y="38712"/>
                  <a:pt x="5607008" y="58166"/>
                </a:cubicBezTo>
                <a:lnTo>
                  <a:pt x="5607008" y="135328"/>
                </a:lnTo>
                <a:cubicBezTo>
                  <a:pt x="5607008" y="154411"/>
                  <a:pt x="5606699" y="167132"/>
                  <a:pt x="5604701" y="181496"/>
                </a:cubicBezTo>
                <a:lnTo>
                  <a:pt x="5605213" y="182262"/>
                </a:lnTo>
                <a:cubicBezTo>
                  <a:pt x="5608286" y="181750"/>
                  <a:pt x="5614182" y="181496"/>
                  <a:pt x="5617255" y="181496"/>
                </a:cubicBezTo>
                <a:cubicBezTo>
                  <a:pt x="5620332" y="181496"/>
                  <a:pt x="5626223" y="181750"/>
                  <a:pt x="5629296" y="182262"/>
                </a:cubicBezTo>
                <a:lnTo>
                  <a:pt x="5629808" y="181496"/>
                </a:lnTo>
                <a:cubicBezTo>
                  <a:pt x="5627916" y="166824"/>
                  <a:pt x="5627506" y="154821"/>
                  <a:pt x="5627506" y="135328"/>
                </a:cubicBezTo>
                <a:lnTo>
                  <a:pt x="5627506" y="105323"/>
                </a:lnTo>
                <a:cubicBezTo>
                  <a:pt x="5640571" y="89935"/>
                  <a:pt x="5655584" y="84293"/>
                  <a:pt x="5664654" y="84293"/>
                </a:cubicBezTo>
                <a:cubicBezTo>
                  <a:pt x="5677724" y="84293"/>
                  <a:pt x="5683103" y="89423"/>
                  <a:pt x="5683103" y="110194"/>
                </a:cubicBezTo>
                <a:lnTo>
                  <a:pt x="5683103" y="135328"/>
                </a:lnTo>
                <a:cubicBezTo>
                  <a:pt x="5683103" y="154567"/>
                  <a:pt x="5682845" y="167695"/>
                  <a:pt x="5680796" y="181496"/>
                </a:cubicBezTo>
                <a:lnTo>
                  <a:pt x="5681309" y="182262"/>
                </a:lnTo>
                <a:cubicBezTo>
                  <a:pt x="5684385" y="181750"/>
                  <a:pt x="5690277" y="181496"/>
                  <a:pt x="5693350" y="181496"/>
                </a:cubicBezTo>
                <a:cubicBezTo>
                  <a:pt x="5696427" y="181496"/>
                  <a:pt x="5702318" y="181750"/>
                  <a:pt x="5705395" y="182262"/>
                </a:cubicBezTo>
                <a:lnTo>
                  <a:pt x="5705907" y="181496"/>
                </a:lnTo>
                <a:cubicBezTo>
                  <a:pt x="5703855" y="166824"/>
                  <a:pt x="5703601" y="154821"/>
                  <a:pt x="5703601" y="135328"/>
                </a:cubicBezTo>
                <a:cubicBezTo>
                  <a:pt x="5703601" y="127122"/>
                  <a:pt x="5704113" y="117634"/>
                  <a:pt x="5704113" y="109428"/>
                </a:cubicBezTo>
                <a:cubicBezTo>
                  <a:pt x="5704113" y="82753"/>
                  <a:pt x="5695402" y="68917"/>
                  <a:pt x="5672340" y="68917"/>
                </a:cubicBezTo>
                <a:cubicBezTo>
                  <a:pt x="5662605" y="68917"/>
                  <a:pt x="5644414" y="72764"/>
                  <a:pt x="5628018" y="91987"/>
                </a:cubicBezTo>
                <a:lnTo>
                  <a:pt x="5627506" y="91217"/>
                </a:lnTo>
                <a:close/>
                <a:moveTo>
                  <a:pt x="5745105" y="28442"/>
                </a:moveTo>
                <a:cubicBezTo>
                  <a:pt x="5745105" y="35358"/>
                  <a:pt x="5751255" y="41507"/>
                  <a:pt x="5758175" y="41507"/>
                </a:cubicBezTo>
                <a:cubicBezTo>
                  <a:pt x="5765091" y="41507"/>
                  <a:pt x="5771240" y="35358"/>
                  <a:pt x="5771240" y="28442"/>
                </a:cubicBezTo>
                <a:cubicBezTo>
                  <a:pt x="5771240" y="21522"/>
                  <a:pt x="5765091" y="15372"/>
                  <a:pt x="5758175" y="15372"/>
                </a:cubicBezTo>
                <a:cubicBezTo>
                  <a:pt x="5751255" y="15372"/>
                  <a:pt x="5745105" y="21522"/>
                  <a:pt x="5745105" y="28442"/>
                </a:cubicBezTo>
                <a:moveTo>
                  <a:pt x="5747670" y="121348"/>
                </a:moveTo>
                <a:lnTo>
                  <a:pt x="5747670" y="135426"/>
                </a:lnTo>
                <a:cubicBezTo>
                  <a:pt x="5747670" y="154622"/>
                  <a:pt x="5747209" y="167676"/>
                  <a:pt x="5745363" y="181496"/>
                </a:cubicBezTo>
                <a:lnTo>
                  <a:pt x="5745875" y="182262"/>
                </a:lnTo>
                <a:cubicBezTo>
                  <a:pt x="5748948" y="181754"/>
                  <a:pt x="5754844" y="181496"/>
                  <a:pt x="5757917" y="181496"/>
                </a:cubicBezTo>
                <a:cubicBezTo>
                  <a:pt x="5760994" y="181496"/>
                  <a:pt x="5766885" y="181754"/>
                  <a:pt x="5769958" y="182262"/>
                </a:cubicBezTo>
                <a:lnTo>
                  <a:pt x="5770470" y="181496"/>
                </a:lnTo>
                <a:cubicBezTo>
                  <a:pt x="5768629" y="166960"/>
                  <a:pt x="5768167" y="154876"/>
                  <a:pt x="5768167" y="135426"/>
                </a:cubicBezTo>
                <a:lnTo>
                  <a:pt x="5768167" y="117255"/>
                </a:lnTo>
                <a:cubicBezTo>
                  <a:pt x="5768167" y="98059"/>
                  <a:pt x="5768832" y="88844"/>
                  <a:pt x="5770470" y="73229"/>
                </a:cubicBezTo>
                <a:cubicBezTo>
                  <a:pt x="5770470" y="70927"/>
                  <a:pt x="5770165" y="70669"/>
                  <a:pt x="5768167" y="70669"/>
                </a:cubicBezTo>
                <a:cubicBezTo>
                  <a:pt x="5762323" y="71236"/>
                  <a:pt x="5751306" y="71388"/>
                  <a:pt x="5745875" y="70927"/>
                </a:cubicBezTo>
                <a:lnTo>
                  <a:pt x="5745363" y="71693"/>
                </a:lnTo>
                <a:cubicBezTo>
                  <a:pt x="5746950" y="82647"/>
                  <a:pt x="5747670" y="102152"/>
                  <a:pt x="5747670" y="121348"/>
                </a:cubicBezTo>
                <a:close/>
                <a:moveTo>
                  <a:pt x="5855281" y="79168"/>
                </a:moveTo>
                <a:cubicBezTo>
                  <a:pt x="5865168" y="79168"/>
                  <a:pt x="5874137" y="86448"/>
                  <a:pt x="5880900" y="98137"/>
                </a:cubicBezTo>
                <a:lnTo>
                  <a:pt x="5884231" y="97883"/>
                </a:lnTo>
                <a:lnTo>
                  <a:pt x="5890123" y="76861"/>
                </a:lnTo>
                <a:lnTo>
                  <a:pt x="5889611" y="76095"/>
                </a:lnTo>
                <a:cubicBezTo>
                  <a:pt x="5881671" y="71994"/>
                  <a:pt x="5868347" y="68917"/>
                  <a:pt x="5855535" y="68917"/>
                </a:cubicBezTo>
                <a:cubicBezTo>
                  <a:pt x="5828888" y="68917"/>
                  <a:pt x="5800962" y="90705"/>
                  <a:pt x="5800962" y="125570"/>
                </a:cubicBezTo>
                <a:cubicBezTo>
                  <a:pt x="5800962" y="161206"/>
                  <a:pt x="5821202" y="184014"/>
                  <a:pt x="5852462" y="184014"/>
                </a:cubicBezTo>
                <a:cubicBezTo>
                  <a:pt x="5867835" y="184014"/>
                  <a:pt x="5879876" y="178892"/>
                  <a:pt x="5890123" y="165823"/>
                </a:cubicBezTo>
                <a:lnTo>
                  <a:pt x="5885256" y="160435"/>
                </a:lnTo>
                <a:lnTo>
                  <a:pt x="5884231" y="160435"/>
                </a:lnTo>
                <a:cubicBezTo>
                  <a:pt x="5874497" y="169154"/>
                  <a:pt x="5866349" y="171206"/>
                  <a:pt x="5856818" y="171206"/>
                </a:cubicBezTo>
                <a:cubicBezTo>
                  <a:pt x="5838114" y="171206"/>
                  <a:pt x="5823508" y="154286"/>
                  <a:pt x="5823508" y="124288"/>
                </a:cubicBezTo>
                <a:cubicBezTo>
                  <a:pt x="5823508" y="96088"/>
                  <a:pt x="5838369" y="79168"/>
                  <a:pt x="5855281" y="79168"/>
                </a:cubicBezTo>
                <a:close/>
                <a:moveTo>
                  <a:pt x="5991075" y="208155"/>
                </a:moveTo>
                <a:cubicBezTo>
                  <a:pt x="5991075" y="199667"/>
                  <a:pt x="5998761" y="190152"/>
                  <a:pt x="6007725" y="185265"/>
                </a:cubicBezTo>
                <a:cubicBezTo>
                  <a:pt x="6015310" y="185288"/>
                  <a:pt x="6026995" y="184514"/>
                  <a:pt x="6030530" y="184514"/>
                </a:cubicBezTo>
                <a:cubicBezTo>
                  <a:pt x="6042829" y="184514"/>
                  <a:pt x="6050668" y="184772"/>
                  <a:pt x="6057689" y="188885"/>
                </a:cubicBezTo>
                <a:cubicBezTo>
                  <a:pt x="6065121" y="193256"/>
                  <a:pt x="6067682" y="200711"/>
                  <a:pt x="6067682" y="207393"/>
                </a:cubicBezTo>
                <a:cubicBezTo>
                  <a:pt x="6067682" y="223074"/>
                  <a:pt x="6046672" y="231296"/>
                  <a:pt x="6024638" y="231296"/>
                </a:cubicBezTo>
                <a:cubicBezTo>
                  <a:pt x="6007983" y="231296"/>
                  <a:pt x="5991075" y="225642"/>
                  <a:pt x="5991075" y="208163"/>
                </a:cubicBezTo>
                <a:lnTo>
                  <a:pt x="5991075" y="208155"/>
                </a:lnTo>
                <a:moveTo>
                  <a:pt x="6065121" y="108341"/>
                </a:moveTo>
                <a:cubicBezTo>
                  <a:pt x="6065121" y="90682"/>
                  <a:pt x="6058201" y="82495"/>
                  <a:pt x="6052208" y="78554"/>
                </a:cubicBezTo>
                <a:cubicBezTo>
                  <a:pt x="6059894" y="79168"/>
                  <a:pt x="6068397" y="80138"/>
                  <a:pt x="6078957" y="81213"/>
                </a:cubicBezTo>
                <a:lnTo>
                  <a:pt x="6079723" y="80446"/>
                </a:lnTo>
                <a:cubicBezTo>
                  <a:pt x="6079211" y="78144"/>
                  <a:pt x="6078957" y="76095"/>
                  <a:pt x="6078957" y="73788"/>
                </a:cubicBezTo>
                <a:cubicBezTo>
                  <a:pt x="6078957" y="71482"/>
                  <a:pt x="6079211" y="69433"/>
                  <a:pt x="6079723" y="67127"/>
                </a:cubicBezTo>
                <a:lnTo>
                  <a:pt x="6078957" y="66356"/>
                </a:lnTo>
                <a:cubicBezTo>
                  <a:pt x="6066708" y="67381"/>
                  <a:pt x="6057638" y="70098"/>
                  <a:pt x="6038525" y="71122"/>
                </a:cubicBezTo>
                <a:cubicBezTo>
                  <a:pt x="6033962" y="69687"/>
                  <a:pt x="6028329" y="68917"/>
                  <a:pt x="6022844" y="68917"/>
                </a:cubicBezTo>
                <a:cubicBezTo>
                  <a:pt x="6002604" y="68917"/>
                  <a:pt x="5979287" y="82495"/>
                  <a:pt x="5979287" y="107829"/>
                </a:cubicBezTo>
                <a:cubicBezTo>
                  <a:pt x="5979287" y="127025"/>
                  <a:pt x="5990305" y="135723"/>
                  <a:pt x="5997478" y="139824"/>
                </a:cubicBezTo>
                <a:cubicBezTo>
                  <a:pt x="5990050" y="144946"/>
                  <a:pt x="5981082" y="152409"/>
                  <a:pt x="5981082" y="161166"/>
                </a:cubicBezTo>
                <a:cubicBezTo>
                  <a:pt x="5981082" y="171707"/>
                  <a:pt x="5987232" y="180929"/>
                  <a:pt x="6001013" y="183287"/>
                </a:cubicBezTo>
                <a:cubicBezTo>
                  <a:pt x="5993893" y="186266"/>
                  <a:pt x="5985898" y="191199"/>
                  <a:pt x="5979287" y="196340"/>
                </a:cubicBezTo>
                <a:cubicBezTo>
                  <a:pt x="5976058" y="201223"/>
                  <a:pt x="5973396" y="208472"/>
                  <a:pt x="5973396" y="213304"/>
                </a:cubicBezTo>
                <a:cubicBezTo>
                  <a:pt x="5973396" y="233551"/>
                  <a:pt x="5995430" y="242313"/>
                  <a:pt x="6022589" y="242313"/>
                </a:cubicBezTo>
                <a:cubicBezTo>
                  <a:pt x="6062557" y="242313"/>
                  <a:pt x="6086385" y="225592"/>
                  <a:pt x="6086385" y="201481"/>
                </a:cubicBezTo>
                <a:cubicBezTo>
                  <a:pt x="6086385" y="190171"/>
                  <a:pt x="6082800" y="182211"/>
                  <a:pt x="6075626" y="176062"/>
                </a:cubicBezTo>
                <a:cubicBezTo>
                  <a:pt x="6065989" y="167863"/>
                  <a:pt x="6048467" y="167605"/>
                  <a:pt x="6039498" y="167605"/>
                </a:cubicBezTo>
                <a:cubicBezTo>
                  <a:pt x="6035143" y="167605"/>
                  <a:pt x="6024892" y="168118"/>
                  <a:pt x="6019000" y="168888"/>
                </a:cubicBezTo>
                <a:cubicBezTo>
                  <a:pt x="6015415" y="169122"/>
                  <a:pt x="6012851" y="169380"/>
                  <a:pt x="6011572" y="169380"/>
                </a:cubicBezTo>
                <a:cubicBezTo>
                  <a:pt x="6004398" y="169380"/>
                  <a:pt x="5996708" y="168352"/>
                  <a:pt x="5996708" y="157288"/>
                </a:cubicBezTo>
                <a:cubicBezTo>
                  <a:pt x="5996708" y="152143"/>
                  <a:pt x="5997991" y="147772"/>
                  <a:pt x="6003628" y="142897"/>
                </a:cubicBezTo>
                <a:cubicBezTo>
                  <a:pt x="6006959" y="144692"/>
                  <a:pt x="6014849" y="146482"/>
                  <a:pt x="6022589" y="146482"/>
                </a:cubicBezTo>
                <a:cubicBezTo>
                  <a:pt x="6049233" y="146482"/>
                  <a:pt x="6065121" y="128506"/>
                  <a:pt x="6065121" y="108341"/>
                </a:cubicBezTo>
                <a:moveTo>
                  <a:pt x="6045136" y="108595"/>
                </a:moveTo>
                <a:cubicBezTo>
                  <a:pt x="6045136" y="124155"/>
                  <a:pt x="6038728" y="136235"/>
                  <a:pt x="6023356" y="136235"/>
                </a:cubicBezTo>
                <a:cubicBezTo>
                  <a:pt x="6004911" y="136235"/>
                  <a:pt x="5999273" y="124206"/>
                  <a:pt x="5999273" y="106550"/>
                </a:cubicBezTo>
                <a:cubicBezTo>
                  <a:pt x="5999273" y="89661"/>
                  <a:pt x="6006959" y="78656"/>
                  <a:pt x="6021819" y="78656"/>
                </a:cubicBezTo>
                <a:cubicBezTo>
                  <a:pt x="6038474" y="78656"/>
                  <a:pt x="6045136" y="90427"/>
                  <a:pt x="6045136" y="108595"/>
                </a:cubicBezTo>
                <a:close/>
                <a:moveTo>
                  <a:pt x="6135835" y="95830"/>
                </a:moveTo>
                <a:lnTo>
                  <a:pt x="6135835" y="72506"/>
                </a:lnTo>
                <a:cubicBezTo>
                  <a:pt x="6135835" y="70508"/>
                  <a:pt x="6135526" y="69945"/>
                  <a:pt x="6134298" y="69945"/>
                </a:cubicBezTo>
                <a:cubicBezTo>
                  <a:pt x="6128559" y="71071"/>
                  <a:pt x="6119387" y="71275"/>
                  <a:pt x="6113543" y="70712"/>
                </a:cubicBezTo>
                <a:lnTo>
                  <a:pt x="6113031" y="71482"/>
                </a:lnTo>
                <a:cubicBezTo>
                  <a:pt x="6114825" y="82550"/>
                  <a:pt x="6115337" y="101988"/>
                  <a:pt x="6115337" y="121223"/>
                </a:cubicBezTo>
                <a:lnTo>
                  <a:pt x="6115337" y="135328"/>
                </a:lnTo>
                <a:cubicBezTo>
                  <a:pt x="6115337" y="154563"/>
                  <a:pt x="6115032" y="167695"/>
                  <a:pt x="6113031" y="181496"/>
                </a:cubicBezTo>
                <a:lnTo>
                  <a:pt x="6113543" y="182262"/>
                </a:lnTo>
                <a:cubicBezTo>
                  <a:pt x="6116619" y="181750"/>
                  <a:pt x="6122511" y="181496"/>
                  <a:pt x="6125588" y="181496"/>
                </a:cubicBezTo>
                <a:cubicBezTo>
                  <a:pt x="6128661" y="181496"/>
                  <a:pt x="6134552" y="181750"/>
                  <a:pt x="6137629" y="182262"/>
                </a:cubicBezTo>
                <a:lnTo>
                  <a:pt x="6138141" y="181496"/>
                </a:lnTo>
                <a:cubicBezTo>
                  <a:pt x="6136245" y="166874"/>
                  <a:pt x="6135835" y="154821"/>
                  <a:pt x="6135835" y="135328"/>
                </a:cubicBezTo>
                <a:lnTo>
                  <a:pt x="6135835" y="121993"/>
                </a:lnTo>
                <a:cubicBezTo>
                  <a:pt x="6135835" y="111218"/>
                  <a:pt x="6139064" y="105065"/>
                  <a:pt x="6144545" y="96601"/>
                </a:cubicBezTo>
                <a:cubicBezTo>
                  <a:pt x="6148287" y="90908"/>
                  <a:pt x="6154026" y="87624"/>
                  <a:pt x="6158893" y="87624"/>
                </a:cubicBezTo>
                <a:cubicBezTo>
                  <a:pt x="6164019" y="87624"/>
                  <a:pt x="6168886" y="88136"/>
                  <a:pt x="6172217" y="91213"/>
                </a:cubicBezTo>
                <a:lnTo>
                  <a:pt x="6174265" y="90701"/>
                </a:lnTo>
                <a:lnTo>
                  <a:pt x="6179391" y="71736"/>
                </a:lnTo>
                <a:lnTo>
                  <a:pt x="6178367" y="70712"/>
                </a:lnTo>
                <a:cubicBezTo>
                  <a:pt x="6174011" y="69433"/>
                  <a:pt x="6173753" y="68917"/>
                  <a:pt x="6169144" y="68917"/>
                </a:cubicBezTo>
                <a:cubicBezTo>
                  <a:pt x="6155308" y="68917"/>
                  <a:pt x="6147876" y="76861"/>
                  <a:pt x="6136605" y="96343"/>
                </a:cubicBezTo>
                <a:lnTo>
                  <a:pt x="6135835" y="95830"/>
                </a:lnTo>
                <a:close/>
                <a:moveTo>
                  <a:pt x="6263431" y="123776"/>
                </a:moveTo>
                <a:lnTo>
                  <a:pt x="6262407" y="154286"/>
                </a:lnTo>
                <a:cubicBezTo>
                  <a:pt x="6262407" y="157617"/>
                  <a:pt x="6260867" y="159411"/>
                  <a:pt x="6258818" y="160951"/>
                </a:cubicBezTo>
                <a:cubicBezTo>
                  <a:pt x="6251644" y="166335"/>
                  <a:pt x="6242934" y="170948"/>
                  <a:pt x="6235248" y="170948"/>
                </a:cubicBezTo>
                <a:cubicBezTo>
                  <a:pt x="6223718" y="170948"/>
                  <a:pt x="6216286" y="163258"/>
                  <a:pt x="6216286" y="155310"/>
                </a:cubicBezTo>
                <a:cubicBezTo>
                  <a:pt x="6216286" y="143773"/>
                  <a:pt x="6221666" y="135055"/>
                  <a:pt x="6241651" y="129671"/>
                </a:cubicBezTo>
                <a:lnTo>
                  <a:pt x="6263431" y="123776"/>
                </a:lnTo>
                <a:moveTo>
                  <a:pt x="6263431" y="169154"/>
                </a:moveTo>
                <a:cubicBezTo>
                  <a:pt x="6266403" y="179146"/>
                  <a:pt x="6274038" y="184014"/>
                  <a:pt x="6283417" y="184014"/>
                </a:cubicBezTo>
                <a:cubicBezTo>
                  <a:pt x="6289872" y="184014"/>
                  <a:pt x="6297765" y="182477"/>
                  <a:pt x="6303809" y="176073"/>
                </a:cubicBezTo>
                <a:lnTo>
                  <a:pt x="6301913" y="169717"/>
                </a:lnTo>
                <a:cubicBezTo>
                  <a:pt x="6299094" y="170694"/>
                  <a:pt x="6296944" y="171050"/>
                  <a:pt x="6294997" y="171050"/>
                </a:cubicBezTo>
                <a:cubicBezTo>
                  <a:pt x="6292432" y="171050"/>
                  <a:pt x="6289051" y="170588"/>
                  <a:pt x="6287463" y="169154"/>
                </a:cubicBezTo>
                <a:cubicBezTo>
                  <a:pt x="6284852" y="166796"/>
                  <a:pt x="6283210" y="160541"/>
                  <a:pt x="6283210" y="149156"/>
                </a:cubicBezTo>
                <a:cubicBezTo>
                  <a:pt x="6283210" y="141720"/>
                  <a:pt x="6283929" y="113267"/>
                  <a:pt x="6283929" y="110444"/>
                </a:cubicBezTo>
                <a:cubicBezTo>
                  <a:pt x="6283929" y="75837"/>
                  <a:pt x="6261125" y="68917"/>
                  <a:pt x="6241651" y="68917"/>
                </a:cubicBezTo>
                <a:cubicBezTo>
                  <a:pt x="6222178" y="68917"/>
                  <a:pt x="6210395" y="78398"/>
                  <a:pt x="6203987" y="83781"/>
                </a:cubicBezTo>
                <a:lnTo>
                  <a:pt x="6203221" y="84809"/>
                </a:lnTo>
                <a:lnTo>
                  <a:pt x="6207576" y="101984"/>
                </a:lnTo>
                <a:lnTo>
                  <a:pt x="6210907" y="102242"/>
                </a:lnTo>
                <a:cubicBezTo>
                  <a:pt x="6218081" y="90705"/>
                  <a:pt x="6226791" y="80450"/>
                  <a:pt x="6239091" y="80450"/>
                </a:cubicBezTo>
                <a:cubicBezTo>
                  <a:pt x="6248313" y="80450"/>
                  <a:pt x="6263686" y="81733"/>
                  <a:pt x="6263686" y="110702"/>
                </a:cubicBezTo>
                <a:cubicBezTo>
                  <a:pt x="6263686" y="112497"/>
                  <a:pt x="6262661" y="113521"/>
                  <a:pt x="6261891" y="113779"/>
                </a:cubicBezTo>
                <a:lnTo>
                  <a:pt x="6238066" y="119162"/>
                </a:lnTo>
                <a:cubicBezTo>
                  <a:pt x="6211931" y="125058"/>
                  <a:pt x="6195535" y="138902"/>
                  <a:pt x="6195535" y="156334"/>
                </a:cubicBezTo>
                <a:cubicBezTo>
                  <a:pt x="6195535" y="175303"/>
                  <a:pt x="6208600" y="184014"/>
                  <a:pt x="6227561" y="184014"/>
                </a:cubicBezTo>
                <a:cubicBezTo>
                  <a:pt x="6241651" y="184014"/>
                  <a:pt x="6248825" y="180687"/>
                  <a:pt x="6262407" y="169154"/>
                </a:cubicBezTo>
                <a:lnTo>
                  <a:pt x="6263431" y="169154"/>
                </a:lnTo>
                <a:close/>
                <a:moveTo>
                  <a:pt x="6348748" y="106085"/>
                </a:moveTo>
                <a:cubicBezTo>
                  <a:pt x="6354385" y="92499"/>
                  <a:pt x="6369504" y="80704"/>
                  <a:pt x="6379496" y="80704"/>
                </a:cubicBezTo>
                <a:cubicBezTo>
                  <a:pt x="6396917" y="80704"/>
                  <a:pt x="6405886" y="96601"/>
                  <a:pt x="6405886" y="125570"/>
                </a:cubicBezTo>
                <a:cubicBezTo>
                  <a:pt x="6405886" y="146592"/>
                  <a:pt x="6399994" y="173767"/>
                  <a:pt x="6372576" y="173767"/>
                </a:cubicBezTo>
                <a:cubicBezTo>
                  <a:pt x="6368479" y="173767"/>
                  <a:pt x="6357716" y="172743"/>
                  <a:pt x="6348748" y="162230"/>
                </a:cubicBezTo>
                <a:lnTo>
                  <a:pt x="6348748" y="106085"/>
                </a:lnTo>
                <a:moveTo>
                  <a:pt x="6348748" y="91217"/>
                </a:moveTo>
                <a:lnTo>
                  <a:pt x="6348748" y="72506"/>
                </a:lnTo>
                <a:cubicBezTo>
                  <a:pt x="6348748" y="70508"/>
                  <a:pt x="6348443" y="69945"/>
                  <a:pt x="6347211" y="69945"/>
                </a:cubicBezTo>
                <a:cubicBezTo>
                  <a:pt x="6341472" y="71071"/>
                  <a:pt x="6332300" y="71275"/>
                  <a:pt x="6326460" y="70712"/>
                </a:cubicBezTo>
                <a:lnTo>
                  <a:pt x="6325947" y="71482"/>
                </a:lnTo>
                <a:cubicBezTo>
                  <a:pt x="6327738" y="82550"/>
                  <a:pt x="6328250" y="101984"/>
                  <a:pt x="6328250" y="121211"/>
                </a:cubicBezTo>
                <a:lnTo>
                  <a:pt x="6328250" y="189667"/>
                </a:lnTo>
                <a:cubicBezTo>
                  <a:pt x="6328250" y="208781"/>
                  <a:pt x="6327789" y="227222"/>
                  <a:pt x="6325947" y="241042"/>
                </a:cubicBezTo>
                <a:lnTo>
                  <a:pt x="6326460" y="241812"/>
                </a:lnTo>
                <a:cubicBezTo>
                  <a:pt x="6329532" y="241300"/>
                  <a:pt x="6335424" y="241042"/>
                  <a:pt x="6338501" y="241042"/>
                </a:cubicBezTo>
                <a:cubicBezTo>
                  <a:pt x="6341574" y="241042"/>
                  <a:pt x="6347469" y="241300"/>
                  <a:pt x="6350542" y="241812"/>
                </a:cubicBezTo>
                <a:lnTo>
                  <a:pt x="6351054" y="241042"/>
                </a:lnTo>
                <a:cubicBezTo>
                  <a:pt x="6349209" y="226401"/>
                  <a:pt x="6348748" y="208984"/>
                  <a:pt x="6348748" y="189667"/>
                </a:cubicBezTo>
                <a:lnTo>
                  <a:pt x="6348748" y="178380"/>
                </a:lnTo>
                <a:cubicBezTo>
                  <a:pt x="6355410" y="181965"/>
                  <a:pt x="6364890" y="184014"/>
                  <a:pt x="6374113" y="184014"/>
                </a:cubicBezTo>
                <a:cubicBezTo>
                  <a:pt x="6407934" y="184014"/>
                  <a:pt x="6428432" y="158387"/>
                  <a:pt x="6428432" y="122235"/>
                </a:cubicBezTo>
                <a:cubicBezTo>
                  <a:pt x="6428432" y="95060"/>
                  <a:pt x="6412547" y="68917"/>
                  <a:pt x="6383851" y="68917"/>
                </a:cubicBezTo>
                <a:cubicBezTo>
                  <a:pt x="6373859" y="68917"/>
                  <a:pt x="6361047" y="74043"/>
                  <a:pt x="6349260" y="91987"/>
                </a:cubicBezTo>
                <a:lnTo>
                  <a:pt x="6348748" y="91217"/>
                </a:lnTo>
                <a:close/>
                <a:moveTo>
                  <a:pt x="6484801" y="91217"/>
                </a:moveTo>
                <a:lnTo>
                  <a:pt x="6484801" y="53048"/>
                </a:lnTo>
                <a:cubicBezTo>
                  <a:pt x="6484801" y="34103"/>
                  <a:pt x="6485876" y="20893"/>
                  <a:pt x="6487104" y="5172"/>
                </a:cubicBezTo>
                <a:cubicBezTo>
                  <a:pt x="6487104" y="3382"/>
                  <a:pt x="6486388" y="2612"/>
                  <a:pt x="6484801" y="2612"/>
                </a:cubicBezTo>
                <a:cubicBezTo>
                  <a:pt x="6478393" y="5172"/>
                  <a:pt x="6472912" y="6967"/>
                  <a:pt x="6462509" y="7733"/>
                </a:cubicBezTo>
                <a:lnTo>
                  <a:pt x="6461997" y="8503"/>
                </a:lnTo>
                <a:cubicBezTo>
                  <a:pt x="6463995" y="19458"/>
                  <a:pt x="6464303" y="38712"/>
                  <a:pt x="6464303" y="58166"/>
                </a:cubicBezTo>
                <a:lnTo>
                  <a:pt x="6464303" y="135328"/>
                </a:lnTo>
                <a:cubicBezTo>
                  <a:pt x="6464303" y="154411"/>
                  <a:pt x="6463995" y="167132"/>
                  <a:pt x="6461997" y="181496"/>
                </a:cubicBezTo>
                <a:lnTo>
                  <a:pt x="6462509" y="182262"/>
                </a:lnTo>
                <a:cubicBezTo>
                  <a:pt x="6465582" y="181750"/>
                  <a:pt x="6471477" y="181496"/>
                  <a:pt x="6474550" y="181496"/>
                </a:cubicBezTo>
                <a:cubicBezTo>
                  <a:pt x="6477627" y="181496"/>
                  <a:pt x="6483519" y="181750"/>
                  <a:pt x="6486592" y="182262"/>
                </a:cubicBezTo>
                <a:lnTo>
                  <a:pt x="6487104" y="181496"/>
                </a:lnTo>
                <a:cubicBezTo>
                  <a:pt x="6485212" y="166824"/>
                  <a:pt x="6484801" y="154821"/>
                  <a:pt x="6484801" y="135328"/>
                </a:cubicBezTo>
                <a:lnTo>
                  <a:pt x="6484801" y="105323"/>
                </a:lnTo>
                <a:cubicBezTo>
                  <a:pt x="6497867" y="89935"/>
                  <a:pt x="6512879" y="84293"/>
                  <a:pt x="6521949" y="84293"/>
                </a:cubicBezTo>
                <a:cubicBezTo>
                  <a:pt x="6535019" y="84293"/>
                  <a:pt x="6540398" y="89423"/>
                  <a:pt x="6540398" y="110194"/>
                </a:cubicBezTo>
                <a:lnTo>
                  <a:pt x="6540398" y="135328"/>
                </a:lnTo>
                <a:cubicBezTo>
                  <a:pt x="6540398" y="154567"/>
                  <a:pt x="6540140" y="167695"/>
                  <a:pt x="6538092" y="181496"/>
                </a:cubicBezTo>
                <a:lnTo>
                  <a:pt x="6538604" y="182262"/>
                </a:lnTo>
                <a:cubicBezTo>
                  <a:pt x="6541681" y="181750"/>
                  <a:pt x="6547572" y="181496"/>
                  <a:pt x="6550645" y="181496"/>
                </a:cubicBezTo>
                <a:cubicBezTo>
                  <a:pt x="6553722" y="181496"/>
                  <a:pt x="6559614" y="181750"/>
                  <a:pt x="6562691" y="182262"/>
                </a:cubicBezTo>
                <a:lnTo>
                  <a:pt x="6563203" y="181496"/>
                </a:lnTo>
                <a:cubicBezTo>
                  <a:pt x="6561150" y="166824"/>
                  <a:pt x="6560896" y="154821"/>
                  <a:pt x="6560896" y="135328"/>
                </a:cubicBezTo>
                <a:cubicBezTo>
                  <a:pt x="6560896" y="127122"/>
                  <a:pt x="6561408" y="117634"/>
                  <a:pt x="6561408" y="109428"/>
                </a:cubicBezTo>
                <a:cubicBezTo>
                  <a:pt x="6561408" y="82753"/>
                  <a:pt x="6552698" y="68917"/>
                  <a:pt x="6529636" y="68917"/>
                </a:cubicBezTo>
                <a:cubicBezTo>
                  <a:pt x="6519901" y="68917"/>
                  <a:pt x="6501710" y="72764"/>
                  <a:pt x="6485313" y="91987"/>
                </a:cubicBezTo>
                <a:lnTo>
                  <a:pt x="6484801" y="91217"/>
                </a:lnTo>
                <a:close/>
                <a:moveTo>
                  <a:pt x="6658768" y="155564"/>
                </a:moveTo>
                <a:lnTo>
                  <a:pt x="6654413" y="177098"/>
                </a:lnTo>
                <a:cubicBezTo>
                  <a:pt x="6669019" y="182223"/>
                  <a:pt x="6683367" y="184014"/>
                  <a:pt x="6693102" y="184014"/>
                </a:cubicBezTo>
                <a:cubicBezTo>
                  <a:pt x="6728460" y="184014"/>
                  <a:pt x="6736658" y="163000"/>
                  <a:pt x="6736658" y="148898"/>
                </a:cubicBezTo>
                <a:cubicBezTo>
                  <a:pt x="6736658" y="127877"/>
                  <a:pt x="6720003" y="119675"/>
                  <a:pt x="6701812" y="115315"/>
                </a:cubicBezTo>
                <a:cubicBezTo>
                  <a:pt x="6692129" y="113009"/>
                  <a:pt x="6677988" y="108138"/>
                  <a:pt x="6677988" y="95318"/>
                </a:cubicBezTo>
                <a:cubicBezTo>
                  <a:pt x="6677988" y="84806"/>
                  <a:pt x="6686440" y="79168"/>
                  <a:pt x="6697457" y="79168"/>
                </a:cubicBezTo>
                <a:cubicBezTo>
                  <a:pt x="6710781" y="79168"/>
                  <a:pt x="6718979" y="89677"/>
                  <a:pt x="6724875" y="96601"/>
                </a:cubicBezTo>
                <a:lnTo>
                  <a:pt x="6728460" y="96343"/>
                </a:lnTo>
                <a:lnTo>
                  <a:pt x="6733585" y="77373"/>
                </a:lnTo>
                <a:lnTo>
                  <a:pt x="6733073" y="76607"/>
                </a:lnTo>
                <a:cubicBezTo>
                  <a:pt x="6725641" y="72764"/>
                  <a:pt x="6711551" y="68917"/>
                  <a:pt x="6698481" y="68917"/>
                </a:cubicBezTo>
                <a:cubicBezTo>
                  <a:pt x="6679524" y="68917"/>
                  <a:pt x="6659793" y="78910"/>
                  <a:pt x="6659793" y="100189"/>
                </a:cubicBezTo>
                <a:cubicBezTo>
                  <a:pt x="6659793" y="120699"/>
                  <a:pt x="6675118" y="127466"/>
                  <a:pt x="6690541" y="131724"/>
                </a:cubicBezTo>
                <a:cubicBezTo>
                  <a:pt x="6705401" y="135825"/>
                  <a:pt x="6716418" y="139926"/>
                  <a:pt x="6716418" y="152487"/>
                </a:cubicBezTo>
                <a:cubicBezTo>
                  <a:pt x="6716418" y="166077"/>
                  <a:pt x="6706426" y="173767"/>
                  <a:pt x="6692848" y="173767"/>
                </a:cubicBezTo>
                <a:cubicBezTo>
                  <a:pt x="6680548" y="173767"/>
                  <a:pt x="6669786" y="165307"/>
                  <a:pt x="6662612" y="155310"/>
                </a:cubicBezTo>
                <a:lnTo>
                  <a:pt x="6658768" y="155564"/>
                </a:lnTo>
                <a:close/>
                <a:moveTo>
                  <a:pt x="6790978" y="91217"/>
                </a:moveTo>
                <a:lnTo>
                  <a:pt x="6790978" y="53048"/>
                </a:lnTo>
                <a:cubicBezTo>
                  <a:pt x="6790978" y="34103"/>
                  <a:pt x="6792053" y="20893"/>
                  <a:pt x="6793281" y="5172"/>
                </a:cubicBezTo>
                <a:cubicBezTo>
                  <a:pt x="6793281" y="3382"/>
                  <a:pt x="6792565" y="2612"/>
                  <a:pt x="6790978" y="2612"/>
                </a:cubicBezTo>
                <a:cubicBezTo>
                  <a:pt x="6784570" y="5172"/>
                  <a:pt x="6779089" y="6967"/>
                  <a:pt x="6768686" y="7733"/>
                </a:cubicBezTo>
                <a:lnTo>
                  <a:pt x="6768174" y="8503"/>
                </a:lnTo>
                <a:cubicBezTo>
                  <a:pt x="6770171" y="19458"/>
                  <a:pt x="6770480" y="38712"/>
                  <a:pt x="6770480" y="58166"/>
                </a:cubicBezTo>
                <a:lnTo>
                  <a:pt x="6770480" y="135328"/>
                </a:lnTo>
                <a:cubicBezTo>
                  <a:pt x="6770480" y="154411"/>
                  <a:pt x="6770171" y="167132"/>
                  <a:pt x="6768174" y="181496"/>
                </a:cubicBezTo>
                <a:lnTo>
                  <a:pt x="6768686" y="182262"/>
                </a:lnTo>
                <a:cubicBezTo>
                  <a:pt x="6771759" y="181750"/>
                  <a:pt x="6777654" y="181496"/>
                  <a:pt x="6780727" y="181496"/>
                </a:cubicBezTo>
                <a:cubicBezTo>
                  <a:pt x="6783804" y="181496"/>
                  <a:pt x="6789696" y="181750"/>
                  <a:pt x="6792768" y="182262"/>
                </a:cubicBezTo>
                <a:lnTo>
                  <a:pt x="6793281" y="181496"/>
                </a:lnTo>
                <a:cubicBezTo>
                  <a:pt x="6791388" y="166824"/>
                  <a:pt x="6790978" y="154821"/>
                  <a:pt x="6790978" y="135328"/>
                </a:cubicBezTo>
                <a:lnTo>
                  <a:pt x="6790978" y="105323"/>
                </a:lnTo>
                <a:cubicBezTo>
                  <a:pt x="6804044" y="89935"/>
                  <a:pt x="6819056" y="84293"/>
                  <a:pt x="6828126" y="84293"/>
                </a:cubicBezTo>
                <a:cubicBezTo>
                  <a:pt x="6841196" y="84293"/>
                  <a:pt x="6846575" y="89423"/>
                  <a:pt x="6846575" y="110194"/>
                </a:cubicBezTo>
                <a:lnTo>
                  <a:pt x="6846575" y="135328"/>
                </a:lnTo>
                <a:cubicBezTo>
                  <a:pt x="6846575" y="154567"/>
                  <a:pt x="6846317" y="167695"/>
                  <a:pt x="6844269" y="181496"/>
                </a:cubicBezTo>
                <a:lnTo>
                  <a:pt x="6844781" y="182262"/>
                </a:lnTo>
                <a:cubicBezTo>
                  <a:pt x="6847858" y="181750"/>
                  <a:pt x="6853749" y="181496"/>
                  <a:pt x="6856822" y="181496"/>
                </a:cubicBezTo>
                <a:cubicBezTo>
                  <a:pt x="6859899" y="181496"/>
                  <a:pt x="6865791" y="181750"/>
                  <a:pt x="6868867" y="182262"/>
                </a:cubicBezTo>
                <a:lnTo>
                  <a:pt x="6869380" y="181496"/>
                </a:lnTo>
                <a:cubicBezTo>
                  <a:pt x="6867327" y="166824"/>
                  <a:pt x="6867073" y="154821"/>
                  <a:pt x="6867073" y="135328"/>
                </a:cubicBezTo>
                <a:cubicBezTo>
                  <a:pt x="6867073" y="127122"/>
                  <a:pt x="6867585" y="117634"/>
                  <a:pt x="6867585" y="109428"/>
                </a:cubicBezTo>
                <a:cubicBezTo>
                  <a:pt x="6867585" y="82753"/>
                  <a:pt x="6858875" y="68917"/>
                  <a:pt x="6835812" y="68917"/>
                </a:cubicBezTo>
                <a:cubicBezTo>
                  <a:pt x="6826078" y="68917"/>
                  <a:pt x="6807887" y="72764"/>
                  <a:pt x="6791490" y="91987"/>
                </a:cubicBezTo>
                <a:lnTo>
                  <a:pt x="6790978" y="91217"/>
                </a:lnTo>
                <a:close/>
                <a:moveTo>
                  <a:pt x="6967509" y="123776"/>
                </a:moveTo>
                <a:lnTo>
                  <a:pt x="6966485" y="154286"/>
                </a:lnTo>
                <a:cubicBezTo>
                  <a:pt x="6966485" y="157617"/>
                  <a:pt x="6964945" y="159411"/>
                  <a:pt x="6962896" y="160951"/>
                </a:cubicBezTo>
                <a:cubicBezTo>
                  <a:pt x="6955722" y="166335"/>
                  <a:pt x="6947012" y="170948"/>
                  <a:pt x="6939326" y="170948"/>
                </a:cubicBezTo>
                <a:cubicBezTo>
                  <a:pt x="6927796" y="170948"/>
                  <a:pt x="6920364" y="163258"/>
                  <a:pt x="6920364" y="155310"/>
                </a:cubicBezTo>
                <a:cubicBezTo>
                  <a:pt x="6920364" y="143773"/>
                  <a:pt x="6925744" y="135055"/>
                  <a:pt x="6945729" y="129671"/>
                </a:cubicBezTo>
                <a:lnTo>
                  <a:pt x="6967509" y="123776"/>
                </a:lnTo>
                <a:moveTo>
                  <a:pt x="6967509" y="169154"/>
                </a:moveTo>
                <a:cubicBezTo>
                  <a:pt x="6970481" y="179146"/>
                  <a:pt x="6978116" y="184014"/>
                  <a:pt x="6987495" y="184014"/>
                </a:cubicBezTo>
                <a:cubicBezTo>
                  <a:pt x="6993950" y="184014"/>
                  <a:pt x="7001843" y="182477"/>
                  <a:pt x="7007887" y="176073"/>
                </a:cubicBezTo>
                <a:lnTo>
                  <a:pt x="7005991" y="169717"/>
                </a:lnTo>
                <a:cubicBezTo>
                  <a:pt x="7003172" y="170694"/>
                  <a:pt x="7001022" y="171050"/>
                  <a:pt x="6999075" y="171050"/>
                </a:cubicBezTo>
                <a:cubicBezTo>
                  <a:pt x="6996510" y="171050"/>
                  <a:pt x="6993129" y="170588"/>
                  <a:pt x="6991541" y="169154"/>
                </a:cubicBezTo>
                <a:cubicBezTo>
                  <a:pt x="6988930" y="166796"/>
                  <a:pt x="6987288" y="160541"/>
                  <a:pt x="6987288" y="149156"/>
                </a:cubicBezTo>
                <a:cubicBezTo>
                  <a:pt x="6987288" y="141720"/>
                  <a:pt x="6988007" y="113267"/>
                  <a:pt x="6988007" y="110444"/>
                </a:cubicBezTo>
                <a:cubicBezTo>
                  <a:pt x="6988007" y="75837"/>
                  <a:pt x="6965203" y="68917"/>
                  <a:pt x="6945729" y="68917"/>
                </a:cubicBezTo>
                <a:cubicBezTo>
                  <a:pt x="6926256" y="68917"/>
                  <a:pt x="6914473" y="78398"/>
                  <a:pt x="6908065" y="83781"/>
                </a:cubicBezTo>
                <a:lnTo>
                  <a:pt x="6907299" y="84809"/>
                </a:lnTo>
                <a:lnTo>
                  <a:pt x="6911654" y="101984"/>
                </a:lnTo>
                <a:lnTo>
                  <a:pt x="6914985" y="102242"/>
                </a:lnTo>
                <a:cubicBezTo>
                  <a:pt x="6922159" y="90705"/>
                  <a:pt x="6930869" y="80450"/>
                  <a:pt x="6943169" y="80450"/>
                </a:cubicBezTo>
                <a:cubicBezTo>
                  <a:pt x="6952391" y="80450"/>
                  <a:pt x="6967764" y="81733"/>
                  <a:pt x="6967764" y="110702"/>
                </a:cubicBezTo>
                <a:cubicBezTo>
                  <a:pt x="6967764" y="112497"/>
                  <a:pt x="6966739" y="113521"/>
                  <a:pt x="6965969" y="113779"/>
                </a:cubicBezTo>
                <a:lnTo>
                  <a:pt x="6942144" y="119162"/>
                </a:lnTo>
                <a:cubicBezTo>
                  <a:pt x="6916009" y="125058"/>
                  <a:pt x="6899613" y="138902"/>
                  <a:pt x="6899613" y="156334"/>
                </a:cubicBezTo>
                <a:cubicBezTo>
                  <a:pt x="6899613" y="175303"/>
                  <a:pt x="6912678" y="184014"/>
                  <a:pt x="6931639" y="184014"/>
                </a:cubicBezTo>
                <a:cubicBezTo>
                  <a:pt x="6945729" y="184014"/>
                  <a:pt x="6952903" y="180687"/>
                  <a:pt x="6966485" y="169154"/>
                </a:cubicBezTo>
                <a:lnTo>
                  <a:pt x="6967509" y="169154"/>
                </a:lnTo>
                <a:close/>
                <a:moveTo>
                  <a:pt x="7052826" y="106085"/>
                </a:moveTo>
                <a:cubicBezTo>
                  <a:pt x="7058464" y="92499"/>
                  <a:pt x="7073582" y="80704"/>
                  <a:pt x="7083575" y="80704"/>
                </a:cubicBezTo>
                <a:cubicBezTo>
                  <a:pt x="7100996" y="80704"/>
                  <a:pt x="7109964" y="96601"/>
                  <a:pt x="7109964" y="125570"/>
                </a:cubicBezTo>
                <a:cubicBezTo>
                  <a:pt x="7109964" y="146592"/>
                  <a:pt x="7104072" y="173767"/>
                  <a:pt x="7076655" y="173767"/>
                </a:cubicBezTo>
                <a:cubicBezTo>
                  <a:pt x="7072558" y="173767"/>
                  <a:pt x="7061795" y="172743"/>
                  <a:pt x="7052826" y="162230"/>
                </a:cubicBezTo>
                <a:lnTo>
                  <a:pt x="7052826" y="106085"/>
                </a:lnTo>
                <a:moveTo>
                  <a:pt x="7052826" y="91217"/>
                </a:moveTo>
                <a:lnTo>
                  <a:pt x="7052826" y="72506"/>
                </a:lnTo>
                <a:cubicBezTo>
                  <a:pt x="7052826" y="70508"/>
                  <a:pt x="7052521" y="69945"/>
                  <a:pt x="7051290" y="69945"/>
                </a:cubicBezTo>
                <a:cubicBezTo>
                  <a:pt x="7045551" y="71071"/>
                  <a:pt x="7036379" y="71275"/>
                  <a:pt x="7030538" y="70712"/>
                </a:cubicBezTo>
                <a:lnTo>
                  <a:pt x="7030026" y="71482"/>
                </a:lnTo>
                <a:cubicBezTo>
                  <a:pt x="7031817" y="82550"/>
                  <a:pt x="7032329" y="101984"/>
                  <a:pt x="7032329" y="121211"/>
                </a:cubicBezTo>
                <a:lnTo>
                  <a:pt x="7032329" y="189667"/>
                </a:lnTo>
                <a:cubicBezTo>
                  <a:pt x="7032329" y="208781"/>
                  <a:pt x="7031867" y="227222"/>
                  <a:pt x="7030026" y="241042"/>
                </a:cubicBezTo>
                <a:lnTo>
                  <a:pt x="7030538" y="241812"/>
                </a:lnTo>
                <a:cubicBezTo>
                  <a:pt x="7033611" y="241300"/>
                  <a:pt x="7039503" y="241042"/>
                  <a:pt x="7042580" y="241042"/>
                </a:cubicBezTo>
                <a:cubicBezTo>
                  <a:pt x="7045652" y="241042"/>
                  <a:pt x="7051548" y="241300"/>
                  <a:pt x="7054621" y="241812"/>
                </a:cubicBezTo>
                <a:lnTo>
                  <a:pt x="7055133" y="241042"/>
                </a:lnTo>
                <a:cubicBezTo>
                  <a:pt x="7053288" y="226401"/>
                  <a:pt x="7052826" y="208984"/>
                  <a:pt x="7052826" y="189667"/>
                </a:cubicBezTo>
                <a:lnTo>
                  <a:pt x="7052826" y="178380"/>
                </a:lnTo>
                <a:cubicBezTo>
                  <a:pt x="7059488" y="181965"/>
                  <a:pt x="7068969" y="184014"/>
                  <a:pt x="7078191" y="184014"/>
                </a:cubicBezTo>
                <a:cubicBezTo>
                  <a:pt x="7112013" y="184014"/>
                  <a:pt x="7132510" y="158387"/>
                  <a:pt x="7132510" y="122235"/>
                </a:cubicBezTo>
                <a:cubicBezTo>
                  <a:pt x="7132510" y="95060"/>
                  <a:pt x="7116626" y="68917"/>
                  <a:pt x="7087930" y="68917"/>
                </a:cubicBezTo>
                <a:cubicBezTo>
                  <a:pt x="7077937" y="68917"/>
                  <a:pt x="7065126" y="74043"/>
                  <a:pt x="7053339" y="91987"/>
                </a:cubicBezTo>
                <a:lnTo>
                  <a:pt x="7052826" y="91217"/>
                </a:lnTo>
                <a:close/>
                <a:moveTo>
                  <a:pt x="7179144" y="111465"/>
                </a:moveTo>
                <a:cubicBezTo>
                  <a:pt x="7183499" y="84806"/>
                  <a:pt x="7200306" y="79168"/>
                  <a:pt x="7208352" y="79168"/>
                </a:cubicBezTo>
                <a:cubicBezTo>
                  <a:pt x="7218497" y="79168"/>
                  <a:pt x="7229874" y="88652"/>
                  <a:pt x="7229874" y="107876"/>
                </a:cubicBezTo>
                <a:cubicBezTo>
                  <a:pt x="7229874" y="110182"/>
                  <a:pt x="7228849" y="111465"/>
                  <a:pt x="7226285" y="111465"/>
                </a:cubicBezTo>
                <a:lnTo>
                  <a:pt x="7179144" y="111465"/>
                </a:lnTo>
                <a:moveTo>
                  <a:pt x="7247552" y="154794"/>
                </a:moveTo>
                <a:cubicBezTo>
                  <a:pt x="7238584" y="164540"/>
                  <a:pt x="7226543" y="168899"/>
                  <a:pt x="7212449" y="168899"/>
                </a:cubicBezTo>
                <a:cubicBezTo>
                  <a:pt x="7203688" y="168899"/>
                  <a:pt x="7191595" y="165565"/>
                  <a:pt x="7184523" y="154282"/>
                </a:cubicBezTo>
                <a:cubicBezTo>
                  <a:pt x="7180011" y="147100"/>
                  <a:pt x="7178373" y="136638"/>
                  <a:pt x="7178373" y="121711"/>
                </a:cubicBezTo>
                <a:lnTo>
                  <a:pt x="7248065" y="121711"/>
                </a:lnTo>
                <a:cubicBezTo>
                  <a:pt x="7250883" y="121711"/>
                  <a:pt x="7252674" y="120175"/>
                  <a:pt x="7252674" y="117356"/>
                </a:cubicBezTo>
                <a:cubicBezTo>
                  <a:pt x="7252674" y="95830"/>
                  <a:pt x="7242169" y="68917"/>
                  <a:pt x="7208352" y="68917"/>
                </a:cubicBezTo>
                <a:cubicBezTo>
                  <a:pt x="7181958" y="68917"/>
                  <a:pt x="7155827" y="90189"/>
                  <a:pt x="7155827" y="127869"/>
                </a:cubicBezTo>
                <a:cubicBezTo>
                  <a:pt x="7155827" y="142432"/>
                  <a:pt x="7158798" y="156796"/>
                  <a:pt x="7167356" y="167105"/>
                </a:cubicBezTo>
                <a:cubicBezTo>
                  <a:pt x="7176168" y="177712"/>
                  <a:pt x="7190825" y="184014"/>
                  <a:pt x="7208094" y="184014"/>
                </a:cubicBezTo>
                <a:cubicBezTo>
                  <a:pt x="7226543" y="184014"/>
                  <a:pt x="7242939" y="174537"/>
                  <a:pt x="7252674" y="161206"/>
                </a:cubicBezTo>
                <a:lnTo>
                  <a:pt x="7247552" y="154794"/>
                </a:lnTo>
                <a:close/>
                <a:moveTo>
                  <a:pt x="7275989" y="155564"/>
                </a:moveTo>
                <a:lnTo>
                  <a:pt x="7271634" y="177098"/>
                </a:lnTo>
                <a:cubicBezTo>
                  <a:pt x="7286240" y="182223"/>
                  <a:pt x="7300588" y="184014"/>
                  <a:pt x="7310323" y="184014"/>
                </a:cubicBezTo>
                <a:cubicBezTo>
                  <a:pt x="7345681" y="184014"/>
                  <a:pt x="7353879" y="163000"/>
                  <a:pt x="7353879" y="148898"/>
                </a:cubicBezTo>
                <a:cubicBezTo>
                  <a:pt x="7353879" y="127877"/>
                  <a:pt x="7337224" y="119675"/>
                  <a:pt x="7319033" y="115315"/>
                </a:cubicBezTo>
                <a:cubicBezTo>
                  <a:pt x="7309349" y="113009"/>
                  <a:pt x="7295209" y="108138"/>
                  <a:pt x="7295209" y="95318"/>
                </a:cubicBezTo>
                <a:cubicBezTo>
                  <a:pt x="7295209" y="84806"/>
                  <a:pt x="7303661" y="79168"/>
                  <a:pt x="7314678" y="79168"/>
                </a:cubicBezTo>
                <a:cubicBezTo>
                  <a:pt x="7328002" y="79168"/>
                  <a:pt x="7336200" y="89677"/>
                  <a:pt x="7342096" y="96601"/>
                </a:cubicBezTo>
                <a:lnTo>
                  <a:pt x="7345681" y="96343"/>
                </a:lnTo>
                <a:lnTo>
                  <a:pt x="7350806" y="77373"/>
                </a:lnTo>
                <a:lnTo>
                  <a:pt x="7350294" y="76607"/>
                </a:lnTo>
                <a:cubicBezTo>
                  <a:pt x="7342862" y="72764"/>
                  <a:pt x="7328772" y="68917"/>
                  <a:pt x="7315702" y="68917"/>
                </a:cubicBezTo>
                <a:cubicBezTo>
                  <a:pt x="7296745" y="68917"/>
                  <a:pt x="7277014" y="78910"/>
                  <a:pt x="7277014" y="100189"/>
                </a:cubicBezTo>
                <a:cubicBezTo>
                  <a:pt x="7277014" y="120699"/>
                  <a:pt x="7292339" y="127466"/>
                  <a:pt x="7307762" y="131724"/>
                </a:cubicBezTo>
                <a:cubicBezTo>
                  <a:pt x="7322622" y="135825"/>
                  <a:pt x="7333639" y="139926"/>
                  <a:pt x="7333639" y="152487"/>
                </a:cubicBezTo>
                <a:cubicBezTo>
                  <a:pt x="7333639" y="166077"/>
                  <a:pt x="7323647" y="173767"/>
                  <a:pt x="7310069" y="173767"/>
                </a:cubicBezTo>
                <a:cubicBezTo>
                  <a:pt x="7297769" y="173767"/>
                  <a:pt x="7287006" y="165307"/>
                  <a:pt x="7279832" y="155310"/>
                </a:cubicBezTo>
                <a:lnTo>
                  <a:pt x="7275989" y="155564"/>
                </a:lnTo>
                <a:close/>
                <a:moveTo>
                  <a:pt x="7378474" y="170182"/>
                </a:moveTo>
                <a:cubicBezTo>
                  <a:pt x="7380730" y="178736"/>
                  <a:pt x="7384319" y="182223"/>
                  <a:pt x="7392310" y="184014"/>
                </a:cubicBezTo>
                <a:lnTo>
                  <a:pt x="7393338" y="184014"/>
                </a:lnTo>
                <a:cubicBezTo>
                  <a:pt x="7400563" y="182223"/>
                  <a:pt x="7404558" y="178431"/>
                  <a:pt x="7407170" y="170182"/>
                </a:cubicBezTo>
                <a:lnTo>
                  <a:pt x="7407170" y="169154"/>
                </a:lnTo>
                <a:cubicBezTo>
                  <a:pt x="7404816" y="161929"/>
                  <a:pt x="7400766" y="157984"/>
                  <a:pt x="7393338" y="155318"/>
                </a:cubicBezTo>
                <a:lnTo>
                  <a:pt x="7392310" y="155318"/>
                </a:lnTo>
                <a:cubicBezTo>
                  <a:pt x="7384573" y="158445"/>
                  <a:pt x="7380831" y="162339"/>
                  <a:pt x="7378474" y="169154"/>
                </a:cubicBezTo>
                <a:lnTo>
                  <a:pt x="7378474" y="1701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00056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2026-09-05T18:15:32.7640000Z</dcterms:created>
  <dcterms:modified xsi:type="dcterms:W3CDTF">2026-09-05T18:15:32.7650000Z</dcterms:modified>
</coreProperties>
</file>