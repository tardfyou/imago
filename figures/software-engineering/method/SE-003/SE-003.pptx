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cbbde3f0ac45d7" /><Relationship Type="http://schemas.openxmlformats.org/officeDocument/2006/relationships/extended-properties" Target="/docProps/app.xml" Id="R9ff0413416754f82" /><Relationship Type="http://schemas.openxmlformats.org/officeDocument/2006/relationships/officeDocument" Target="/ppt/presentation.xml" Id="R28a20775572945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97b47ab42c45b9"/>
  </p:sldMasterIdLst>
  <p:notesMasterIdLst>
    <p:notesMasterId xmlns:r="http://schemas.openxmlformats.org/officeDocument/2006/relationships" r:id="R5ddfc2e258fd4c64"/>
  </p:notesMasterIdLst>
  <p:sldIdLst>
    <p:sldId xmlns:r="http://schemas.openxmlformats.org/officeDocument/2006/relationships" id="256" r:id="R0afb40afe8fe4d92"/>
  </p:sldIdLst>
  <p:sldSz cx="14516100" cy="38004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49a2e88d2a4f20" /><Relationship Type="http://schemas.openxmlformats.org/officeDocument/2006/relationships/slideMaster" Target="/ppt/slideMasters/slideMaster1.xml" Id="Rbd97b47ab42c45b9" /><Relationship Type="http://schemas.openxmlformats.org/officeDocument/2006/relationships/notesMaster" Target="/ppt/notesMasters/notesMaster1.xml" Id="R5ddfc2e258fd4c64" /><Relationship Type="http://schemas.openxmlformats.org/officeDocument/2006/relationships/presProps" Target="/ppt/presProps.xml" Id="R1b06a68912ce49be" /><Relationship Type="http://schemas.openxmlformats.org/officeDocument/2006/relationships/tableStyles" Target="/ppt/tableStyles.xml" Id="R4686128aeb4c4f6e" /><Relationship Type="http://schemas.openxmlformats.org/officeDocument/2006/relationships/slide" Target="/ppt/slides/slide1.xml" Id="R0afb40afe8fe4d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0c713eaa0848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526e6115c04fad" /><Relationship Type="http://schemas.openxmlformats.org/officeDocument/2006/relationships/notesMaster" Target="/ppt/notesMasters/notesMaster1.xml" Id="R6561c09f29254d41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素材ID：SE-003</ns1:t>
            </ns1:r>
          </ns1:p>
          <ns1:p>
            <ns1:r>
              <ns1:t>论文：Modularizing while Training: a New Paradigm for Modularizing DNN Models</ns1:t>
            </ns1:r>
          </ns1:p>
          <ns1:p>
            <ns1:r>
              <ns1:t>会议：ICSE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2，PDF第4页</ns1:t>
            </ns1:r>
          </ns1:p>
          <ns1:p>
            <ns1:r>
              <ns1:t>类型：方法机制</ns1:t>
            </ns1:r>
          </ns1:p>
          <ns1:p>
            <ns1:r>
              <ns1:t>借鉴点：训练与模块提取双区，内含特征图、掩码、损失和组件集合，适合分阶段学习/剪枝/复用机制。</ns1:t>
            </ns1:r>
          </ns1:p>
          <ns1:p>
            <ns1:r>
              <ns1:t>论文URL：https://gaoxiang9430.github.io/papers/icse24a.pdf</ns1:t>
            </ns1:r>
          </ns1:p>
          <ns1:p>
            <ns1:r>
              <ns1:t>官方获奖URL：https://www2.sigsoft.org/awards/distinguishedpaper/#42nd-international-conference-on-software-engineering-icse-2024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a5f808db3041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136e5c2c3a4925" /><Relationship Type="http://schemas.openxmlformats.org/officeDocument/2006/relationships/slideLayout" Target="/ppt/slideLayouts/slideLayout1.xml" Id="R28302214cd9e4a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302214cd9e4a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f09a839d147f9" /><Relationship Type="http://schemas.openxmlformats.org/officeDocument/2006/relationships/notesSlide" Target="/ppt/notesSlides/notesSlide1.xml" Id="R815ef1965bed47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C7B240-91CC-4095-AD50-8A86375F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8" y="0"/>
            <a:ext cx="14413699" cy="3800475"/>
          </a:xfrm>
          <a:custGeom xmlns:a="http://schemas.openxmlformats.org/drawingml/2006/main">
            <a:pathLst>
              <a:path w="14413699" h="3800475">
                <a:moveTo>
                  <a:pt x="14413699" y="0"/>
                </a:moveTo>
                <a:lnTo>
                  <a:pt x="0" y="0"/>
                </a:lnTo>
                <a:lnTo>
                  <a:pt x="0" y="3800475"/>
                </a:lnTo>
                <a:lnTo>
                  <a:pt x="14413699" y="3800475"/>
                </a:lnTo>
                <a:lnTo>
                  <a:pt x="1441369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FA0173-20E4-42C4-95B6-3221EF78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8" y="0"/>
            <a:ext cx="14413699" cy="3800475"/>
          </a:xfrm>
          <a:custGeom xmlns:a="http://schemas.openxmlformats.org/drawingml/2006/main">
            <a:pathLst>
              <a:path w="14413699" h="3800475">
                <a:moveTo>
                  <a:pt x="0" y="3800475"/>
                </a:moveTo>
                <a:lnTo>
                  <a:pt x="14413699" y="3800475"/>
                </a:lnTo>
                <a:lnTo>
                  <a:pt x="14413699" y="0"/>
                </a:lnTo>
                <a:lnTo>
                  <a:pt x="0" y="0"/>
                </a:lnTo>
                <a:lnTo>
                  <a:pt x="0" y="38004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B5CCD9-A811-415E-954D-5F510B2F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1967" y="1910295"/>
            <a:ext cx="293450" cy="257503"/>
          </a:xfrm>
          <a:custGeom xmlns:a="http://schemas.openxmlformats.org/drawingml/2006/main">
            <a:pathLst>
              <a:path w="293450" h="257503">
                <a:moveTo>
                  <a:pt x="0" y="64376"/>
                </a:moveTo>
                <a:lnTo>
                  <a:pt x="164698" y="64376"/>
                </a:lnTo>
                <a:lnTo>
                  <a:pt x="164698" y="0"/>
                </a:lnTo>
                <a:lnTo>
                  <a:pt x="293450" y="128752"/>
                </a:lnTo>
                <a:lnTo>
                  <a:pt x="164698" y="257503"/>
                </a:lnTo>
                <a:lnTo>
                  <a:pt x="164698" y="193127"/>
                </a:lnTo>
                <a:lnTo>
                  <a:pt x="0" y="193127"/>
                </a:lnTo>
                <a:lnTo>
                  <a:pt x="0" y="64376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788A42-BFCE-4F43-94EE-BA234FA7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1967" y="1910295"/>
            <a:ext cx="293451" cy="257503"/>
          </a:xfrm>
          <a:custGeom xmlns:a="http://schemas.openxmlformats.org/drawingml/2006/main">
            <a:pathLst>
              <a:path w="293451" h="257503" fill="none">
                <a:moveTo>
                  <a:pt x="0" y="64376"/>
                </a:moveTo>
                <a:lnTo>
                  <a:pt x="164699" y="64376"/>
                </a:lnTo>
                <a:lnTo>
                  <a:pt x="164699" y="0"/>
                </a:lnTo>
                <a:lnTo>
                  <a:pt x="293451" y="128752"/>
                </a:lnTo>
                <a:lnTo>
                  <a:pt x="164699" y="257503"/>
                </a:lnTo>
                <a:lnTo>
                  <a:pt x="164699" y="193128"/>
                </a:lnTo>
                <a:lnTo>
                  <a:pt x="0" y="193128"/>
                </a:lnTo>
                <a:lnTo>
                  <a:pt x="0" y="6437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A6A6A6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01886C-054B-4DDC-87CC-BB26081F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311" y="626182"/>
            <a:ext cx="3767744" cy="1266984"/>
          </a:xfrm>
          <a:custGeom xmlns:a="http://schemas.openxmlformats.org/drawingml/2006/main">
            <a:pathLst>
              <a:path w="3767744" h="1266984">
                <a:moveTo>
                  <a:pt x="0" y="0"/>
                </a:moveTo>
                <a:lnTo>
                  <a:pt x="3767744" y="0"/>
                </a:lnTo>
                <a:lnTo>
                  <a:pt x="3767744" y="1266984"/>
                </a:lnTo>
                <a:lnTo>
                  <a:pt x="0" y="12669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EEBF7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66EC44-704E-45DF-A5B4-9E9187BF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311" y="626182"/>
            <a:ext cx="3767744" cy="1266984"/>
          </a:xfrm>
          <a:custGeom xmlns:a="http://schemas.openxmlformats.org/drawingml/2006/main">
            <a:pathLst>
              <a:path w="3767744" h="1266984" fill="none">
                <a:moveTo>
                  <a:pt x="0" y="0"/>
                </a:moveTo>
                <a:lnTo>
                  <a:pt x="3767744" y="0"/>
                </a:lnTo>
                <a:lnTo>
                  <a:pt x="3767744" y="1266984"/>
                </a:lnTo>
                <a:lnTo>
                  <a:pt x="0" y="12669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D9D9D9"/>
            </a:solidFill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EFF5EB-A858-4B18-AD57-7854C5B1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311" y="2183156"/>
            <a:ext cx="3767744" cy="1047613"/>
          </a:xfrm>
          <a:custGeom xmlns:a="http://schemas.openxmlformats.org/drawingml/2006/main">
            <a:pathLst>
              <a:path w="3767744" h="1047613">
                <a:moveTo>
                  <a:pt x="0" y="0"/>
                </a:moveTo>
                <a:lnTo>
                  <a:pt x="3767744" y="0"/>
                </a:lnTo>
                <a:lnTo>
                  <a:pt x="3767744" y="1047613"/>
                </a:lnTo>
                <a:lnTo>
                  <a:pt x="0" y="10476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0D9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E9EA54-D183-4945-9B53-6E5987AF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311" y="2183156"/>
            <a:ext cx="3767744" cy="1047613"/>
          </a:xfrm>
          <a:custGeom xmlns:a="http://schemas.openxmlformats.org/drawingml/2006/main">
            <a:pathLst>
              <a:path w="3767744" h="1047613" fill="none">
                <a:moveTo>
                  <a:pt x="0" y="0"/>
                </a:moveTo>
                <a:lnTo>
                  <a:pt x="3767744" y="0"/>
                </a:lnTo>
                <a:lnTo>
                  <a:pt x="3767744" y="1047613"/>
                </a:lnTo>
                <a:lnTo>
                  <a:pt x="0" y="10476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D9D9D9"/>
            </a:solidFill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BF6676-8CB8-4885-AF15-0EA34FDB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365" y="1004327"/>
            <a:ext cx="430456" cy="814960"/>
          </a:xfrm>
          <a:custGeom xmlns:a="http://schemas.openxmlformats.org/drawingml/2006/main">
            <a:pathLst>
              <a:path w="430456" h="814960">
                <a:moveTo>
                  <a:pt x="0" y="71744"/>
                </a:moveTo>
                <a:cubicBezTo>
                  <a:pt x="0" y="32121"/>
                  <a:pt x="32120" y="0"/>
                  <a:pt x="71744" y="0"/>
                </a:cubicBezTo>
                <a:lnTo>
                  <a:pt x="358712" y="0"/>
                </a:lnTo>
                <a:cubicBezTo>
                  <a:pt x="398335" y="0"/>
                  <a:pt x="430456" y="32121"/>
                  <a:pt x="430456" y="71744"/>
                </a:cubicBezTo>
                <a:lnTo>
                  <a:pt x="430456" y="743216"/>
                </a:lnTo>
                <a:cubicBezTo>
                  <a:pt x="430456" y="782839"/>
                  <a:pt x="398335" y="814960"/>
                  <a:pt x="358712" y="814960"/>
                </a:cubicBezTo>
                <a:lnTo>
                  <a:pt x="71744" y="814960"/>
                </a:lnTo>
                <a:cubicBezTo>
                  <a:pt x="32120" y="814960"/>
                  <a:pt x="0" y="782839"/>
                  <a:pt x="0" y="743216"/>
                </a:cubicBezTo>
                <a:lnTo>
                  <a:pt x="0" y="71744"/>
                </a:lnTo>
                <a:close/>
              </a:path>
            </a:pathLst>
          </a:custGeom>
          <a:solidFill xmlns:a="http://schemas.openxmlformats.org/drawingml/2006/main">
            <a:srgbClr val="E2F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5CA9E-1070-4921-881C-9431A249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365" y="1004327"/>
            <a:ext cx="430456" cy="814959"/>
          </a:xfrm>
          <a:custGeom xmlns:a="http://schemas.openxmlformats.org/drawingml/2006/main">
            <a:pathLst>
              <a:path w="430456" h="814959" fill="none">
                <a:moveTo>
                  <a:pt x="0" y="71744"/>
                </a:moveTo>
                <a:cubicBezTo>
                  <a:pt x="0" y="32121"/>
                  <a:pt x="32121" y="0"/>
                  <a:pt x="71744" y="0"/>
                </a:cubicBezTo>
                <a:lnTo>
                  <a:pt x="358712" y="0"/>
                </a:lnTo>
                <a:cubicBezTo>
                  <a:pt x="398335" y="0"/>
                  <a:pt x="430456" y="32121"/>
                  <a:pt x="430456" y="71744"/>
                </a:cubicBezTo>
                <a:lnTo>
                  <a:pt x="430456" y="743215"/>
                </a:lnTo>
                <a:cubicBezTo>
                  <a:pt x="430456" y="782838"/>
                  <a:pt x="398335" y="814959"/>
                  <a:pt x="358712" y="814959"/>
                </a:cubicBezTo>
                <a:lnTo>
                  <a:pt x="71744" y="814959"/>
                </a:lnTo>
                <a:cubicBezTo>
                  <a:pt x="32121" y="814959"/>
                  <a:pt x="0" y="782838"/>
                  <a:pt x="0" y="743215"/>
                </a:cubicBezTo>
                <a:lnTo>
                  <a:pt x="0" y="717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2F528F"/>
            </a:solidFill>
            <a:miter/>
          </a:ln>
        </p:spPr>
      </p:sp>
      <p:sp>
        <p:nvSpPr>
          <p:cNvPr id="11" name="Text Conv">
            <a:extLst xmlns:a="http://schemas.openxmlformats.org/drawingml/2006/main">
              <a:ext uri="{FF2B5EF4-FFF2-40B4-BE49-F238E27FC236}">
                <a16:creationId xmlns:a16="http://schemas.microsoft.com/office/drawing/2014/main" id="{F6279657-FB3B-42BE-BBA0-C0777579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997" y="1359961"/>
            <a:ext cx="343546" cy="111974"/>
          </a:xfrm>
          <a:custGeom xmlns:a="http://schemas.openxmlformats.org/drawingml/2006/main">
            <a:pathLst>
              <a:path w="343546" h="111974">
                <a:moveTo>
                  <a:pt x="91651" y="0"/>
                </a:moveTo>
                <a:lnTo>
                  <a:pt x="94103" y="36376"/>
                </a:lnTo>
                <a:lnTo>
                  <a:pt x="91651" y="36376"/>
                </a:lnTo>
                <a:cubicBezTo>
                  <a:pt x="88383" y="25435"/>
                  <a:pt x="83717" y="17560"/>
                  <a:pt x="77655" y="12751"/>
                </a:cubicBezTo>
                <a:cubicBezTo>
                  <a:pt x="71592" y="7941"/>
                  <a:pt x="64317" y="5535"/>
                  <a:pt x="55829" y="5535"/>
                </a:cubicBezTo>
                <a:cubicBezTo>
                  <a:pt x="48712" y="5535"/>
                  <a:pt x="42280" y="7343"/>
                  <a:pt x="36534" y="10957"/>
                </a:cubicBezTo>
                <a:cubicBezTo>
                  <a:pt x="30788" y="14570"/>
                  <a:pt x="26267" y="20334"/>
                  <a:pt x="22972" y="28248"/>
                </a:cubicBezTo>
                <a:cubicBezTo>
                  <a:pt x="19677" y="36163"/>
                  <a:pt x="18030" y="46003"/>
                  <a:pt x="18030" y="57769"/>
                </a:cubicBezTo>
                <a:cubicBezTo>
                  <a:pt x="18030" y="67476"/>
                  <a:pt x="19585" y="75891"/>
                  <a:pt x="22695" y="83015"/>
                </a:cubicBezTo>
                <a:cubicBezTo>
                  <a:pt x="25806" y="90137"/>
                  <a:pt x="30485" y="95597"/>
                  <a:pt x="36732" y="99396"/>
                </a:cubicBezTo>
                <a:cubicBezTo>
                  <a:pt x="42979" y="103195"/>
                  <a:pt x="50109" y="105095"/>
                  <a:pt x="58122" y="105095"/>
                </a:cubicBezTo>
                <a:cubicBezTo>
                  <a:pt x="65081" y="105095"/>
                  <a:pt x="71223" y="103605"/>
                  <a:pt x="76547" y="100627"/>
                </a:cubicBezTo>
                <a:cubicBezTo>
                  <a:pt x="81872" y="97648"/>
                  <a:pt x="87724" y="91730"/>
                  <a:pt x="94103" y="82874"/>
                </a:cubicBezTo>
                <a:lnTo>
                  <a:pt x="96554" y="84450"/>
                </a:lnTo>
                <a:cubicBezTo>
                  <a:pt x="91177" y="93968"/>
                  <a:pt x="84903" y="100935"/>
                  <a:pt x="77734" y="105352"/>
                </a:cubicBezTo>
                <a:cubicBezTo>
                  <a:pt x="70564" y="109767"/>
                  <a:pt x="62050" y="111974"/>
                  <a:pt x="52191" y="111974"/>
                </a:cubicBezTo>
                <a:cubicBezTo>
                  <a:pt x="34425" y="111974"/>
                  <a:pt x="20666" y="105394"/>
                  <a:pt x="10913" y="92232"/>
                </a:cubicBezTo>
                <a:cubicBezTo>
                  <a:pt x="3638" y="82441"/>
                  <a:pt x="0" y="70912"/>
                  <a:pt x="0" y="57645"/>
                </a:cubicBezTo>
                <a:cubicBezTo>
                  <a:pt x="0" y="46958"/>
                  <a:pt x="2399" y="37140"/>
                  <a:pt x="7196" y="28191"/>
                </a:cubicBezTo>
                <a:cubicBezTo>
                  <a:pt x="11993" y="19242"/>
                  <a:pt x="18596" y="12307"/>
                  <a:pt x="27005" y="7384"/>
                </a:cubicBezTo>
                <a:cubicBezTo>
                  <a:pt x="35414" y="2461"/>
                  <a:pt x="44600" y="0"/>
                  <a:pt x="54564" y="0"/>
                </a:cubicBezTo>
                <a:cubicBezTo>
                  <a:pt x="62313" y="0"/>
                  <a:pt x="69958" y="1898"/>
                  <a:pt x="77496" y="5694"/>
                </a:cubicBezTo>
                <a:cubicBezTo>
                  <a:pt x="79711" y="6853"/>
                  <a:pt x="81292" y="7433"/>
                  <a:pt x="82241" y="7433"/>
                </a:cubicBezTo>
                <a:cubicBezTo>
                  <a:pt x="83664" y="7433"/>
                  <a:pt x="84903" y="6932"/>
                  <a:pt x="85958" y="5931"/>
                </a:cubicBezTo>
                <a:cubicBezTo>
                  <a:pt x="87328" y="4507"/>
                  <a:pt x="88304" y="2530"/>
                  <a:pt x="88884" y="0"/>
                </a:cubicBezTo>
                <a:lnTo>
                  <a:pt x="91651" y="0"/>
                </a:lnTo>
                <a:close/>
                <a:moveTo>
                  <a:pt x="142609" y="35111"/>
                </a:moveTo>
                <a:cubicBezTo>
                  <a:pt x="153575" y="35111"/>
                  <a:pt x="162379" y="39271"/>
                  <a:pt x="169021" y="47593"/>
                </a:cubicBezTo>
                <a:cubicBezTo>
                  <a:pt x="174662" y="54701"/>
                  <a:pt x="177483" y="62865"/>
                  <a:pt x="177483" y="72082"/>
                </a:cubicBezTo>
                <a:cubicBezTo>
                  <a:pt x="177483" y="78560"/>
                  <a:pt x="175928" y="85117"/>
                  <a:pt x="172817" y="91753"/>
                </a:cubicBezTo>
                <a:cubicBezTo>
                  <a:pt x="169707" y="98387"/>
                  <a:pt x="165423" y="103389"/>
                  <a:pt x="159967" y="106760"/>
                </a:cubicBezTo>
                <a:cubicBezTo>
                  <a:pt x="154511" y="110131"/>
                  <a:pt x="148435" y="111816"/>
                  <a:pt x="141739" y="111816"/>
                </a:cubicBezTo>
                <a:cubicBezTo>
                  <a:pt x="130827" y="111816"/>
                  <a:pt x="122155" y="107471"/>
                  <a:pt x="115723" y="98781"/>
                </a:cubicBezTo>
                <a:cubicBezTo>
                  <a:pt x="110293" y="91461"/>
                  <a:pt x="107578" y="83246"/>
                  <a:pt x="107578" y="74136"/>
                </a:cubicBezTo>
                <a:cubicBezTo>
                  <a:pt x="107578" y="67500"/>
                  <a:pt x="109225" y="60903"/>
                  <a:pt x="112520" y="54346"/>
                </a:cubicBezTo>
                <a:cubicBezTo>
                  <a:pt x="115815" y="47789"/>
                  <a:pt x="120151" y="42944"/>
                  <a:pt x="125529" y="39811"/>
                </a:cubicBezTo>
                <a:cubicBezTo>
                  <a:pt x="130906" y="36677"/>
                  <a:pt x="136599" y="35111"/>
                  <a:pt x="142609" y="35111"/>
                </a:cubicBezTo>
                <a:moveTo>
                  <a:pt x="140158" y="40330"/>
                </a:moveTo>
                <a:cubicBezTo>
                  <a:pt x="137364" y="40330"/>
                  <a:pt x="134557" y="41159"/>
                  <a:pt x="131736" y="42818"/>
                </a:cubicBezTo>
                <a:cubicBezTo>
                  <a:pt x="128916" y="44477"/>
                  <a:pt x="126636" y="47387"/>
                  <a:pt x="124896" y="51546"/>
                </a:cubicBezTo>
                <a:cubicBezTo>
                  <a:pt x="123156" y="55706"/>
                  <a:pt x="122286" y="61051"/>
                  <a:pt x="122286" y="67580"/>
                </a:cubicBezTo>
                <a:cubicBezTo>
                  <a:pt x="122286" y="78110"/>
                  <a:pt x="124382" y="87193"/>
                  <a:pt x="128573" y="94829"/>
                </a:cubicBezTo>
                <a:cubicBezTo>
                  <a:pt x="132764" y="102464"/>
                  <a:pt x="138286" y="106281"/>
                  <a:pt x="145140" y="106281"/>
                </a:cubicBezTo>
                <a:cubicBezTo>
                  <a:pt x="150254" y="106281"/>
                  <a:pt x="154471" y="104175"/>
                  <a:pt x="157792" y="99962"/>
                </a:cubicBezTo>
                <a:cubicBezTo>
                  <a:pt x="161114" y="95749"/>
                  <a:pt x="162774" y="88510"/>
                  <a:pt x="162774" y="78243"/>
                </a:cubicBezTo>
                <a:cubicBezTo>
                  <a:pt x="162774" y="65394"/>
                  <a:pt x="160007" y="55284"/>
                  <a:pt x="154471" y="47911"/>
                </a:cubicBezTo>
                <a:cubicBezTo>
                  <a:pt x="150728" y="42857"/>
                  <a:pt x="145957" y="40330"/>
                  <a:pt x="140158" y="40330"/>
                </a:cubicBezTo>
                <a:close/>
                <a:moveTo>
                  <a:pt x="209272" y="50452"/>
                </a:moveTo>
                <a:cubicBezTo>
                  <a:pt x="217760" y="40224"/>
                  <a:pt x="225852" y="35111"/>
                  <a:pt x="233549" y="35111"/>
                </a:cubicBezTo>
                <a:cubicBezTo>
                  <a:pt x="237503" y="35111"/>
                  <a:pt x="240903" y="36097"/>
                  <a:pt x="243750" y="38071"/>
                </a:cubicBezTo>
                <a:cubicBezTo>
                  <a:pt x="246597" y="40043"/>
                  <a:pt x="248864" y="43291"/>
                  <a:pt x="250551" y="47815"/>
                </a:cubicBezTo>
                <a:cubicBezTo>
                  <a:pt x="251711" y="50970"/>
                  <a:pt x="252290" y="55809"/>
                  <a:pt x="252290" y="62333"/>
                </a:cubicBezTo>
                <a:lnTo>
                  <a:pt x="252290" y="93183"/>
                </a:lnTo>
                <a:cubicBezTo>
                  <a:pt x="252290" y="97760"/>
                  <a:pt x="252660" y="100864"/>
                  <a:pt x="253398" y="102495"/>
                </a:cubicBezTo>
                <a:cubicBezTo>
                  <a:pt x="253977" y="103810"/>
                  <a:pt x="254913" y="104835"/>
                  <a:pt x="256205" y="105572"/>
                </a:cubicBezTo>
                <a:cubicBezTo>
                  <a:pt x="257496" y="106308"/>
                  <a:pt x="259882" y="106676"/>
                  <a:pt x="263361" y="106676"/>
                </a:cubicBezTo>
                <a:lnTo>
                  <a:pt x="263361" y="109602"/>
                </a:lnTo>
                <a:lnTo>
                  <a:pt x="227539" y="109602"/>
                </a:lnTo>
                <a:lnTo>
                  <a:pt x="227539" y="106676"/>
                </a:lnTo>
                <a:lnTo>
                  <a:pt x="229042" y="106676"/>
                </a:lnTo>
                <a:cubicBezTo>
                  <a:pt x="232416" y="106676"/>
                  <a:pt x="234775" y="106165"/>
                  <a:pt x="236119" y="105142"/>
                </a:cubicBezTo>
                <a:cubicBezTo>
                  <a:pt x="237463" y="104118"/>
                  <a:pt x="238399" y="102611"/>
                  <a:pt x="238926" y="100619"/>
                </a:cubicBezTo>
                <a:cubicBezTo>
                  <a:pt x="239137" y="99832"/>
                  <a:pt x="239243" y="97366"/>
                  <a:pt x="239243" y="93223"/>
                </a:cubicBezTo>
                <a:lnTo>
                  <a:pt x="239243" y="63720"/>
                </a:lnTo>
                <a:cubicBezTo>
                  <a:pt x="239243" y="57164"/>
                  <a:pt x="238386" y="52405"/>
                  <a:pt x="236673" y="49441"/>
                </a:cubicBezTo>
                <a:cubicBezTo>
                  <a:pt x="234959" y="46477"/>
                  <a:pt x="232073" y="44995"/>
                  <a:pt x="228014" y="44995"/>
                </a:cubicBezTo>
                <a:cubicBezTo>
                  <a:pt x="221740" y="44995"/>
                  <a:pt x="215493" y="48405"/>
                  <a:pt x="209272" y="55224"/>
                </a:cubicBezTo>
                <a:lnTo>
                  <a:pt x="209272" y="93223"/>
                </a:lnTo>
                <a:cubicBezTo>
                  <a:pt x="209272" y="98101"/>
                  <a:pt x="209562" y="101117"/>
                  <a:pt x="210142" y="102270"/>
                </a:cubicBezTo>
                <a:cubicBezTo>
                  <a:pt x="210880" y="103791"/>
                  <a:pt x="211895" y="104905"/>
                  <a:pt x="213186" y="105614"/>
                </a:cubicBezTo>
                <a:cubicBezTo>
                  <a:pt x="214478" y="106322"/>
                  <a:pt x="217101" y="106676"/>
                  <a:pt x="221055" y="106676"/>
                </a:cubicBezTo>
                <a:lnTo>
                  <a:pt x="221055" y="109602"/>
                </a:lnTo>
                <a:lnTo>
                  <a:pt x="185232" y="109602"/>
                </a:lnTo>
                <a:lnTo>
                  <a:pt x="185232" y="106676"/>
                </a:lnTo>
                <a:lnTo>
                  <a:pt x="186814" y="106676"/>
                </a:lnTo>
                <a:cubicBezTo>
                  <a:pt x="190504" y="106676"/>
                  <a:pt x="192995" y="105743"/>
                  <a:pt x="194287" y="103876"/>
                </a:cubicBezTo>
                <a:cubicBezTo>
                  <a:pt x="195578" y="102008"/>
                  <a:pt x="196224" y="98444"/>
                  <a:pt x="196224" y="93183"/>
                </a:cubicBezTo>
                <a:lnTo>
                  <a:pt x="196224" y="66356"/>
                </a:lnTo>
                <a:cubicBezTo>
                  <a:pt x="196224" y="57677"/>
                  <a:pt x="196027" y="52392"/>
                  <a:pt x="195631" y="50499"/>
                </a:cubicBezTo>
                <a:cubicBezTo>
                  <a:pt x="195236" y="48604"/>
                  <a:pt x="194629" y="47315"/>
                  <a:pt x="193812" y="46631"/>
                </a:cubicBezTo>
                <a:cubicBezTo>
                  <a:pt x="192995" y="45948"/>
                  <a:pt x="191901" y="45606"/>
                  <a:pt x="190531" y="45606"/>
                </a:cubicBezTo>
                <a:cubicBezTo>
                  <a:pt x="189054" y="45606"/>
                  <a:pt x="187288" y="46000"/>
                  <a:pt x="185232" y="46789"/>
                </a:cubicBezTo>
                <a:lnTo>
                  <a:pt x="184046" y="43948"/>
                </a:lnTo>
                <a:lnTo>
                  <a:pt x="205872" y="35111"/>
                </a:lnTo>
                <a:lnTo>
                  <a:pt x="209272" y="35111"/>
                </a:lnTo>
                <a:lnTo>
                  <a:pt x="209272" y="50452"/>
                </a:lnTo>
                <a:close/>
                <a:moveTo>
                  <a:pt x="265417" y="37167"/>
                </a:moveTo>
                <a:lnTo>
                  <a:pt x="299500" y="37167"/>
                </a:lnTo>
                <a:lnTo>
                  <a:pt x="299500" y="40093"/>
                </a:lnTo>
                <a:lnTo>
                  <a:pt x="297286" y="40093"/>
                </a:lnTo>
                <a:cubicBezTo>
                  <a:pt x="295230" y="40093"/>
                  <a:pt x="293661" y="40593"/>
                  <a:pt x="292581" y="41595"/>
                </a:cubicBezTo>
                <a:cubicBezTo>
                  <a:pt x="291500" y="42597"/>
                  <a:pt x="290960" y="43941"/>
                  <a:pt x="290960" y="45628"/>
                </a:cubicBezTo>
                <a:cubicBezTo>
                  <a:pt x="290960" y="47473"/>
                  <a:pt x="291513" y="49661"/>
                  <a:pt x="292620" y="52191"/>
                </a:cubicBezTo>
                <a:lnTo>
                  <a:pt x="309464" y="92205"/>
                </a:lnTo>
                <a:lnTo>
                  <a:pt x="326387" y="50689"/>
                </a:lnTo>
                <a:cubicBezTo>
                  <a:pt x="327599" y="47737"/>
                  <a:pt x="328205" y="45496"/>
                  <a:pt x="328205" y="43967"/>
                </a:cubicBezTo>
                <a:cubicBezTo>
                  <a:pt x="328205" y="43229"/>
                  <a:pt x="327994" y="42623"/>
                  <a:pt x="327573" y="42149"/>
                </a:cubicBezTo>
                <a:cubicBezTo>
                  <a:pt x="326993" y="41358"/>
                  <a:pt x="326255" y="40817"/>
                  <a:pt x="325359" y="40527"/>
                </a:cubicBezTo>
                <a:cubicBezTo>
                  <a:pt x="324462" y="40237"/>
                  <a:pt x="322644" y="40093"/>
                  <a:pt x="319902" y="40093"/>
                </a:cubicBezTo>
                <a:lnTo>
                  <a:pt x="319902" y="37167"/>
                </a:lnTo>
                <a:lnTo>
                  <a:pt x="343546" y="37167"/>
                </a:lnTo>
                <a:lnTo>
                  <a:pt x="343546" y="40093"/>
                </a:lnTo>
                <a:cubicBezTo>
                  <a:pt x="340805" y="40303"/>
                  <a:pt x="338907" y="40857"/>
                  <a:pt x="337853" y="41753"/>
                </a:cubicBezTo>
                <a:cubicBezTo>
                  <a:pt x="336008" y="43335"/>
                  <a:pt x="334347" y="45971"/>
                  <a:pt x="332871" y="49661"/>
                </a:cubicBezTo>
                <a:lnTo>
                  <a:pt x="307171" y="111816"/>
                </a:lnTo>
                <a:lnTo>
                  <a:pt x="303928" y="111816"/>
                </a:lnTo>
                <a:lnTo>
                  <a:pt x="278070" y="50689"/>
                </a:lnTo>
                <a:cubicBezTo>
                  <a:pt x="276910" y="47842"/>
                  <a:pt x="275803" y="45799"/>
                  <a:pt x="274749" y="44560"/>
                </a:cubicBezTo>
                <a:cubicBezTo>
                  <a:pt x="273694" y="43322"/>
                  <a:pt x="272350" y="42280"/>
                  <a:pt x="270716" y="41437"/>
                </a:cubicBezTo>
                <a:cubicBezTo>
                  <a:pt x="269819" y="40962"/>
                  <a:pt x="268053" y="40514"/>
                  <a:pt x="265417" y="40093"/>
                </a:cubicBezTo>
                <a:lnTo>
                  <a:pt x="265417" y="37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4375E3-3FE7-4BB6-BF7E-418E86FD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656" y="1655959"/>
            <a:ext cx="115029" cy="109868"/>
          </a:xfrm>
          <a:custGeom xmlns:a="http://schemas.openxmlformats.org/drawingml/2006/main">
            <a:pathLst>
              <a:path w="115029" h="109868">
                <a:moveTo>
                  <a:pt x="0" y="0"/>
                </a:moveTo>
                <a:lnTo>
                  <a:pt x="115029" y="0"/>
                </a:lnTo>
                <a:lnTo>
                  <a:pt x="115029" y="109868"/>
                </a:lnTo>
                <a:lnTo>
                  <a:pt x="0" y="1098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E4985E-2730-4F05-9555-FC1B9520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685" y="1619336"/>
            <a:ext cx="36623" cy="146491"/>
          </a:xfrm>
          <a:custGeom xmlns:a="http://schemas.openxmlformats.org/drawingml/2006/main">
            <a:pathLst>
              <a:path w="36623" h="146491">
                <a:moveTo>
                  <a:pt x="0" y="36623"/>
                </a:moveTo>
                <a:lnTo>
                  <a:pt x="36623" y="0"/>
                </a:lnTo>
                <a:lnTo>
                  <a:pt x="36623" y="109868"/>
                </a:lnTo>
                <a:lnTo>
                  <a:pt x="0" y="146491"/>
                </a:lnTo>
                <a:lnTo>
                  <a:pt x="0" y="36623"/>
                </a:lnTo>
                <a:close/>
              </a:path>
            </a:pathLst>
          </a:custGeom>
          <a:solidFill xmlns:a="http://schemas.openxmlformats.org/drawingml/2006/main">
            <a:srgbClr val="AEAE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6AB030-FE10-4CAB-94B5-40591EFC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656" y="1619336"/>
            <a:ext cx="151652" cy="36623"/>
          </a:xfrm>
          <a:custGeom xmlns:a="http://schemas.openxmlformats.org/drawingml/2006/main">
            <a:pathLst>
              <a:path w="151652" h="36623">
                <a:moveTo>
                  <a:pt x="0" y="36623"/>
                </a:moveTo>
                <a:lnTo>
                  <a:pt x="36623" y="0"/>
                </a:lnTo>
                <a:lnTo>
                  <a:pt x="151652" y="0"/>
                </a:lnTo>
                <a:lnTo>
                  <a:pt x="115029" y="36623"/>
                </a:lnTo>
                <a:lnTo>
                  <a:pt x="0" y="36623"/>
                </a:lnTo>
                <a:close/>
              </a:path>
            </a:pathLst>
          </a:custGeom>
          <a:solidFill xmlns:a="http://schemas.openxmlformats.org/drawingml/2006/main">
            <a:srgbClr val="E0E0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B2CEAB-B13E-40E2-9F27-F4A57DA0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656" y="1619337"/>
            <a:ext cx="151651" cy="146491"/>
          </a:xfrm>
          <a:custGeom xmlns:a="http://schemas.openxmlformats.org/drawingml/2006/main">
            <a:pathLst>
              <a:path w="151651" h="146491" fill="none">
                <a:moveTo>
                  <a:pt x="0" y="36623"/>
                </a:moveTo>
                <a:lnTo>
                  <a:pt x="36623" y="0"/>
                </a:lnTo>
                <a:lnTo>
                  <a:pt x="151651" y="0"/>
                </a:lnTo>
                <a:lnTo>
                  <a:pt x="151651" y="109868"/>
                </a:lnTo>
                <a:lnTo>
                  <a:pt x="115029" y="146491"/>
                </a:lnTo>
                <a:lnTo>
                  <a:pt x="0" y="146491"/>
                </a:lnTo>
                <a:lnTo>
                  <a:pt x="0" y="36623"/>
                </a:lnTo>
                <a:close/>
                <a:moveTo>
                  <a:pt x="0" y="36623"/>
                </a:moveTo>
                <a:lnTo>
                  <a:pt x="115029" y="36623"/>
                </a:lnTo>
                <a:lnTo>
                  <a:pt x="151651" y="0"/>
                </a:lnTo>
                <a:moveTo>
                  <a:pt x="115029" y="36623"/>
                </a:moveTo>
                <a:lnTo>
                  <a:pt x="115029" y="146491"/>
                </a:lnTo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7F7F7F"/>
            </a:solidFill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9B5B25-2BF8-4B69-B050-B185871B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656" y="1543650"/>
            <a:ext cx="115029" cy="109868"/>
          </a:xfrm>
          <a:custGeom xmlns:a="http://schemas.openxmlformats.org/drawingml/2006/main">
            <a:pathLst>
              <a:path w="115029" h="109868">
                <a:moveTo>
                  <a:pt x="0" y="0"/>
                </a:moveTo>
                <a:lnTo>
                  <a:pt x="115029" y="0"/>
                </a:lnTo>
                <a:lnTo>
                  <a:pt x="115029" y="109868"/>
                </a:lnTo>
                <a:lnTo>
                  <a:pt x="0" y="1098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870751-E9EC-4A64-B864-6458C0E3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685" y="1507027"/>
            <a:ext cx="36623" cy="146491"/>
          </a:xfrm>
          <a:custGeom xmlns:a="http://schemas.openxmlformats.org/drawingml/2006/main">
            <a:pathLst>
              <a:path w="36623" h="146491">
                <a:moveTo>
                  <a:pt x="0" y="36623"/>
                </a:moveTo>
                <a:lnTo>
                  <a:pt x="36623" y="0"/>
                </a:lnTo>
                <a:lnTo>
                  <a:pt x="36623" y="109868"/>
                </a:lnTo>
                <a:lnTo>
                  <a:pt x="0" y="146491"/>
                </a:lnTo>
                <a:lnTo>
                  <a:pt x="0" y="36623"/>
                </a:lnTo>
                <a:close/>
              </a:path>
            </a:pathLst>
          </a:custGeom>
          <a:solidFill xmlns:a="http://schemas.openxmlformats.org/drawingml/2006/main">
            <a:srgbClr val="AEAE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1A4BE2-5E87-4BBD-83D0-36C97AE6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656" y="1507027"/>
            <a:ext cx="151652" cy="36623"/>
          </a:xfrm>
          <a:custGeom xmlns:a="http://schemas.openxmlformats.org/drawingml/2006/main">
            <a:pathLst>
              <a:path w="151652" h="36623">
                <a:moveTo>
                  <a:pt x="0" y="36623"/>
                </a:moveTo>
                <a:lnTo>
                  <a:pt x="36623" y="0"/>
                </a:lnTo>
                <a:lnTo>
                  <a:pt x="151652" y="0"/>
                </a:lnTo>
                <a:lnTo>
                  <a:pt x="115029" y="36623"/>
                </a:lnTo>
                <a:lnTo>
                  <a:pt x="0" y="36623"/>
                </a:lnTo>
                <a:close/>
              </a:path>
            </a:pathLst>
          </a:custGeom>
          <a:solidFill xmlns:a="http://schemas.openxmlformats.org/drawingml/2006/main">
            <a:srgbClr val="E0E0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1A979E-3D6F-421D-8578-B7631C3F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656" y="1507027"/>
            <a:ext cx="151651" cy="146491"/>
          </a:xfrm>
          <a:custGeom xmlns:a="http://schemas.openxmlformats.org/drawingml/2006/main">
            <a:pathLst>
              <a:path w="151651" h="146491" fill="none">
                <a:moveTo>
                  <a:pt x="0" y="36623"/>
                </a:moveTo>
                <a:lnTo>
                  <a:pt x="36623" y="0"/>
                </a:lnTo>
                <a:lnTo>
                  <a:pt x="151651" y="0"/>
                </a:lnTo>
                <a:lnTo>
                  <a:pt x="151651" y="109868"/>
                </a:lnTo>
                <a:lnTo>
                  <a:pt x="115029" y="146491"/>
                </a:lnTo>
                <a:lnTo>
                  <a:pt x="0" y="146491"/>
                </a:lnTo>
                <a:lnTo>
                  <a:pt x="0" y="36623"/>
                </a:lnTo>
                <a:close/>
                <a:moveTo>
                  <a:pt x="0" y="36623"/>
                </a:moveTo>
                <a:lnTo>
                  <a:pt x="115029" y="36623"/>
                </a:lnTo>
                <a:lnTo>
                  <a:pt x="151651" y="0"/>
                </a:lnTo>
                <a:moveTo>
                  <a:pt x="115029" y="36623"/>
                </a:moveTo>
                <a:lnTo>
                  <a:pt x="115029" y="146491"/>
                </a:lnTo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7F7F7F"/>
            </a:solidFill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C2C83C-4833-4DFD-8664-0E612917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656" y="1431339"/>
            <a:ext cx="115029" cy="109868"/>
          </a:xfrm>
          <a:custGeom xmlns:a="http://schemas.openxmlformats.org/drawingml/2006/main">
            <a:pathLst>
              <a:path w="115029" h="109868">
                <a:moveTo>
                  <a:pt x="0" y="0"/>
                </a:moveTo>
                <a:lnTo>
                  <a:pt x="115029" y="0"/>
                </a:lnTo>
                <a:lnTo>
                  <a:pt x="115029" y="109868"/>
                </a:lnTo>
                <a:lnTo>
                  <a:pt x="0" y="1098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AF1DA7-2ABB-4DC0-96EB-4E24FDEB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685" y="1394716"/>
            <a:ext cx="36623" cy="146491"/>
          </a:xfrm>
          <a:custGeom xmlns:a="http://schemas.openxmlformats.org/drawingml/2006/main">
            <a:pathLst>
              <a:path w="36623" h="146491">
                <a:moveTo>
                  <a:pt x="0" y="36623"/>
                </a:moveTo>
                <a:lnTo>
                  <a:pt x="36623" y="0"/>
                </a:lnTo>
                <a:lnTo>
                  <a:pt x="36623" y="109868"/>
                </a:lnTo>
                <a:lnTo>
                  <a:pt x="0" y="146491"/>
                </a:lnTo>
                <a:lnTo>
                  <a:pt x="0" y="36623"/>
                </a:lnTo>
                <a:close/>
              </a:path>
            </a:pathLst>
          </a:custGeom>
          <a:solidFill xmlns:a="http://schemas.openxmlformats.org/drawingml/2006/main">
            <a:srgbClr val="AEAE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47EE60-D5E6-4A8F-A03E-AD727A5C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656" y="1394716"/>
            <a:ext cx="151652" cy="36623"/>
          </a:xfrm>
          <a:custGeom xmlns:a="http://schemas.openxmlformats.org/drawingml/2006/main">
            <a:pathLst>
              <a:path w="151652" h="36623">
                <a:moveTo>
                  <a:pt x="0" y="36623"/>
                </a:moveTo>
                <a:lnTo>
                  <a:pt x="36623" y="0"/>
                </a:lnTo>
                <a:lnTo>
                  <a:pt x="151652" y="0"/>
                </a:lnTo>
                <a:lnTo>
                  <a:pt x="115029" y="36623"/>
                </a:lnTo>
                <a:lnTo>
                  <a:pt x="0" y="36623"/>
                </a:lnTo>
                <a:close/>
              </a:path>
            </a:pathLst>
          </a:custGeom>
          <a:solidFill xmlns:a="http://schemas.openxmlformats.org/drawingml/2006/main">
            <a:srgbClr val="E0E0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A1F9F0-42BA-4781-ACF6-95FE3316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656" y="1394716"/>
            <a:ext cx="151651" cy="146491"/>
          </a:xfrm>
          <a:custGeom xmlns:a="http://schemas.openxmlformats.org/drawingml/2006/main">
            <a:pathLst>
              <a:path w="151651" h="146491" fill="none">
                <a:moveTo>
                  <a:pt x="0" y="36623"/>
                </a:moveTo>
                <a:lnTo>
                  <a:pt x="36623" y="0"/>
                </a:lnTo>
                <a:lnTo>
                  <a:pt x="151651" y="0"/>
                </a:lnTo>
                <a:lnTo>
                  <a:pt x="151651" y="109868"/>
                </a:lnTo>
                <a:lnTo>
                  <a:pt x="115029" y="146491"/>
                </a:lnTo>
                <a:lnTo>
                  <a:pt x="0" y="146491"/>
                </a:lnTo>
                <a:lnTo>
                  <a:pt x="0" y="36623"/>
                </a:lnTo>
                <a:close/>
                <a:moveTo>
                  <a:pt x="0" y="36623"/>
                </a:moveTo>
                <a:lnTo>
                  <a:pt x="115029" y="36623"/>
                </a:lnTo>
                <a:lnTo>
                  <a:pt x="151651" y="0"/>
                </a:lnTo>
                <a:moveTo>
                  <a:pt x="115029" y="36623"/>
                </a:moveTo>
                <a:lnTo>
                  <a:pt x="115029" y="146491"/>
                </a:lnTo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7F7F7F"/>
            </a:solidFill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57C842-F39C-4701-AE0E-FF067DE8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656" y="1319029"/>
            <a:ext cx="115029" cy="109868"/>
          </a:xfrm>
          <a:custGeom xmlns:a="http://schemas.openxmlformats.org/drawingml/2006/main">
            <a:pathLst>
              <a:path w="115029" h="109868">
                <a:moveTo>
                  <a:pt x="0" y="0"/>
                </a:moveTo>
                <a:lnTo>
                  <a:pt x="115029" y="0"/>
                </a:lnTo>
                <a:lnTo>
                  <a:pt x="115029" y="109868"/>
                </a:lnTo>
                <a:lnTo>
                  <a:pt x="0" y="1098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13469A-AAAF-4370-9666-B6D00E0A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685" y="1282406"/>
            <a:ext cx="36623" cy="146491"/>
          </a:xfrm>
          <a:custGeom xmlns:a="http://schemas.openxmlformats.org/drawingml/2006/main">
            <a:pathLst>
              <a:path w="36623" h="146491">
                <a:moveTo>
                  <a:pt x="0" y="36623"/>
                </a:moveTo>
                <a:lnTo>
                  <a:pt x="36623" y="0"/>
                </a:lnTo>
                <a:lnTo>
                  <a:pt x="36623" y="109868"/>
                </a:lnTo>
                <a:lnTo>
                  <a:pt x="0" y="146491"/>
                </a:lnTo>
                <a:lnTo>
                  <a:pt x="0" y="36623"/>
                </a:lnTo>
                <a:close/>
              </a:path>
            </a:pathLst>
          </a:custGeom>
          <a:solidFill xmlns:a="http://schemas.openxmlformats.org/drawingml/2006/main">
            <a:srgbClr val="AEAE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F46665-311F-4C3F-A53F-B1353D67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656" y="1282406"/>
            <a:ext cx="151652" cy="36623"/>
          </a:xfrm>
          <a:custGeom xmlns:a="http://schemas.openxmlformats.org/drawingml/2006/main">
            <a:pathLst>
              <a:path w="151652" h="36623">
                <a:moveTo>
                  <a:pt x="0" y="36623"/>
                </a:moveTo>
                <a:lnTo>
                  <a:pt x="36623" y="0"/>
                </a:lnTo>
                <a:lnTo>
                  <a:pt x="151652" y="0"/>
                </a:lnTo>
                <a:lnTo>
                  <a:pt x="115029" y="36623"/>
                </a:lnTo>
                <a:lnTo>
                  <a:pt x="0" y="36623"/>
                </a:lnTo>
                <a:close/>
              </a:path>
            </a:pathLst>
          </a:custGeom>
          <a:solidFill xmlns:a="http://schemas.openxmlformats.org/drawingml/2006/main">
            <a:srgbClr val="E0E0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876E5C-4E52-413A-8035-71A8D42C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656" y="1282406"/>
            <a:ext cx="151651" cy="146491"/>
          </a:xfrm>
          <a:custGeom xmlns:a="http://schemas.openxmlformats.org/drawingml/2006/main">
            <a:pathLst>
              <a:path w="151651" h="146491" fill="none">
                <a:moveTo>
                  <a:pt x="0" y="36623"/>
                </a:moveTo>
                <a:lnTo>
                  <a:pt x="36623" y="0"/>
                </a:lnTo>
                <a:lnTo>
                  <a:pt x="151651" y="0"/>
                </a:lnTo>
                <a:lnTo>
                  <a:pt x="151651" y="109868"/>
                </a:lnTo>
                <a:lnTo>
                  <a:pt x="115029" y="146491"/>
                </a:lnTo>
                <a:lnTo>
                  <a:pt x="0" y="146491"/>
                </a:lnTo>
                <a:lnTo>
                  <a:pt x="0" y="36623"/>
                </a:lnTo>
                <a:close/>
                <a:moveTo>
                  <a:pt x="0" y="36623"/>
                </a:moveTo>
                <a:lnTo>
                  <a:pt x="115029" y="36623"/>
                </a:lnTo>
                <a:lnTo>
                  <a:pt x="151651" y="0"/>
                </a:lnTo>
                <a:moveTo>
                  <a:pt x="115029" y="36623"/>
                </a:moveTo>
                <a:lnTo>
                  <a:pt x="115029" y="146491"/>
                </a:lnTo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7F7F7F"/>
            </a:solidFill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B5449C-BE5A-476B-AE38-2CD70F85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656" y="1206719"/>
            <a:ext cx="115029" cy="109868"/>
          </a:xfrm>
          <a:custGeom xmlns:a="http://schemas.openxmlformats.org/drawingml/2006/main">
            <a:pathLst>
              <a:path w="115029" h="109868">
                <a:moveTo>
                  <a:pt x="0" y="0"/>
                </a:moveTo>
                <a:lnTo>
                  <a:pt x="115029" y="0"/>
                </a:lnTo>
                <a:lnTo>
                  <a:pt x="115029" y="109868"/>
                </a:lnTo>
                <a:lnTo>
                  <a:pt x="0" y="1098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570B1C-66FE-4656-9B90-53C86BD6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685" y="1170096"/>
            <a:ext cx="36623" cy="146491"/>
          </a:xfrm>
          <a:custGeom xmlns:a="http://schemas.openxmlformats.org/drawingml/2006/main">
            <a:pathLst>
              <a:path w="36623" h="146491">
                <a:moveTo>
                  <a:pt x="0" y="36623"/>
                </a:moveTo>
                <a:lnTo>
                  <a:pt x="36623" y="0"/>
                </a:lnTo>
                <a:lnTo>
                  <a:pt x="36623" y="109868"/>
                </a:lnTo>
                <a:lnTo>
                  <a:pt x="0" y="146491"/>
                </a:lnTo>
                <a:lnTo>
                  <a:pt x="0" y="36623"/>
                </a:lnTo>
                <a:close/>
              </a:path>
            </a:pathLst>
          </a:custGeom>
          <a:solidFill xmlns:a="http://schemas.openxmlformats.org/drawingml/2006/main">
            <a:srgbClr val="AEAE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5FC1F7-2EBD-456C-9131-0DC99883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656" y="1170096"/>
            <a:ext cx="151652" cy="36623"/>
          </a:xfrm>
          <a:custGeom xmlns:a="http://schemas.openxmlformats.org/drawingml/2006/main">
            <a:pathLst>
              <a:path w="151652" h="36623">
                <a:moveTo>
                  <a:pt x="0" y="36623"/>
                </a:moveTo>
                <a:lnTo>
                  <a:pt x="36623" y="0"/>
                </a:lnTo>
                <a:lnTo>
                  <a:pt x="151652" y="0"/>
                </a:lnTo>
                <a:lnTo>
                  <a:pt x="115029" y="36623"/>
                </a:lnTo>
                <a:lnTo>
                  <a:pt x="0" y="36623"/>
                </a:lnTo>
                <a:close/>
              </a:path>
            </a:pathLst>
          </a:custGeom>
          <a:solidFill xmlns:a="http://schemas.openxmlformats.org/drawingml/2006/main">
            <a:srgbClr val="E0E0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703E73-743B-4299-B07F-CF114DCE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656" y="1170096"/>
            <a:ext cx="151651" cy="146491"/>
          </a:xfrm>
          <a:custGeom xmlns:a="http://schemas.openxmlformats.org/drawingml/2006/main">
            <a:pathLst>
              <a:path w="151651" h="146491" fill="none">
                <a:moveTo>
                  <a:pt x="0" y="36623"/>
                </a:moveTo>
                <a:lnTo>
                  <a:pt x="36623" y="0"/>
                </a:lnTo>
                <a:lnTo>
                  <a:pt x="151651" y="0"/>
                </a:lnTo>
                <a:lnTo>
                  <a:pt x="151651" y="109868"/>
                </a:lnTo>
                <a:lnTo>
                  <a:pt x="115029" y="146491"/>
                </a:lnTo>
                <a:lnTo>
                  <a:pt x="0" y="146491"/>
                </a:lnTo>
                <a:lnTo>
                  <a:pt x="0" y="36623"/>
                </a:lnTo>
                <a:close/>
                <a:moveTo>
                  <a:pt x="0" y="36623"/>
                </a:moveTo>
                <a:lnTo>
                  <a:pt x="115029" y="36623"/>
                </a:lnTo>
                <a:lnTo>
                  <a:pt x="151651" y="0"/>
                </a:lnTo>
                <a:moveTo>
                  <a:pt x="115029" y="36623"/>
                </a:moveTo>
                <a:lnTo>
                  <a:pt x="115029" y="146491"/>
                </a:lnTo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7F7F7F"/>
            </a:solidFill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146A98-9A64-46F7-BBE9-C695786C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656" y="1094409"/>
            <a:ext cx="115029" cy="109868"/>
          </a:xfrm>
          <a:custGeom xmlns:a="http://schemas.openxmlformats.org/drawingml/2006/main">
            <a:pathLst>
              <a:path w="115029" h="109868">
                <a:moveTo>
                  <a:pt x="0" y="0"/>
                </a:moveTo>
                <a:lnTo>
                  <a:pt x="115029" y="0"/>
                </a:lnTo>
                <a:lnTo>
                  <a:pt x="115029" y="109868"/>
                </a:lnTo>
                <a:lnTo>
                  <a:pt x="0" y="1098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114136-78F6-44D5-8FC7-CB961A55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685" y="1057786"/>
            <a:ext cx="36623" cy="146491"/>
          </a:xfrm>
          <a:custGeom xmlns:a="http://schemas.openxmlformats.org/drawingml/2006/main">
            <a:pathLst>
              <a:path w="36623" h="146491">
                <a:moveTo>
                  <a:pt x="0" y="36623"/>
                </a:moveTo>
                <a:lnTo>
                  <a:pt x="36623" y="0"/>
                </a:lnTo>
                <a:lnTo>
                  <a:pt x="36623" y="109868"/>
                </a:lnTo>
                <a:lnTo>
                  <a:pt x="0" y="146491"/>
                </a:lnTo>
                <a:lnTo>
                  <a:pt x="0" y="36623"/>
                </a:lnTo>
                <a:close/>
              </a:path>
            </a:pathLst>
          </a:custGeom>
          <a:solidFill xmlns:a="http://schemas.openxmlformats.org/drawingml/2006/main">
            <a:srgbClr val="AEAE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01E617-A61A-4CFB-9A3B-94596FFA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656" y="1057786"/>
            <a:ext cx="151652" cy="36623"/>
          </a:xfrm>
          <a:custGeom xmlns:a="http://schemas.openxmlformats.org/drawingml/2006/main">
            <a:pathLst>
              <a:path w="151652" h="36623">
                <a:moveTo>
                  <a:pt x="0" y="36623"/>
                </a:moveTo>
                <a:lnTo>
                  <a:pt x="36623" y="0"/>
                </a:lnTo>
                <a:lnTo>
                  <a:pt x="151652" y="0"/>
                </a:lnTo>
                <a:lnTo>
                  <a:pt x="115029" y="36623"/>
                </a:lnTo>
                <a:lnTo>
                  <a:pt x="0" y="36623"/>
                </a:lnTo>
                <a:close/>
              </a:path>
            </a:pathLst>
          </a:custGeom>
          <a:solidFill xmlns:a="http://schemas.openxmlformats.org/drawingml/2006/main">
            <a:srgbClr val="E0E0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1A3DF7-B4D1-4286-A921-2211E4B3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656" y="1057786"/>
            <a:ext cx="151651" cy="146491"/>
          </a:xfrm>
          <a:custGeom xmlns:a="http://schemas.openxmlformats.org/drawingml/2006/main">
            <a:pathLst>
              <a:path w="151651" h="146491" fill="none">
                <a:moveTo>
                  <a:pt x="0" y="36623"/>
                </a:moveTo>
                <a:lnTo>
                  <a:pt x="36623" y="0"/>
                </a:lnTo>
                <a:lnTo>
                  <a:pt x="151651" y="0"/>
                </a:lnTo>
                <a:lnTo>
                  <a:pt x="151651" y="109868"/>
                </a:lnTo>
                <a:lnTo>
                  <a:pt x="115029" y="146491"/>
                </a:lnTo>
                <a:lnTo>
                  <a:pt x="0" y="146491"/>
                </a:lnTo>
                <a:lnTo>
                  <a:pt x="0" y="36623"/>
                </a:lnTo>
                <a:close/>
                <a:moveTo>
                  <a:pt x="0" y="36623"/>
                </a:moveTo>
                <a:lnTo>
                  <a:pt x="115029" y="36623"/>
                </a:lnTo>
                <a:lnTo>
                  <a:pt x="151651" y="0"/>
                </a:lnTo>
                <a:moveTo>
                  <a:pt x="115029" y="36623"/>
                </a:moveTo>
                <a:lnTo>
                  <a:pt x="115029" y="146491"/>
                </a:lnTo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7F7F7F"/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05EB86-EC6C-4674-9DDB-BCC23C29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709" y="1655959"/>
            <a:ext cx="115029" cy="109868"/>
          </a:xfrm>
          <a:custGeom xmlns:a="http://schemas.openxmlformats.org/drawingml/2006/main">
            <a:pathLst>
              <a:path w="115029" h="109868">
                <a:moveTo>
                  <a:pt x="0" y="0"/>
                </a:moveTo>
                <a:lnTo>
                  <a:pt x="115029" y="0"/>
                </a:lnTo>
                <a:lnTo>
                  <a:pt x="115029" y="109868"/>
                </a:lnTo>
                <a:lnTo>
                  <a:pt x="0" y="1098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53568D-AA43-466C-81AF-D3933311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738" y="1619336"/>
            <a:ext cx="36623" cy="146491"/>
          </a:xfrm>
          <a:custGeom xmlns:a="http://schemas.openxmlformats.org/drawingml/2006/main">
            <a:pathLst>
              <a:path w="36623" h="146491">
                <a:moveTo>
                  <a:pt x="0" y="36623"/>
                </a:moveTo>
                <a:lnTo>
                  <a:pt x="36623" y="0"/>
                </a:lnTo>
                <a:lnTo>
                  <a:pt x="36623" y="109868"/>
                </a:lnTo>
                <a:lnTo>
                  <a:pt x="0" y="146491"/>
                </a:lnTo>
                <a:lnTo>
                  <a:pt x="0" y="36623"/>
                </a:lnTo>
                <a:close/>
              </a:path>
            </a:pathLst>
          </a:custGeom>
          <a:solidFill xmlns:a="http://schemas.openxmlformats.org/drawingml/2006/main">
            <a:srgbClr val="8D89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D08C7B-6FDE-4E14-A959-100162AC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709" y="1619336"/>
            <a:ext cx="151652" cy="36623"/>
          </a:xfrm>
          <a:custGeom xmlns:a="http://schemas.openxmlformats.org/drawingml/2006/main">
            <a:pathLst>
              <a:path w="151652" h="36623">
                <a:moveTo>
                  <a:pt x="0" y="36623"/>
                </a:moveTo>
                <a:lnTo>
                  <a:pt x="36623" y="0"/>
                </a:lnTo>
                <a:lnTo>
                  <a:pt x="151652" y="0"/>
                </a:lnTo>
                <a:lnTo>
                  <a:pt x="115029" y="36623"/>
                </a:lnTo>
                <a:lnTo>
                  <a:pt x="0" y="36623"/>
                </a:lnTo>
                <a:close/>
              </a:path>
            </a:pathLst>
          </a:custGeom>
          <a:solidFill xmlns:a="http://schemas.openxmlformats.org/drawingml/2006/main">
            <a:srgbClr val="BF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AD4F6D-E4D5-49A0-8AA7-F75088F7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709" y="1543650"/>
            <a:ext cx="115029" cy="109868"/>
          </a:xfrm>
          <a:custGeom xmlns:a="http://schemas.openxmlformats.org/drawingml/2006/main">
            <a:pathLst>
              <a:path w="115029" h="109868">
                <a:moveTo>
                  <a:pt x="0" y="0"/>
                </a:moveTo>
                <a:lnTo>
                  <a:pt x="115029" y="0"/>
                </a:lnTo>
                <a:lnTo>
                  <a:pt x="115029" y="109868"/>
                </a:lnTo>
                <a:lnTo>
                  <a:pt x="0" y="1098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7ABC9E-FCF9-4FE4-9D4B-6137A574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738" y="1507027"/>
            <a:ext cx="36623" cy="146491"/>
          </a:xfrm>
          <a:custGeom xmlns:a="http://schemas.openxmlformats.org/drawingml/2006/main">
            <a:pathLst>
              <a:path w="36623" h="146491">
                <a:moveTo>
                  <a:pt x="0" y="36623"/>
                </a:moveTo>
                <a:lnTo>
                  <a:pt x="36623" y="0"/>
                </a:lnTo>
                <a:lnTo>
                  <a:pt x="36623" y="109868"/>
                </a:lnTo>
                <a:lnTo>
                  <a:pt x="0" y="146491"/>
                </a:lnTo>
                <a:lnTo>
                  <a:pt x="0" y="36623"/>
                </a:lnTo>
                <a:close/>
              </a:path>
            </a:pathLst>
          </a:custGeom>
          <a:solidFill xmlns:a="http://schemas.openxmlformats.org/drawingml/2006/main">
            <a:srgbClr val="5F5B5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5A8461-CB58-469B-88E0-F3B6ACE4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709" y="1507027"/>
            <a:ext cx="151652" cy="36623"/>
          </a:xfrm>
          <a:custGeom xmlns:a="http://schemas.openxmlformats.org/drawingml/2006/main">
            <a:pathLst>
              <a:path w="151652" h="36623">
                <a:moveTo>
                  <a:pt x="0" y="36623"/>
                </a:moveTo>
                <a:lnTo>
                  <a:pt x="36623" y="0"/>
                </a:lnTo>
                <a:lnTo>
                  <a:pt x="151652" y="0"/>
                </a:lnTo>
                <a:lnTo>
                  <a:pt x="115029" y="36623"/>
                </a:lnTo>
                <a:lnTo>
                  <a:pt x="0" y="36623"/>
                </a:lnTo>
                <a:close/>
              </a:path>
            </a:pathLst>
          </a:custGeom>
          <a:solidFill xmlns:a="http://schemas.openxmlformats.org/drawingml/2006/main">
            <a:srgbClr val="918D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6E03BA-76EA-4E43-94F5-CCAF6B12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709" y="1319029"/>
            <a:ext cx="115029" cy="109868"/>
          </a:xfrm>
          <a:custGeom xmlns:a="http://schemas.openxmlformats.org/drawingml/2006/main">
            <a:pathLst>
              <a:path w="115029" h="109868">
                <a:moveTo>
                  <a:pt x="0" y="0"/>
                </a:moveTo>
                <a:lnTo>
                  <a:pt x="115029" y="0"/>
                </a:lnTo>
                <a:lnTo>
                  <a:pt x="115029" y="109868"/>
                </a:lnTo>
                <a:lnTo>
                  <a:pt x="0" y="1098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4443FC-9F03-46E8-A988-C958022C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738" y="1282406"/>
            <a:ext cx="36623" cy="146491"/>
          </a:xfrm>
          <a:custGeom xmlns:a="http://schemas.openxmlformats.org/drawingml/2006/main">
            <a:pathLst>
              <a:path w="36623" h="146491">
                <a:moveTo>
                  <a:pt x="0" y="36623"/>
                </a:moveTo>
                <a:lnTo>
                  <a:pt x="36623" y="0"/>
                </a:lnTo>
                <a:lnTo>
                  <a:pt x="36623" y="109868"/>
                </a:lnTo>
                <a:lnTo>
                  <a:pt x="0" y="146491"/>
                </a:lnTo>
                <a:lnTo>
                  <a:pt x="0" y="36623"/>
                </a:lnTo>
                <a:close/>
              </a:path>
            </a:pathLst>
          </a:custGeom>
          <a:solidFill xmlns:a="http://schemas.openxmlformats.org/drawingml/2006/main">
            <a:srgbClr val="AEAE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384061-082C-4A38-A4B7-9F302D17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709" y="1282406"/>
            <a:ext cx="151652" cy="36623"/>
          </a:xfrm>
          <a:custGeom xmlns:a="http://schemas.openxmlformats.org/drawingml/2006/main">
            <a:pathLst>
              <a:path w="151652" h="36623">
                <a:moveTo>
                  <a:pt x="0" y="36623"/>
                </a:moveTo>
                <a:lnTo>
                  <a:pt x="36623" y="0"/>
                </a:lnTo>
                <a:lnTo>
                  <a:pt x="151652" y="0"/>
                </a:lnTo>
                <a:lnTo>
                  <a:pt x="115029" y="36623"/>
                </a:lnTo>
                <a:lnTo>
                  <a:pt x="0" y="36623"/>
                </a:lnTo>
                <a:close/>
              </a:path>
            </a:pathLst>
          </a:custGeom>
          <a:solidFill xmlns:a="http://schemas.openxmlformats.org/drawingml/2006/main">
            <a:srgbClr val="E0E0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E397E3-1400-4E27-9D71-DE1D49FC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709" y="1094409"/>
            <a:ext cx="115029" cy="109868"/>
          </a:xfrm>
          <a:custGeom xmlns:a="http://schemas.openxmlformats.org/drawingml/2006/main">
            <a:pathLst>
              <a:path w="115029" h="109868">
                <a:moveTo>
                  <a:pt x="0" y="0"/>
                </a:moveTo>
                <a:lnTo>
                  <a:pt x="115029" y="0"/>
                </a:lnTo>
                <a:lnTo>
                  <a:pt x="115029" y="109868"/>
                </a:lnTo>
                <a:lnTo>
                  <a:pt x="0" y="1098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A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CA9506-FDB9-4B2B-B6BE-9BBB43B7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738" y="1057786"/>
            <a:ext cx="36623" cy="146491"/>
          </a:xfrm>
          <a:custGeom xmlns:a="http://schemas.openxmlformats.org/drawingml/2006/main">
            <a:pathLst>
              <a:path w="36623" h="146491">
                <a:moveTo>
                  <a:pt x="0" y="36623"/>
                </a:moveTo>
                <a:lnTo>
                  <a:pt x="36623" y="0"/>
                </a:lnTo>
                <a:lnTo>
                  <a:pt x="36623" y="109868"/>
                </a:lnTo>
                <a:lnTo>
                  <a:pt x="0" y="146491"/>
                </a:lnTo>
                <a:lnTo>
                  <a:pt x="0" y="36623"/>
                </a:lnTo>
                <a:close/>
              </a:path>
            </a:pathLst>
          </a:custGeom>
          <a:solidFill xmlns:a="http://schemas.openxmlformats.org/drawingml/2006/main">
            <a:srgbClr val="2F2D2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4FE922-ABDC-4080-9AF7-FB0D152D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709" y="1057786"/>
            <a:ext cx="151652" cy="36623"/>
          </a:xfrm>
          <a:custGeom xmlns:a="http://schemas.openxmlformats.org/drawingml/2006/main">
            <a:pathLst>
              <a:path w="151652" h="36623">
                <a:moveTo>
                  <a:pt x="0" y="36623"/>
                </a:moveTo>
                <a:lnTo>
                  <a:pt x="36623" y="0"/>
                </a:lnTo>
                <a:lnTo>
                  <a:pt x="151652" y="0"/>
                </a:lnTo>
                <a:lnTo>
                  <a:pt x="115029" y="36623"/>
                </a:lnTo>
                <a:lnTo>
                  <a:pt x="0" y="36623"/>
                </a:lnTo>
                <a:close/>
              </a:path>
            </a:pathLst>
          </a:custGeom>
          <a:solidFill xmlns:a="http://schemas.openxmlformats.org/drawingml/2006/main">
            <a:srgbClr val="615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B8CEA8-C1AB-47C5-A69F-234B44EE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106" y="2336666"/>
            <a:ext cx="336249" cy="460024"/>
          </a:xfrm>
          <a:custGeom xmlns:a="http://schemas.openxmlformats.org/drawingml/2006/main">
            <a:pathLst>
              <a:path w="336249" h="460024">
                <a:moveTo>
                  <a:pt x="0" y="56043"/>
                </a:moveTo>
                <a:cubicBezTo>
                  <a:pt x="0" y="25091"/>
                  <a:pt x="25091" y="0"/>
                  <a:pt x="56043" y="0"/>
                </a:cubicBezTo>
                <a:lnTo>
                  <a:pt x="280207" y="0"/>
                </a:lnTo>
                <a:cubicBezTo>
                  <a:pt x="311158" y="0"/>
                  <a:pt x="336249" y="25091"/>
                  <a:pt x="336249" y="56043"/>
                </a:cubicBezTo>
                <a:lnTo>
                  <a:pt x="336249" y="403981"/>
                </a:lnTo>
                <a:cubicBezTo>
                  <a:pt x="336249" y="434933"/>
                  <a:pt x="311158" y="460024"/>
                  <a:pt x="280207" y="460024"/>
                </a:cubicBezTo>
                <a:lnTo>
                  <a:pt x="56043" y="460024"/>
                </a:lnTo>
                <a:cubicBezTo>
                  <a:pt x="25091" y="460024"/>
                  <a:pt x="0" y="434933"/>
                  <a:pt x="0" y="403981"/>
                </a:cubicBezTo>
                <a:lnTo>
                  <a:pt x="0" y="56043"/>
                </a:lnTo>
                <a:close/>
              </a:path>
            </a:pathLst>
          </a:custGeom>
          <a:solidFill xmlns:a="http://schemas.openxmlformats.org/drawingml/2006/main">
            <a:srgbClr val="EAF8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DF248-B81D-477C-A5B4-FF32198C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105" y="2336666"/>
            <a:ext cx="336250" cy="460024"/>
          </a:xfrm>
          <a:custGeom xmlns:a="http://schemas.openxmlformats.org/drawingml/2006/main">
            <a:pathLst>
              <a:path w="336250" h="460024" fill="none">
                <a:moveTo>
                  <a:pt x="0" y="56042"/>
                </a:moveTo>
                <a:cubicBezTo>
                  <a:pt x="0" y="25091"/>
                  <a:pt x="25091" y="0"/>
                  <a:pt x="56043" y="0"/>
                </a:cubicBezTo>
                <a:lnTo>
                  <a:pt x="280207" y="0"/>
                </a:lnTo>
                <a:cubicBezTo>
                  <a:pt x="311158" y="0"/>
                  <a:pt x="336250" y="25091"/>
                  <a:pt x="336250" y="56042"/>
                </a:cubicBezTo>
                <a:lnTo>
                  <a:pt x="336250" y="403981"/>
                </a:lnTo>
                <a:cubicBezTo>
                  <a:pt x="336250" y="434932"/>
                  <a:pt x="311158" y="460024"/>
                  <a:pt x="280207" y="460024"/>
                </a:cubicBezTo>
                <a:lnTo>
                  <a:pt x="56043" y="460024"/>
                </a:lnTo>
                <a:cubicBezTo>
                  <a:pt x="25091" y="460024"/>
                  <a:pt x="0" y="434932"/>
                  <a:pt x="0" y="403981"/>
                </a:cubicBezTo>
                <a:lnTo>
                  <a:pt x="0" y="560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50" name="Text FC">
            <a:extLst xmlns:a="http://schemas.openxmlformats.org/drawingml/2006/main">
              <a:ext uri="{FF2B5EF4-FFF2-40B4-BE49-F238E27FC236}">
                <a16:creationId xmlns:a16="http://schemas.microsoft.com/office/drawing/2014/main" id="{EFC8D1C1-9C5D-4C28-A5B5-0FECC4D7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729" y="2514676"/>
            <a:ext cx="190052" cy="111974"/>
          </a:xfrm>
          <a:custGeom xmlns:a="http://schemas.openxmlformats.org/drawingml/2006/main">
            <a:pathLst>
              <a:path w="190052" h="111974">
                <a:moveTo>
                  <a:pt x="30524" y="8224"/>
                </a:moveTo>
                <a:lnTo>
                  <a:pt x="30524" y="50294"/>
                </a:lnTo>
                <a:lnTo>
                  <a:pt x="50056" y="50294"/>
                </a:lnTo>
                <a:cubicBezTo>
                  <a:pt x="54537" y="50294"/>
                  <a:pt x="57819" y="49305"/>
                  <a:pt x="59902" y="47328"/>
                </a:cubicBezTo>
                <a:cubicBezTo>
                  <a:pt x="61984" y="45351"/>
                  <a:pt x="63368" y="41437"/>
                  <a:pt x="64053" y="35585"/>
                </a:cubicBezTo>
                <a:lnTo>
                  <a:pt x="66979" y="35585"/>
                </a:lnTo>
                <a:lnTo>
                  <a:pt x="66979" y="71961"/>
                </a:lnTo>
                <a:lnTo>
                  <a:pt x="64053" y="71961"/>
                </a:lnTo>
                <a:cubicBezTo>
                  <a:pt x="64000" y="67775"/>
                  <a:pt x="63460" y="64701"/>
                  <a:pt x="62432" y="62741"/>
                </a:cubicBezTo>
                <a:cubicBezTo>
                  <a:pt x="61404" y="60779"/>
                  <a:pt x="59981" y="59308"/>
                  <a:pt x="58162" y="58327"/>
                </a:cubicBezTo>
                <a:cubicBezTo>
                  <a:pt x="56343" y="57347"/>
                  <a:pt x="53641" y="56857"/>
                  <a:pt x="50056" y="56857"/>
                </a:cubicBezTo>
                <a:lnTo>
                  <a:pt x="30524" y="56857"/>
                </a:lnTo>
                <a:lnTo>
                  <a:pt x="30524" y="90599"/>
                </a:lnTo>
                <a:cubicBezTo>
                  <a:pt x="30524" y="96037"/>
                  <a:pt x="30867" y="99628"/>
                  <a:pt x="31552" y="101371"/>
                </a:cubicBezTo>
                <a:cubicBezTo>
                  <a:pt x="32079" y="102690"/>
                  <a:pt x="33186" y="103825"/>
                  <a:pt x="34873" y="104776"/>
                </a:cubicBezTo>
                <a:cubicBezTo>
                  <a:pt x="37193" y="106043"/>
                  <a:pt x="39618" y="106676"/>
                  <a:pt x="42149" y="106676"/>
                </a:cubicBezTo>
                <a:lnTo>
                  <a:pt x="46023" y="106676"/>
                </a:lnTo>
                <a:lnTo>
                  <a:pt x="46023" y="109602"/>
                </a:lnTo>
                <a:lnTo>
                  <a:pt x="0" y="109602"/>
                </a:lnTo>
                <a:lnTo>
                  <a:pt x="0" y="106676"/>
                </a:lnTo>
                <a:lnTo>
                  <a:pt x="3796" y="106676"/>
                </a:lnTo>
                <a:cubicBezTo>
                  <a:pt x="8224" y="106676"/>
                  <a:pt x="11440" y="105385"/>
                  <a:pt x="13443" y="102801"/>
                </a:cubicBezTo>
                <a:cubicBezTo>
                  <a:pt x="14709" y="101114"/>
                  <a:pt x="15341" y="97055"/>
                  <a:pt x="15341" y="90623"/>
                </a:cubicBezTo>
                <a:lnTo>
                  <a:pt x="15341" y="21351"/>
                </a:lnTo>
                <a:cubicBezTo>
                  <a:pt x="15341" y="15921"/>
                  <a:pt x="14998" y="12336"/>
                  <a:pt x="14313" y="10596"/>
                </a:cubicBezTo>
                <a:cubicBezTo>
                  <a:pt x="13786" y="9278"/>
                  <a:pt x="12705" y="8145"/>
                  <a:pt x="11071" y="7196"/>
                </a:cubicBezTo>
                <a:cubicBezTo>
                  <a:pt x="8804" y="5931"/>
                  <a:pt x="6379" y="5298"/>
                  <a:pt x="3796" y="5298"/>
                </a:cubicBezTo>
                <a:lnTo>
                  <a:pt x="0" y="5298"/>
                </a:lnTo>
                <a:lnTo>
                  <a:pt x="0" y="2372"/>
                </a:lnTo>
                <a:lnTo>
                  <a:pt x="79790" y="2372"/>
                </a:lnTo>
                <a:lnTo>
                  <a:pt x="80818" y="25938"/>
                </a:lnTo>
                <a:lnTo>
                  <a:pt x="78050" y="25938"/>
                </a:lnTo>
                <a:cubicBezTo>
                  <a:pt x="76679" y="20929"/>
                  <a:pt x="75085" y="17252"/>
                  <a:pt x="73266" y="14906"/>
                </a:cubicBezTo>
                <a:cubicBezTo>
                  <a:pt x="71447" y="12560"/>
                  <a:pt x="69206" y="10860"/>
                  <a:pt x="66544" y="9806"/>
                </a:cubicBezTo>
                <a:cubicBezTo>
                  <a:pt x="63882" y="8751"/>
                  <a:pt x="59757" y="8224"/>
                  <a:pt x="54168" y="8224"/>
                </a:cubicBezTo>
                <a:lnTo>
                  <a:pt x="30524" y="8224"/>
                </a:lnTo>
                <a:close/>
                <a:moveTo>
                  <a:pt x="185149" y="0"/>
                </a:moveTo>
                <a:lnTo>
                  <a:pt x="187601" y="36376"/>
                </a:lnTo>
                <a:lnTo>
                  <a:pt x="185149" y="36376"/>
                </a:lnTo>
                <a:cubicBezTo>
                  <a:pt x="181881" y="25435"/>
                  <a:pt x="177215" y="17560"/>
                  <a:pt x="171152" y="12751"/>
                </a:cubicBezTo>
                <a:cubicBezTo>
                  <a:pt x="165090" y="7941"/>
                  <a:pt x="157815" y="5535"/>
                  <a:pt x="149327" y="5535"/>
                </a:cubicBezTo>
                <a:cubicBezTo>
                  <a:pt x="142210" y="5535"/>
                  <a:pt x="135778" y="7343"/>
                  <a:pt x="130032" y="10957"/>
                </a:cubicBezTo>
                <a:cubicBezTo>
                  <a:pt x="124285" y="14570"/>
                  <a:pt x="119765" y="20334"/>
                  <a:pt x="116470" y="28248"/>
                </a:cubicBezTo>
                <a:cubicBezTo>
                  <a:pt x="113175" y="36163"/>
                  <a:pt x="111528" y="46003"/>
                  <a:pt x="111528" y="57769"/>
                </a:cubicBezTo>
                <a:cubicBezTo>
                  <a:pt x="111528" y="67476"/>
                  <a:pt x="113083" y="75891"/>
                  <a:pt x="116193" y="83015"/>
                </a:cubicBezTo>
                <a:cubicBezTo>
                  <a:pt x="119304" y="90137"/>
                  <a:pt x="123982" y="95597"/>
                  <a:pt x="130229" y="99396"/>
                </a:cubicBezTo>
                <a:cubicBezTo>
                  <a:pt x="136477" y="103195"/>
                  <a:pt x="143607" y="105095"/>
                  <a:pt x="151620" y="105095"/>
                </a:cubicBezTo>
                <a:cubicBezTo>
                  <a:pt x="158579" y="105095"/>
                  <a:pt x="164721" y="103605"/>
                  <a:pt x="170045" y="100627"/>
                </a:cubicBezTo>
                <a:cubicBezTo>
                  <a:pt x="175370" y="97648"/>
                  <a:pt x="181222" y="91730"/>
                  <a:pt x="187601" y="82874"/>
                </a:cubicBezTo>
                <a:lnTo>
                  <a:pt x="190052" y="84450"/>
                </a:lnTo>
                <a:cubicBezTo>
                  <a:pt x="184675" y="93968"/>
                  <a:pt x="178401" y="100935"/>
                  <a:pt x="171231" y="105352"/>
                </a:cubicBezTo>
                <a:cubicBezTo>
                  <a:pt x="164062" y="109767"/>
                  <a:pt x="155548" y="111974"/>
                  <a:pt x="145689" y="111974"/>
                </a:cubicBezTo>
                <a:cubicBezTo>
                  <a:pt x="127923" y="111974"/>
                  <a:pt x="114163" y="105394"/>
                  <a:pt x="104411" y="92232"/>
                </a:cubicBezTo>
                <a:cubicBezTo>
                  <a:pt x="97135" y="82441"/>
                  <a:pt x="93498" y="70912"/>
                  <a:pt x="93498" y="57645"/>
                </a:cubicBezTo>
                <a:cubicBezTo>
                  <a:pt x="93498" y="46958"/>
                  <a:pt x="95896" y="37140"/>
                  <a:pt x="100694" y="28191"/>
                </a:cubicBezTo>
                <a:cubicBezTo>
                  <a:pt x="105491" y="19242"/>
                  <a:pt x="112094" y="12307"/>
                  <a:pt x="120503" y="7384"/>
                </a:cubicBezTo>
                <a:cubicBezTo>
                  <a:pt x="128912" y="2461"/>
                  <a:pt x="138098" y="0"/>
                  <a:pt x="148062" y="0"/>
                </a:cubicBezTo>
                <a:cubicBezTo>
                  <a:pt x="155811" y="0"/>
                  <a:pt x="163455" y="1898"/>
                  <a:pt x="170994" y="5694"/>
                </a:cubicBezTo>
                <a:cubicBezTo>
                  <a:pt x="173208" y="6853"/>
                  <a:pt x="174790" y="7433"/>
                  <a:pt x="175739" y="7433"/>
                </a:cubicBezTo>
                <a:cubicBezTo>
                  <a:pt x="177162" y="7433"/>
                  <a:pt x="178401" y="6932"/>
                  <a:pt x="179456" y="5931"/>
                </a:cubicBezTo>
                <a:cubicBezTo>
                  <a:pt x="180826" y="4507"/>
                  <a:pt x="181801" y="2530"/>
                  <a:pt x="182381" y="0"/>
                </a:cubicBezTo>
                <a:lnTo>
                  <a:pt x="18514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A30E40-6BAC-4BB0-BAA5-EE3EFF10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365" y="2288153"/>
            <a:ext cx="94234" cy="91028"/>
          </a:xfrm>
          <a:custGeom xmlns:a="http://schemas.openxmlformats.org/drawingml/2006/main">
            <a:pathLst>
              <a:path w="94234" h="91028">
                <a:moveTo>
                  <a:pt x="0" y="0"/>
                </a:moveTo>
                <a:lnTo>
                  <a:pt x="94234" y="0"/>
                </a:lnTo>
                <a:lnTo>
                  <a:pt x="94234" y="91028"/>
                </a:lnTo>
                <a:lnTo>
                  <a:pt x="0" y="91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A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480AB4-4F3C-4B0E-9E8E-A1B440A4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365" y="2474561"/>
            <a:ext cx="94234" cy="91028"/>
          </a:xfrm>
          <a:custGeom xmlns:a="http://schemas.openxmlformats.org/drawingml/2006/main">
            <a:pathLst>
              <a:path w="94234" h="91028">
                <a:moveTo>
                  <a:pt x="0" y="0"/>
                </a:moveTo>
                <a:lnTo>
                  <a:pt x="94234" y="0"/>
                </a:lnTo>
                <a:lnTo>
                  <a:pt x="94234" y="91028"/>
                </a:lnTo>
                <a:lnTo>
                  <a:pt x="0" y="91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ED1A83-BD0E-416F-B4D2-A51CD2BD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363" y="2660970"/>
            <a:ext cx="94234" cy="91028"/>
          </a:xfrm>
          <a:custGeom xmlns:a="http://schemas.openxmlformats.org/drawingml/2006/main">
            <a:pathLst>
              <a:path w="94234" h="91028">
                <a:moveTo>
                  <a:pt x="0" y="0"/>
                </a:moveTo>
                <a:lnTo>
                  <a:pt x="94234" y="0"/>
                </a:lnTo>
                <a:lnTo>
                  <a:pt x="94234" y="91028"/>
                </a:lnTo>
                <a:lnTo>
                  <a:pt x="0" y="91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C34212-7AD7-4CB8-ACC1-F656D60C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363" y="2754175"/>
            <a:ext cx="94234" cy="91028"/>
          </a:xfrm>
          <a:custGeom xmlns:a="http://schemas.openxmlformats.org/drawingml/2006/main">
            <a:pathLst>
              <a:path w="94234" h="91028">
                <a:moveTo>
                  <a:pt x="0" y="0"/>
                </a:moveTo>
                <a:lnTo>
                  <a:pt x="94234" y="0"/>
                </a:lnTo>
                <a:lnTo>
                  <a:pt x="94234" y="91028"/>
                </a:lnTo>
                <a:lnTo>
                  <a:pt x="0" y="91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09628E-0A2B-4CA3-B86B-B340E0C0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598" y="1390804"/>
            <a:ext cx="285457" cy="40487"/>
          </a:xfrm>
          <a:custGeom xmlns:a="http://schemas.openxmlformats.org/drawingml/2006/main">
            <a:pathLst>
              <a:path w="285457" h="40487">
                <a:moveTo>
                  <a:pt x="245121" y="40487"/>
                </a:moveTo>
                <a:lnTo>
                  <a:pt x="285457" y="19943"/>
                </a:lnTo>
                <a:lnTo>
                  <a:pt x="244820" y="0"/>
                </a:lnTo>
                <a:lnTo>
                  <a:pt x="244933" y="15183"/>
                </a:lnTo>
                <a:lnTo>
                  <a:pt x="0" y="17002"/>
                </a:lnTo>
                <a:lnTo>
                  <a:pt x="75" y="27124"/>
                </a:lnTo>
                <a:lnTo>
                  <a:pt x="245008" y="25304"/>
                </a:lnTo>
                <a:lnTo>
                  <a:pt x="245121" y="404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B6B369-980F-4319-9CD8-D9992C70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297" y="2543695"/>
            <a:ext cx="277758" cy="40485"/>
          </a:xfrm>
          <a:custGeom xmlns:a="http://schemas.openxmlformats.org/drawingml/2006/main">
            <a:pathLst>
              <a:path w="277758" h="40485">
                <a:moveTo>
                  <a:pt x="237506" y="40485"/>
                </a:moveTo>
                <a:lnTo>
                  <a:pt x="277758" y="19775"/>
                </a:lnTo>
                <a:lnTo>
                  <a:pt x="237039" y="0"/>
                </a:lnTo>
                <a:lnTo>
                  <a:pt x="237214" y="15182"/>
                </a:lnTo>
                <a:lnTo>
                  <a:pt x="0" y="17922"/>
                </a:lnTo>
                <a:lnTo>
                  <a:pt x="117" y="28043"/>
                </a:lnTo>
                <a:lnTo>
                  <a:pt x="237331" y="25303"/>
                </a:lnTo>
                <a:lnTo>
                  <a:pt x="237506" y="404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0D80A9-AD2A-40A2-909A-BD7FF694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761" y="1390804"/>
            <a:ext cx="285457" cy="40487"/>
          </a:xfrm>
          <a:custGeom xmlns:a="http://schemas.openxmlformats.org/drawingml/2006/main">
            <a:pathLst>
              <a:path w="285457" h="40487">
                <a:moveTo>
                  <a:pt x="245121" y="40487"/>
                </a:moveTo>
                <a:lnTo>
                  <a:pt x="285457" y="19943"/>
                </a:lnTo>
                <a:lnTo>
                  <a:pt x="244820" y="0"/>
                </a:lnTo>
                <a:lnTo>
                  <a:pt x="244933" y="15183"/>
                </a:lnTo>
                <a:lnTo>
                  <a:pt x="0" y="17002"/>
                </a:lnTo>
                <a:lnTo>
                  <a:pt x="76" y="27124"/>
                </a:lnTo>
                <a:lnTo>
                  <a:pt x="245008" y="25304"/>
                </a:lnTo>
                <a:lnTo>
                  <a:pt x="245121" y="404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5C213C-FCFF-4D05-98AD-7E9198BB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939" y="1424598"/>
            <a:ext cx="193482" cy="1148600"/>
          </a:xfrm>
          <a:custGeom xmlns:a="http://schemas.openxmlformats.org/drawingml/2006/main">
            <a:pathLst>
              <a:path w="193482" h="1148600">
                <a:moveTo>
                  <a:pt x="173238" y="0"/>
                </a:moveTo>
                <a:lnTo>
                  <a:pt x="152994" y="40488"/>
                </a:lnTo>
                <a:lnTo>
                  <a:pt x="168177" y="40488"/>
                </a:lnTo>
                <a:lnTo>
                  <a:pt x="168177" y="1138478"/>
                </a:lnTo>
                <a:lnTo>
                  <a:pt x="5061" y="1138478"/>
                </a:lnTo>
                <a:lnTo>
                  <a:pt x="6406" y="1139823"/>
                </a:lnTo>
                <a:lnTo>
                  <a:pt x="0" y="1139823"/>
                </a:lnTo>
                <a:lnTo>
                  <a:pt x="0" y="1148600"/>
                </a:lnTo>
                <a:lnTo>
                  <a:pt x="178299" y="1148600"/>
                </a:lnTo>
                <a:lnTo>
                  <a:pt x="178299" y="40488"/>
                </a:lnTo>
                <a:lnTo>
                  <a:pt x="193482" y="40488"/>
                </a:lnTo>
                <a:lnTo>
                  <a:pt x="1732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mask">
            <a:extLst xmlns:a="http://schemas.openxmlformats.org/drawingml/2006/main">
              <a:ext uri="{FF2B5EF4-FFF2-40B4-BE49-F238E27FC236}">
                <a16:creationId xmlns:a16="http://schemas.microsoft.com/office/drawing/2014/main" id="{D4626AE1-0B11-461D-B2CE-4B2D3F05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174" y="2641390"/>
            <a:ext cx="337718" cy="114347"/>
          </a:xfrm>
          <a:custGeom xmlns:a="http://schemas.openxmlformats.org/drawingml/2006/main">
            <a:pathLst>
              <a:path w="337718" h="114347">
                <a:moveTo>
                  <a:pt x="32343" y="40804"/>
                </a:moveTo>
                <a:lnTo>
                  <a:pt x="22063" y="76503"/>
                </a:lnTo>
                <a:cubicBezTo>
                  <a:pt x="26649" y="68112"/>
                  <a:pt x="30550" y="61807"/>
                  <a:pt x="33766" y="57586"/>
                </a:cubicBezTo>
                <a:cubicBezTo>
                  <a:pt x="38775" y="51042"/>
                  <a:pt x="43651" y="46293"/>
                  <a:pt x="48396" y="43337"/>
                </a:cubicBezTo>
                <a:cubicBezTo>
                  <a:pt x="51190" y="41649"/>
                  <a:pt x="54116" y="40804"/>
                  <a:pt x="57173" y="40804"/>
                </a:cubicBezTo>
                <a:cubicBezTo>
                  <a:pt x="59809" y="40804"/>
                  <a:pt x="61997" y="41657"/>
                  <a:pt x="63737" y="43362"/>
                </a:cubicBezTo>
                <a:cubicBezTo>
                  <a:pt x="65477" y="45065"/>
                  <a:pt x="66346" y="47249"/>
                  <a:pt x="66346" y="49913"/>
                </a:cubicBezTo>
                <a:cubicBezTo>
                  <a:pt x="66346" y="52491"/>
                  <a:pt x="65740" y="55860"/>
                  <a:pt x="64528" y="60018"/>
                </a:cubicBezTo>
                <a:lnTo>
                  <a:pt x="58913" y="80071"/>
                </a:lnTo>
                <a:cubicBezTo>
                  <a:pt x="67506" y="63974"/>
                  <a:pt x="75651" y="52679"/>
                  <a:pt x="83348" y="46186"/>
                </a:cubicBezTo>
                <a:cubicBezTo>
                  <a:pt x="87618" y="42598"/>
                  <a:pt x="91836" y="40804"/>
                  <a:pt x="96001" y="40804"/>
                </a:cubicBezTo>
                <a:cubicBezTo>
                  <a:pt x="98426" y="40804"/>
                  <a:pt x="100416" y="41639"/>
                  <a:pt x="101971" y="43310"/>
                </a:cubicBezTo>
                <a:cubicBezTo>
                  <a:pt x="103526" y="44979"/>
                  <a:pt x="104304" y="47563"/>
                  <a:pt x="104304" y="51062"/>
                </a:cubicBezTo>
                <a:cubicBezTo>
                  <a:pt x="104304" y="54121"/>
                  <a:pt x="103829" y="57365"/>
                  <a:pt x="102880" y="60794"/>
                </a:cubicBezTo>
                <a:lnTo>
                  <a:pt x="94182" y="91572"/>
                </a:lnTo>
                <a:cubicBezTo>
                  <a:pt x="92284" y="98271"/>
                  <a:pt x="91335" y="101989"/>
                  <a:pt x="91335" y="102727"/>
                </a:cubicBezTo>
                <a:cubicBezTo>
                  <a:pt x="91335" y="103465"/>
                  <a:pt x="91572" y="104098"/>
                  <a:pt x="92047" y="104625"/>
                </a:cubicBezTo>
                <a:cubicBezTo>
                  <a:pt x="92363" y="104994"/>
                  <a:pt x="92785" y="105179"/>
                  <a:pt x="93312" y="105179"/>
                </a:cubicBezTo>
                <a:cubicBezTo>
                  <a:pt x="93839" y="105179"/>
                  <a:pt x="94762" y="104678"/>
                  <a:pt x="96080" y="103676"/>
                </a:cubicBezTo>
                <a:cubicBezTo>
                  <a:pt x="99085" y="101357"/>
                  <a:pt x="101905" y="98299"/>
                  <a:pt x="104541" y="94503"/>
                </a:cubicBezTo>
                <a:lnTo>
                  <a:pt x="107151" y="96164"/>
                </a:lnTo>
                <a:cubicBezTo>
                  <a:pt x="105833" y="98272"/>
                  <a:pt x="103500" y="101172"/>
                  <a:pt x="100152" y="104862"/>
                </a:cubicBezTo>
                <a:cubicBezTo>
                  <a:pt x="96805" y="108551"/>
                  <a:pt x="93945" y="111054"/>
                  <a:pt x="91572" y="112372"/>
                </a:cubicBezTo>
                <a:cubicBezTo>
                  <a:pt x="89200" y="113689"/>
                  <a:pt x="87012" y="114347"/>
                  <a:pt x="85009" y="114347"/>
                </a:cubicBezTo>
                <a:cubicBezTo>
                  <a:pt x="83164" y="114347"/>
                  <a:pt x="81622" y="113714"/>
                  <a:pt x="80383" y="112449"/>
                </a:cubicBezTo>
                <a:cubicBezTo>
                  <a:pt x="79144" y="111184"/>
                  <a:pt x="78524" y="109628"/>
                  <a:pt x="78524" y="107783"/>
                </a:cubicBezTo>
                <a:cubicBezTo>
                  <a:pt x="78524" y="105253"/>
                  <a:pt x="79605" y="100165"/>
                  <a:pt x="81767" y="92521"/>
                </a:cubicBezTo>
                <a:lnTo>
                  <a:pt x="88963" y="67137"/>
                </a:lnTo>
                <a:cubicBezTo>
                  <a:pt x="90597" y="61285"/>
                  <a:pt x="91467" y="58043"/>
                  <a:pt x="91572" y="57411"/>
                </a:cubicBezTo>
                <a:cubicBezTo>
                  <a:pt x="91730" y="56409"/>
                  <a:pt x="91810" y="55434"/>
                  <a:pt x="91810" y="54485"/>
                </a:cubicBezTo>
                <a:cubicBezTo>
                  <a:pt x="91810" y="53167"/>
                  <a:pt x="91520" y="52139"/>
                  <a:pt x="90940" y="51401"/>
                </a:cubicBezTo>
                <a:cubicBezTo>
                  <a:pt x="90307" y="50663"/>
                  <a:pt x="89595" y="50294"/>
                  <a:pt x="88805" y="50294"/>
                </a:cubicBezTo>
                <a:cubicBezTo>
                  <a:pt x="86590" y="50294"/>
                  <a:pt x="84244" y="51427"/>
                  <a:pt x="81767" y="53694"/>
                </a:cubicBezTo>
                <a:cubicBezTo>
                  <a:pt x="74491" y="60389"/>
                  <a:pt x="67691" y="69773"/>
                  <a:pt x="61364" y="81846"/>
                </a:cubicBezTo>
                <a:cubicBezTo>
                  <a:pt x="57200" y="89806"/>
                  <a:pt x="53299" y="100007"/>
                  <a:pt x="49661" y="112449"/>
                </a:cubicBezTo>
                <a:lnTo>
                  <a:pt x="37720" y="112449"/>
                </a:lnTo>
                <a:lnTo>
                  <a:pt x="51243" y="64545"/>
                </a:lnTo>
                <a:cubicBezTo>
                  <a:pt x="52719" y="59372"/>
                  <a:pt x="53457" y="55915"/>
                  <a:pt x="53457" y="54173"/>
                </a:cubicBezTo>
                <a:cubicBezTo>
                  <a:pt x="53457" y="52748"/>
                  <a:pt x="53167" y="51693"/>
                  <a:pt x="52587" y="51008"/>
                </a:cubicBezTo>
                <a:cubicBezTo>
                  <a:pt x="52007" y="50321"/>
                  <a:pt x="51295" y="49977"/>
                  <a:pt x="50452" y="49977"/>
                </a:cubicBezTo>
                <a:cubicBezTo>
                  <a:pt x="48712" y="49977"/>
                  <a:pt x="46867" y="50611"/>
                  <a:pt x="44916" y="51878"/>
                </a:cubicBezTo>
                <a:cubicBezTo>
                  <a:pt x="41753" y="53937"/>
                  <a:pt x="37681" y="58345"/>
                  <a:pt x="32699" y="65101"/>
                </a:cubicBezTo>
                <a:cubicBezTo>
                  <a:pt x="27717" y="71857"/>
                  <a:pt x="23855" y="78323"/>
                  <a:pt x="21114" y="84500"/>
                </a:cubicBezTo>
                <a:cubicBezTo>
                  <a:pt x="19796" y="87403"/>
                  <a:pt x="16659" y="96719"/>
                  <a:pt x="11704" y="112449"/>
                </a:cubicBezTo>
                <a:lnTo>
                  <a:pt x="0" y="112449"/>
                </a:lnTo>
                <a:lnTo>
                  <a:pt x="14629" y="61206"/>
                </a:lnTo>
                <a:lnTo>
                  <a:pt x="16527" y="54564"/>
                </a:lnTo>
                <a:cubicBezTo>
                  <a:pt x="16896" y="53549"/>
                  <a:pt x="17081" y="52801"/>
                  <a:pt x="17081" y="52320"/>
                </a:cubicBezTo>
                <a:cubicBezTo>
                  <a:pt x="17081" y="51144"/>
                  <a:pt x="16554" y="50090"/>
                  <a:pt x="15499" y="49159"/>
                </a:cubicBezTo>
                <a:cubicBezTo>
                  <a:pt x="14445" y="48229"/>
                  <a:pt x="13101" y="47763"/>
                  <a:pt x="11466" y="47763"/>
                </a:cubicBezTo>
                <a:cubicBezTo>
                  <a:pt x="10781" y="47763"/>
                  <a:pt x="8883" y="48079"/>
                  <a:pt x="5773" y="48712"/>
                </a:cubicBezTo>
                <a:lnTo>
                  <a:pt x="5061" y="45865"/>
                </a:lnTo>
                <a:lnTo>
                  <a:pt x="32343" y="40804"/>
                </a:lnTo>
                <a:close/>
                <a:moveTo>
                  <a:pt x="190479" y="40804"/>
                </a:moveTo>
                <a:lnTo>
                  <a:pt x="175059" y="94501"/>
                </a:lnTo>
                <a:lnTo>
                  <a:pt x="173319" y="101717"/>
                </a:lnTo>
                <a:cubicBezTo>
                  <a:pt x="173161" y="102394"/>
                  <a:pt x="173082" y="102966"/>
                  <a:pt x="173082" y="103434"/>
                </a:cubicBezTo>
                <a:cubicBezTo>
                  <a:pt x="173082" y="104277"/>
                  <a:pt x="173346" y="105016"/>
                  <a:pt x="173873" y="105648"/>
                </a:cubicBezTo>
                <a:cubicBezTo>
                  <a:pt x="174295" y="106123"/>
                  <a:pt x="174822" y="106360"/>
                  <a:pt x="175454" y="106360"/>
                </a:cubicBezTo>
                <a:cubicBezTo>
                  <a:pt x="176140" y="106360"/>
                  <a:pt x="177036" y="105938"/>
                  <a:pt x="178143" y="105095"/>
                </a:cubicBezTo>
                <a:cubicBezTo>
                  <a:pt x="180199" y="103566"/>
                  <a:pt x="182940" y="100403"/>
                  <a:pt x="186367" y="95605"/>
                </a:cubicBezTo>
                <a:lnTo>
                  <a:pt x="189056" y="97503"/>
                </a:lnTo>
                <a:cubicBezTo>
                  <a:pt x="185418" y="102986"/>
                  <a:pt x="181675" y="107164"/>
                  <a:pt x="177827" y="110037"/>
                </a:cubicBezTo>
                <a:cubicBezTo>
                  <a:pt x="173978" y="112910"/>
                  <a:pt x="170420" y="114347"/>
                  <a:pt x="167151" y="114347"/>
                </a:cubicBezTo>
                <a:cubicBezTo>
                  <a:pt x="164884" y="114347"/>
                  <a:pt x="163184" y="113780"/>
                  <a:pt x="162051" y="112647"/>
                </a:cubicBezTo>
                <a:cubicBezTo>
                  <a:pt x="160917" y="111513"/>
                  <a:pt x="160350" y="109866"/>
                  <a:pt x="160350" y="107704"/>
                </a:cubicBezTo>
                <a:cubicBezTo>
                  <a:pt x="160350" y="105121"/>
                  <a:pt x="160930" y="101721"/>
                  <a:pt x="162090" y="97503"/>
                </a:cubicBezTo>
                <a:lnTo>
                  <a:pt x="163751" y="91377"/>
                </a:lnTo>
                <a:cubicBezTo>
                  <a:pt x="156845" y="100469"/>
                  <a:pt x="150492" y="106824"/>
                  <a:pt x="144693" y="110440"/>
                </a:cubicBezTo>
                <a:cubicBezTo>
                  <a:pt x="140528" y="113044"/>
                  <a:pt x="136443" y="114347"/>
                  <a:pt x="132436" y="114347"/>
                </a:cubicBezTo>
                <a:cubicBezTo>
                  <a:pt x="128587" y="114347"/>
                  <a:pt x="125266" y="112750"/>
                  <a:pt x="122472" y="109558"/>
                </a:cubicBezTo>
                <a:cubicBezTo>
                  <a:pt x="119678" y="106365"/>
                  <a:pt x="118281" y="101971"/>
                  <a:pt x="118281" y="96376"/>
                </a:cubicBezTo>
                <a:cubicBezTo>
                  <a:pt x="118281" y="87986"/>
                  <a:pt x="120798" y="79133"/>
                  <a:pt x="125833" y="69818"/>
                </a:cubicBezTo>
                <a:cubicBezTo>
                  <a:pt x="130868" y="60504"/>
                  <a:pt x="137260" y="53049"/>
                  <a:pt x="145009" y="47454"/>
                </a:cubicBezTo>
                <a:cubicBezTo>
                  <a:pt x="151072" y="43021"/>
                  <a:pt x="156792" y="40804"/>
                  <a:pt x="162169" y="40804"/>
                </a:cubicBezTo>
                <a:cubicBezTo>
                  <a:pt x="165385" y="40804"/>
                  <a:pt x="168061" y="41655"/>
                  <a:pt x="170196" y="43357"/>
                </a:cubicBezTo>
                <a:cubicBezTo>
                  <a:pt x="172331" y="45059"/>
                  <a:pt x="173952" y="47877"/>
                  <a:pt x="175059" y="51811"/>
                </a:cubicBezTo>
                <a:lnTo>
                  <a:pt x="177906" y="42702"/>
                </a:lnTo>
                <a:lnTo>
                  <a:pt x="190479" y="40804"/>
                </a:lnTo>
                <a:moveTo>
                  <a:pt x="162327" y="44758"/>
                </a:moveTo>
                <a:cubicBezTo>
                  <a:pt x="158953" y="44758"/>
                  <a:pt x="155369" y="46346"/>
                  <a:pt x="151573" y="49523"/>
                </a:cubicBezTo>
                <a:cubicBezTo>
                  <a:pt x="146195" y="54020"/>
                  <a:pt x="141411" y="60688"/>
                  <a:pt x="137220" y="69527"/>
                </a:cubicBezTo>
                <a:cubicBezTo>
                  <a:pt x="133029" y="78365"/>
                  <a:pt x="130933" y="86357"/>
                  <a:pt x="130933" y="93502"/>
                </a:cubicBezTo>
                <a:cubicBezTo>
                  <a:pt x="130933" y="97102"/>
                  <a:pt x="131830" y="99947"/>
                  <a:pt x="133622" y="102038"/>
                </a:cubicBezTo>
                <a:cubicBezTo>
                  <a:pt x="135415" y="104128"/>
                  <a:pt x="137471" y="105174"/>
                  <a:pt x="139790" y="105174"/>
                </a:cubicBezTo>
                <a:cubicBezTo>
                  <a:pt x="145536" y="105174"/>
                  <a:pt x="151784" y="100913"/>
                  <a:pt x="158532" y="92393"/>
                </a:cubicBezTo>
                <a:cubicBezTo>
                  <a:pt x="167547" y="81066"/>
                  <a:pt x="172054" y="69449"/>
                  <a:pt x="172054" y="57539"/>
                </a:cubicBezTo>
                <a:cubicBezTo>
                  <a:pt x="172054" y="53042"/>
                  <a:pt x="171184" y="49787"/>
                  <a:pt x="169444" y="47775"/>
                </a:cubicBezTo>
                <a:cubicBezTo>
                  <a:pt x="167705" y="45764"/>
                  <a:pt x="165332" y="44758"/>
                  <a:pt x="162327" y="44758"/>
                </a:cubicBezTo>
                <a:close/>
                <a:moveTo>
                  <a:pt x="254216" y="40804"/>
                </a:moveTo>
                <a:lnTo>
                  <a:pt x="249392" y="65160"/>
                </a:lnTo>
                <a:lnTo>
                  <a:pt x="246466" y="65160"/>
                </a:lnTo>
                <a:cubicBezTo>
                  <a:pt x="246203" y="58040"/>
                  <a:pt x="244700" y="52860"/>
                  <a:pt x="241959" y="49619"/>
                </a:cubicBezTo>
                <a:cubicBezTo>
                  <a:pt x="239218" y="46378"/>
                  <a:pt x="235817" y="44758"/>
                  <a:pt x="231758" y="44758"/>
                </a:cubicBezTo>
                <a:cubicBezTo>
                  <a:pt x="228489" y="44758"/>
                  <a:pt x="225893" y="45657"/>
                  <a:pt x="223969" y="47454"/>
                </a:cubicBezTo>
                <a:cubicBezTo>
                  <a:pt x="222044" y="49250"/>
                  <a:pt x="221082" y="51416"/>
                  <a:pt x="221082" y="53951"/>
                </a:cubicBezTo>
                <a:cubicBezTo>
                  <a:pt x="221082" y="55696"/>
                  <a:pt x="221465" y="57360"/>
                  <a:pt x="222229" y="58945"/>
                </a:cubicBezTo>
                <a:cubicBezTo>
                  <a:pt x="222993" y="60530"/>
                  <a:pt x="224667" y="62749"/>
                  <a:pt x="227250" y="65603"/>
                </a:cubicBezTo>
                <a:cubicBezTo>
                  <a:pt x="234104" y="73107"/>
                  <a:pt x="238532" y="78761"/>
                  <a:pt x="240536" y="82565"/>
                </a:cubicBezTo>
                <a:cubicBezTo>
                  <a:pt x="242539" y="86369"/>
                  <a:pt x="243541" y="89962"/>
                  <a:pt x="243541" y="93344"/>
                </a:cubicBezTo>
                <a:cubicBezTo>
                  <a:pt x="243541" y="98838"/>
                  <a:pt x="241260" y="103712"/>
                  <a:pt x="236700" y="107966"/>
                </a:cubicBezTo>
                <a:cubicBezTo>
                  <a:pt x="232140" y="112220"/>
                  <a:pt x="226381" y="114347"/>
                  <a:pt x="219422" y="114347"/>
                </a:cubicBezTo>
                <a:cubicBezTo>
                  <a:pt x="215626" y="114347"/>
                  <a:pt x="211250" y="113451"/>
                  <a:pt x="206295" y="111658"/>
                </a:cubicBezTo>
                <a:cubicBezTo>
                  <a:pt x="204555" y="111025"/>
                  <a:pt x="203211" y="110709"/>
                  <a:pt x="202262" y="110709"/>
                </a:cubicBezTo>
                <a:cubicBezTo>
                  <a:pt x="199889" y="110709"/>
                  <a:pt x="198097" y="111922"/>
                  <a:pt x="196885" y="114347"/>
                </a:cubicBezTo>
                <a:lnTo>
                  <a:pt x="193959" y="114347"/>
                </a:lnTo>
                <a:lnTo>
                  <a:pt x="198782" y="88567"/>
                </a:lnTo>
                <a:lnTo>
                  <a:pt x="201708" y="88567"/>
                </a:lnTo>
                <a:cubicBezTo>
                  <a:pt x="202025" y="96638"/>
                  <a:pt x="203685" y="102347"/>
                  <a:pt x="206690" y="105693"/>
                </a:cubicBezTo>
                <a:cubicBezTo>
                  <a:pt x="209695" y="109037"/>
                  <a:pt x="213807" y="110709"/>
                  <a:pt x="219026" y="110709"/>
                </a:cubicBezTo>
                <a:cubicBezTo>
                  <a:pt x="223033" y="110709"/>
                  <a:pt x="226209" y="109588"/>
                  <a:pt x="228555" y="107346"/>
                </a:cubicBezTo>
                <a:cubicBezTo>
                  <a:pt x="230901" y="105102"/>
                  <a:pt x="232074" y="102344"/>
                  <a:pt x="232074" y="99072"/>
                </a:cubicBezTo>
                <a:cubicBezTo>
                  <a:pt x="232074" y="96960"/>
                  <a:pt x="231652" y="95007"/>
                  <a:pt x="230809" y="93213"/>
                </a:cubicBezTo>
                <a:cubicBezTo>
                  <a:pt x="229333" y="90047"/>
                  <a:pt x="226236" y="85666"/>
                  <a:pt x="221517" y="80071"/>
                </a:cubicBezTo>
                <a:cubicBezTo>
                  <a:pt x="216799" y="74477"/>
                  <a:pt x="213768" y="70281"/>
                  <a:pt x="212423" y="67483"/>
                </a:cubicBezTo>
                <a:cubicBezTo>
                  <a:pt x="211079" y="64686"/>
                  <a:pt x="210407" y="61888"/>
                  <a:pt x="210407" y="59091"/>
                </a:cubicBezTo>
                <a:cubicBezTo>
                  <a:pt x="210407" y="53972"/>
                  <a:pt x="212265" y="49645"/>
                  <a:pt x="215982" y="46110"/>
                </a:cubicBezTo>
                <a:cubicBezTo>
                  <a:pt x="219698" y="42573"/>
                  <a:pt x="224483" y="40804"/>
                  <a:pt x="230334" y="40804"/>
                </a:cubicBezTo>
                <a:cubicBezTo>
                  <a:pt x="232021" y="40804"/>
                  <a:pt x="233550" y="40939"/>
                  <a:pt x="234921" y="41207"/>
                </a:cubicBezTo>
                <a:cubicBezTo>
                  <a:pt x="235659" y="41368"/>
                  <a:pt x="237386" y="41975"/>
                  <a:pt x="240101" y="43026"/>
                </a:cubicBezTo>
                <a:cubicBezTo>
                  <a:pt x="242816" y="44075"/>
                  <a:pt x="244621" y="44600"/>
                  <a:pt x="245517" y="44600"/>
                </a:cubicBezTo>
                <a:cubicBezTo>
                  <a:pt x="247784" y="44600"/>
                  <a:pt x="249682" y="43335"/>
                  <a:pt x="251211" y="40804"/>
                </a:cubicBezTo>
                <a:lnTo>
                  <a:pt x="254216" y="40804"/>
                </a:lnTo>
                <a:close/>
                <a:moveTo>
                  <a:pt x="305059" y="0"/>
                </a:moveTo>
                <a:lnTo>
                  <a:pt x="282601" y="77447"/>
                </a:lnTo>
                <a:lnTo>
                  <a:pt x="291616" y="69932"/>
                </a:lnTo>
                <a:cubicBezTo>
                  <a:pt x="301474" y="61683"/>
                  <a:pt x="307880" y="55558"/>
                  <a:pt x="310832" y="51556"/>
                </a:cubicBezTo>
                <a:cubicBezTo>
                  <a:pt x="311781" y="50184"/>
                  <a:pt x="312255" y="49142"/>
                  <a:pt x="312255" y="48430"/>
                </a:cubicBezTo>
                <a:cubicBezTo>
                  <a:pt x="312255" y="47936"/>
                  <a:pt x="312097" y="47470"/>
                  <a:pt x="311781" y="47032"/>
                </a:cubicBezTo>
                <a:cubicBezTo>
                  <a:pt x="311465" y="46592"/>
                  <a:pt x="310845" y="46235"/>
                  <a:pt x="309923" y="45962"/>
                </a:cubicBezTo>
                <a:cubicBezTo>
                  <a:pt x="309000" y="45686"/>
                  <a:pt x="307379" y="45549"/>
                  <a:pt x="305059" y="45549"/>
                </a:cubicBezTo>
                <a:lnTo>
                  <a:pt x="302291" y="45549"/>
                </a:lnTo>
                <a:lnTo>
                  <a:pt x="303161" y="42702"/>
                </a:lnTo>
                <a:lnTo>
                  <a:pt x="337718" y="42702"/>
                </a:lnTo>
                <a:lnTo>
                  <a:pt x="336928" y="45549"/>
                </a:lnTo>
                <a:cubicBezTo>
                  <a:pt x="332974" y="45768"/>
                  <a:pt x="329560" y="46411"/>
                  <a:pt x="326687" y="47476"/>
                </a:cubicBezTo>
                <a:cubicBezTo>
                  <a:pt x="323814" y="48542"/>
                  <a:pt x="321033" y="50114"/>
                  <a:pt x="318344" y="52191"/>
                </a:cubicBezTo>
                <a:cubicBezTo>
                  <a:pt x="313020" y="56134"/>
                  <a:pt x="309514" y="58867"/>
                  <a:pt x="307827" y="60391"/>
                </a:cubicBezTo>
                <a:lnTo>
                  <a:pt x="301026" y="66408"/>
                </a:lnTo>
                <a:cubicBezTo>
                  <a:pt x="302186" y="70204"/>
                  <a:pt x="303609" y="75502"/>
                  <a:pt x="305296" y="82303"/>
                </a:cubicBezTo>
                <a:cubicBezTo>
                  <a:pt x="308143" y="93585"/>
                  <a:pt x="310067" y="100280"/>
                  <a:pt x="311069" y="102389"/>
                </a:cubicBezTo>
                <a:cubicBezTo>
                  <a:pt x="312071" y="104456"/>
                  <a:pt x="313099" y="105490"/>
                  <a:pt x="314153" y="105490"/>
                </a:cubicBezTo>
                <a:cubicBezTo>
                  <a:pt x="315049" y="105490"/>
                  <a:pt x="316104" y="105042"/>
                  <a:pt x="317316" y="104146"/>
                </a:cubicBezTo>
                <a:cubicBezTo>
                  <a:pt x="320058" y="102142"/>
                  <a:pt x="322984" y="98953"/>
                  <a:pt x="326094" y="94577"/>
                </a:cubicBezTo>
                <a:lnTo>
                  <a:pt x="328862" y="96562"/>
                </a:lnTo>
                <a:cubicBezTo>
                  <a:pt x="323115" y="103814"/>
                  <a:pt x="318713" y="108591"/>
                  <a:pt x="315656" y="110894"/>
                </a:cubicBezTo>
                <a:cubicBezTo>
                  <a:pt x="312598" y="113196"/>
                  <a:pt x="309804" y="114347"/>
                  <a:pt x="307273" y="114347"/>
                </a:cubicBezTo>
                <a:cubicBezTo>
                  <a:pt x="305059" y="114347"/>
                  <a:pt x="303346" y="113477"/>
                  <a:pt x="302133" y="111737"/>
                </a:cubicBezTo>
                <a:cubicBezTo>
                  <a:pt x="300025" y="108635"/>
                  <a:pt x="296519" y="96412"/>
                  <a:pt x="291616" y="75067"/>
                </a:cubicBezTo>
                <a:lnTo>
                  <a:pt x="280782" y="84391"/>
                </a:lnTo>
                <a:lnTo>
                  <a:pt x="272637" y="112449"/>
                </a:lnTo>
                <a:lnTo>
                  <a:pt x="260301" y="112449"/>
                </a:lnTo>
                <a:lnTo>
                  <a:pt x="286555" y="22367"/>
                </a:lnTo>
                <a:lnTo>
                  <a:pt x="288769" y="14709"/>
                </a:lnTo>
                <a:cubicBezTo>
                  <a:pt x="289033" y="13391"/>
                  <a:pt x="289165" y="12231"/>
                  <a:pt x="289165" y="11229"/>
                </a:cubicBezTo>
                <a:cubicBezTo>
                  <a:pt x="289165" y="9964"/>
                  <a:pt x="288677" y="8909"/>
                  <a:pt x="287702" y="8066"/>
                </a:cubicBezTo>
                <a:cubicBezTo>
                  <a:pt x="286726" y="7222"/>
                  <a:pt x="285316" y="6801"/>
                  <a:pt x="283471" y="6801"/>
                </a:cubicBezTo>
                <a:cubicBezTo>
                  <a:pt x="282258" y="6801"/>
                  <a:pt x="280334" y="7064"/>
                  <a:pt x="277698" y="7591"/>
                </a:cubicBezTo>
                <a:lnTo>
                  <a:pt x="277698" y="4745"/>
                </a:lnTo>
                <a:lnTo>
                  <a:pt x="30505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maskedF">
            <a:extLst xmlns:a="http://schemas.openxmlformats.org/drawingml/2006/main">
              <a:ext uri="{FF2B5EF4-FFF2-40B4-BE49-F238E27FC236}">
                <a16:creationId xmlns:a16="http://schemas.microsoft.com/office/drawing/2014/main" id="{41FACDF0-18F0-4978-B656-8399627F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587" y="872878"/>
            <a:ext cx="631833" cy="114347"/>
          </a:xfrm>
          <a:custGeom xmlns:a="http://schemas.openxmlformats.org/drawingml/2006/main">
            <a:pathLst>
              <a:path w="631833" h="114347">
                <a:moveTo>
                  <a:pt x="32343" y="40804"/>
                </a:moveTo>
                <a:lnTo>
                  <a:pt x="22063" y="76503"/>
                </a:lnTo>
                <a:cubicBezTo>
                  <a:pt x="26649" y="68112"/>
                  <a:pt x="30550" y="61807"/>
                  <a:pt x="33766" y="57586"/>
                </a:cubicBezTo>
                <a:cubicBezTo>
                  <a:pt x="38775" y="51042"/>
                  <a:pt x="43651" y="46293"/>
                  <a:pt x="48396" y="43337"/>
                </a:cubicBezTo>
                <a:cubicBezTo>
                  <a:pt x="51190" y="41649"/>
                  <a:pt x="54116" y="40804"/>
                  <a:pt x="57173" y="40804"/>
                </a:cubicBezTo>
                <a:cubicBezTo>
                  <a:pt x="59809" y="40804"/>
                  <a:pt x="61997" y="41657"/>
                  <a:pt x="63737" y="43362"/>
                </a:cubicBezTo>
                <a:cubicBezTo>
                  <a:pt x="65477" y="45065"/>
                  <a:pt x="66346" y="47249"/>
                  <a:pt x="66346" y="49913"/>
                </a:cubicBezTo>
                <a:cubicBezTo>
                  <a:pt x="66346" y="52491"/>
                  <a:pt x="65740" y="55860"/>
                  <a:pt x="64528" y="60018"/>
                </a:cubicBezTo>
                <a:lnTo>
                  <a:pt x="58913" y="80071"/>
                </a:lnTo>
                <a:cubicBezTo>
                  <a:pt x="67506" y="63974"/>
                  <a:pt x="75651" y="52679"/>
                  <a:pt x="83348" y="46186"/>
                </a:cubicBezTo>
                <a:cubicBezTo>
                  <a:pt x="87618" y="42598"/>
                  <a:pt x="91836" y="40804"/>
                  <a:pt x="96001" y="40804"/>
                </a:cubicBezTo>
                <a:cubicBezTo>
                  <a:pt x="98426" y="40804"/>
                  <a:pt x="100416" y="41639"/>
                  <a:pt x="101971" y="43310"/>
                </a:cubicBezTo>
                <a:cubicBezTo>
                  <a:pt x="103526" y="44979"/>
                  <a:pt x="104304" y="47563"/>
                  <a:pt x="104304" y="51062"/>
                </a:cubicBezTo>
                <a:cubicBezTo>
                  <a:pt x="104304" y="54121"/>
                  <a:pt x="103829" y="57365"/>
                  <a:pt x="102880" y="60794"/>
                </a:cubicBezTo>
                <a:lnTo>
                  <a:pt x="94182" y="91572"/>
                </a:lnTo>
                <a:cubicBezTo>
                  <a:pt x="92284" y="98271"/>
                  <a:pt x="91335" y="101989"/>
                  <a:pt x="91335" y="102727"/>
                </a:cubicBezTo>
                <a:cubicBezTo>
                  <a:pt x="91335" y="103465"/>
                  <a:pt x="91572" y="104098"/>
                  <a:pt x="92047" y="104625"/>
                </a:cubicBezTo>
                <a:cubicBezTo>
                  <a:pt x="92363" y="104994"/>
                  <a:pt x="92785" y="105179"/>
                  <a:pt x="93312" y="105179"/>
                </a:cubicBezTo>
                <a:cubicBezTo>
                  <a:pt x="93839" y="105179"/>
                  <a:pt x="94762" y="104678"/>
                  <a:pt x="96080" y="103676"/>
                </a:cubicBezTo>
                <a:cubicBezTo>
                  <a:pt x="99085" y="101357"/>
                  <a:pt x="101905" y="98299"/>
                  <a:pt x="104541" y="94503"/>
                </a:cubicBezTo>
                <a:lnTo>
                  <a:pt x="107151" y="96164"/>
                </a:lnTo>
                <a:cubicBezTo>
                  <a:pt x="105833" y="98272"/>
                  <a:pt x="103500" y="101172"/>
                  <a:pt x="100152" y="104862"/>
                </a:cubicBezTo>
                <a:cubicBezTo>
                  <a:pt x="96805" y="108551"/>
                  <a:pt x="93945" y="111054"/>
                  <a:pt x="91572" y="112372"/>
                </a:cubicBezTo>
                <a:cubicBezTo>
                  <a:pt x="89200" y="113689"/>
                  <a:pt x="87012" y="114347"/>
                  <a:pt x="85009" y="114347"/>
                </a:cubicBezTo>
                <a:cubicBezTo>
                  <a:pt x="83164" y="114347"/>
                  <a:pt x="81622" y="113714"/>
                  <a:pt x="80383" y="112449"/>
                </a:cubicBezTo>
                <a:cubicBezTo>
                  <a:pt x="79144" y="111184"/>
                  <a:pt x="78524" y="109628"/>
                  <a:pt x="78524" y="107783"/>
                </a:cubicBezTo>
                <a:cubicBezTo>
                  <a:pt x="78524" y="105253"/>
                  <a:pt x="79605" y="100165"/>
                  <a:pt x="81767" y="92521"/>
                </a:cubicBezTo>
                <a:lnTo>
                  <a:pt x="88963" y="67137"/>
                </a:lnTo>
                <a:cubicBezTo>
                  <a:pt x="90597" y="61285"/>
                  <a:pt x="91467" y="58043"/>
                  <a:pt x="91572" y="57411"/>
                </a:cubicBezTo>
                <a:cubicBezTo>
                  <a:pt x="91730" y="56409"/>
                  <a:pt x="91810" y="55434"/>
                  <a:pt x="91810" y="54485"/>
                </a:cubicBezTo>
                <a:cubicBezTo>
                  <a:pt x="91810" y="53167"/>
                  <a:pt x="91520" y="52139"/>
                  <a:pt x="90940" y="51401"/>
                </a:cubicBezTo>
                <a:cubicBezTo>
                  <a:pt x="90307" y="50663"/>
                  <a:pt x="89595" y="50294"/>
                  <a:pt x="88805" y="50294"/>
                </a:cubicBezTo>
                <a:cubicBezTo>
                  <a:pt x="86590" y="50294"/>
                  <a:pt x="84244" y="51427"/>
                  <a:pt x="81767" y="53694"/>
                </a:cubicBezTo>
                <a:cubicBezTo>
                  <a:pt x="74491" y="60389"/>
                  <a:pt x="67691" y="69773"/>
                  <a:pt x="61364" y="81846"/>
                </a:cubicBezTo>
                <a:cubicBezTo>
                  <a:pt x="57200" y="89806"/>
                  <a:pt x="53299" y="100007"/>
                  <a:pt x="49661" y="112449"/>
                </a:cubicBezTo>
                <a:lnTo>
                  <a:pt x="37720" y="112449"/>
                </a:lnTo>
                <a:lnTo>
                  <a:pt x="51243" y="64545"/>
                </a:lnTo>
                <a:cubicBezTo>
                  <a:pt x="52719" y="59372"/>
                  <a:pt x="53457" y="55915"/>
                  <a:pt x="53457" y="54173"/>
                </a:cubicBezTo>
                <a:cubicBezTo>
                  <a:pt x="53457" y="52748"/>
                  <a:pt x="53167" y="51693"/>
                  <a:pt x="52587" y="51008"/>
                </a:cubicBezTo>
                <a:cubicBezTo>
                  <a:pt x="52007" y="50321"/>
                  <a:pt x="51295" y="49977"/>
                  <a:pt x="50452" y="49977"/>
                </a:cubicBezTo>
                <a:cubicBezTo>
                  <a:pt x="48712" y="49977"/>
                  <a:pt x="46867" y="50611"/>
                  <a:pt x="44916" y="51878"/>
                </a:cubicBezTo>
                <a:cubicBezTo>
                  <a:pt x="41753" y="53937"/>
                  <a:pt x="37681" y="58345"/>
                  <a:pt x="32699" y="65101"/>
                </a:cubicBezTo>
                <a:cubicBezTo>
                  <a:pt x="27717" y="71857"/>
                  <a:pt x="23855" y="78323"/>
                  <a:pt x="21114" y="84500"/>
                </a:cubicBezTo>
                <a:cubicBezTo>
                  <a:pt x="19796" y="87403"/>
                  <a:pt x="16659" y="96719"/>
                  <a:pt x="11704" y="112449"/>
                </a:cubicBezTo>
                <a:lnTo>
                  <a:pt x="0" y="112449"/>
                </a:lnTo>
                <a:lnTo>
                  <a:pt x="14629" y="61206"/>
                </a:lnTo>
                <a:lnTo>
                  <a:pt x="16527" y="54564"/>
                </a:lnTo>
                <a:cubicBezTo>
                  <a:pt x="16896" y="53549"/>
                  <a:pt x="17081" y="52801"/>
                  <a:pt x="17081" y="52320"/>
                </a:cubicBezTo>
                <a:cubicBezTo>
                  <a:pt x="17081" y="51144"/>
                  <a:pt x="16554" y="50090"/>
                  <a:pt x="15499" y="49159"/>
                </a:cubicBezTo>
                <a:cubicBezTo>
                  <a:pt x="14445" y="48229"/>
                  <a:pt x="13101" y="47763"/>
                  <a:pt x="11466" y="47763"/>
                </a:cubicBezTo>
                <a:cubicBezTo>
                  <a:pt x="10781" y="47763"/>
                  <a:pt x="8883" y="48079"/>
                  <a:pt x="5773" y="48712"/>
                </a:cubicBezTo>
                <a:lnTo>
                  <a:pt x="5061" y="45865"/>
                </a:lnTo>
                <a:lnTo>
                  <a:pt x="32343" y="40804"/>
                </a:lnTo>
                <a:close/>
                <a:moveTo>
                  <a:pt x="190479" y="40804"/>
                </a:moveTo>
                <a:lnTo>
                  <a:pt x="175059" y="94501"/>
                </a:lnTo>
                <a:lnTo>
                  <a:pt x="173319" y="101717"/>
                </a:lnTo>
                <a:cubicBezTo>
                  <a:pt x="173161" y="102394"/>
                  <a:pt x="173082" y="102966"/>
                  <a:pt x="173082" y="103434"/>
                </a:cubicBezTo>
                <a:cubicBezTo>
                  <a:pt x="173082" y="104277"/>
                  <a:pt x="173346" y="105016"/>
                  <a:pt x="173873" y="105648"/>
                </a:cubicBezTo>
                <a:cubicBezTo>
                  <a:pt x="174295" y="106123"/>
                  <a:pt x="174822" y="106360"/>
                  <a:pt x="175454" y="106360"/>
                </a:cubicBezTo>
                <a:cubicBezTo>
                  <a:pt x="176140" y="106360"/>
                  <a:pt x="177036" y="105938"/>
                  <a:pt x="178143" y="105095"/>
                </a:cubicBezTo>
                <a:cubicBezTo>
                  <a:pt x="180199" y="103566"/>
                  <a:pt x="182940" y="100403"/>
                  <a:pt x="186367" y="95605"/>
                </a:cubicBezTo>
                <a:lnTo>
                  <a:pt x="189056" y="97503"/>
                </a:lnTo>
                <a:cubicBezTo>
                  <a:pt x="185418" y="102986"/>
                  <a:pt x="181675" y="107164"/>
                  <a:pt x="177827" y="110037"/>
                </a:cubicBezTo>
                <a:cubicBezTo>
                  <a:pt x="173978" y="112910"/>
                  <a:pt x="170420" y="114347"/>
                  <a:pt x="167151" y="114347"/>
                </a:cubicBezTo>
                <a:cubicBezTo>
                  <a:pt x="164884" y="114347"/>
                  <a:pt x="163184" y="113780"/>
                  <a:pt x="162051" y="112647"/>
                </a:cubicBezTo>
                <a:cubicBezTo>
                  <a:pt x="160917" y="111513"/>
                  <a:pt x="160350" y="109866"/>
                  <a:pt x="160350" y="107704"/>
                </a:cubicBezTo>
                <a:cubicBezTo>
                  <a:pt x="160350" y="105121"/>
                  <a:pt x="160930" y="101721"/>
                  <a:pt x="162090" y="97503"/>
                </a:cubicBezTo>
                <a:lnTo>
                  <a:pt x="163751" y="91377"/>
                </a:lnTo>
                <a:cubicBezTo>
                  <a:pt x="156845" y="100469"/>
                  <a:pt x="150492" y="106824"/>
                  <a:pt x="144693" y="110440"/>
                </a:cubicBezTo>
                <a:cubicBezTo>
                  <a:pt x="140528" y="113044"/>
                  <a:pt x="136443" y="114347"/>
                  <a:pt x="132436" y="114347"/>
                </a:cubicBezTo>
                <a:cubicBezTo>
                  <a:pt x="128587" y="114347"/>
                  <a:pt x="125266" y="112750"/>
                  <a:pt x="122472" y="109558"/>
                </a:cubicBezTo>
                <a:cubicBezTo>
                  <a:pt x="119678" y="106365"/>
                  <a:pt x="118281" y="101971"/>
                  <a:pt x="118281" y="96376"/>
                </a:cubicBezTo>
                <a:cubicBezTo>
                  <a:pt x="118281" y="87986"/>
                  <a:pt x="120798" y="79133"/>
                  <a:pt x="125833" y="69818"/>
                </a:cubicBezTo>
                <a:cubicBezTo>
                  <a:pt x="130868" y="60504"/>
                  <a:pt x="137260" y="53049"/>
                  <a:pt x="145009" y="47454"/>
                </a:cubicBezTo>
                <a:cubicBezTo>
                  <a:pt x="151072" y="43021"/>
                  <a:pt x="156792" y="40804"/>
                  <a:pt x="162169" y="40804"/>
                </a:cubicBezTo>
                <a:cubicBezTo>
                  <a:pt x="165385" y="40804"/>
                  <a:pt x="168061" y="41655"/>
                  <a:pt x="170196" y="43357"/>
                </a:cubicBezTo>
                <a:cubicBezTo>
                  <a:pt x="172331" y="45059"/>
                  <a:pt x="173952" y="47877"/>
                  <a:pt x="175059" y="51811"/>
                </a:cubicBezTo>
                <a:lnTo>
                  <a:pt x="177906" y="42702"/>
                </a:lnTo>
                <a:lnTo>
                  <a:pt x="190479" y="40804"/>
                </a:lnTo>
                <a:moveTo>
                  <a:pt x="162327" y="44758"/>
                </a:moveTo>
                <a:cubicBezTo>
                  <a:pt x="158953" y="44758"/>
                  <a:pt x="155369" y="46346"/>
                  <a:pt x="151573" y="49523"/>
                </a:cubicBezTo>
                <a:cubicBezTo>
                  <a:pt x="146195" y="54020"/>
                  <a:pt x="141411" y="60688"/>
                  <a:pt x="137220" y="69527"/>
                </a:cubicBezTo>
                <a:cubicBezTo>
                  <a:pt x="133029" y="78365"/>
                  <a:pt x="130933" y="86357"/>
                  <a:pt x="130933" y="93502"/>
                </a:cubicBezTo>
                <a:cubicBezTo>
                  <a:pt x="130933" y="97102"/>
                  <a:pt x="131830" y="99947"/>
                  <a:pt x="133622" y="102038"/>
                </a:cubicBezTo>
                <a:cubicBezTo>
                  <a:pt x="135415" y="104128"/>
                  <a:pt x="137471" y="105174"/>
                  <a:pt x="139790" y="105174"/>
                </a:cubicBezTo>
                <a:cubicBezTo>
                  <a:pt x="145536" y="105174"/>
                  <a:pt x="151784" y="100913"/>
                  <a:pt x="158532" y="92393"/>
                </a:cubicBezTo>
                <a:cubicBezTo>
                  <a:pt x="167547" y="81066"/>
                  <a:pt x="172054" y="69449"/>
                  <a:pt x="172054" y="57539"/>
                </a:cubicBezTo>
                <a:cubicBezTo>
                  <a:pt x="172054" y="53042"/>
                  <a:pt x="171184" y="49787"/>
                  <a:pt x="169444" y="47775"/>
                </a:cubicBezTo>
                <a:cubicBezTo>
                  <a:pt x="167705" y="45764"/>
                  <a:pt x="165332" y="44758"/>
                  <a:pt x="162327" y="44758"/>
                </a:cubicBezTo>
                <a:close/>
                <a:moveTo>
                  <a:pt x="254216" y="40804"/>
                </a:moveTo>
                <a:lnTo>
                  <a:pt x="249392" y="65160"/>
                </a:lnTo>
                <a:lnTo>
                  <a:pt x="246466" y="65160"/>
                </a:lnTo>
                <a:cubicBezTo>
                  <a:pt x="246203" y="58040"/>
                  <a:pt x="244700" y="52860"/>
                  <a:pt x="241959" y="49619"/>
                </a:cubicBezTo>
                <a:cubicBezTo>
                  <a:pt x="239218" y="46378"/>
                  <a:pt x="235817" y="44758"/>
                  <a:pt x="231758" y="44758"/>
                </a:cubicBezTo>
                <a:cubicBezTo>
                  <a:pt x="228489" y="44758"/>
                  <a:pt x="225893" y="45657"/>
                  <a:pt x="223969" y="47454"/>
                </a:cubicBezTo>
                <a:cubicBezTo>
                  <a:pt x="222044" y="49250"/>
                  <a:pt x="221082" y="51416"/>
                  <a:pt x="221082" y="53951"/>
                </a:cubicBezTo>
                <a:cubicBezTo>
                  <a:pt x="221082" y="55696"/>
                  <a:pt x="221465" y="57360"/>
                  <a:pt x="222229" y="58945"/>
                </a:cubicBezTo>
                <a:cubicBezTo>
                  <a:pt x="222993" y="60530"/>
                  <a:pt x="224667" y="62749"/>
                  <a:pt x="227250" y="65603"/>
                </a:cubicBezTo>
                <a:cubicBezTo>
                  <a:pt x="234104" y="73107"/>
                  <a:pt x="238532" y="78761"/>
                  <a:pt x="240535" y="82565"/>
                </a:cubicBezTo>
                <a:cubicBezTo>
                  <a:pt x="242539" y="86369"/>
                  <a:pt x="243540" y="89962"/>
                  <a:pt x="243540" y="93344"/>
                </a:cubicBezTo>
                <a:cubicBezTo>
                  <a:pt x="243540" y="98838"/>
                  <a:pt x="241260" y="103712"/>
                  <a:pt x="236700" y="107966"/>
                </a:cubicBezTo>
                <a:cubicBezTo>
                  <a:pt x="232140" y="112220"/>
                  <a:pt x="226381" y="114347"/>
                  <a:pt x="219422" y="114347"/>
                </a:cubicBezTo>
                <a:cubicBezTo>
                  <a:pt x="215626" y="114347"/>
                  <a:pt x="211250" y="113451"/>
                  <a:pt x="206295" y="111658"/>
                </a:cubicBezTo>
                <a:cubicBezTo>
                  <a:pt x="204555" y="111025"/>
                  <a:pt x="203211" y="110709"/>
                  <a:pt x="202262" y="110709"/>
                </a:cubicBezTo>
                <a:cubicBezTo>
                  <a:pt x="199889" y="110709"/>
                  <a:pt x="198097" y="111922"/>
                  <a:pt x="196884" y="114347"/>
                </a:cubicBezTo>
                <a:lnTo>
                  <a:pt x="193959" y="114347"/>
                </a:lnTo>
                <a:lnTo>
                  <a:pt x="198782" y="88567"/>
                </a:lnTo>
                <a:lnTo>
                  <a:pt x="201708" y="88567"/>
                </a:lnTo>
                <a:cubicBezTo>
                  <a:pt x="202025" y="96638"/>
                  <a:pt x="203685" y="102347"/>
                  <a:pt x="206690" y="105693"/>
                </a:cubicBezTo>
                <a:cubicBezTo>
                  <a:pt x="209695" y="109037"/>
                  <a:pt x="213807" y="110709"/>
                  <a:pt x="219026" y="110709"/>
                </a:cubicBezTo>
                <a:cubicBezTo>
                  <a:pt x="223033" y="110709"/>
                  <a:pt x="226209" y="109588"/>
                  <a:pt x="228555" y="107346"/>
                </a:cubicBezTo>
                <a:cubicBezTo>
                  <a:pt x="230901" y="105102"/>
                  <a:pt x="232074" y="102344"/>
                  <a:pt x="232074" y="99072"/>
                </a:cubicBezTo>
                <a:cubicBezTo>
                  <a:pt x="232074" y="96960"/>
                  <a:pt x="231652" y="95007"/>
                  <a:pt x="230809" y="93213"/>
                </a:cubicBezTo>
                <a:cubicBezTo>
                  <a:pt x="229333" y="90047"/>
                  <a:pt x="226236" y="85666"/>
                  <a:pt x="221517" y="80071"/>
                </a:cubicBezTo>
                <a:cubicBezTo>
                  <a:pt x="216799" y="74477"/>
                  <a:pt x="213768" y="70281"/>
                  <a:pt x="212423" y="67483"/>
                </a:cubicBezTo>
                <a:cubicBezTo>
                  <a:pt x="211079" y="64686"/>
                  <a:pt x="210407" y="61888"/>
                  <a:pt x="210407" y="59091"/>
                </a:cubicBezTo>
                <a:cubicBezTo>
                  <a:pt x="210407" y="53972"/>
                  <a:pt x="212265" y="49645"/>
                  <a:pt x="215982" y="46110"/>
                </a:cubicBezTo>
                <a:cubicBezTo>
                  <a:pt x="219698" y="42573"/>
                  <a:pt x="224483" y="40804"/>
                  <a:pt x="230334" y="40804"/>
                </a:cubicBezTo>
                <a:cubicBezTo>
                  <a:pt x="232021" y="40804"/>
                  <a:pt x="233550" y="40939"/>
                  <a:pt x="234921" y="41207"/>
                </a:cubicBezTo>
                <a:cubicBezTo>
                  <a:pt x="235659" y="41368"/>
                  <a:pt x="237386" y="41975"/>
                  <a:pt x="240101" y="43026"/>
                </a:cubicBezTo>
                <a:cubicBezTo>
                  <a:pt x="242816" y="44075"/>
                  <a:pt x="244621" y="44600"/>
                  <a:pt x="245517" y="44600"/>
                </a:cubicBezTo>
                <a:cubicBezTo>
                  <a:pt x="247784" y="44600"/>
                  <a:pt x="249682" y="43335"/>
                  <a:pt x="251211" y="40804"/>
                </a:cubicBezTo>
                <a:lnTo>
                  <a:pt x="254216" y="40804"/>
                </a:lnTo>
                <a:close/>
                <a:moveTo>
                  <a:pt x="305059" y="0"/>
                </a:moveTo>
                <a:lnTo>
                  <a:pt x="282601" y="77447"/>
                </a:lnTo>
                <a:lnTo>
                  <a:pt x="291616" y="69932"/>
                </a:lnTo>
                <a:cubicBezTo>
                  <a:pt x="301474" y="61683"/>
                  <a:pt x="307880" y="55558"/>
                  <a:pt x="310832" y="51556"/>
                </a:cubicBezTo>
                <a:cubicBezTo>
                  <a:pt x="311781" y="50184"/>
                  <a:pt x="312255" y="49142"/>
                  <a:pt x="312255" y="48430"/>
                </a:cubicBezTo>
                <a:cubicBezTo>
                  <a:pt x="312255" y="47936"/>
                  <a:pt x="312097" y="47470"/>
                  <a:pt x="311781" y="47032"/>
                </a:cubicBezTo>
                <a:cubicBezTo>
                  <a:pt x="311465" y="46592"/>
                  <a:pt x="310845" y="46235"/>
                  <a:pt x="309923" y="45962"/>
                </a:cubicBezTo>
                <a:cubicBezTo>
                  <a:pt x="309000" y="45686"/>
                  <a:pt x="307379" y="45549"/>
                  <a:pt x="305059" y="45549"/>
                </a:cubicBezTo>
                <a:lnTo>
                  <a:pt x="302291" y="45549"/>
                </a:lnTo>
                <a:lnTo>
                  <a:pt x="303161" y="42702"/>
                </a:lnTo>
                <a:lnTo>
                  <a:pt x="337718" y="42702"/>
                </a:lnTo>
                <a:lnTo>
                  <a:pt x="336928" y="45549"/>
                </a:lnTo>
                <a:cubicBezTo>
                  <a:pt x="332974" y="45768"/>
                  <a:pt x="329560" y="46411"/>
                  <a:pt x="326687" y="47476"/>
                </a:cubicBezTo>
                <a:cubicBezTo>
                  <a:pt x="323814" y="48542"/>
                  <a:pt x="321033" y="50114"/>
                  <a:pt x="318344" y="52191"/>
                </a:cubicBezTo>
                <a:cubicBezTo>
                  <a:pt x="313020" y="56134"/>
                  <a:pt x="309514" y="58867"/>
                  <a:pt x="307827" y="60391"/>
                </a:cubicBezTo>
                <a:lnTo>
                  <a:pt x="301026" y="66408"/>
                </a:lnTo>
                <a:cubicBezTo>
                  <a:pt x="302186" y="70204"/>
                  <a:pt x="303609" y="75502"/>
                  <a:pt x="305296" y="82303"/>
                </a:cubicBezTo>
                <a:cubicBezTo>
                  <a:pt x="308143" y="93585"/>
                  <a:pt x="310067" y="100280"/>
                  <a:pt x="311069" y="102389"/>
                </a:cubicBezTo>
                <a:cubicBezTo>
                  <a:pt x="312071" y="104456"/>
                  <a:pt x="313099" y="105490"/>
                  <a:pt x="314153" y="105490"/>
                </a:cubicBezTo>
                <a:cubicBezTo>
                  <a:pt x="315049" y="105490"/>
                  <a:pt x="316104" y="105042"/>
                  <a:pt x="317316" y="104146"/>
                </a:cubicBezTo>
                <a:cubicBezTo>
                  <a:pt x="320058" y="102142"/>
                  <a:pt x="322984" y="98953"/>
                  <a:pt x="326094" y="94577"/>
                </a:cubicBezTo>
                <a:lnTo>
                  <a:pt x="328862" y="96562"/>
                </a:lnTo>
                <a:cubicBezTo>
                  <a:pt x="323115" y="103814"/>
                  <a:pt x="318713" y="108591"/>
                  <a:pt x="315656" y="110894"/>
                </a:cubicBezTo>
                <a:cubicBezTo>
                  <a:pt x="312598" y="113196"/>
                  <a:pt x="309804" y="114347"/>
                  <a:pt x="307273" y="114347"/>
                </a:cubicBezTo>
                <a:cubicBezTo>
                  <a:pt x="305059" y="114347"/>
                  <a:pt x="303346" y="113477"/>
                  <a:pt x="302133" y="111737"/>
                </a:cubicBezTo>
                <a:cubicBezTo>
                  <a:pt x="300025" y="108635"/>
                  <a:pt x="296519" y="96412"/>
                  <a:pt x="291616" y="75067"/>
                </a:cubicBezTo>
                <a:lnTo>
                  <a:pt x="280782" y="84391"/>
                </a:lnTo>
                <a:lnTo>
                  <a:pt x="272637" y="112449"/>
                </a:lnTo>
                <a:lnTo>
                  <a:pt x="260301" y="112449"/>
                </a:lnTo>
                <a:lnTo>
                  <a:pt x="286555" y="22367"/>
                </a:lnTo>
                <a:lnTo>
                  <a:pt x="288769" y="14709"/>
                </a:lnTo>
                <a:cubicBezTo>
                  <a:pt x="289033" y="13391"/>
                  <a:pt x="289165" y="12231"/>
                  <a:pt x="289165" y="11229"/>
                </a:cubicBezTo>
                <a:cubicBezTo>
                  <a:pt x="289165" y="9964"/>
                  <a:pt x="288677" y="8909"/>
                  <a:pt x="287702" y="8066"/>
                </a:cubicBezTo>
                <a:cubicBezTo>
                  <a:pt x="286726" y="7222"/>
                  <a:pt x="285316" y="6801"/>
                  <a:pt x="283471" y="6801"/>
                </a:cubicBezTo>
                <a:cubicBezTo>
                  <a:pt x="282258" y="6801"/>
                  <a:pt x="280334" y="7064"/>
                  <a:pt x="277698" y="7591"/>
                </a:cubicBezTo>
                <a:lnTo>
                  <a:pt x="277698" y="4745"/>
                </a:lnTo>
                <a:lnTo>
                  <a:pt x="305059" y="0"/>
                </a:lnTo>
                <a:close/>
                <a:moveTo>
                  <a:pt x="349710" y="82716"/>
                </a:moveTo>
                <a:cubicBezTo>
                  <a:pt x="349341" y="85343"/>
                  <a:pt x="349157" y="87524"/>
                  <a:pt x="349157" y="89257"/>
                </a:cubicBezTo>
                <a:cubicBezTo>
                  <a:pt x="349157" y="93932"/>
                  <a:pt x="350817" y="97913"/>
                  <a:pt x="354139" y="101198"/>
                </a:cubicBezTo>
                <a:cubicBezTo>
                  <a:pt x="357460" y="104481"/>
                  <a:pt x="361493" y="106123"/>
                  <a:pt x="366238" y="106123"/>
                </a:cubicBezTo>
                <a:cubicBezTo>
                  <a:pt x="370033" y="106123"/>
                  <a:pt x="373684" y="105348"/>
                  <a:pt x="377190" y="103797"/>
                </a:cubicBezTo>
                <a:cubicBezTo>
                  <a:pt x="380696" y="102245"/>
                  <a:pt x="385902" y="98815"/>
                  <a:pt x="392808" y="93505"/>
                </a:cubicBezTo>
                <a:lnTo>
                  <a:pt x="394468" y="95798"/>
                </a:lnTo>
                <a:cubicBezTo>
                  <a:pt x="381974" y="108164"/>
                  <a:pt x="370060" y="114347"/>
                  <a:pt x="358725" y="114347"/>
                </a:cubicBezTo>
                <a:cubicBezTo>
                  <a:pt x="351028" y="114347"/>
                  <a:pt x="345229" y="111919"/>
                  <a:pt x="341328" y="107064"/>
                </a:cubicBezTo>
                <a:cubicBezTo>
                  <a:pt x="337427" y="102209"/>
                  <a:pt x="335476" y="96852"/>
                  <a:pt x="335476" y="90994"/>
                </a:cubicBezTo>
                <a:cubicBezTo>
                  <a:pt x="335476" y="83131"/>
                  <a:pt x="337901" y="75083"/>
                  <a:pt x="342752" y="66851"/>
                </a:cubicBezTo>
                <a:cubicBezTo>
                  <a:pt x="347602" y="58617"/>
                  <a:pt x="353691" y="52217"/>
                  <a:pt x="361019" y="47652"/>
                </a:cubicBezTo>
                <a:cubicBezTo>
                  <a:pt x="368346" y="43087"/>
                  <a:pt x="375885" y="40804"/>
                  <a:pt x="383635" y="40804"/>
                </a:cubicBezTo>
                <a:cubicBezTo>
                  <a:pt x="389223" y="40804"/>
                  <a:pt x="393361" y="41942"/>
                  <a:pt x="396050" y="44217"/>
                </a:cubicBezTo>
                <a:cubicBezTo>
                  <a:pt x="398739" y="46492"/>
                  <a:pt x="400083" y="49191"/>
                  <a:pt x="400083" y="52315"/>
                </a:cubicBezTo>
                <a:cubicBezTo>
                  <a:pt x="400083" y="56707"/>
                  <a:pt x="398343" y="60914"/>
                  <a:pt x="394864" y="64935"/>
                </a:cubicBezTo>
                <a:cubicBezTo>
                  <a:pt x="390277" y="70174"/>
                  <a:pt x="383529" y="74407"/>
                  <a:pt x="374620" y="77635"/>
                </a:cubicBezTo>
                <a:cubicBezTo>
                  <a:pt x="368715" y="79804"/>
                  <a:pt x="360412" y="81498"/>
                  <a:pt x="349710" y="82716"/>
                </a:cubicBezTo>
                <a:moveTo>
                  <a:pt x="350264" y="78762"/>
                </a:moveTo>
                <a:cubicBezTo>
                  <a:pt x="358066" y="77864"/>
                  <a:pt x="364419" y="76332"/>
                  <a:pt x="369322" y="74165"/>
                </a:cubicBezTo>
                <a:cubicBezTo>
                  <a:pt x="375806" y="71259"/>
                  <a:pt x="380669" y="67785"/>
                  <a:pt x="383912" y="63742"/>
                </a:cubicBezTo>
                <a:cubicBezTo>
                  <a:pt x="387154" y="59699"/>
                  <a:pt x="388775" y="55855"/>
                  <a:pt x="388775" y="52209"/>
                </a:cubicBezTo>
                <a:cubicBezTo>
                  <a:pt x="388775" y="49990"/>
                  <a:pt x="388076" y="48193"/>
                  <a:pt x="386679" y="46819"/>
                </a:cubicBezTo>
                <a:cubicBezTo>
                  <a:pt x="385282" y="45445"/>
                  <a:pt x="383292" y="44758"/>
                  <a:pt x="380709" y="44758"/>
                </a:cubicBezTo>
                <a:cubicBezTo>
                  <a:pt x="375332" y="44758"/>
                  <a:pt x="369625" y="47625"/>
                  <a:pt x="363589" y="53358"/>
                </a:cubicBezTo>
                <a:cubicBezTo>
                  <a:pt x="357552" y="59091"/>
                  <a:pt x="353111" y="67559"/>
                  <a:pt x="350264" y="78762"/>
                </a:cubicBezTo>
                <a:close/>
                <a:moveTo>
                  <a:pt x="489730" y="0"/>
                </a:moveTo>
                <a:lnTo>
                  <a:pt x="462527" y="93312"/>
                </a:lnTo>
                <a:cubicBezTo>
                  <a:pt x="461051" y="98373"/>
                  <a:pt x="460313" y="101694"/>
                  <a:pt x="460313" y="103276"/>
                </a:cubicBezTo>
                <a:cubicBezTo>
                  <a:pt x="460313" y="103803"/>
                  <a:pt x="460537" y="104304"/>
                  <a:pt x="460985" y="104778"/>
                </a:cubicBezTo>
                <a:cubicBezTo>
                  <a:pt x="461433" y="105253"/>
                  <a:pt x="461894" y="105490"/>
                  <a:pt x="462369" y="105490"/>
                </a:cubicBezTo>
                <a:cubicBezTo>
                  <a:pt x="463054" y="105490"/>
                  <a:pt x="463871" y="105147"/>
                  <a:pt x="464820" y="104462"/>
                </a:cubicBezTo>
                <a:cubicBezTo>
                  <a:pt x="466613" y="103197"/>
                  <a:pt x="469618" y="100034"/>
                  <a:pt x="473835" y="94973"/>
                </a:cubicBezTo>
                <a:lnTo>
                  <a:pt x="476524" y="96633"/>
                </a:lnTo>
                <a:cubicBezTo>
                  <a:pt x="472728" y="101905"/>
                  <a:pt x="468893" y="106175"/>
                  <a:pt x="465018" y="109444"/>
                </a:cubicBezTo>
                <a:cubicBezTo>
                  <a:pt x="461143" y="112712"/>
                  <a:pt x="457519" y="114347"/>
                  <a:pt x="454145" y="114347"/>
                </a:cubicBezTo>
                <a:cubicBezTo>
                  <a:pt x="452352" y="114347"/>
                  <a:pt x="450876" y="113714"/>
                  <a:pt x="449716" y="112449"/>
                </a:cubicBezTo>
                <a:cubicBezTo>
                  <a:pt x="448557" y="111184"/>
                  <a:pt x="447977" y="109391"/>
                  <a:pt x="447977" y="107072"/>
                </a:cubicBezTo>
                <a:cubicBezTo>
                  <a:pt x="447977" y="104067"/>
                  <a:pt x="448767" y="100034"/>
                  <a:pt x="450349" y="94973"/>
                </a:cubicBezTo>
                <a:lnTo>
                  <a:pt x="453433" y="85528"/>
                </a:lnTo>
                <a:cubicBezTo>
                  <a:pt x="445789" y="97190"/>
                  <a:pt x="438830" y="105260"/>
                  <a:pt x="432556" y="109738"/>
                </a:cubicBezTo>
                <a:cubicBezTo>
                  <a:pt x="428234" y="112810"/>
                  <a:pt x="424095" y="114347"/>
                  <a:pt x="420141" y="114347"/>
                </a:cubicBezTo>
                <a:cubicBezTo>
                  <a:pt x="416135" y="114347"/>
                  <a:pt x="412642" y="112566"/>
                  <a:pt x="409663" y="109004"/>
                </a:cubicBezTo>
                <a:cubicBezTo>
                  <a:pt x="406685" y="105441"/>
                  <a:pt x="405195" y="100598"/>
                  <a:pt x="405195" y="94476"/>
                </a:cubicBezTo>
                <a:cubicBezTo>
                  <a:pt x="405195" y="86613"/>
                  <a:pt x="407700" y="78222"/>
                  <a:pt x="412708" y="69304"/>
                </a:cubicBezTo>
                <a:cubicBezTo>
                  <a:pt x="417716" y="60385"/>
                  <a:pt x="424332" y="53128"/>
                  <a:pt x="432556" y="47533"/>
                </a:cubicBezTo>
                <a:cubicBezTo>
                  <a:pt x="439041" y="43047"/>
                  <a:pt x="444998" y="40804"/>
                  <a:pt x="450428" y="40804"/>
                </a:cubicBezTo>
                <a:cubicBezTo>
                  <a:pt x="453275" y="40804"/>
                  <a:pt x="455726" y="41378"/>
                  <a:pt x="457782" y="42527"/>
                </a:cubicBezTo>
                <a:cubicBezTo>
                  <a:pt x="459838" y="43673"/>
                  <a:pt x="461868" y="45576"/>
                  <a:pt x="463871" y="48235"/>
                </a:cubicBezTo>
                <a:lnTo>
                  <a:pt x="471621" y="20891"/>
                </a:lnTo>
                <a:cubicBezTo>
                  <a:pt x="472201" y="18901"/>
                  <a:pt x="472675" y="17315"/>
                  <a:pt x="473044" y="16132"/>
                </a:cubicBezTo>
                <a:cubicBezTo>
                  <a:pt x="473677" y="14003"/>
                  <a:pt x="473993" y="12248"/>
                  <a:pt x="473993" y="10866"/>
                </a:cubicBezTo>
                <a:cubicBezTo>
                  <a:pt x="473993" y="9749"/>
                  <a:pt x="473598" y="8818"/>
                  <a:pt x="472807" y="8073"/>
                </a:cubicBezTo>
                <a:cubicBezTo>
                  <a:pt x="471700" y="7172"/>
                  <a:pt x="470277" y="6722"/>
                  <a:pt x="468537" y="6722"/>
                </a:cubicBezTo>
                <a:cubicBezTo>
                  <a:pt x="467324" y="6722"/>
                  <a:pt x="465321" y="6906"/>
                  <a:pt x="462527" y="7275"/>
                </a:cubicBezTo>
                <a:lnTo>
                  <a:pt x="462527" y="4428"/>
                </a:lnTo>
                <a:lnTo>
                  <a:pt x="489730" y="0"/>
                </a:lnTo>
                <a:moveTo>
                  <a:pt x="460392" y="56047"/>
                </a:moveTo>
                <a:cubicBezTo>
                  <a:pt x="460392" y="52654"/>
                  <a:pt x="459417" y="49925"/>
                  <a:pt x="457466" y="47859"/>
                </a:cubicBezTo>
                <a:cubicBezTo>
                  <a:pt x="455515" y="45792"/>
                  <a:pt x="453038" y="44758"/>
                  <a:pt x="450033" y="44758"/>
                </a:cubicBezTo>
                <a:cubicBezTo>
                  <a:pt x="443390" y="44758"/>
                  <a:pt x="436471" y="50270"/>
                  <a:pt x="429275" y="61293"/>
                </a:cubicBezTo>
                <a:cubicBezTo>
                  <a:pt x="422079" y="72316"/>
                  <a:pt x="418481" y="82862"/>
                  <a:pt x="418481" y="92931"/>
                </a:cubicBezTo>
                <a:cubicBezTo>
                  <a:pt x="418481" y="96907"/>
                  <a:pt x="419350" y="99941"/>
                  <a:pt x="421090" y="102035"/>
                </a:cubicBezTo>
                <a:cubicBezTo>
                  <a:pt x="422830" y="104128"/>
                  <a:pt x="424912" y="105174"/>
                  <a:pt x="427337" y="105174"/>
                </a:cubicBezTo>
                <a:cubicBezTo>
                  <a:pt x="432820" y="105174"/>
                  <a:pt x="439700" y="99212"/>
                  <a:pt x="447977" y="87287"/>
                </a:cubicBezTo>
                <a:cubicBezTo>
                  <a:pt x="456253" y="75363"/>
                  <a:pt x="460392" y="64949"/>
                  <a:pt x="460392" y="56047"/>
                </a:cubicBezTo>
                <a:close/>
                <a:moveTo>
                  <a:pt x="576241" y="10913"/>
                </a:moveTo>
                <a:lnTo>
                  <a:pt x="563589" y="53299"/>
                </a:lnTo>
                <a:lnTo>
                  <a:pt x="577665" y="53299"/>
                </a:lnTo>
                <a:cubicBezTo>
                  <a:pt x="583991" y="53299"/>
                  <a:pt x="588722" y="52318"/>
                  <a:pt x="591859" y="50358"/>
                </a:cubicBezTo>
                <a:cubicBezTo>
                  <a:pt x="594996" y="48397"/>
                  <a:pt x="598225" y="44211"/>
                  <a:pt x="601546" y="37799"/>
                </a:cubicBezTo>
                <a:lnTo>
                  <a:pt x="604551" y="37799"/>
                </a:lnTo>
                <a:lnTo>
                  <a:pt x="593401" y="77022"/>
                </a:lnTo>
                <a:lnTo>
                  <a:pt x="590238" y="77022"/>
                </a:lnTo>
                <a:cubicBezTo>
                  <a:pt x="591029" y="73846"/>
                  <a:pt x="591424" y="71225"/>
                  <a:pt x="591424" y="69159"/>
                </a:cubicBezTo>
                <a:cubicBezTo>
                  <a:pt x="591424" y="65928"/>
                  <a:pt x="590357" y="63426"/>
                  <a:pt x="588221" y="61654"/>
                </a:cubicBezTo>
                <a:cubicBezTo>
                  <a:pt x="586086" y="59879"/>
                  <a:pt x="582093" y="58992"/>
                  <a:pt x="576241" y="58992"/>
                </a:cubicBezTo>
                <a:lnTo>
                  <a:pt x="562007" y="58992"/>
                </a:lnTo>
                <a:lnTo>
                  <a:pt x="552676" y="91414"/>
                </a:lnTo>
                <a:cubicBezTo>
                  <a:pt x="550989" y="97185"/>
                  <a:pt x="550145" y="101024"/>
                  <a:pt x="550145" y="102930"/>
                </a:cubicBezTo>
                <a:cubicBezTo>
                  <a:pt x="550145" y="104889"/>
                  <a:pt x="550870" y="106398"/>
                  <a:pt x="552320" y="107457"/>
                </a:cubicBezTo>
                <a:cubicBezTo>
                  <a:pt x="553770" y="108516"/>
                  <a:pt x="557315" y="109231"/>
                  <a:pt x="562956" y="109602"/>
                </a:cubicBezTo>
                <a:lnTo>
                  <a:pt x="562007" y="112449"/>
                </a:lnTo>
                <a:lnTo>
                  <a:pt x="519621" y="112449"/>
                </a:lnTo>
                <a:lnTo>
                  <a:pt x="520649" y="109602"/>
                </a:lnTo>
                <a:cubicBezTo>
                  <a:pt x="524761" y="109497"/>
                  <a:pt x="527503" y="109126"/>
                  <a:pt x="528873" y="108490"/>
                </a:cubicBezTo>
                <a:cubicBezTo>
                  <a:pt x="530982" y="107591"/>
                  <a:pt x="532537" y="106373"/>
                  <a:pt x="533539" y="104838"/>
                </a:cubicBezTo>
                <a:cubicBezTo>
                  <a:pt x="534962" y="102666"/>
                  <a:pt x="536649" y="98192"/>
                  <a:pt x="538600" y="91414"/>
                </a:cubicBezTo>
                <a:lnTo>
                  <a:pt x="557500" y="26746"/>
                </a:lnTo>
                <a:cubicBezTo>
                  <a:pt x="559028" y="21522"/>
                  <a:pt x="559793" y="17432"/>
                  <a:pt x="559793" y="14476"/>
                </a:cubicBezTo>
                <a:cubicBezTo>
                  <a:pt x="559793" y="13106"/>
                  <a:pt x="559450" y="11933"/>
                  <a:pt x="558765" y="10957"/>
                </a:cubicBezTo>
                <a:cubicBezTo>
                  <a:pt x="558080" y="9980"/>
                  <a:pt x="557065" y="9255"/>
                  <a:pt x="555720" y="8780"/>
                </a:cubicBezTo>
                <a:cubicBezTo>
                  <a:pt x="554376" y="8304"/>
                  <a:pt x="551701" y="8066"/>
                  <a:pt x="547694" y="8066"/>
                </a:cubicBezTo>
                <a:lnTo>
                  <a:pt x="548643" y="5219"/>
                </a:lnTo>
                <a:lnTo>
                  <a:pt x="631833" y="5219"/>
                </a:lnTo>
                <a:lnTo>
                  <a:pt x="623925" y="32422"/>
                </a:lnTo>
                <a:lnTo>
                  <a:pt x="620920" y="32422"/>
                </a:lnTo>
                <a:cubicBezTo>
                  <a:pt x="621500" y="29142"/>
                  <a:pt x="621790" y="26443"/>
                  <a:pt x="621790" y="24326"/>
                </a:cubicBezTo>
                <a:cubicBezTo>
                  <a:pt x="621790" y="20834"/>
                  <a:pt x="620828" y="18069"/>
                  <a:pt x="618904" y="16033"/>
                </a:cubicBezTo>
                <a:cubicBezTo>
                  <a:pt x="616979" y="13995"/>
                  <a:pt x="614515" y="12553"/>
                  <a:pt x="611510" y="11706"/>
                </a:cubicBezTo>
                <a:cubicBezTo>
                  <a:pt x="609401" y="11177"/>
                  <a:pt x="604683" y="10913"/>
                  <a:pt x="597355" y="10913"/>
                </a:cubicBezTo>
                <a:lnTo>
                  <a:pt x="576241" y="109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M">
            <a:extLst xmlns:a="http://schemas.openxmlformats.org/drawingml/2006/main">
              <a:ext uri="{FF2B5EF4-FFF2-40B4-BE49-F238E27FC236}">
                <a16:creationId xmlns:a16="http://schemas.microsoft.com/office/drawing/2014/main" id="{89D3E155-AE0C-4914-B513-ED912C4A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558" y="878097"/>
            <a:ext cx="154914" cy="107230"/>
          </a:xfrm>
          <a:custGeom xmlns:a="http://schemas.openxmlformats.org/drawingml/2006/main">
            <a:pathLst>
              <a:path w="154914" h="107230">
                <a:moveTo>
                  <a:pt x="56620" y="0"/>
                </a:moveTo>
                <a:lnTo>
                  <a:pt x="66505" y="86823"/>
                </a:lnTo>
                <a:lnTo>
                  <a:pt x="128739" y="0"/>
                </a:lnTo>
                <a:lnTo>
                  <a:pt x="154914" y="0"/>
                </a:lnTo>
                <a:lnTo>
                  <a:pt x="154914" y="2847"/>
                </a:lnTo>
                <a:cubicBezTo>
                  <a:pt x="149220" y="3217"/>
                  <a:pt x="145872" y="3588"/>
                  <a:pt x="144871" y="3959"/>
                </a:cubicBezTo>
                <a:cubicBezTo>
                  <a:pt x="143131" y="4647"/>
                  <a:pt x="141536" y="6026"/>
                  <a:pt x="140087" y="8093"/>
                </a:cubicBezTo>
                <a:cubicBezTo>
                  <a:pt x="138637" y="10159"/>
                  <a:pt x="137068" y="14132"/>
                  <a:pt x="135381" y="20012"/>
                </a:cubicBezTo>
                <a:lnTo>
                  <a:pt x="115533" y="88004"/>
                </a:lnTo>
                <a:cubicBezTo>
                  <a:pt x="114373" y="91979"/>
                  <a:pt x="113793" y="95107"/>
                  <a:pt x="113793" y="97387"/>
                </a:cubicBezTo>
                <a:cubicBezTo>
                  <a:pt x="113793" y="99453"/>
                  <a:pt x="114505" y="101016"/>
                  <a:pt x="115928" y="102077"/>
                </a:cubicBezTo>
                <a:cubicBezTo>
                  <a:pt x="117932" y="103614"/>
                  <a:pt x="121095" y="104383"/>
                  <a:pt x="125418" y="104383"/>
                </a:cubicBezTo>
                <a:lnTo>
                  <a:pt x="127316" y="104383"/>
                </a:lnTo>
                <a:lnTo>
                  <a:pt x="126604" y="107230"/>
                </a:lnTo>
                <a:lnTo>
                  <a:pt x="81450" y="107230"/>
                </a:lnTo>
                <a:lnTo>
                  <a:pt x="82241" y="104383"/>
                </a:lnTo>
                <a:lnTo>
                  <a:pt x="84376" y="104383"/>
                </a:lnTo>
                <a:cubicBezTo>
                  <a:pt x="88383" y="104383"/>
                  <a:pt x="91440" y="103801"/>
                  <a:pt x="93549" y="102636"/>
                </a:cubicBezTo>
                <a:cubicBezTo>
                  <a:pt x="95184" y="101791"/>
                  <a:pt x="96646" y="100191"/>
                  <a:pt x="97938" y="97837"/>
                </a:cubicBezTo>
                <a:cubicBezTo>
                  <a:pt x="99230" y="95481"/>
                  <a:pt x="101035" y="90256"/>
                  <a:pt x="103355" y="82162"/>
                </a:cubicBezTo>
                <a:lnTo>
                  <a:pt x="121068" y="20007"/>
                </a:lnTo>
                <a:lnTo>
                  <a:pt x="58518" y="107230"/>
                </a:lnTo>
                <a:lnTo>
                  <a:pt x="55355" y="107230"/>
                </a:lnTo>
                <a:lnTo>
                  <a:pt x="45312" y="20007"/>
                </a:lnTo>
                <a:lnTo>
                  <a:pt x="26175" y="86353"/>
                </a:lnTo>
                <a:cubicBezTo>
                  <a:pt x="24541" y="92019"/>
                  <a:pt x="23723" y="95831"/>
                  <a:pt x="23723" y="97790"/>
                </a:cubicBezTo>
                <a:cubicBezTo>
                  <a:pt x="23723" y="99750"/>
                  <a:pt x="24435" y="101247"/>
                  <a:pt x="25858" y="102280"/>
                </a:cubicBezTo>
                <a:cubicBezTo>
                  <a:pt x="27282" y="103311"/>
                  <a:pt x="30735" y="104012"/>
                  <a:pt x="36218" y="104383"/>
                </a:cubicBezTo>
                <a:lnTo>
                  <a:pt x="35348" y="107230"/>
                </a:lnTo>
                <a:lnTo>
                  <a:pt x="0" y="107230"/>
                </a:lnTo>
                <a:lnTo>
                  <a:pt x="870" y="104383"/>
                </a:lnTo>
                <a:lnTo>
                  <a:pt x="3005" y="104383"/>
                </a:lnTo>
                <a:cubicBezTo>
                  <a:pt x="8224" y="104383"/>
                  <a:pt x="11993" y="103058"/>
                  <a:pt x="14313" y="100409"/>
                </a:cubicBezTo>
                <a:cubicBezTo>
                  <a:pt x="16000" y="98503"/>
                  <a:pt x="17766" y="94371"/>
                  <a:pt x="19611" y="88014"/>
                </a:cubicBezTo>
                <a:lnTo>
                  <a:pt x="42939" y="8039"/>
                </a:lnTo>
                <a:cubicBezTo>
                  <a:pt x="41200" y="6228"/>
                  <a:pt x="39539" y="5003"/>
                  <a:pt x="37957" y="4364"/>
                </a:cubicBezTo>
                <a:cubicBezTo>
                  <a:pt x="36376" y="3725"/>
                  <a:pt x="33450" y="3219"/>
                  <a:pt x="29180" y="2847"/>
                </a:cubicBezTo>
                <a:lnTo>
                  <a:pt x="29971" y="0"/>
                </a:lnTo>
                <a:lnTo>
                  <a:pt x="5662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s">
            <a:extLst xmlns:a="http://schemas.openxmlformats.org/drawingml/2006/main">
              <a:ext uri="{FF2B5EF4-FFF2-40B4-BE49-F238E27FC236}">
                <a16:creationId xmlns:a16="http://schemas.microsoft.com/office/drawing/2014/main" id="{2FFE9C83-96C9-4E07-B85A-271ED6F0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307" y="913682"/>
            <a:ext cx="60257" cy="73543"/>
          </a:xfrm>
          <a:custGeom xmlns:a="http://schemas.openxmlformats.org/drawingml/2006/main">
            <a:pathLst>
              <a:path w="60257" h="73543">
                <a:moveTo>
                  <a:pt x="60257" y="0"/>
                </a:moveTo>
                <a:lnTo>
                  <a:pt x="55434" y="24356"/>
                </a:lnTo>
                <a:lnTo>
                  <a:pt x="52508" y="24356"/>
                </a:lnTo>
                <a:cubicBezTo>
                  <a:pt x="52244" y="17236"/>
                  <a:pt x="50742" y="12055"/>
                  <a:pt x="48000" y="8815"/>
                </a:cubicBezTo>
                <a:cubicBezTo>
                  <a:pt x="45259" y="5574"/>
                  <a:pt x="41859" y="3954"/>
                  <a:pt x="37799" y="3954"/>
                </a:cubicBezTo>
                <a:cubicBezTo>
                  <a:pt x="34531" y="3954"/>
                  <a:pt x="31934" y="4853"/>
                  <a:pt x="30010" y="6650"/>
                </a:cubicBezTo>
                <a:cubicBezTo>
                  <a:pt x="28086" y="8446"/>
                  <a:pt x="27124" y="10611"/>
                  <a:pt x="27124" y="13147"/>
                </a:cubicBezTo>
                <a:cubicBezTo>
                  <a:pt x="27124" y="14891"/>
                  <a:pt x="27506" y="16556"/>
                  <a:pt x="28270" y="18141"/>
                </a:cubicBezTo>
                <a:cubicBezTo>
                  <a:pt x="29035" y="19726"/>
                  <a:pt x="30709" y="21945"/>
                  <a:pt x="33292" y="24798"/>
                </a:cubicBezTo>
                <a:cubicBezTo>
                  <a:pt x="40145" y="32303"/>
                  <a:pt x="44574" y="37957"/>
                  <a:pt x="46577" y="41761"/>
                </a:cubicBezTo>
                <a:cubicBezTo>
                  <a:pt x="48580" y="45565"/>
                  <a:pt x="49582" y="49158"/>
                  <a:pt x="49582" y="52540"/>
                </a:cubicBezTo>
                <a:cubicBezTo>
                  <a:pt x="49582" y="58034"/>
                  <a:pt x="47302" y="62908"/>
                  <a:pt x="42742" y="67162"/>
                </a:cubicBezTo>
                <a:cubicBezTo>
                  <a:pt x="38181" y="71416"/>
                  <a:pt x="32422" y="73543"/>
                  <a:pt x="25463" y="73543"/>
                </a:cubicBezTo>
                <a:cubicBezTo>
                  <a:pt x="21667" y="73543"/>
                  <a:pt x="17292" y="72646"/>
                  <a:pt x="12336" y="70854"/>
                </a:cubicBezTo>
                <a:cubicBezTo>
                  <a:pt x="10596" y="70221"/>
                  <a:pt x="9252" y="69905"/>
                  <a:pt x="8303" y="69905"/>
                </a:cubicBezTo>
                <a:cubicBezTo>
                  <a:pt x="5931" y="69905"/>
                  <a:pt x="4138" y="71117"/>
                  <a:pt x="2926" y="73543"/>
                </a:cubicBezTo>
                <a:lnTo>
                  <a:pt x="0" y="73543"/>
                </a:lnTo>
                <a:lnTo>
                  <a:pt x="4824" y="47763"/>
                </a:lnTo>
                <a:lnTo>
                  <a:pt x="7750" y="47763"/>
                </a:lnTo>
                <a:cubicBezTo>
                  <a:pt x="8066" y="55834"/>
                  <a:pt x="9727" y="61542"/>
                  <a:pt x="12732" y="64888"/>
                </a:cubicBezTo>
                <a:cubicBezTo>
                  <a:pt x="15737" y="68233"/>
                  <a:pt x="19849" y="69905"/>
                  <a:pt x="25068" y="69905"/>
                </a:cubicBezTo>
                <a:cubicBezTo>
                  <a:pt x="29074" y="69905"/>
                  <a:pt x="32251" y="68784"/>
                  <a:pt x="34597" y="66542"/>
                </a:cubicBezTo>
                <a:cubicBezTo>
                  <a:pt x="36943" y="64298"/>
                  <a:pt x="38116" y="61540"/>
                  <a:pt x="38116" y="58268"/>
                </a:cubicBezTo>
                <a:cubicBezTo>
                  <a:pt x="38116" y="56156"/>
                  <a:pt x="37694" y="54203"/>
                  <a:pt x="36850" y="52409"/>
                </a:cubicBezTo>
                <a:cubicBezTo>
                  <a:pt x="35374" y="49243"/>
                  <a:pt x="32277" y="44862"/>
                  <a:pt x="27559" y="39267"/>
                </a:cubicBezTo>
                <a:cubicBezTo>
                  <a:pt x="22840" y="33672"/>
                  <a:pt x="19809" y="29476"/>
                  <a:pt x="18465" y="26679"/>
                </a:cubicBezTo>
                <a:cubicBezTo>
                  <a:pt x="17120" y="23882"/>
                  <a:pt x="16448" y="21084"/>
                  <a:pt x="16448" y="18287"/>
                </a:cubicBezTo>
                <a:cubicBezTo>
                  <a:pt x="16448" y="13168"/>
                  <a:pt x="18307" y="8841"/>
                  <a:pt x="22023" y="5306"/>
                </a:cubicBezTo>
                <a:cubicBezTo>
                  <a:pt x="25740" y="1769"/>
                  <a:pt x="30524" y="0"/>
                  <a:pt x="36376" y="0"/>
                </a:cubicBezTo>
                <a:cubicBezTo>
                  <a:pt x="38063" y="0"/>
                  <a:pt x="39592" y="134"/>
                  <a:pt x="40962" y="403"/>
                </a:cubicBezTo>
                <a:cubicBezTo>
                  <a:pt x="41700" y="564"/>
                  <a:pt x="43427" y="1171"/>
                  <a:pt x="46142" y="2222"/>
                </a:cubicBezTo>
                <a:cubicBezTo>
                  <a:pt x="48857" y="3271"/>
                  <a:pt x="50663" y="3796"/>
                  <a:pt x="51559" y="3796"/>
                </a:cubicBezTo>
                <a:cubicBezTo>
                  <a:pt x="53826" y="3796"/>
                  <a:pt x="55724" y="2530"/>
                  <a:pt x="57252" y="0"/>
                </a:cubicBezTo>
                <a:lnTo>
                  <a:pt x="6025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D7C149-A2CB-42DD-B41F-D80512BA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994" y="1391638"/>
            <a:ext cx="571039" cy="40488"/>
          </a:xfrm>
          <a:custGeom xmlns:a="http://schemas.openxmlformats.org/drawingml/2006/main">
            <a:pathLst>
              <a:path w="571039" h="40488">
                <a:moveTo>
                  <a:pt x="530588" y="40488"/>
                </a:moveTo>
                <a:lnTo>
                  <a:pt x="571039" y="20169"/>
                </a:lnTo>
                <a:lnTo>
                  <a:pt x="530513" y="0"/>
                </a:lnTo>
                <a:lnTo>
                  <a:pt x="530541" y="15183"/>
                </a:lnTo>
                <a:lnTo>
                  <a:pt x="0" y="16168"/>
                </a:lnTo>
                <a:lnTo>
                  <a:pt x="19" y="26289"/>
                </a:lnTo>
                <a:lnTo>
                  <a:pt x="530560" y="25305"/>
                </a:lnTo>
                <a:lnTo>
                  <a:pt x="530588" y="404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987FF6-F1B4-4857-8C81-156A16F7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033" y="1004327"/>
            <a:ext cx="421390" cy="814960"/>
          </a:xfrm>
          <a:custGeom xmlns:a="http://schemas.openxmlformats.org/drawingml/2006/main">
            <a:pathLst>
              <a:path w="421390" h="814960">
                <a:moveTo>
                  <a:pt x="0" y="70234"/>
                </a:moveTo>
                <a:cubicBezTo>
                  <a:pt x="0" y="31445"/>
                  <a:pt x="31444" y="0"/>
                  <a:pt x="70233" y="0"/>
                </a:cubicBezTo>
                <a:lnTo>
                  <a:pt x="351157" y="0"/>
                </a:lnTo>
                <a:cubicBezTo>
                  <a:pt x="389946" y="0"/>
                  <a:pt x="421390" y="31445"/>
                  <a:pt x="421390" y="70234"/>
                </a:cubicBezTo>
                <a:lnTo>
                  <a:pt x="421390" y="744726"/>
                </a:lnTo>
                <a:cubicBezTo>
                  <a:pt x="421390" y="783515"/>
                  <a:pt x="389946" y="814960"/>
                  <a:pt x="351157" y="814960"/>
                </a:cubicBezTo>
                <a:lnTo>
                  <a:pt x="70233" y="814960"/>
                </a:lnTo>
                <a:cubicBezTo>
                  <a:pt x="31444" y="814960"/>
                  <a:pt x="0" y="783515"/>
                  <a:pt x="0" y="744726"/>
                </a:cubicBezTo>
                <a:lnTo>
                  <a:pt x="0" y="70234"/>
                </a:lnTo>
                <a:close/>
              </a:path>
            </a:pathLst>
          </a:custGeom>
          <a:solidFill xmlns:a="http://schemas.openxmlformats.org/drawingml/2006/main">
            <a:srgbClr val="E2F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8FD548-D3AA-410E-BD33-A683598D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033" y="1004327"/>
            <a:ext cx="421391" cy="814959"/>
          </a:xfrm>
          <a:custGeom xmlns:a="http://schemas.openxmlformats.org/drawingml/2006/main">
            <a:pathLst>
              <a:path w="421391" h="814959" fill="none">
                <a:moveTo>
                  <a:pt x="0" y="70233"/>
                </a:moveTo>
                <a:cubicBezTo>
                  <a:pt x="0" y="31444"/>
                  <a:pt x="31444" y="0"/>
                  <a:pt x="70233" y="0"/>
                </a:cubicBezTo>
                <a:lnTo>
                  <a:pt x="351157" y="0"/>
                </a:lnTo>
                <a:cubicBezTo>
                  <a:pt x="389946" y="0"/>
                  <a:pt x="421391" y="31444"/>
                  <a:pt x="421391" y="70233"/>
                </a:cubicBezTo>
                <a:lnTo>
                  <a:pt x="421391" y="744726"/>
                </a:lnTo>
                <a:cubicBezTo>
                  <a:pt x="421391" y="783515"/>
                  <a:pt x="389946" y="814959"/>
                  <a:pt x="351157" y="814959"/>
                </a:cubicBezTo>
                <a:lnTo>
                  <a:pt x="70233" y="814959"/>
                </a:lnTo>
                <a:cubicBezTo>
                  <a:pt x="31444" y="814959"/>
                  <a:pt x="0" y="783515"/>
                  <a:pt x="0" y="744726"/>
                </a:cubicBezTo>
                <a:lnTo>
                  <a:pt x="0" y="7023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2F528F"/>
            </a:solidFill>
            <a:miter/>
          </a:ln>
        </p:spPr>
      </p:sp>
      <p:sp>
        <p:nvSpPr>
          <p:cNvPr id="66" name="Text Conv">
            <a:extLst xmlns:a="http://schemas.openxmlformats.org/drawingml/2006/main">
              <a:ext uri="{FF2B5EF4-FFF2-40B4-BE49-F238E27FC236}">
                <a16:creationId xmlns:a16="http://schemas.microsoft.com/office/drawing/2014/main" id="{1E60F0AC-8EB3-49D3-9F65-12BBD70A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132" y="1359961"/>
            <a:ext cx="343546" cy="111974"/>
          </a:xfrm>
          <a:custGeom xmlns:a="http://schemas.openxmlformats.org/drawingml/2006/main">
            <a:pathLst>
              <a:path w="343546" h="111974">
                <a:moveTo>
                  <a:pt x="91651" y="0"/>
                </a:moveTo>
                <a:lnTo>
                  <a:pt x="94103" y="36376"/>
                </a:lnTo>
                <a:lnTo>
                  <a:pt x="91651" y="36376"/>
                </a:lnTo>
                <a:cubicBezTo>
                  <a:pt x="88383" y="25435"/>
                  <a:pt x="83717" y="17560"/>
                  <a:pt x="77655" y="12751"/>
                </a:cubicBezTo>
                <a:cubicBezTo>
                  <a:pt x="71592" y="7941"/>
                  <a:pt x="64317" y="5535"/>
                  <a:pt x="55829" y="5535"/>
                </a:cubicBezTo>
                <a:cubicBezTo>
                  <a:pt x="48712" y="5535"/>
                  <a:pt x="42280" y="7343"/>
                  <a:pt x="36534" y="10957"/>
                </a:cubicBezTo>
                <a:cubicBezTo>
                  <a:pt x="30788" y="14570"/>
                  <a:pt x="26267" y="20334"/>
                  <a:pt x="22972" y="28248"/>
                </a:cubicBezTo>
                <a:cubicBezTo>
                  <a:pt x="19677" y="36163"/>
                  <a:pt x="18030" y="46003"/>
                  <a:pt x="18030" y="57769"/>
                </a:cubicBezTo>
                <a:cubicBezTo>
                  <a:pt x="18030" y="67476"/>
                  <a:pt x="19585" y="75891"/>
                  <a:pt x="22695" y="83015"/>
                </a:cubicBezTo>
                <a:cubicBezTo>
                  <a:pt x="25806" y="90137"/>
                  <a:pt x="30485" y="95597"/>
                  <a:pt x="36732" y="99396"/>
                </a:cubicBezTo>
                <a:cubicBezTo>
                  <a:pt x="42979" y="103195"/>
                  <a:pt x="50109" y="105095"/>
                  <a:pt x="58122" y="105095"/>
                </a:cubicBezTo>
                <a:cubicBezTo>
                  <a:pt x="65081" y="105095"/>
                  <a:pt x="71223" y="103605"/>
                  <a:pt x="76547" y="100627"/>
                </a:cubicBezTo>
                <a:cubicBezTo>
                  <a:pt x="81872" y="97648"/>
                  <a:pt x="87724" y="91730"/>
                  <a:pt x="94103" y="82874"/>
                </a:cubicBezTo>
                <a:lnTo>
                  <a:pt x="96554" y="84450"/>
                </a:lnTo>
                <a:cubicBezTo>
                  <a:pt x="91177" y="93968"/>
                  <a:pt x="84903" y="100935"/>
                  <a:pt x="77734" y="105352"/>
                </a:cubicBezTo>
                <a:cubicBezTo>
                  <a:pt x="70564" y="109767"/>
                  <a:pt x="62050" y="111974"/>
                  <a:pt x="52191" y="111974"/>
                </a:cubicBezTo>
                <a:cubicBezTo>
                  <a:pt x="34425" y="111974"/>
                  <a:pt x="20666" y="105394"/>
                  <a:pt x="10913" y="92232"/>
                </a:cubicBezTo>
                <a:cubicBezTo>
                  <a:pt x="3638" y="82441"/>
                  <a:pt x="0" y="70912"/>
                  <a:pt x="0" y="57645"/>
                </a:cubicBezTo>
                <a:cubicBezTo>
                  <a:pt x="0" y="46958"/>
                  <a:pt x="2399" y="37140"/>
                  <a:pt x="7196" y="28191"/>
                </a:cubicBezTo>
                <a:cubicBezTo>
                  <a:pt x="11993" y="19242"/>
                  <a:pt x="18596" y="12307"/>
                  <a:pt x="27005" y="7384"/>
                </a:cubicBezTo>
                <a:cubicBezTo>
                  <a:pt x="35414" y="2461"/>
                  <a:pt x="44600" y="0"/>
                  <a:pt x="54564" y="0"/>
                </a:cubicBezTo>
                <a:cubicBezTo>
                  <a:pt x="62313" y="0"/>
                  <a:pt x="69958" y="1898"/>
                  <a:pt x="77496" y="5694"/>
                </a:cubicBezTo>
                <a:cubicBezTo>
                  <a:pt x="79711" y="6853"/>
                  <a:pt x="81292" y="7433"/>
                  <a:pt x="82241" y="7433"/>
                </a:cubicBezTo>
                <a:cubicBezTo>
                  <a:pt x="83664" y="7433"/>
                  <a:pt x="84903" y="6932"/>
                  <a:pt x="85958" y="5931"/>
                </a:cubicBezTo>
                <a:cubicBezTo>
                  <a:pt x="87328" y="4507"/>
                  <a:pt x="88304" y="2530"/>
                  <a:pt x="88884" y="0"/>
                </a:cubicBezTo>
                <a:lnTo>
                  <a:pt x="91651" y="0"/>
                </a:lnTo>
                <a:close/>
                <a:moveTo>
                  <a:pt x="142609" y="35111"/>
                </a:moveTo>
                <a:cubicBezTo>
                  <a:pt x="153575" y="35111"/>
                  <a:pt x="162379" y="39271"/>
                  <a:pt x="169021" y="47593"/>
                </a:cubicBezTo>
                <a:cubicBezTo>
                  <a:pt x="174662" y="54701"/>
                  <a:pt x="177483" y="62865"/>
                  <a:pt x="177483" y="72082"/>
                </a:cubicBezTo>
                <a:cubicBezTo>
                  <a:pt x="177483" y="78560"/>
                  <a:pt x="175928" y="85117"/>
                  <a:pt x="172817" y="91753"/>
                </a:cubicBezTo>
                <a:cubicBezTo>
                  <a:pt x="169707" y="98387"/>
                  <a:pt x="165423" y="103389"/>
                  <a:pt x="159967" y="106760"/>
                </a:cubicBezTo>
                <a:cubicBezTo>
                  <a:pt x="154511" y="110131"/>
                  <a:pt x="148435" y="111816"/>
                  <a:pt x="141739" y="111816"/>
                </a:cubicBezTo>
                <a:cubicBezTo>
                  <a:pt x="130827" y="111816"/>
                  <a:pt x="122155" y="107471"/>
                  <a:pt x="115723" y="98781"/>
                </a:cubicBezTo>
                <a:cubicBezTo>
                  <a:pt x="110293" y="91461"/>
                  <a:pt x="107578" y="83246"/>
                  <a:pt x="107578" y="74136"/>
                </a:cubicBezTo>
                <a:cubicBezTo>
                  <a:pt x="107578" y="67500"/>
                  <a:pt x="109225" y="60903"/>
                  <a:pt x="112520" y="54346"/>
                </a:cubicBezTo>
                <a:cubicBezTo>
                  <a:pt x="115815" y="47789"/>
                  <a:pt x="120151" y="42944"/>
                  <a:pt x="125529" y="39811"/>
                </a:cubicBezTo>
                <a:cubicBezTo>
                  <a:pt x="130906" y="36677"/>
                  <a:pt x="136599" y="35111"/>
                  <a:pt x="142609" y="35111"/>
                </a:cubicBezTo>
                <a:moveTo>
                  <a:pt x="140158" y="40330"/>
                </a:moveTo>
                <a:cubicBezTo>
                  <a:pt x="137364" y="40330"/>
                  <a:pt x="134557" y="41159"/>
                  <a:pt x="131736" y="42818"/>
                </a:cubicBezTo>
                <a:cubicBezTo>
                  <a:pt x="128916" y="44477"/>
                  <a:pt x="126636" y="47387"/>
                  <a:pt x="124896" y="51546"/>
                </a:cubicBezTo>
                <a:cubicBezTo>
                  <a:pt x="123156" y="55706"/>
                  <a:pt x="122286" y="61051"/>
                  <a:pt x="122286" y="67580"/>
                </a:cubicBezTo>
                <a:cubicBezTo>
                  <a:pt x="122286" y="78110"/>
                  <a:pt x="124382" y="87193"/>
                  <a:pt x="128573" y="94829"/>
                </a:cubicBezTo>
                <a:cubicBezTo>
                  <a:pt x="132764" y="102464"/>
                  <a:pt x="138286" y="106281"/>
                  <a:pt x="145140" y="106281"/>
                </a:cubicBezTo>
                <a:cubicBezTo>
                  <a:pt x="150254" y="106281"/>
                  <a:pt x="154471" y="104175"/>
                  <a:pt x="157792" y="99962"/>
                </a:cubicBezTo>
                <a:cubicBezTo>
                  <a:pt x="161114" y="95749"/>
                  <a:pt x="162774" y="88510"/>
                  <a:pt x="162774" y="78243"/>
                </a:cubicBezTo>
                <a:cubicBezTo>
                  <a:pt x="162774" y="65394"/>
                  <a:pt x="160007" y="55284"/>
                  <a:pt x="154471" y="47911"/>
                </a:cubicBezTo>
                <a:cubicBezTo>
                  <a:pt x="150728" y="42857"/>
                  <a:pt x="145957" y="40330"/>
                  <a:pt x="140158" y="40330"/>
                </a:cubicBezTo>
                <a:close/>
                <a:moveTo>
                  <a:pt x="209272" y="50452"/>
                </a:moveTo>
                <a:cubicBezTo>
                  <a:pt x="217760" y="40224"/>
                  <a:pt x="225852" y="35111"/>
                  <a:pt x="233549" y="35111"/>
                </a:cubicBezTo>
                <a:cubicBezTo>
                  <a:pt x="237503" y="35111"/>
                  <a:pt x="240903" y="36097"/>
                  <a:pt x="243750" y="38071"/>
                </a:cubicBezTo>
                <a:cubicBezTo>
                  <a:pt x="246597" y="40043"/>
                  <a:pt x="248864" y="43291"/>
                  <a:pt x="250551" y="47815"/>
                </a:cubicBezTo>
                <a:cubicBezTo>
                  <a:pt x="251711" y="50970"/>
                  <a:pt x="252290" y="55809"/>
                  <a:pt x="252290" y="62333"/>
                </a:cubicBezTo>
                <a:lnTo>
                  <a:pt x="252290" y="93183"/>
                </a:lnTo>
                <a:cubicBezTo>
                  <a:pt x="252290" y="97760"/>
                  <a:pt x="252660" y="100864"/>
                  <a:pt x="253398" y="102495"/>
                </a:cubicBezTo>
                <a:cubicBezTo>
                  <a:pt x="253977" y="103810"/>
                  <a:pt x="254913" y="104835"/>
                  <a:pt x="256205" y="105572"/>
                </a:cubicBezTo>
                <a:cubicBezTo>
                  <a:pt x="257496" y="106308"/>
                  <a:pt x="259882" y="106676"/>
                  <a:pt x="263361" y="106676"/>
                </a:cubicBezTo>
                <a:lnTo>
                  <a:pt x="263361" y="109602"/>
                </a:lnTo>
                <a:lnTo>
                  <a:pt x="227539" y="109602"/>
                </a:lnTo>
                <a:lnTo>
                  <a:pt x="227539" y="106676"/>
                </a:lnTo>
                <a:lnTo>
                  <a:pt x="229042" y="106676"/>
                </a:lnTo>
                <a:cubicBezTo>
                  <a:pt x="232416" y="106676"/>
                  <a:pt x="234775" y="106165"/>
                  <a:pt x="236119" y="105142"/>
                </a:cubicBezTo>
                <a:cubicBezTo>
                  <a:pt x="237463" y="104118"/>
                  <a:pt x="238399" y="102611"/>
                  <a:pt x="238926" y="100619"/>
                </a:cubicBezTo>
                <a:cubicBezTo>
                  <a:pt x="239137" y="99832"/>
                  <a:pt x="239243" y="97366"/>
                  <a:pt x="239243" y="93223"/>
                </a:cubicBezTo>
                <a:lnTo>
                  <a:pt x="239243" y="63720"/>
                </a:lnTo>
                <a:cubicBezTo>
                  <a:pt x="239243" y="57164"/>
                  <a:pt x="238386" y="52405"/>
                  <a:pt x="236673" y="49441"/>
                </a:cubicBezTo>
                <a:cubicBezTo>
                  <a:pt x="234959" y="46477"/>
                  <a:pt x="232073" y="44995"/>
                  <a:pt x="228014" y="44995"/>
                </a:cubicBezTo>
                <a:cubicBezTo>
                  <a:pt x="221740" y="44995"/>
                  <a:pt x="215493" y="48405"/>
                  <a:pt x="209272" y="55224"/>
                </a:cubicBezTo>
                <a:lnTo>
                  <a:pt x="209272" y="93223"/>
                </a:lnTo>
                <a:cubicBezTo>
                  <a:pt x="209272" y="98101"/>
                  <a:pt x="209562" y="101117"/>
                  <a:pt x="210142" y="102270"/>
                </a:cubicBezTo>
                <a:cubicBezTo>
                  <a:pt x="210880" y="103791"/>
                  <a:pt x="211895" y="104905"/>
                  <a:pt x="213186" y="105614"/>
                </a:cubicBezTo>
                <a:cubicBezTo>
                  <a:pt x="214478" y="106322"/>
                  <a:pt x="217101" y="106676"/>
                  <a:pt x="221055" y="106676"/>
                </a:cubicBezTo>
                <a:lnTo>
                  <a:pt x="221055" y="109602"/>
                </a:lnTo>
                <a:lnTo>
                  <a:pt x="185232" y="109602"/>
                </a:lnTo>
                <a:lnTo>
                  <a:pt x="185232" y="106676"/>
                </a:lnTo>
                <a:lnTo>
                  <a:pt x="186814" y="106676"/>
                </a:lnTo>
                <a:cubicBezTo>
                  <a:pt x="190504" y="106676"/>
                  <a:pt x="192995" y="105743"/>
                  <a:pt x="194287" y="103876"/>
                </a:cubicBezTo>
                <a:cubicBezTo>
                  <a:pt x="195578" y="102008"/>
                  <a:pt x="196224" y="98444"/>
                  <a:pt x="196224" y="93183"/>
                </a:cubicBezTo>
                <a:lnTo>
                  <a:pt x="196224" y="66356"/>
                </a:lnTo>
                <a:cubicBezTo>
                  <a:pt x="196224" y="57677"/>
                  <a:pt x="196027" y="52392"/>
                  <a:pt x="195631" y="50499"/>
                </a:cubicBezTo>
                <a:cubicBezTo>
                  <a:pt x="195236" y="48604"/>
                  <a:pt x="194629" y="47315"/>
                  <a:pt x="193812" y="46631"/>
                </a:cubicBezTo>
                <a:cubicBezTo>
                  <a:pt x="192995" y="45948"/>
                  <a:pt x="191901" y="45606"/>
                  <a:pt x="190531" y="45606"/>
                </a:cubicBezTo>
                <a:cubicBezTo>
                  <a:pt x="189054" y="45606"/>
                  <a:pt x="187288" y="46000"/>
                  <a:pt x="185232" y="46789"/>
                </a:cubicBezTo>
                <a:lnTo>
                  <a:pt x="184046" y="43948"/>
                </a:lnTo>
                <a:lnTo>
                  <a:pt x="205872" y="35111"/>
                </a:lnTo>
                <a:lnTo>
                  <a:pt x="209272" y="35111"/>
                </a:lnTo>
                <a:lnTo>
                  <a:pt x="209272" y="50452"/>
                </a:lnTo>
                <a:close/>
                <a:moveTo>
                  <a:pt x="265417" y="37167"/>
                </a:moveTo>
                <a:lnTo>
                  <a:pt x="299500" y="37167"/>
                </a:lnTo>
                <a:lnTo>
                  <a:pt x="299500" y="40093"/>
                </a:lnTo>
                <a:lnTo>
                  <a:pt x="297286" y="40093"/>
                </a:lnTo>
                <a:cubicBezTo>
                  <a:pt x="295230" y="40093"/>
                  <a:pt x="293661" y="40593"/>
                  <a:pt x="292580" y="41595"/>
                </a:cubicBezTo>
                <a:cubicBezTo>
                  <a:pt x="291500" y="42597"/>
                  <a:pt x="290959" y="43941"/>
                  <a:pt x="290959" y="45628"/>
                </a:cubicBezTo>
                <a:cubicBezTo>
                  <a:pt x="290959" y="47473"/>
                  <a:pt x="291513" y="49661"/>
                  <a:pt x="292620" y="52191"/>
                </a:cubicBezTo>
                <a:lnTo>
                  <a:pt x="309464" y="92205"/>
                </a:lnTo>
                <a:lnTo>
                  <a:pt x="326386" y="50689"/>
                </a:lnTo>
                <a:cubicBezTo>
                  <a:pt x="327599" y="47737"/>
                  <a:pt x="328205" y="45496"/>
                  <a:pt x="328205" y="43967"/>
                </a:cubicBezTo>
                <a:cubicBezTo>
                  <a:pt x="328205" y="43229"/>
                  <a:pt x="327994" y="42623"/>
                  <a:pt x="327572" y="42149"/>
                </a:cubicBezTo>
                <a:cubicBezTo>
                  <a:pt x="326993" y="41358"/>
                  <a:pt x="326254" y="40817"/>
                  <a:pt x="325358" y="40527"/>
                </a:cubicBezTo>
                <a:cubicBezTo>
                  <a:pt x="324462" y="40237"/>
                  <a:pt x="322643" y="40093"/>
                  <a:pt x="319902" y="40093"/>
                </a:cubicBezTo>
                <a:lnTo>
                  <a:pt x="319902" y="37167"/>
                </a:lnTo>
                <a:lnTo>
                  <a:pt x="343546" y="37167"/>
                </a:lnTo>
                <a:lnTo>
                  <a:pt x="343546" y="40093"/>
                </a:lnTo>
                <a:cubicBezTo>
                  <a:pt x="340805" y="40303"/>
                  <a:pt x="338907" y="40857"/>
                  <a:pt x="337853" y="41753"/>
                </a:cubicBezTo>
                <a:cubicBezTo>
                  <a:pt x="336007" y="43335"/>
                  <a:pt x="334347" y="45971"/>
                  <a:pt x="332871" y="49661"/>
                </a:cubicBezTo>
                <a:lnTo>
                  <a:pt x="307170" y="111816"/>
                </a:lnTo>
                <a:lnTo>
                  <a:pt x="303928" y="111816"/>
                </a:lnTo>
                <a:lnTo>
                  <a:pt x="278070" y="50689"/>
                </a:lnTo>
                <a:cubicBezTo>
                  <a:pt x="276910" y="47842"/>
                  <a:pt x="275803" y="45799"/>
                  <a:pt x="274748" y="44560"/>
                </a:cubicBezTo>
                <a:cubicBezTo>
                  <a:pt x="273694" y="43322"/>
                  <a:pt x="272350" y="42280"/>
                  <a:pt x="270715" y="41437"/>
                </a:cubicBezTo>
                <a:cubicBezTo>
                  <a:pt x="269819" y="40962"/>
                  <a:pt x="268053" y="40514"/>
                  <a:pt x="265417" y="40093"/>
                </a:cubicBezTo>
                <a:lnTo>
                  <a:pt x="265417" y="37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1171B7-89DF-4803-8ECA-45912068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807" y="2340148"/>
            <a:ext cx="299875" cy="460023"/>
          </a:xfrm>
          <a:custGeom xmlns:a="http://schemas.openxmlformats.org/drawingml/2006/main">
            <a:pathLst>
              <a:path w="299875" h="460023">
                <a:moveTo>
                  <a:pt x="0" y="49980"/>
                </a:moveTo>
                <a:cubicBezTo>
                  <a:pt x="0" y="22377"/>
                  <a:pt x="22377" y="0"/>
                  <a:pt x="49980" y="0"/>
                </a:cubicBezTo>
                <a:lnTo>
                  <a:pt x="249895" y="0"/>
                </a:lnTo>
                <a:cubicBezTo>
                  <a:pt x="277498" y="0"/>
                  <a:pt x="299875" y="22377"/>
                  <a:pt x="299875" y="49980"/>
                </a:cubicBezTo>
                <a:lnTo>
                  <a:pt x="299875" y="410043"/>
                </a:lnTo>
                <a:cubicBezTo>
                  <a:pt x="299875" y="437646"/>
                  <a:pt x="277498" y="460023"/>
                  <a:pt x="249895" y="460023"/>
                </a:cubicBezTo>
                <a:lnTo>
                  <a:pt x="49980" y="460023"/>
                </a:lnTo>
                <a:cubicBezTo>
                  <a:pt x="22377" y="460023"/>
                  <a:pt x="0" y="437646"/>
                  <a:pt x="0" y="410043"/>
                </a:cubicBezTo>
                <a:lnTo>
                  <a:pt x="0" y="49980"/>
                </a:lnTo>
                <a:close/>
              </a:path>
            </a:pathLst>
          </a:custGeom>
          <a:solidFill xmlns:a="http://schemas.openxmlformats.org/drawingml/2006/main">
            <a:srgbClr val="EAF8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8EBB6E-F2C8-4116-A7AA-1147A31B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807" y="2340148"/>
            <a:ext cx="299875" cy="460024"/>
          </a:xfrm>
          <a:custGeom xmlns:a="http://schemas.openxmlformats.org/drawingml/2006/main">
            <a:pathLst>
              <a:path w="299875" h="460024" fill="none">
                <a:moveTo>
                  <a:pt x="0" y="49980"/>
                </a:moveTo>
                <a:cubicBezTo>
                  <a:pt x="0" y="22377"/>
                  <a:pt x="22377" y="0"/>
                  <a:pt x="49980" y="0"/>
                </a:cubicBezTo>
                <a:lnTo>
                  <a:pt x="249895" y="0"/>
                </a:lnTo>
                <a:cubicBezTo>
                  <a:pt x="277498" y="0"/>
                  <a:pt x="299875" y="22377"/>
                  <a:pt x="299875" y="49980"/>
                </a:cubicBezTo>
                <a:lnTo>
                  <a:pt x="299875" y="410043"/>
                </a:lnTo>
                <a:cubicBezTo>
                  <a:pt x="299875" y="437647"/>
                  <a:pt x="277498" y="460024"/>
                  <a:pt x="249895" y="460024"/>
                </a:cubicBezTo>
                <a:lnTo>
                  <a:pt x="49980" y="460024"/>
                </a:lnTo>
                <a:cubicBezTo>
                  <a:pt x="22377" y="460024"/>
                  <a:pt x="0" y="437647"/>
                  <a:pt x="0" y="410043"/>
                </a:cubicBezTo>
                <a:lnTo>
                  <a:pt x="0" y="499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69" name="Text FC">
            <a:extLst xmlns:a="http://schemas.openxmlformats.org/drawingml/2006/main">
              <a:ext uri="{FF2B5EF4-FFF2-40B4-BE49-F238E27FC236}">
                <a16:creationId xmlns:a16="http://schemas.microsoft.com/office/drawing/2014/main" id="{DEDD1258-46E5-484E-8303-FC4D0ADC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244" y="2517915"/>
            <a:ext cx="190052" cy="111974"/>
          </a:xfrm>
          <a:custGeom xmlns:a="http://schemas.openxmlformats.org/drawingml/2006/main">
            <a:pathLst>
              <a:path w="190052" h="111974">
                <a:moveTo>
                  <a:pt x="30524" y="8224"/>
                </a:moveTo>
                <a:lnTo>
                  <a:pt x="30524" y="50294"/>
                </a:lnTo>
                <a:lnTo>
                  <a:pt x="50056" y="50294"/>
                </a:lnTo>
                <a:cubicBezTo>
                  <a:pt x="54537" y="50294"/>
                  <a:pt x="57819" y="49305"/>
                  <a:pt x="59902" y="47328"/>
                </a:cubicBezTo>
                <a:cubicBezTo>
                  <a:pt x="61984" y="45351"/>
                  <a:pt x="63368" y="41437"/>
                  <a:pt x="64053" y="35585"/>
                </a:cubicBezTo>
                <a:lnTo>
                  <a:pt x="66979" y="35585"/>
                </a:lnTo>
                <a:lnTo>
                  <a:pt x="66979" y="71961"/>
                </a:lnTo>
                <a:lnTo>
                  <a:pt x="64053" y="71961"/>
                </a:lnTo>
                <a:cubicBezTo>
                  <a:pt x="64000" y="67775"/>
                  <a:pt x="63460" y="64701"/>
                  <a:pt x="62432" y="62741"/>
                </a:cubicBezTo>
                <a:cubicBezTo>
                  <a:pt x="61404" y="60779"/>
                  <a:pt x="59981" y="59308"/>
                  <a:pt x="58162" y="58327"/>
                </a:cubicBezTo>
                <a:cubicBezTo>
                  <a:pt x="56343" y="57347"/>
                  <a:pt x="53641" y="56857"/>
                  <a:pt x="50056" y="56857"/>
                </a:cubicBezTo>
                <a:lnTo>
                  <a:pt x="30524" y="56857"/>
                </a:lnTo>
                <a:lnTo>
                  <a:pt x="30524" y="90599"/>
                </a:lnTo>
                <a:cubicBezTo>
                  <a:pt x="30524" y="96037"/>
                  <a:pt x="30867" y="99628"/>
                  <a:pt x="31552" y="101371"/>
                </a:cubicBezTo>
                <a:cubicBezTo>
                  <a:pt x="32079" y="102690"/>
                  <a:pt x="33186" y="103825"/>
                  <a:pt x="34873" y="104776"/>
                </a:cubicBezTo>
                <a:cubicBezTo>
                  <a:pt x="37193" y="106043"/>
                  <a:pt x="39618" y="106676"/>
                  <a:pt x="42149" y="106676"/>
                </a:cubicBezTo>
                <a:lnTo>
                  <a:pt x="46023" y="106676"/>
                </a:lnTo>
                <a:lnTo>
                  <a:pt x="46023" y="109602"/>
                </a:lnTo>
                <a:lnTo>
                  <a:pt x="0" y="109602"/>
                </a:lnTo>
                <a:lnTo>
                  <a:pt x="0" y="106676"/>
                </a:lnTo>
                <a:lnTo>
                  <a:pt x="3796" y="106676"/>
                </a:lnTo>
                <a:cubicBezTo>
                  <a:pt x="8224" y="106676"/>
                  <a:pt x="11440" y="105385"/>
                  <a:pt x="13443" y="102801"/>
                </a:cubicBezTo>
                <a:cubicBezTo>
                  <a:pt x="14709" y="101114"/>
                  <a:pt x="15341" y="97055"/>
                  <a:pt x="15341" y="90623"/>
                </a:cubicBezTo>
                <a:lnTo>
                  <a:pt x="15341" y="21351"/>
                </a:lnTo>
                <a:cubicBezTo>
                  <a:pt x="15341" y="15921"/>
                  <a:pt x="14998" y="12336"/>
                  <a:pt x="14313" y="10596"/>
                </a:cubicBezTo>
                <a:cubicBezTo>
                  <a:pt x="13786" y="9278"/>
                  <a:pt x="12705" y="8145"/>
                  <a:pt x="11071" y="7196"/>
                </a:cubicBezTo>
                <a:cubicBezTo>
                  <a:pt x="8804" y="5931"/>
                  <a:pt x="6379" y="5298"/>
                  <a:pt x="3796" y="5298"/>
                </a:cubicBezTo>
                <a:lnTo>
                  <a:pt x="0" y="5298"/>
                </a:lnTo>
                <a:lnTo>
                  <a:pt x="0" y="2372"/>
                </a:lnTo>
                <a:lnTo>
                  <a:pt x="79790" y="2372"/>
                </a:lnTo>
                <a:lnTo>
                  <a:pt x="80818" y="25938"/>
                </a:lnTo>
                <a:lnTo>
                  <a:pt x="78050" y="25938"/>
                </a:lnTo>
                <a:cubicBezTo>
                  <a:pt x="76679" y="20929"/>
                  <a:pt x="75085" y="17252"/>
                  <a:pt x="73266" y="14906"/>
                </a:cubicBezTo>
                <a:cubicBezTo>
                  <a:pt x="71447" y="12560"/>
                  <a:pt x="69206" y="10860"/>
                  <a:pt x="66544" y="9806"/>
                </a:cubicBezTo>
                <a:cubicBezTo>
                  <a:pt x="63882" y="8751"/>
                  <a:pt x="59757" y="8224"/>
                  <a:pt x="54168" y="8224"/>
                </a:cubicBezTo>
                <a:lnTo>
                  <a:pt x="30524" y="8224"/>
                </a:lnTo>
                <a:close/>
                <a:moveTo>
                  <a:pt x="185149" y="0"/>
                </a:moveTo>
                <a:lnTo>
                  <a:pt x="187601" y="36376"/>
                </a:lnTo>
                <a:lnTo>
                  <a:pt x="185149" y="36376"/>
                </a:lnTo>
                <a:cubicBezTo>
                  <a:pt x="181881" y="25435"/>
                  <a:pt x="177215" y="17560"/>
                  <a:pt x="171152" y="12751"/>
                </a:cubicBezTo>
                <a:cubicBezTo>
                  <a:pt x="165090" y="7941"/>
                  <a:pt x="157815" y="5535"/>
                  <a:pt x="149327" y="5535"/>
                </a:cubicBezTo>
                <a:cubicBezTo>
                  <a:pt x="142210" y="5535"/>
                  <a:pt x="135778" y="7343"/>
                  <a:pt x="130032" y="10957"/>
                </a:cubicBezTo>
                <a:cubicBezTo>
                  <a:pt x="124285" y="14570"/>
                  <a:pt x="119765" y="20334"/>
                  <a:pt x="116470" y="28248"/>
                </a:cubicBezTo>
                <a:cubicBezTo>
                  <a:pt x="113175" y="36163"/>
                  <a:pt x="111528" y="46003"/>
                  <a:pt x="111528" y="57769"/>
                </a:cubicBezTo>
                <a:cubicBezTo>
                  <a:pt x="111528" y="67476"/>
                  <a:pt x="113083" y="75891"/>
                  <a:pt x="116193" y="83015"/>
                </a:cubicBezTo>
                <a:cubicBezTo>
                  <a:pt x="119304" y="90137"/>
                  <a:pt x="123982" y="95597"/>
                  <a:pt x="130229" y="99396"/>
                </a:cubicBezTo>
                <a:cubicBezTo>
                  <a:pt x="136477" y="103195"/>
                  <a:pt x="143607" y="105095"/>
                  <a:pt x="151620" y="105095"/>
                </a:cubicBezTo>
                <a:cubicBezTo>
                  <a:pt x="158579" y="105095"/>
                  <a:pt x="164721" y="103605"/>
                  <a:pt x="170045" y="100627"/>
                </a:cubicBezTo>
                <a:cubicBezTo>
                  <a:pt x="175370" y="97648"/>
                  <a:pt x="181222" y="91730"/>
                  <a:pt x="187601" y="82874"/>
                </a:cubicBezTo>
                <a:lnTo>
                  <a:pt x="190052" y="84450"/>
                </a:lnTo>
                <a:cubicBezTo>
                  <a:pt x="184675" y="93968"/>
                  <a:pt x="178401" y="100935"/>
                  <a:pt x="171231" y="105352"/>
                </a:cubicBezTo>
                <a:cubicBezTo>
                  <a:pt x="164062" y="109767"/>
                  <a:pt x="155548" y="111974"/>
                  <a:pt x="145689" y="111974"/>
                </a:cubicBezTo>
                <a:cubicBezTo>
                  <a:pt x="127923" y="111974"/>
                  <a:pt x="114163" y="105394"/>
                  <a:pt x="104411" y="92232"/>
                </a:cubicBezTo>
                <a:cubicBezTo>
                  <a:pt x="97135" y="82441"/>
                  <a:pt x="93498" y="70912"/>
                  <a:pt x="93498" y="57645"/>
                </a:cubicBezTo>
                <a:cubicBezTo>
                  <a:pt x="93498" y="46958"/>
                  <a:pt x="95896" y="37140"/>
                  <a:pt x="100694" y="28191"/>
                </a:cubicBezTo>
                <a:cubicBezTo>
                  <a:pt x="105491" y="19242"/>
                  <a:pt x="112094" y="12307"/>
                  <a:pt x="120503" y="7384"/>
                </a:cubicBezTo>
                <a:cubicBezTo>
                  <a:pt x="128912" y="2461"/>
                  <a:pt x="138098" y="0"/>
                  <a:pt x="148062" y="0"/>
                </a:cubicBezTo>
                <a:cubicBezTo>
                  <a:pt x="155811" y="0"/>
                  <a:pt x="163455" y="1898"/>
                  <a:pt x="170994" y="5694"/>
                </a:cubicBezTo>
                <a:cubicBezTo>
                  <a:pt x="173208" y="6853"/>
                  <a:pt x="174790" y="7433"/>
                  <a:pt x="175739" y="7433"/>
                </a:cubicBezTo>
                <a:cubicBezTo>
                  <a:pt x="177162" y="7433"/>
                  <a:pt x="178401" y="6932"/>
                  <a:pt x="179456" y="5931"/>
                </a:cubicBezTo>
                <a:cubicBezTo>
                  <a:pt x="180826" y="4507"/>
                  <a:pt x="181801" y="2530"/>
                  <a:pt x="182381" y="0"/>
                </a:cubicBezTo>
                <a:lnTo>
                  <a:pt x="18514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FB0D9F-9906-4290-9298-92D54C96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927" y="1390989"/>
            <a:ext cx="177284" cy="40485"/>
          </a:xfrm>
          <a:custGeom xmlns:a="http://schemas.openxmlformats.org/drawingml/2006/main">
            <a:pathLst>
              <a:path w="177284" h="40485">
                <a:moveTo>
                  <a:pt x="137041" y="40485"/>
                </a:moveTo>
                <a:lnTo>
                  <a:pt x="177284" y="19758"/>
                </a:lnTo>
                <a:lnTo>
                  <a:pt x="136557" y="0"/>
                </a:lnTo>
                <a:lnTo>
                  <a:pt x="136739" y="15182"/>
                </a:lnTo>
                <a:lnTo>
                  <a:pt x="0" y="16817"/>
                </a:lnTo>
                <a:lnTo>
                  <a:pt x="121" y="26939"/>
                </a:lnTo>
                <a:lnTo>
                  <a:pt x="136860" y="25303"/>
                </a:lnTo>
                <a:lnTo>
                  <a:pt x="137041" y="404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…">
            <a:extLst xmlns:a="http://schemas.openxmlformats.org/drawingml/2006/main">
              <a:ext uri="{FF2B5EF4-FFF2-40B4-BE49-F238E27FC236}">
                <a16:creationId xmlns:a16="http://schemas.microsoft.com/office/drawing/2014/main" id="{4EF7A284-9F56-4FAE-A3D2-BCBB659B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626" y="1402300"/>
            <a:ext cx="111895" cy="22142"/>
          </a:xfrm>
          <a:custGeom xmlns:a="http://schemas.openxmlformats.org/drawingml/2006/main">
            <a:pathLst>
              <a:path w="111895" h="22142">
                <a:moveTo>
                  <a:pt x="10939" y="0"/>
                </a:moveTo>
                <a:cubicBezTo>
                  <a:pt x="14014" y="0"/>
                  <a:pt x="16617" y="1080"/>
                  <a:pt x="18748" y="3239"/>
                </a:cubicBezTo>
                <a:cubicBezTo>
                  <a:pt x="20879" y="5397"/>
                  <a:pt x="21944" y="7997"/>
                  <a:pt x="21944" y="11038"/>
                </a:cubicBezTo>
                <a:cubicBezTo>
                  <a:pt x="21944" y="14079"/>
                  <a:pt x="20868" y="16668"/>
                  <a:pt x="18715" y="18806"/>
                </a:cubicBezTo>
                <a:cubicBezTo>
                  <a:pt x="16562" y="20942"/>
                  <a:pt x="13970" y="22010"/>
                  <a:pt x="10939" y="22010"/>
                </a:cubicBezTo>
                <a:cubicBezTo>
                  <a:pt x="7908" y="22010"/>
                  <a:pt x="5327" y="20942"/>
                  <a:pt x="3196" y="18806"/>
                </a:cubicBezTo>
                <a:cubicBezTo>
                  <a:pt x="1065" y="16668"/>
                  <a:pt x="0" y="14079"/>
                  <a:pt x="0" y="11038"/>
                </a:cubicBezTo>
                <a:cubicBezTo>
                  <a:pt x="0" y="7997"/>
                  <a:pt x="1065" y="5397"/>
                  <a:pt x="3196" y="3239"/>
                </a:cubicBezTo>
                <a:cubicBezTo>
                  <a:pt x="5327" y="1080"/>
                  <a:pt x="7908" y="0"/>
                  <a:pt x="10939" y="0"/>
                </a:cubicBezTo>
                <a:moveTo>
                  <a:pt x="55948" y="132"/>
                </a:moveTo>
                <a:cubicBezTo>
                  <a:pt x="58979" y="132"/>
                  <a:pt x="61560" y="1197"/>
                  <a:pt x="63691" y="3328"/>
                </a:cubicBezTo>
                <a:cubicBezTo>
                  <a:pt x="65821" y="5459"/>
                  <a:pt x="66887" y="8040"/>
                  <a:pt x="66887" y="11071"/>
                </a:cubicBezTo>
                <a:cubicBezTo>
                  <a:pt x="66887" y="14102"/>
                  <a:pt x="65821" y="16683"/>
                  <a:pt x="63691" y="18814"/>
                </a:cubicBezTo>
                <a:cubicBezTo>
                  <a:pt x="61560" y="20945"/>
                  <a:pt x="58979" y="22010"/>
                  <a:pt x="55948" y="22010"/>
                </a:cubicBezTo>
                <a:cubicBezTo>
                  <a:pt x="52916" y="22010"/>
                  <a:pt x="50335" y="20945"/>
                  <a:pt x="48205" y="18814"/>
                </a:cubicBezTo>
                <a:cubicBezTo>
                  <a:pt x="46074" y="16683"/>
                  <a:pt x="45009" y="14102"/>
                  <a:pt x="45009" y="11071"/>
                </a:cubicBezTo>
                <a:cubicBezTo>
                  <a:pt x="45009" y="8040"/>
                  <a:pt x="46074" y="5459"/>
                  <a:pt x="48205" y="3328"/>
                </a:cubicBezTo>
                <a:cubicBezTo>
                  <a:pt x="50335" y="1197"/>
                  <a:pt x="52916" y="132"/>
                  <a:pt x="55948" y="132"/>
                </a:cubicBezTo>
                <a:moveTo>
                  <a:pt x="100956" y="264"/>
                </a:moveTo>
                <a:cubicBezTo>
                  <a:pt x="104031" y="264"/>
                  <a:pt x="106623" y="1329"/>
                  <a:pt x="108732" y="3460"/>
                </a:cubicBezTo>
                <a:cubicBezTo>
                  <a:pt x="110841" y="5590"/>
                  <a:pt x="111895" y="8171"/>
                  <a:pt x="111895" y="11203"/>
                </a:cubicBezTo>
                <a:cubicBezTo>
                  <a:pt x="111895" y="14234"/>
                  <a:pt x="110830" y="16815"/>
                  <a:pt x="108699" y="18946"/>
                </a:cubicBezTo>
                <a:cubicBezTo>
                  <a:pt x="106569" y="21076"/>
                  <a:pt x="103988" y="22142"/>
                  <a:pt x="100956" y="22142"/>
                </a:cubicBezTo>
                <a:cubicBezTo>
                  <a:pt x="97925" y="22142"/>
                  <a:pt x="95344" y="21076"/>
                  <a:pt x="93213" y="18946"/>
                </a:cubicBezTo>
                <a:cubicBezTo>
                  <a:pt x="91082" y="16815"/>
                  <a:pt x="90017" y="14234"/>
                  <a:pt x="90017" y="11203"/>
                </a:cubicBezTo>
                <a:cubicBezTo>
                  <a:pt x="90017" y="8171"/>
                  <a:pt x="91082" y="5590"/>
                  <a:pt x="93213" y="3460"/>
                </a:cubicBezTo>
                <a:cubicBezTo>
                  <a:pt x="95344" y="1329"/>
                  <a:pt x="97925" y="264"/>
                  <a:pt x="100956" y="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456770-3D97-4D7C-B211-F0B7DCBE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105" y="1390989"/>
            <a:ext cx="177284" cy="40485"/>
          </a:xfrm>
          <a:custGeom xmlns:a="http://schemas.openxmlformats.org/drawingml/2006/main">
            <a:pathLst>
              <a:path w="177284" h="40485">
                <a:moveTo>
                  <a:pt x="137041" y="40485"/>
                </a:moveTo>
                <a:lnTo>
                  <a:pt x="177284" y="19758"/>
                </a:lnTo>
                <a:lnTo>
                  <a:pt x="136556" y="0"/>
                </a:lnTo>
                <a:lnTo>
                  <a:pt x="136738" y="15182"/>
                </a:lnTo>
                <a:lnTo>
                  <a:pt x="0" y="16817"/>
                </a:lnTo>
                <a:lnTo>
                  <a:pt x="121" y="26939"/>
                </a:lnTo>
                <a:lnTo>
                  <a:pt x="136859" y="25303"/>
                </a:lnTo>
                <a:lnTo>
                  <a:pt x="137041" y="404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66143C-E690-4052-97E8-298E8EBF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763" y="1181794"/>
            <a:ext cx="226211" cy="460024"/>
          </a:xfrm>
          <a:custGeom xmlns:a="http://schemas.openxmlformats.org/drawingml/2006/main">
            <a:pathLst>
              <a:path w="226211" h="460024">
                <a:moveTo>
                  <a:pt x="0" y="37702"/>
                </a:moveTo>
                <a:cubicBezTo>
                  <a:pt x="0" y="16880"/>
                  <a:pt x="16880" y="0"/>
                  <a:pt x="37703" y="0"/>
                </a:cubicBezTo>
                <a:lnTo>
                  <a:pt x="188508" y="0"/>
                </a:lnTo>
                <a:cubicBezTo>
                  <a:pt x="209331" y="0"/>
                  <a:pt x="226211" y="16880"/>
                  <a:pt x="226211" y="37702"/>
                </a:cubicBezTo>
                <a:lnTo>
                  <a:pt x="226211" y="422321"/>
                </a:lnTo>
                <a:cubicBezTo>
                  <a:pt x="226211" y="443144"/>
                  <a:pt x="209331" y="460024"/>
                  <a:pt x="188508" y="460024"/>
                </a:cubicBezTo>
                <a:lnTo>
                  <a:pt x="37703" y="460024"/>
                </a:lnTo>
                <a:cubicBezTo>
                  <a:pt x="16880" y="460024"/>
                  <a:pt x="0" y="443144"/>
                  <a:pt x="0" y="422321"/>
                </a:cubicBezTo>
                <a:lnTo>
                  <a:pt x="0" y="37702"/>
                </a:lnTo>
                <a:close/>
              </a:path>
            </a:pathLst>
          </a:custGeom>
          <a:solidFill xmlns:a="http://schemas.openxmlformats.org/drawingml/2006/main">
            <a:srgbClr val="E2F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E68E70-5F09-4D76-B0E1-5474020B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763" y="1181794"/>
            <a:ext cx="226211" cy="460024"/>
          </a:xfrm>
          <a:custGeom xmlns:a="http://schemas.openxmlformats.org/drawingml/2006/main">
            <a:pathLst>
              <a:path w="226211" h="460024" fill="none">
                <a:moveTo>
                  <a:pt x="0" y="37702"/>
                </a:moveTo>
                <a:cubicBezTo>
                  <a:pt x="0" y="16880"/>
                  <a:pt x="16880" y="0"/>
                  <a:pt x="37702" y="0"/>
                </a:cubicBezTo>
                <a:lnTo>
                  <a:pt x="188508" y="0"/>
                </a:lnTo>
                <a:cubicBezTo>
                  <a:pt x="209331" y="0"/>
                  <a:pt x="226211" y="16880"/>
                  <a:pt x="226211" y="37702"/>
                </a:cubicBezTo>
                <a:lnTo>
                  <a:pt x="226211" y="422321"/>
                </a:lnTo>
                <a:cubicBezTo>
                  <a:pt x="226211" y="443144"/>
                  <a:pt x="209331" y="460024"/>
                  <a:pt x="188508" y="460024"/>
                </a:cubicBezTo>
                <a:lnTo>
                  <a:pt x="37702" y="460024"/>
                </a:lnTo>
                <a:cubicBezTo>
                  <a:pt x="16880" y="460024"/>
                  <a:pt x="0" y="443144"/>
                  <a:pt x="0" y="422321"/>
                </a:cubicBezTo>
                <a:lnTo>
                  <a:pt x="0" y="3770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2F528F"/>
            </a:solidFill>
            <a:miter/>
          </a:ln>
        </p:spPr>
      </p:sp>
      <p:sp>
        <p:nvSpPr>
          <p:cNvPr id="75" name="Text FC">
            <a:extLst xmlns:a="http://schemas.openxmlformats.org/drawingml/2006/main">
              <a:ext uri="{FF2B5EF4-FFF2-40B4-BE49-F238E27FC236}">
                <a16:creationId xmlns:a16="http://schemas.microsoft.com/office/drawing/2014/main" id="{5434B420-9400-4967-966C-ECB7DD5B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368" y="1359961"/>
            <a:ext cx="190052" cy="111974"/>
          </a:xfrm>
          <a:custGeom xmlns:a="http://schemas.openxmlformats.org/drawingml/2006/main">
            <a:pathLst>
              <a:path w="190052" h="111974">
                <a:moveTo>
                  <a:pt x="30524" y="8224"/>
                </a:moveTo>
                <a:lnTo>
                  <a:pt x="30524" y="50294"/>
                </a:lnTo>
                <a:lnTo>
                  <a:pt x="50056" y="50294"/>
                </a:lnTo>
                <a:cubicBezTo>
                  <a:pt x="54537" y="50294"/>
                  <a:pt x="57819" y="49305"/>
                  <a:pt x="59902" y="47328"/>
                </a:cubicBezTo>
                <a:cubicBezTo>
                  <a:pt x="61984" y="45351"/>
                  <a:pt x="63368" y="41437"/>
                  <a:pt x="64053" y="35585"/>
                </a:cubicBezTo>
                <a:lnTo>
                  <a:pt x="66979" y="35585"/>
                </a:lnTo>
                <a:lnTo>
                  <a:pt x="66979" y="71961"/>
                </a:lnTo>
                <a:lnTo>
                  <a:pt x="64053" y="71961"/>
                </a:lnTo>
                <a:cubicBezTo>
                  <a:pt x="64000" y="67775"/>
                  <a:pt x="63460" y="64701"/>
                  <a:pt x="62432" y="62741"/>
                </a:cubicBezTo>
                <a:cubicBezTo>
                  <a:pt x="61404" y="60779"/>
                  <a:pt x="59981" y="59308"/>
                  <a:pt x="58162" y="58327"/>
                </a:cubicBezTo>
                <a:cubicBezTo>
                  <a:pt x="56343" y="57347"/>
                  <a:pt x="53641" y="56857"/>
                  <a:pt x="50056" y="56857"/>
                </a:cubicBezTo>
                <a:lnTo>
                  <a:pt x="30524" y="56857"/>
                </a:lnTo>
                <a:lnTo>
                  <a:pt x="30524" y="90599"/>
                </a:lnTo>
                <a:cubicBezTo>
                  <a:pt x="30524" y="96037"/>
                  <a:pt x="30867" y="99628"/>
                  <a:pt x="31552" y="101371"/>
                </a:cubicBezTo>
                <a:cubicBezTo>
                  <a:pt x="32079" y="102690"/>
                  <a:pt x="33186" y="103825"/>
                  <a:pt x="34873" y="104776"/>
                </a:cubicBezTo>
                <a:cubicBezTo>
                  <a:pt x="37193" y="106043"/>
                  <a:pt x="39618" y="106676"/>
                  <a:pt x="42149" y="106676"/>
                </a:cubicBezTo>
                <a:lnTo>
                  <a:pt x="46023" y="106676"/>
                </a:lnTo>
                <a:lnTo>
                  <a:pt x="46023" y="109602"/>
                </a:lnTo>
                <a:lnTo>
                  <a:pt x="0" y="109602"/>
                </a:lnTo>
                <a:lnTo>
                  <a:pt x="0" y="106676"/>
                </a:lnTo>
                <a:lnTo>
                  <a:pt x="3796" y="106676"/>
                </a:lnTo>
                <a:cubicBezTo>
                  <a:pt x="8224" y="106676"/>
                  <a:pt x="11440" y="105385"/>
                  <a:pt x="13443" y="102801"/>
                </a:cubicBezTo>
                <a:cubicBezTo>
                  <a:pt x="14709" y="101114"/>
                  <a:pt x="15341" y="97055"/>
                  <a:pt x="15341" y="90623"/>
                </a:cubicBezTo>
                <a:lnTo>
                  <a:pt x="15341" y="21351"/>
                </a:lnTo>
                <a:cubicBezTo>
                  <a:pt x="15341" y="15921"/>
                  <a:pt x="14998" y="12336"/>
                  <a:pt x="14313" y="10596"/>
                </a:cubicBezTo>
                <a:cubicBezTo>
                  <a:pt x="13786" y="9278"/>
                  <a:pt x="12705" y="8145"/>
                  <a:pt x="11071" y="7196"/>
                </a:cubicBezTo>
                <a:cubicBezTo>
                  <a:pt x="8804" y="5931"/>
                  <a:pt x="6379" y="5298"/>
                  <a:pt x="3796" y="5298"/>
                </a:cubicBezTo>
                <a:lnTo>
                  <a:pt x="0" y="5298"/>
                </a:lnTo>
                <a:lnTo>
                  <a:pt x="0" y="2372"/>
                </a:lnTo>
                <a:lnTo>
                  <a:pt x="79790" y="2372"/>
                </a:lnTo>
                <a:lnTo>
                  <a:pt x="80818" y="25938"/>
                </a:lnTo>
                <a:lnTo>
                  <a:pt x="78050" y="25938"/>
                </a:lnTo>
                <a:cubicBezTo>
                  <a:pt x="76679" y="20929"/>
                  <a:pt x="75085" y="17252"/>
                  <a:pt x="73266" y="14906"/>
                </a:cubicBezTo>
                <a:cubicBezTo>
                  <a:pt x="71447" y="12560"/>
                  <a:pt x="69206" y="10860"/>
                  <a:pt x="66544" y="9806"/>
                </a:cubicBezTo>
                <a:cubicBezTo>
                  <a:pt x="63882" y="8751"/>
                  <a:pt x="59757" y="8224"/>
                  <a:pt x="54168" y="8224"/>
                </a:cubicBezTo>
                <a:lnTo>
                  <a:pt x="30524" y="8224"/>
                </a:lnTo>
                <a:close/>
                <a:moveTo>
                  <a:pt x="185149" y="0"/>
                </a:moveTo>
                <a:lnTo>
                  <a:pt x="187601" y="36376"/>
                </a:lnTo>
                <a:lnTo>
                  <a:pt x="185149" y="36376"/>
                </a:lnTo>
                <a:cubicBezTo>
                  <a:pt x="181881" y="25435"/>
                  <a:pt x="177215" y="17560"/>
                  <a:pt x="171153" y="12751"/>
                </a:cubicBezTo>
                <a:cubicBezTo>
                  <a:pt x="165090" y="7941"/>
                  <a:pt x="157815" y="5535"/>
                  <a:pt x="149327" y="5535"/>
                </a:cubicBezTo>
                <a:cubicBezTo>
                  <a:pt x="142210" y="5535"/>
                  <a:pt x="135778" y="7343"/>
                  <a:pt x="130032" y="10957"/>
                </a:cubicBezTo>
                <a:cubicBezTo>
                  <a:pt x="124286" y="14570"/>
                  <a:pt x="119765" y="20334"/>
                  <a:pt x="116470" y="28248"/>
                </a:cubicBezTo>
                <a:cubicBezTo>
                  <a:pt x="113175" y="36163"/>
                  <a:pt x="111528" y="46003"/>
                  <a:pt x="111528" y="57769"/>
                </a:cubicBezTo>
                <a:cubicBezTo>
                  <a:pt x="111528" y="67476"/>
                  <a:pt x="113083" y="75891"/>
                  <a:pt x="116193" y="83015"/>
                </a:cubicBezTo>
                <a:cubicBezTo>
                  <a:pt x="119304" y="90137"/>
                  <a:pt x="123983" y="95597"/>
                  <a:pt x="130230" y="99396"/>
                </a:cubicBezTo>
                <a:cubicBezTo>
                  <a:pt x="136477" y="103195"/>
                  <a:pt x="143607" y="105095"/>
                  <a:pt x="151620" y="105095"/>
                </a:cubicBezTo>
                <a:cubicBezTo>
                  <a:pt x="158579" y="105095"/>
                  <a:pt x="164721" y="103605"/>
                  <a:pt x="170046" y="100627"/>
                </a:cubicBezTo>
                <a:cubicBezTo>
                  <a:pt x="175370" y="97648"/>
                  <a:pt x="181222" y="91730"/>
                  <a:pt x="187601" y="82874"/>
                </a:cubicBezTo>
                <a:lnTo>
                  <a:pt x="190052" y="84450"/>
                </a:lnTo>
                <a:cubicBezTo>
                  <a:pt x="184675" y="93968"/>
                  <a:pt x="178401" y="100935"/>
                  <a:pt x="171232" y="105352"/>
                </a:cubicBezTo>
                <a:cubicBezTo>
                  <a:pt x="164062" y="109767"/>
                  <a:pt x="155548" y="111974"/>
                  <a:pt x="145690" y="111974"/>
                </a:cubicBezTo>
                <a:cubicBezTo>
                  <a:pt x="127923" y="111974"/>
                  <a:pt x="114164" y="105394"/>
                  <a:pt x="104411" y="92232"/>
                </a:cubicBezTo>
                <a:cubicBezTo>
                  <a:pt x="97136" y="82441"/>
                  <a:pt x="93498" y="70912"/>
                  <a:pt x="93498" y="57645"/>
                </a:cubicBezTo>
                <a:cubicBezTo>
                  <a:pt x="93498" y="46958"/>
                  <a:pt x="95897" y="37140"/>
                  <a:pt x="100694" y="28191"/>
                </a:cubicBezTo>
                <a:cubicBezTo>
                  <a:pt x="105492" y="19242"/>
                  <a:pt x="112095" y="12307"/>
                  <a:pt x="120503" y="7384"/>
                </a:cubicBezTo>
                <a:cubicBezTo>
                  <a:pt x="128912" y="2461"/>
                  <a:pt x="138098" y="0"/>
                  <a:pt x="148062" y="0"/>
                </a:cubicBezTo>
                <a:cubicBezTo>
                  <a:pt x="155811" y="0"/>
                  <a:pt x="163456" y="1898"/>
                  <a:pt x="170994" y="5694"/>
                </a:cubicBezTo>
                <a:cubicBezTo>
                  <a:pt x="173209" y="6853"/>
                  <a:pt x="174790" y="7433"/>
                  <a:pt x="175739" y="7433"/>
                </a:cubicBezTo>
                <a:cubicBezTo>
                  <a:pt x="177163" y="7433"/>
                  <a:pt x="178401" y="6932"/>
                  <a:pt x="179456" y="5931"/>
                </a:cubicBezTo>
                <a:cubicBezTo>
                  <a:pt x="180826" y="4507"/>
                  <a:pt x="181802" y="2530"/>
                  <a:pt x="182382" y="0"/>
                </a:cubicBezTo>
                <a:lnTo>
                  <a:pt x="18514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4A8AD2-0AE3-4125-8A9A-AF33A0F1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052" y="1389441"/>
            <a:ext cx="197188" cy="40479"/>
          </a:xfrm>
          <a:custGeom xmlns:a="http://schemas.openxmlformats.org/drawingml/2006/main">
            <a:pathLst>
              <a:path w="197188" h="40479">
                <a:moveTo>
                  <a:pt x="157121" y="40479"/>
                </a:moveTo>
                <a:lnTo>
                  <a:pt x="197188" y="19416"/>
                </a:lnTo>
                <a:lnTo>
                  <a:pt x="156298" y="0"/>
                </a:lnTo>
                <a:lnTo>
                  <a:pt x="156606" y="15180"/>
                </a:lnTo>
                <a:lnTo>
                  <a:pt x="0" y="18366"/>
                </a:lnTo>
                <a:lnTo>
                  <a:pt x="206" y="28486"/>
                </a:lnTo>
                <a:lnTo>
                  <a:pt x="156812" y="25300"/>
                </a:lnTo>
                <a:lnTo>
                  <a:pt x="157121" y="404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78F645-39B2-4E28-97A2-F71E9B62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028" y="1390752"/>
            <a:ext cx="345389" cy="40487"/>
          </a:xfrm>
          <a:custGeom xmlns:a="http://schemas.openxmlformats.org/drawingml/2006/main">
            <a:pathLst>
              <a:path w="345389" h="40487">
                <a:moveTo>
                  <a:pt x="305026" y="40487"/>
                </a:moveTo>
                <a:lnTo>
                  <a:pt x="345389" y="19995"/>
                </a:lnTo>
                <a:lnTo>
                  <a:pt x="304778" y="0"/>
                </a:lnTo>
                <a:lnTo>
                  <a:pt x="304871" y="15183"/>
                </a:lnTo>
                <a:lnTo>
                  <a:pt x="0" y="17054"/>
                </a:lnTo>
                <a:lnTo>
                  <a:pt x="62" y="27175"/>
                </a:lnTo>
                <a:lnTo>
                  <a:pt x="304933" y="25305"/>
                </a:lnTo>
                <a:lnTo>
                  <a:pt x="305026" y="404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8C4559-E644-4B0B-820A-EC9EEB4F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433" y="1441739"/>
            <a:ext cx="217672" cy="1145183"/>
          </a:xfrm>
          <a:custGeom xmlns:a="http://schemas.openxmlformats.org/drawingml/2006/main">
            <a:pathLst>
              <a:path w="217672" h="1145183">
                <a:moveTo>
                  <a:pt x="0" y="0"/>
                </a:moveTo>
                <a:lnTo>
                  <a:pt x="0" y="1130000"/>
                </a:lnTo>
                <a:lnTo>
                  <a:pt x="177185" y="1130000"/>
                </a:lnTo>
                <a:lnTo>
                  <a:pt x="177185" y="1145183"/>
                </a:lnTo>
                <a:lnTo>
                  <a:pt x="217672" y="1124939"/>
                </a:lnTo>
                <a:lnTo>
                  <a:pt x="177185" y="1104695"/>
                </a:lnTo>
                <a:lnTo>
                  <a:pt x="177185" y="1119878"/>
                </a:lnTo>
                <a:lnTo>
                  <a:pt x="10122" y="1119878"/>
                </a:lnTo>
                <a:lnTo>
                  <a:pt x="101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C82335-FF49-430A-9AE1-F48A46F2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046" y="522126"/>
            <a:ext cx="2044558" cy="2774737"/>
          </a:xfrm>
          <a:custGeom xmlns:a="http://schemas.openxmlformats.org/drawingml/2006/main">
            <a:pathLst>
              <a:path w="2044558" h="2774737" fill="none">
                <a:moveTo>
                  <a:pt x="0" y="0"/>
                </a:moveTo>
                <a:lnTo>
                  <a:pt x="2044558" y="0"/>
                </a:lnTo>
                <a:lnTo>
                  <a:pt x="2044558" y="2774737"/>
                </a:lnTo>
                <a:lnTo>
                  <a:pt x="0" y="277473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7F7F7F"/>
            </a:solidFill>
            <a:custDash>
              <a:ds d="400000" sp="300000"/>
            </a:custDash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DFC44D-C868-4105-84F6-7666BE5F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713" y="388441"/>
            <a:ext cx="5832347" cy="3209889"/>
          </a:xfrm>
          <a:custGeom xmlns:a="http://schemas.openxmlformats.org/drawingml/2006/main">
            <a:pathLst>
              <a:path w="5832347" h="3209889" fill="none">
                <a:moveTo>
                  <a:pt x="0" y="0"/>
                </a:moveTo>
                <a:lnTo>
                  <a:pt x="5832347" y="0"/>
                </a:lnTo>
                <a:lnTo>
                  <a:pt x="5832347" y="3209889"/>
                </a:lnTo>
                <a:lnTo>
                  <a:pt x="0" y="32098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83" cap="flat">
            <a:solidFill>
              <a:srgbClr val="7F7F7F"/>
            </a:solidFill>
            <a:miter/>
          </a:ln>
        </p:spPr>
      </p:sp>
      <p:sp>
        <p:nvSpPr>
          <p:cNvPr id="81" name="Text CNNmodel">
            <a:extLst xmlns:a="http://schemas.openxmlformats.org/drawingml/2006/main">
              <a:ext uri="{FF2B5EF4-FFF2-40B4-BE49-F238E27FC236}">
                <a16:creationId xmlns:a16="http://schemas.microsoft.com/office/drawing/2014/main" id="{F92B1D0F-78D2-4C2A-A4F2-FEE6DDB7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315" y="729516"/>
            <a:ext cx="941398" cy="130637"/>
          </a:xfrm>
          <a:custGeom xmlns:a="http://schemas.openxmlformats.org/drawingml/2006/main">
            <a:pathLst>
              <a:path w="941398" h="130637">
                <a:moveTo>
                  <a:pt x="118643" y="0"/>
                </a:moveTo>
                <a:lnTo>
                  <a:pt x="118643" y="43361"/>
                </a:lnTo>
                <a:lnTo>
                  <a:pt x="115045" y="43361"/>
                </a:lnTo>
                <a:cubicBezTo>
                  <a:pt x="112339" y="31985"/>
                  <a:pt x="107296" y="23267"/>
                  <a:pt x="99915" y="17209"/>
                </a:cubicBezTo>
                <a:cubicBezTo>
                  <a:pt x="92534" y="11149"/>
                  <a:pt x="84170" y="8119"/>
                  <a:pt x="74821" y="8119"/>
                </a:cubicBezTo>
                <a:cubicBezTo>
                  <a:pt x="67010" y="8119"/>
                  <a:pt x="59844" y="10364"/>
                  <a:pt x="53325" y="14853"/>
                </a:cubicBezTo>
                <a:cubicBezTo>
                  <a:pt x="46805" y="19343"/>
                  <a:pt x="42039" y="25217"/>
                  <a:pt x="39025" y="32475"/>
                </a:cubicBezTo>
                <a:cubicBezTo>
                  <a:pt x="35150" y="41762"/>
                  <a:pt x="33213" y="52095"/>
                  <a:pt x="33213" y="63473"/>
                </a:cubicBezTo>
                <a:cubicBezTo>
                  <a:pt x="33213" y="74667"/>
                  <a:pt x="34627" y="84862"/>
                  <a:pt x="37457" y="94057"/>
                </a:cubicBezTo>
                <a:cubicBezTo>
                  <a:pt x="40286" y="103252"/>
                  <a:pt x="44714" y="110202"/>
                  <a:pt x="50742" y="114907"/>
                </a:cubicBezTo>
                <a:cubicBezTo>
                  <a:pt x="56769" y="119612"/>
                  <a:pt x="64580" y="121965"/>
                  <a:pt x="74175" y="121965"/>
                </a:cubicBezTo>
                <a:cubicBezTo>
                  <a:pt x="82048" y="121965"/>
                  <a:pt x="89259" y="120242"/>
                  <a:pt x="95810" y="116798"/>
                </a:cubicBezTo>
                <a:cubicBezTo>
                  <a:pt x="102360" y="113354"/>
                  <a:pt x="109264" y="107419"/>
                  <a:pt x="116521" y="98992"/>
                </a:cubicBezTo>
                <a:lnTo>
                  <a:pt x="116521" y="109787"/>
                </a:lnTo>
                <a:cubicBezTo>
                  <a:pt x="109510" y="117106"/>
                  <a:pt x="102206" y="122411"/>
                  <a:pt x="94610" y="125701"/>
                </a:cubicBezTo>
                <a:cubicBezTo>
                  <a:pt x="87014" y="128992"/>
                  <a:pt x="78142" y="130637"/>
                  <a:pt x="67994" y="130637"/>
                </a:cubicBezTo>
                <a:cubicBezTo>
                  <a:pt x="54647" y="130637"/>
                  <a:pt x="42792" y="127965"/>
                  <a:pt x="32429" y="122622"/>
                </a:cubicBezTo>
                <a:cubicBezTo>
                  <a:pt x="22065" y="117279"/>
                  <a:pt x="14069" y="109602"/>
                  <a:pt x="8442" y="99592"/>
                </a:cubicBezTo>
                <a:cubicBezTo>
                  <a:pt x="2814" y="89580"/>
                  <a:pt x="0" y="78924"/>
                  <a:pt x="0" y="67622"/>
                </a:cubicBezTo>
                <a:cubicBezTo>
                  <a:pt x="0" y="55707"/>
                  <a:pt x="3121" y="44407"/>
                  <a:pt x="9364" y="33720"/>
                </a:cubicBezTo>
                <a:cubicBezTo>
                  <a:pt x="15607" y="23032"/>
                  <a:pt x="24033" y="14740"/>
                  <a:pt x="34643" y="8845"/>
                </a:cubicBezTo>
                <a:cubicBezTo>
                  <a:pt x="45252" y="2948"/>
                  <a:pt x="56523" y="0"/>
                  <a:pt x="68455" y="0"/>
                </a:cubicBezTo>
                <a:cubicBezTo>
                  <a:pt x="77250" y="0"/>
                  <a:pt x="86538" y="1907"/>
                  <a:pt x="96317" y="5720"/>
                </a:cubicBezTo>
                <a:cubicBezTo>
                  <a:pt x="101975" y="7934"/>
                  <a:pt x="105574" y="9041"/>
                  <a:pt x="107111" y="9041"/>
                </a:cubicBezTo>
                <a:cubicBezTo>
                  <a:pt x="109079" y="9041"/>
                  <a:pt x="110786" y="8319"/>
                  <a:pt x="112231" y="6873"/>
                </a:cubicBezTo>
                <a:cubicBezTo>
                  <a:pt x="113677" y="5428"/>
                  <a:pt x="114615" y="3137"/>
                  <a:pt x="115045" y="0"/>
                </a:cubicBezTo>
                <a:lnTo>
                  <a:pt x="118643" y="0"/>
                </a:lnTo>
                <a:close/>
                <a:moveTo>
                  <a:pt x="176223" y="2768"/>
                </a:moveTo>
                <a:lnTo>
                  <a:pt x="237943" y="80201"/>
                </a:lnTo>
                <a:lnTo>
                  <a:pt x="237943" y="26570"/>
                </a:lnTo>
                <a:cubicBezTo>
                  <a:pt x="237943" y="19032"/>
                  <a:pt x="236867" y="13935"/>
                  <a:pt x="234714" y="11279"/>
                </a:cubicBezTo>
                <a:cubicBezTo>
                  <a:pt x="231762" y="7696"/>
                  <a:pt x="226811" y="5966"/>
                  <a:pt x="219861" y="6089"/>
                </a:cubicBezTo>
                <a:lnTo>
                  <a:pt x="219861" y="2768"/>
                </a:lnTo>
                <a:lnTo>
                  <a:pt x="261192" y="2768"/>
                </a:lnTo>
                <a:lnTo>
                  <a:pt x="261192" y="6089"/>
                </a:lnTo>
                <a:cubicBezTo>
                  <a:pt x="255903" y="6769"/>
                  <a:pt x="252351" y="7651"/>
                  <a:pt x="250536" y="8733"/>
                </a:cubicBezTo>
                <a:cubicBezTo>
                  <a:pt x="248722" y="9813"/>
                  <a:pt x="247307" y="11574"/>
                  <a:pt x="246292" y="14015"/>
                </a:cubicBezTo>
                <a:cubicBezTo>
                  <a:pt x="245278" y="16454"/>
                  <a:pt x="244770" y="20639"/>
                  <a:pt x="244770" y="26570"/>
                </a:cubicBezTo>
                <a:lnTo>
                  <a:pt x="244770" y="130637"/>
                </a:lnTo>
                <a:lnTo>
                  <a:pt x="241633" y="130637"/>
                </a:lnTo>
                <a:lnTo>
                  <a:pt x="157033" y="26406"/>
                </a:lnTo>
                <a:lnTo>
                  <a:pt x="157033" y="106096"/>
                </a:lnTo>
                <a:cubicBezTo>
                  <a:pt x="157033" y="113329"/>
                  <a:pt x="158678" y="118213"/>
                  <a:pt x="161969" y="120748"/>
                </a:cubicBezTo>
                <a:cubicBezTo>
                  <a:pt x="165259" y="123281"/>
                  <a:pt x="169027" y="124548"/>
                  <a:pt x="173271" y="124548"/>
                </a:cubicBezTo>
                <a:lnTo>
                  <a:pt x="176223" y="124548"/>
                </a:lnTo>
                <a:lnTo>
                  <a:pt x="176223" y="127869"/>
                </a:lnTo>
                <a:lnTo>
                  <a:pt x="131847" y="127869"/>
                </a:lnTo>
                <a:lnTo>
                  <a:pt x="131847" y="124548"/>
                </a:lnTo>
                <a:cubicBezTo>
                  <a:pt x="138735" y="124486"/>
                  <a:pt x="143533" y="123065"/>
                  <a:pt x="146239" y="120284"/>
                </a:cubicBezTo>
                <a:cubicBezTo>
                  <a:pt x="148945" y="117501"/>
                  <a:pt x="150298" y="112772"/>
                  <a:pt x="150298" y="106096"/>
                </a:cubicBezTo>
                <a:lnTo>
                  <a:pt x="150298" y="17791"/>
                </a:lnTo>
                <a:lnTo>
                  <a:pt x="147623" y="14484"/>
                </a:lnTo>
                <a:cubicBezTo>
                  <a:pt x="144978" y="11127"/>
                  <a:pt x="142641" y="8919"/>
                  <a:pt x="140611" y="7862"/>
                </a:cubicBezTo>
                <a:cubicBezTo>
                  <a:pt x="138582" y="6805"/>
                  <a:pt x="135660" y="6214"/>
                  <a:pt x="131847" y="6089"/>
                </a:cubicBezTo>
                <a:lnTo>
                  <a:pt x="131847" y="2768"/>
                </a:lnTo>
                <a:lnTo>
                  <a:pt x="176223" y="2768"/>
                </a:lnTo>
                <a:close/>
                <a:moveTo>
                  <a:pt x="312867" y="2768"/>
                </a:moveTo>
                <a:lnTo>
                  <a:pt x="374587" y="80201"/>
                </a:lnTo>
                <a:lnTo>
                  <a:pt x="374587" y="26570"/>
                </a:lnTo>
                <a:cubicBezTo>
                  <a:pt x="374587" y="19032"/>
                  <a:pt x="373511" y="13935"/>
                  <a:pt x="371358" y="11279"/>
                </a:cubicBezTo>
                <a:cubicBezTo>
                  <a:pt x="368406" y="7696"/>
                  <a:pt x="363455" y="5966"/>
                  <a:pt x="356505" y="6089"/>
                </a:cubicBezTo>
                <a:lnTo>
                  <a:pt x="356505" y="2768"/>
                </a:lnTo>
                <a:lnTo>
                  <a:pt x="397836" y="2768"/>
                </a:lnTo>
                <a:lnTo>
                  <a:pt x="397836" y="6089"/>
                </a:lnTo>
                <a:cubicBezTo>
                  <a:pt x="392547" y="6769"/>
                  <a:pt x="388995" y="7651"/>
                  <a:pt x="387180" y="8733"/>
                </a:cubicBezTo>
                <a:cubicBezTo>
                  <a:pt x="385366" y="9813"/>
                  <a:pt x="383951" y="11574"/>
                  <a:pt x="382936" y="14015"/>
                </a:cubicBezTo>
                <a:cubicBezTo>
                  <a:pt x="381922" y="16454"/>
                  <a:pt x="381414" y="20639"/>
                  <a:pt x="381414" y="26570"/>
                </a:cubicBezTo>
                <a:lnTo>
                  <a:pt x="381414" y="130637"/>
                </a:lnTo>
                <a:lnTo>
                  <a:pt x="378277" y="130637"/>
                </a:lnTo>
                <a:lnTo>
                  <a:pt x="293677" y="26406"/>
                </a:lnTo>
                <a:lnTo>
                  <a:pt x="293677" y="106096"/>
                </a:lnTo>
                <a:cubicBezTo>
                  <a:pt x="293677" y="113329"/>
                  <a:pt x="295322" y="118213"/>
                  <a:pt x="298613" y="120748"/>
                </a:cubicBezTo>
                <a:cubicBezTo>
                  <a:pt x="301903" y="123281"/>
                  <a:pt x="305671" y="124548"/>
                  <a:pt x="309914" y="124548"/>
                </a:cubicBezTo>
                <a:lnTo>
                  <a:pt x="312867" y="124548"/>
                </a:lnTo>
                <a:lnTo>
                  <a:pt x="312867" y="127869"/>
                </a:lnTo>
                <a:lnTo>
                  <a:pt x="268491" y="127869"/>
                </a:lnTo>
                <a:lnTo>
                  <a:pt x="268491" y="124548"/>
                </a:lnTo>
                <a:cubicBezTo>
                  <a:pt x="275379" y="124486"/>
                  <a:pt x="280177" y="123065"/>
                  <a:pt x="282883" y="120284"/>
                </a:cubicBezTo>
                <a:cubicBezTo>
                  <a:pt x="285589" y="117501"/>
                  <a:pt x="286942" y="112772"/>
                  <a:pt x="286942" y="106096"/>
                </a:cubicBezTo>
                <a:lnTo>
                  <a:pt x="286942" y="17791"/>
                </a:lnTo>
                <a:lnTo>
                  <a:pt x="284267" y="14484"/>
                </a:lnTo>
                <a:cubicBezTo>
                  <a:pt x="281622" y="11127"/>
                  <a:pt x="279285" y="8919"/>
                  <a:pt x="277255" y="7862"/>
                </a:cubicBezTo>
                <a:cubicBezTo>
                  <a:pt x="275226" y="6805"/>
                  <a:pt x="272304" y="6214"/>
                  <a:pt x="268491" y="6089"/>
                </a:cubicBezTo>
                <a:lnTo>
                  <a:pt x="268491" y="2768"/>
                </a:lnTo>
                <a:lnTo>
                  <a:pt x="312867" y="2768"/>
                </a:lnTo>
                <a:close/>
                <a:moveTo>
                  <a:pt x="491857" y="41516"/>
                </a:moveTo>
                <a:lnTo>
                  <a:pt x="491857" y="52956"/>
                </a:lnTo>
                <a:cubicBezTo>
                  <a:pt x="496593" y="47755"/>
                  <a:pt x="500975" y="44117"/>
                  <a:pt x="505004" y="42044"/>
                </a:cubicBezTo>
                <a:cubicBezTo>
                  <a:pt x="509032" y="39970"/>
                  <a:pt x="513445" y="38933"/>
                  <a:pt x="518243" y="38933"/>
                </a:cubicBezTo>
                <a:cubicBezTo>
                  <a:pt x="523778" y="38933"/>
                  <a:pt x="528422" y="40232"/>
                  <a:pt x="532174" y="42831"/>
                </a:cubicBezTo>
                <a:cubicBezTo>
                  <a:pt x="535926" y="45429"/>
                  <a:pt x="538816" y="49389"/>
                  <a:pt x="540846" y="54709"/>
                </a:cubicBezTo>
                <a:cubicBezTo>
                  <a:pt x="545766" y="49141"/>
                  <a:pt x="550487" y="45120"/>
                  <a:pt x="555008" y="42646"/>
                </a:cubicBezTo>
                <a:cubicBezTo>
                  <a:pt x="559528" y="40171"/>
                  <a:pt x="564249" y="38933"/>
                  <a:pt x="569169" y="38933"/>
                </a:cubicBezTo>
                <a:cubicBezTo>
                  <a:pt x="575135" y="38933"/>
                  <a:pt x="579886" y="40303"/>
                  <a:pt x="583423" y="43044"/>
                </a:cubicBezTo>
                <a:cubicBezTo>
                  <a:pt x="586959" y="45785"/>
                  <a:pt x="589420" y="49265"/>
                  <a:pt x="590803" y="53483"/>
                </a:cubicBezTo>
                <a:cubicBezTo>
                  <a:pt x="592187" y="57702"/>
                  <a:pt x="592879" y="64430"/>
                  <a:pt x="592879" y="73668"/>
                </a:cubicBezTo>
                <a:lnTo>
                  <a:pt x="592879" y="109049"/>
                </a:lnTo>
                <a:cubicBezTo>
                  <a:pt x="592879" y="115691"/>
                  <a:pt x="593479" y="119812"/>
                  <a:pt x="594678" y="121411"/>
                </a:cubicBezTo>
                <a:cubicBezTo>
                  <a:pt x="595878" y="123010"/>
                  <a:pt x="598384" y="124056"/>
                  <a:pt x="602197" y="124548"/>
                </a:cubicBezTo>
                <a:lnTo>
                  <a:pt x="602197" y="127869"/>
                </a:lnTo>
                <a:lnTo>
                  <a:pt x="557637" y="127869"/>
                </a:lnTo>
                <a:lnTo>
                  <a:pt x="557637" y="124548"/>
                </a:lnTo>
                <a:cubicBezTo>
                  <a:pt x="561143" y="124240"/>
                  <a:pt x="563726" y="122887"/>
                  <a:pt x="565387" y="120488"/>
                </a:cubicBezTo>
                <a:cubicBezTo>
                  <a:pt x="566494" y="118828"/>
                  <a:pt x="567047" y="115015"/>
                  <a:pt x="567047" y="109049"/>
                </a:cubicBezTo>
                <a:lnTo>
                  <a:pt x="567047" y="71961"/>
                </a:lnTo>
                <a:cubicBezTo>
                  <a:pt x="567047" y="64273"/>
                  <a:pt x="566740" y="59383"/>
                  <a:pt x="566125" y="57292"/>
                </a:cubicBezTo>
                <a:cubicBezTo>
                  <a:pt x="565510" y="55201"/>
                  <a:pt x="564541" y="53648"/>
                  <a:pt x="563218" y="52633"/>
                </a:cubicBezTo>
                <a:cubicBezTo>
                  <a:pt x="561896" y="51618"/>
                  <a:pt x="560343" y="51111"/>
                  <a:pt x="558559" y="51111"/>
                </a:cubicBezTo>
                <a:cubicBezTo>
                  <a:pt x="555915" y="51111"/>
                  <a:pt x="553239" y="52079"/>
                  <a:pt x="550533" y="54017"/>
                </a:cubicBezTo>
                <a:cubicBezTo>
                  <a:pt x="547827" y="55954"/>
                  <a:pt x="545090" y="58860"/>
                  <a:pt x="542322" y="62735"/>
                </a:cubicBezTo>
                <a:lnTo>
                  <a:pt x="542322" y="109049"/>
                </a:lnTo>
                <a:cubicBezTo>
                  <a:pt x="542322" y="115261"/>
                  <a:pt x="542845" y="119166"/>
                  <a:pt x="543890" y="120765"/>
                </a:cubicBezTo>
                <a:cubicBezTo>
                  <a:pt x="545305" y="123041"/>
                  <a:pt x="548011" y="124302"/>
                  <a:pt x="552009" y="124548"/>
                </a:cubicBezTo>
                <a:lnTo>
                  <a:pt x="552009" y="127869"/>
                </a:lnTo>
                <a:lnTo>
                  <a:pt x="507356" y="127869"/>
                </a:lnTo>
                <a:lnTo>
                  <a:pt x="507356" y="124548"/>
                </a:lnTo>
                <a:cubicBezTo>
                  <a:pt x="509755" y="124425"/>
                  <a:pt x="511646" y="123825"/>
                  <a:pt x="513030" y="122749"/>
                </a:cubicBezTo>
                <a:cubicBezTo>
                  <a:pt x="514414" y="121672"/>
                  <a:pt x="515337" y="120381"/>
                  <a:pt x="515798" y="118874"/>
                </a:cubicBezTo>
                <a:cubicBezTo>
                  <a:pt x="516259" y="117367"/>
                  <a:pt x="516490" y="114092"/>
                  <a:pt x="516490" y="109049"/>
                </a:cubicBezTo>
                <a:lnTo>
                  <a:pt x="516490" y="71903"/>
                </a:lnTo>
                <a:cubicBezTo>
                  <a:pt x="516490" y="64079"/>
                  <a:pt x="516182" y="59181"/>
                  <a:pt x="515567" y="57211"/>
                </a:cubicBezTo>
                <a:cubicBezTo>
                  <a:pt x="514952" y="55239"/>
                  <a:pt x="513922" y="53699"/>
                  <a:pt x="512477" y="52590"/>
                </a:cubicBezTo>
                <a:cubicBezTo>
                  <a:pt x="511031" y="51481"/>
                  <a:pt x="509478" y="50926"/>
                  <a:pt x="507818" y="50926"/>
                </a:cubicBezTo>
                <a:cubicBezTo>
                  <a:pt x="505358" y="50926"/>
                  <a:pt x="503113" y="51577"/>
                  <a:pt x="501083" y="52878"/>
                </a:cubicBezTo>
                <a:cubicBezTo>
                  <a:pt x="498192" y="54800"/>
                  <a:pt x="495117" y="58086"/>
                  <a:pt x="491857" y="62735"/>
                </a:cubicBezTo>
                <a:lnTo>
                  <a:pt x="491857" y="109049"/>
                </a:lnTo>
                <a:cubicBezTo>
                  <a:pt x="491857" y="115138"/>
                  <a:pt x="492457" y="119151"/>
                  <a:pt x="493656" y="121088"/>
                </a:cubicBezTo>
                <a:cubicBezTo>
                  <a:pt x="494856" y="123026"/>
                  <a:pt x="497362" y="124179"/>
                  <a:pt x="501175" y="124548"/>
                </a:cubicBezTo>
                <a:lnTo>
                  <a:pt x="501175" y="127869"/>
                </a:lnTo>
                <a:lnTo>
                  <a:pt x="456707" y="127869"/>
                </a:lnTo>
                <a:lnTo>
                  <a:pt x="456707" y="124548"/>
                </a:lnTo>
                <a:cubicBezTo>
                  <a:pt x="460336" y="124179"/>
                  <a:pt x="462919" y="123010"/>
                  <a:pt x="464457" y="121042"/>
                </a:cubicBezTo>
                <a:cubicBezTo>
                  <a:pt x="465502" y="119689"/>
                  <a:pt x="466025" y="115691"/>
                  <a:pt x="466025" y="109049"/>
                </a:cubicBezTo>
                <a:lnTo>
                  <a:pt x="466025" y="60337"/>
                </a:lnTo>
                <a:cubicBezTo>
                  <a:pt x="466025" y="53738"/>
                  <a:pt x="465425" y="49630"/>
                  <a:pt x="464226" y="48011"/>
                </a:cubicBezTo>
                <a:cubicBezTo>
                  <a:pt x="463027" y="46393"/>
                  <a:pt x="460520" y="45335"/>
                  <a:pt x="456707" y="44837"/>
                </a:cubicBezTo>
                <a:lnTo>
                  <a:pt x="456707" y="41516"/>
                </a:lnTo>
                <a:lnTo>
                  <a:pt x="491857" y="41516"/>
                </a:lnTo>
                <a:close/>
                <a:moveTo>
                  <a:pt x="654477" y="38933"/>
                </a:moveTo>
                <a:cubicBezTo>
                  <a:pt x="661980" y="38933"/>
                  <a:pt x="668961" y="40872"/>
                  <a:pt x="675419" y="44751"/>
                </a:cubicBezTo>
                <a:cubicBezTo>
                  <a:pt x="681877" y="48629"/>
                  <a:pt x="686782" y="54140"/>
                  <a:pt x="690134" y="61282"/>
                </a:cubicBezTo>
                <a:cubicBezTo>
                  <a:pt x="693486" y="68424"/>
                  <a:pt x="695162" y="76243"/>
                  <a:pt x="695162" y="84739"/>
                </a:cubicBezTo>
                <a:cubicBezTo>
                  <a:pt x="695162" y="96990"/>
                  <a:pt x="692056" y="107241"/>
                  <a:pt x="685844" y="115492"/>
                </a:cubicBezTo>
                <a:cubicBezTo>
                  <a:pt x="678341" y="125466"/>
                  <a:pt x="667977" y="130452"/>
                  <a:pt x="654754" y="130452"/>
                </a:cubicBezTo>
                <a:cubicBezTo>
                  <a:pt x="641776" y="130452"/>
                  <a:pt x="631781" y="125896"/>
                  <a:pt x="624770" y="116784"/>
                </a:cubicBezTo>
                <a:cubicBezTo>
                  <a:pt x="617758" y="107671"/>
                  <a:pt x="614252" y="97113"/>
                  <a:pt x="614252" y="85108"/>
                </a:cubicBezTo>
                <a:cubicBezTo>
                  <a:pt x="614252" y="72734"/>
                  <a:pt x="617835" y="61944"/>
                  <a:pt x="625000" y="52740"/>
                </a:cubicBezTo>
                <a:cubicBezTo>
                  <a:pt x="632166" y="43535"/>
                  <a:pt x="641991" y="38933"/>
                  <a:pt x="654477" y="38933"/>
                </a:cubicBezTo>
                <a:moveTo>
                  <a:pt x="654846" y="45391"/>
                </a:moveTo>
                <a:cubicBezTo>
                  <a:pt x="651709" y="45391"/>
                  <a:pt x="649018" y="46577"/>
                  <a:pt x="646773" y="48948"/>
                </a:cubicBezTo>
                <a:cubicBezTo>
                  <a:pt x="644528" y="51318"/>
                  <a:pt x="643052" y="55998"/>
                  <a:pt x="642345" y="62986"/>
                </a:cubicBezTo>
                <a:cubicBezTo>
                  <a:pt x="641638" y="69975"/>
                  <a:pt x="641284" y="79689"/>
                  <a:pt x="641284" y="92128"/>
                </a:cubicBezTo>
                <a:cubicBezTo>
                  <a:pt x="641284" y="98717"/>
                  <a:pt x="641715" y="104875"/>
                  <a:pt x="642576" y="110603"/>
                </a:cubicBezTo>
                <a:cubicBezTo>
                  <a:pt x="643252" y="114973"/>
                  <a:pt x="644698" y="118298"/>
                  <a:pt x="646912" y="120578"/>
                </a:cubicBezTo>
                <a:cubicBezTo>
                  <a:pt x="649126" y="122855"/>
                  <a:pt x="651648" y="123994"/>
                  <a:pt x="654477" y="123994"/>
                </a:cubicBezTo>
                <a:cubicBezTo>
                  <a:pt x="657245" y="123994"/>
                  <a:pt x="659551" y="123225"/>
                  <a:pt x="661396" y="121685"/>
                </a:cubicBezTo>
                <a:cubicBezTo>
                  <a:pt x="663795" y="119592"/>
                  <a:pt x="665394" y="116667"/>
                  <a:pt x="666194" y="112909"/>
                </a:cubicBezTo>
                <a:cubicBezTo>
                  <a:pt x="667424" y="107060"/>
                  <a:pt x="668039" y="95238"/>
                  <a:pt x="668039" y="77442"/>
                </a:cubicBezTo>
                <a:cubicBezTo>
                  <a:pt x="668039" y="66974"/>
                  <a:pt x="667454" y="59786"/>
                  <a:pt x="666286" y="55876"/>
                </a:cubicBezTo>
                <a:cubicBezTo>
                  <a:pt x="665117" y="51965"/>
                  <a:pt x="663395" y="49117"/>
                  <a:pt x="661119" y="47331"/>
                </a:cubicBezTo>
                <a:cubicBezTo>
                  <a:pt x="659520" y="46038"/>
                  <a:pt x="657429" y="45391"/>
                  <a:pt x="654846" y="45391"/>
                </a:cubicBezTo>
                <a:close/>
                <a:moveTo>
                  <a:pt x="792125" y="2768"/>
                </a:moveTo>
                <a:lnTo>
                  <a:pt x="792125" y="102037"/>
                </a:lnTo>
                <a:cubicBezTo>
                  <a:pt x="792125" y="108674"/>
                  <a:pt x="792310" y="112600"/>
                  <a:pt x="792679" y="113817"/>
                </a:cubicBezTo>
                <a:cubicBezTo>
                  <a:pt x="793171" y="115828"/>
                  <a:pt x="794109" y="117320"/>
                  <a:pt x="795493" y="118294"/>
                </a:cubicBezTo>
                <a:cubicBezTo>
                  <a:pt x="796876" y="119267"/>
                  <a:pt x="799291" y="119875"/>
                  <a:pt x="802735" y="120119"/>
                </a:cubicBezTo>
                <a:lnTo>
                  <a:pt x="802735" y="123441"/>
                </a:lnTo>
                <a:lnTo>
                  <a:pt x="766293" y="130452"/>
                </a:lnTo>
                <a:lnTo>
                  <a:pt x="766293" y="116798"/>
                </a:lnTo>
                <a:cubicBezTo>
                  <a:pt x="761926" y="122088"/>
                  <a:pt x="758036" y="125686"/>
                  <a:pt x="754622" y="127592"/>
                </a:cubicBezTo>
                <a:cubicBezTo>
                  <a:pt x="751209" y="129499"/>
                  <a:pt x="747349" y="130452"/>
                  <a:pt x="743044" y="130452"/>
                </a:cubicBezTo>
                <a:cubicBezTo>
                  <a:pt x="732035" y="130452"/>
                  <a:pt x="723332" y="125527"/>
                  <a:pt x="716935" y="115677"/>
                </a:cubicBezTo>
                <a:cubicBezTo>
                  <a:pt x="711769" y="107673"/>
                  <a:pt x="709186" y="97854"/>
                  <a:pt x="709186" y="86218"/>
                </a:cubicBezTo>
                <a:cubicBezTo>
                  <a:pt x="709186" y="76921"/>
                  <a:pt x="710785" y="68594"/>
                  <a:pt x="713983" y="61236"/>
                </a:cubicBezTo>
                <a:cubicBezTo>
                  <a:pt x="717181" y="53878"/>
                  <a:pt x="721563" y="48322"/>
                  <a:pt x="727130" y="44566"/>
                </a:cubicBezTo>
                <a:cubicBezTo>
                  <a:pt x="732696" y="40811"/>
                  <a:pt x="738677" y="38933"/>
                  <a:pt x="745074" y="38933"/>
                </a:cubicBezTo>
                <a:cubicBezTo>
                  <a:pt x="749195" y="38933"/>
                  <a:pt x="752854" y="39739"/>
                  <a:pt x="756052" y="41352"/>
                </a:cubicBezTo>
                <a:cubicBezTo>
                  <a:pt x="759251" y="42964"/>
                  <a:pt x="762664" y="45787"/>
                  <a:pt x="766293" y="49819"/>
                </a:cubicBezTo>
                <a:lnTo>
                  <a:pt x="766293" y="23802"/>
                </a:lnTo>
                <a:cubicBezTo>
                  <a:pt x="766293" y="17221"/>
                  <a:pt x="766016" y="13254"/>
                  <a:pt x="765463" y="11901"/>
                </a:cubicBezTo>
                <a:cubicBezTo>
                  <a:pt x="764725" y="10118"/>
                  <a:pt x="763618" y="8795"/>
                  <a:pt x="762141" y="7934"/>
                </a:cubicBezTo>
                <a:cubicBezTo>
                  <a:pt x="760665" y="7073"/>
                  <a:pt x="757898" y="6643"/>
                  <a:pt x="753838" y="6643"/>
                </a:cubicBezTo>
                <a:lnTo>
                  <a:pt x="753838" y="2768"/>
                </a:lnTo>
                <a:lnTo>
                  <a:pt x="792125" y="2768"/>
                </a:lnTo>
                <a:moveTo>
                  <a:pt x="766293" y="61075"/>
                </a:moveTo>
                <a:cubicBezTo>
                  <a:pt x="761742" y="52464"/>
                  <a:pt x="756175" y="48158"/>
                  <a:pt x="749594" y="48158"/>
                </a:cubicBezTo>
                <a:cubicBezTo>
                  <a:pt x="747319" y="48158"/>
                  <a:pt x="745443" y="48774"/>
                  <a:pt x="743967" y="50004"/>
                </a:cubicBezTo>
                <a:cubicBezTo>
                  <a:pt x="741691" y="51910"/>
                  <a:pt x="739830" y="55262"/>
                  <a:pt x="738385" y="60060"/>
                </a:cubicBezTo>
                <a:cubicBezTo>
                  <a:pt x="736940" y="64857"/>
                  <a:pt x="736217" y="72207"/>
                  <a:pt x="736217" y="82109"/>
                </a:cubicBezTo>
                <a:cubicBezTo>
                  <a:pt x="736217" y="92996"/>
                  <a:pt x="737017" y="101053"/>
                  <a:pt x="738616" y="106281"/>
                </a:cubicBezTo>
                <a:cubicBezTo>
                  <a:pt x="740215" y="111509"/>
                  <a:pt x="742398" y="115291"/>
                  <a:pt x="745166" y="117629"/>
                </a:cubicBezTo>
                <a:cubicBezTo>
                  <a:pt x="746581" y="118797"/>
                  <a:pt x="748518" y="119381"/>
                  <a:pt x="750978" y="119381"/>
                </a:cubicBezTo>
                <a:cubicBezTo>
                  <a:pt x="756391" y="119381"/>
                  <a:pt x="761496" y="115124"/>
                  <a:pt x="766293" y="106609"/>
                </a:cubicBezTo>
                <a:lnTo>
                  <a:pt x="766293" y="61075"/>
                </a:lnTo>
                <a:close/>
                <a:moveTo>
                  <a:pt x="886762" y="81556"/>
                </a:moveTo>
                <a:lnTo>
                  <a:pt x="839434" y="81556"/>
                </a:lnTo>
                <a:cubicBezTo>
                  <a:pt x="839987" y="93026"/>
                  <a:pt x="843032" y="102092"/>
                  <a:pt x="848567" y="108752"/>
                </a:cubicBezTo>
                <a:cubicBezTo>
                  <a:pt x="852811" y="113870"/>
                  <a:pt x="857916" y="116429"/>
                  <a:pt x="863882" y="116429"/>
                </a:cubicBezTo>
                <a:cubicBezTo>
                  <a:pt x="867572" y="116429"/>
                  <a:pt x="870924" y="115399"/>
                  <a:pt x="873938" y="113339"/>
                </a:cubicBezTo>
                <a:cubicBezTo>
                  <a:pt x="876952" y="111278"/>
                  <a:pt x="880181" y="107572"/>
                  <a:pt x="883625" y="102221"/>
                </a:cubicBezTo>
                <a:lnTo>
                  <a:pt x="886762" y="104251"/>
                </a:lnTo>
                <a:cubicBezTo>
                  <a:pt x="882088" y="113784"/>
                  <a:pt x="876921" y="120535"/>
                  <a:pt x="871263" y="124502"/>
                </a:cubicBezTo>
                <a:cubicBezTo>
                  <a:pt x="865604" y="128469"/>
                  <a:pt x="859054" y="130452"/>
                  <a:pt x="851612" y="130452"/>
                </a:cubicBezTo>
                <a:cubicBezTo>
                  <a:pt x="838819" y="130452"/>
                  <a:pt x="829132" y="125527"/>
                  <a:pt x="822551" y="115677"/>
                </a:cubicBezTo>
                <a:cubicBezTo>
                  <a:pt x="817261" y="107735"/>
                  <a:pt x="814616" y="97884"/>
                  <a:pt x="814616" y="86125"/>
                </a:cubicBezTo>
                <a:cubicBezTo>
                  <a:pt x="814616" y="71718"/>
                  <a:pt x="818507" y="60251"/>
                  <a:pt x="826287" y="51725"/>
                </a:cubicBezTo>
                <a:cubicBezTo>
                  <a:pt x="834067" y="43197"/>
                  <a:pt x="843186" y="38933"/>
                  <a:pt x="853641" y="38933"/>
                </a:cubicBezTo>
                <a:cubicBezTo>
                  <a:pt x="862375" y="38933"/>
                  <a:pt x="869956" y="42515"/>
                  <a:pt x="876383" y="49681"/>
                </a:cubicBezTo>
                <a:cubicBezTo>
                  <a:pt x="882810" y="56846"/>
                  <a:pt x="886270" y="67471"/>
                  <a:pt x="886762" y="81556"/>
                </a:cubicBezTo>
                <a:moveTo>
                  <a:pt x="864067" y="75467"/>
                </a:moveTo>
                <a:cubicBezTo>
                  <a:pt x="864067" y="65564"/>
                  <a:pt x="863528" y="58768"/>
                  <a:pt x="862452" y="55078"/>
                </a:cubicBezTo>
                <a:cubicBezTo>
                  <a:pt x="861376" y="51388"/>
                  <a:pt x="859700" y="48589"/>
                  <a:pt x="857424" y="46682"/>
                </a:cubicBezTo>
                <a:cubicBezTo>
                  <a:pt x="856132" y="45575"/>
                  <a:pt x="854410" y="45022"/>
                  <a:pt x="852258" y="45022"/>
                </a:cubicBezTo>
                <a:cubicBezTo>
                  <a:pt x="849059" y="45022"/>
                  <a:pt x="846445" y="46590"/>
                  <a:pt x="844416" y="49727"/>
                </a:cubicBezTo>
                <a:cubicBezTo>
                  <a:pt x="840787" y="55201"/>
                  <a:pt x="838972" y="62704"/>
                  <a:pt x="838972" y="72238"/>
                </a:cubicBezTo>
                <a:lnTo>
                  <a:pt x="838972" y="75467"/>
                </a:lnTo>
                <a:lnTo>
                  <a:pt x="864067" y="75467"/>
                </a:lnTo>
                <a:close/>
                <a:moveTo>
                  <a:pt x="930973" y="2768"/>
                </a:moveTo>
                <a:lnTo>
                  <a:pt x="930973" y="109971"/>
                </a:lnTo>
                <a:cubicBezTo>
                  <a:pt x="930973" y="116060"/>
                  <a:pt x="931681" y="119950"/>
                  <a:pt x="933095" y="121642"/>
                </a:cubicBezTo>
                <a:cubicBezTo>
                  <a:pt x="934510" y="123333"/>
                  <a:pt x="937277" y="124302"/>
                  <a:pt x="941398" y="124548"/>
                </a:cubicBezTo>
                <a:lnTo>
                  <a:pt x="941398" y="127869"/>
                </a:lnTo>
                <a:lnTo>
                  <a:pt x="894808" y="127869"/>
                </a:lnTo>
                <a:lnTo>
                  <a:pt x="894808" y="124548"/>
                </a:lnTo>
                <a:cubicBezTo>
                  <a:pt x="898622" y="124425"/>
                  <a:pt x="901451" y="123318"/>
                  <a:pt x="903296" y="121227"/>
                </a:cubicBezTo>
                <a:cubicBezTo>
                  <a:pt x="904526" y="119812"/>
                  <a:pt x="905141" y="116060"/>
                  <a:pt x="905141" y="109971"/>
                </a:cubicBezTo>
                <a:lnTo>
                  <a:pt x="905141" y="20666"/>
                </a:lnTo>
                <a:cubicBezTo>
                  <a:pt x="905141" y="14600"/>
                  <a:pt x="904434" y="10716"/>
                  <a:pt x="903019" y="9015"/>
                </a:cubicBezTo>
                <a:cubicBezTo>
                  <a:pt x="901605" y="7312"/>
                  <a:pt x="898868" y="6337"/>
                  <a:pt x="894808" y="6089"/>
                </a:cubicBezTo>
                <a:lnTo>
                  <a:pt x="894808" y="2768"/>
                </a:lnTo>
                <a:lnTo>
                  <a:pt x="930973" y="2768"/>
                </a:lnTo>
                <a:close/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042EE1-AA73-4CEB-8880-6EBE9BA9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125" y="1412337"/>
            <a:ext cx="177682" cy="1178066"/>
          </a:xfrm>
          <a:custGeom xmlns:a="http://schemas.openxmlformats.org/drawingml/2006/main">
            <a:pathLst>
              <a:path w="177682" h="1178066">
                <a:moveTo>
                  <a:pt x="0" y="0"/>
                </a:moveTo>
                <a:lnTo>
                  <a:pt x="0" y="1162883"/>
                </a:lnTo>
                <a:lnTo>
                  <a:pt x="137194" y="1162883"/>
                </a:lnTo>
                <a:lnTo>
                  <a:pt x="137194" y="1178066"/>
                </a:lnTo>
                <a:lnTo>
                  <a:pt x="177682" y="1157822"/>
                </a:lnTo>
                <a:lnTo>
                  <a:pt x="137194" y="1137578"/>
                </a:lnTo>
                <a:lnTo>
                  <a:pt x="137194" y="1152761"/>
                </a:lnTo>
                <a:lnTo>
                  <a:pt x="10122" y="1152761"/>
                </a:lnTo>
                <a:lnTo>
                  <a:pt x="101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D2F200-646C-4401-8A98-7C05AD5F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682" y="1428897"/>
            <a:ext cx="202477" cy="1146323"/>
          </a:xfrm>
          <a:custGeom xmlns:a="http://schemas.openxmlformats.org/drawingml/2006/main">
            <a:pathLst>
              <a:path w="202477" h="1146323">
                <a:moveTo>
                  <a:pt x="182233" y="0"/>
                </a:moveTo>
                <a:lnTo>
                  <a:pt x="161989" y="40488"/>
                </a:lnTo>
                <a:lnTo>
                  <a:pt x="177172" y="40488"/>
                </a:lnTo>
                <a:lnTo>
                  <a:pt x="177172" y="1136201"/>
                </a:lnTo>
                <a:lnTo>
                  <a:pt x="0" y="1136201"/>
                </a:lnTo>
                <a:lnTo>
                  <a:pt x="0" y="1146323"/>
                </a:lnTo>
                <a:lnTo>
                  <a:pt x="187294" y="1146323"/>
                </a:lnTo>
                <a:lnTo>
                  <a:pt x="187294" y="40488"/>
                </a:lnTo>
                <a:lnTo>
                  <a:pt x="202477" y="40488"/>
                </a:lnTo>
                <a:lnTo>
                  <a:pt x="18223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…">
            <a:extLst xmlns:a="http://schemas.openxmlformats.org/drawingml/2006/main">
              <a:ext uri="{FF2B5EF4-FFF2-40B4-BE49-F238E27FC236}">
                <a16:creationId xmlns:a16="http://schemas.microsoft.com/office/drawing/2014/main" id="{34124B61-893D-4162-B120-820A928D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5637" y="2561874"/>
            <a:ext cx="111895" cy="22142"/>
          </a:xfrm>
          <a:custGeom xmlns:a="http://schemas.openxmlformats.org/drawingml/2006/main">
            <a:pathLst>
              <a:path w="111895" h="22142">
                <a:moveTo>
                  <a:pt x="10939" y="0"/>
                </a:moveTo>
                <a:cubicBezTo>
                  <a:pt x="14014" y="0"/>
                  <a:pt x="16617" y="1080"/>
                  <a:pt x="18748" y="3239"/>
                </a:cubicBezTo>
                <a:cubicBezTo>
                  <a:pt x="20879" y="5397"/>
                  <a:pt x="21944" y="7997"/>
                  <a:pt x="21944" y="11038"/>
                </a:cubicBezTo>
                <a:cubicBezTo>
                  <a:pt x="21944" y="14079"/>
                  <a:pt x="20868" y="16668"/>
                  <a:pt x="18715" y="18806"/>
                </a:cubicBezTo>
                <a:cubicBezTo>
                  <a:pt x="16562" y="20942"/>
                  <a:pt x="13970" y="22010"/>
                  <a:pt x="10939" y="22010"/>
                </a:cubicBezTo>
                <a:cubicBezTo>
                  <a:pt x="7908" y="22010"/>
                  <a:pt x="5327" y="20942"/>
                  <a:pt x="3196" y="18806"/>
                </a:cubicBezTo>
                <a:cubicBezTo>
                  <a:pt x="1065" y="16668"/>
                  <a:pt x="0" y="14079"/>
                  <a:pt x="0" y="11038"/>
                </a:cubicBezTo>
                <a:cubicBezTo>
                  <a:pt x="0" y="7997"/>
                  <a:pt x="1065" y="5397"/>
                  <a:pt x="3196" y="3239"/>
                </a:cubicBezTo>
                <a:cubicBezTo>
                  <a:pt x="5327" y="1080"/>
                  <a:pt x="7908" y="0"/>
                  <a:pt x="10939" y="0"/>
                </a:cubicBezTo>
                <a:moveTo>
                  <a:pt x="55948" y="132"/>
                </a:moveTo>
                <a:cubicBezTo>
                  <a:pt x="58979" y="132"/>
                  <a:pt x="61560" y="1197"/>
                  <a:pt x="63691" y="3328"/>
                </a:cubicBezTo>
                <a:cubicBezTo>
                  <a:pt x="65821" y="5459"/>
                  <a:pt x="66887" y="8040"/>
                  <a:pt x="66887" y="11071"/>
                </a:cubicBezTo>
                <a:cubicBezTo>
                  <a:pt x="66887" y="14102"/>
                  <a:pt x="65821" y="16683"/>
                  <a:pt x="63691" y="18814"/>
                </a:cubicBezTo>
                <a:cubicBezTo>
                  <a:pt x="61560" y="20945"/>
                  <a:pt x="58979" y="22010"/>
                  <a:pt x="55948" y="22010"/>
                </a:cubicBezTo>
                <a:cubicBezTo>
                  <a:pt x="52916" y="22010"/>
                  <a:pt x="50335" y="20945"/>
                  <a:pt x="48205" y="18814"/>
                </a:cubicBezTo>
                <a:cubicBezTo>
                  <a:pt x="46074" y="16683"/>
                  <a:pt x="45009" y="14102"/>
                  <a:pt x="45009" y="11071"/>
                </a:cubicBezTo>
                <a:cubicBezTo>
                  <a:pt x="45009" y="8040"/>
                  <a:pt x="46074" y="5459"/>
                  <a:pt x="48205" y="3328"/>
                </a:cubicBezTo>
                <a:cubicBezTo>
                  <a:pt x="50335" y="1197"/>
                  <a:pt x="52916" y="132"/>
                  <a:pt x="55948" y="132"/>
                </a:cubicBezTo>
                <a:moveTo>
                  <a:pt x="100956" y="264"/>
                </a:moveTo>
                <a:cubicBezTo>
                  <a:pt x="104031" y="264"/>
                  <a:pt x="106623" y="1329"/>
                  <a:pt x="108732" y="3460"/>
                </a:cubicBezTo>
                <a:cubicBezTo>
                  <a:pt x="110841" y="5590"/>
                  <a:pt x="111895" y="8171"/>
                  <a:pt x="111895" y="11203"/>
                </a:cubicBezTo>
                <a:cubicBezTo>
                  <a:pt x="111895" y="14234"/>
                  <a:pt x="110830" y="16815"/>
                  <a:pt x="108699" y="18946"/>
                </a:cubicBezTo>
                <a:cubicBezTo>
                  <a:pt x="106569" y="21076"/>
                  <a:pt x="103988" y="22142"/>
                  <a:pt x="100956" y="22142"/>
                </a:cubicBezTo>
                <a:cubicBezTo>
                  <a:pt x="97925" y="22142"/>
                  <a:pt x="95344" y="21076"/>
                  <a:pt x="93213" y="18946"/>
                </a:cubicBezTo>
                <a:cubicBezTo>
                  <a:pt x="91082" y="16815"/>
                  <a:pt x="90017" y="14234"/>
                  <a:pt x="90017" y="11203"/>
                </a:cubicBezTo>
                <a:cubicBezTo>
                  <a:pt x="90017" y="8171"/>
                  <a:pt x="91082" y="5590"/>
                  <a:pt x="93213" y="3460"/>
                </a:cubicBezTo>
                <a:cubicBezTo>
                  <a:pt x="95344" y="1329"/>
                  <a:pt x="97925" y="264"/>
                  <a:pt x="100956" y="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Input">
            <a:extLst xmlns:a="http://schemas.openxmlformats.org/drawingml/2006/main">
              <a:ext uri="{FF2B5EF4-FFF2-40B4-BE49-F238E27FC236}">
                <a16:creationId xmlns:a16="http://schemas.microsoft.com/office/drawing/2014/main" id="{E5D18472-3260-43A5-8D49-96D95B58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623" y="1728343"/>
            <a:ext cx="338106" cy="141866"/>
          </a:xfrm>
          <a:custGeom xmlns:a="http://schemas.openxmlformats.org/drawingml/2006/main">
            <a:pathLst>
              <a:path w="338106" h="141866">
                <a:moveTo>
                  <a:pt x="45944" y="104304"/>
                </a:moveTo>
                <a:lnTo>
                  <a:pt x="45944" y="107230"/>
                </a:lnTo>
                <a:lnTo>
                  <a:pt x="0" y="107230"/>
                </a:lnTo>
                <a:lnTo>
                  <a:pt x="0" y="104304"/>
                </a:lnTo>
                <a:lnTo>
                  <a:pt x="3796" y="104304"/>
                </a:lnTo>
                <a:cubicBezTo>
                  <a:pt x="8224" y="104304"/>
                  <a:pt x="11440" y="103012"/>
                  <a:pt x="13443" y="100429"/>
                </a:cubicBezTo>
                <a:cubicBezTo>
                  <a:pt x="14709" y="98742"/>
                  <a:pt x="15341" y="94683"/>
                  <a:pt x="15341" y="88251"/>
                </a:cubicBezTo>
                <a:lnTo>
                  <a:pt x="15341" y="18979"/>
                </a:lnTo>
                <a:cubicBezTo>
                  <a:pt x="15341" y="13549"/>
                  <a:pt x="14998" y="9964"/>
                  <a:pt x="14313" y="8224"/>
                </a:cubicBezTo>
                <a:cubicBezTo>
                  <a:pt x="13786" y="6906"/>
                  <a:pt x="12705" y="5773"/>
                  <a:pt x="11071" y="4824"/>
                </a:cubicBezTo>
                <a:cubicBezTo>
                  <a:pt x="8751" y="3559"/>
                  <a:pt x="6326" y="2926"/>
                  <a:pt x="3796" y="2926"/>
                </a:cubicBezTo>
                <a:lnTo>
                  <a:pt x="0" y="2926"/>
                </a:lnTo>
                <a:lnTo>
                  <a:pt x="0" y="0"/>
                </a:lnTo>
                <a:lnTo>
                  <a:pt x="45944" y="0"/>
                </a:lnTo>
                <a:lnTo>
                  <a:pt x="45944" y="2926"/>
                </a:lnTo>
                <a:lnTo>
                  <a:pt x="42069" y="2926"/>
                </a:lnTo>
                <a:cubicBezTo>
                  <a:pt x="37694" y="2926"/>
                  <a:pt x="34504" y="4217"/>
                  <a:pt x="32501" y="6801"/>
                </a:cubicBezTo>
                <a:cubicBezTo>
                  <a:pt x="31183" y="8488"/>
                  <a:pt x="30524" y="12547"/>
                  <a:pt x="30524" y="18979"/>
                </a:cubicBezTo>
                <a:lnTo>
                  <a:pt x="30524" y="88251"/>
                </a:lnTo>
                <a:cubicBezTo>
                  <a:pt x="30524" y="93681"/>
                  <a:pt x="30867" y="97266"/>
                  <a:pt x="31552" y="99006"/>
                </a:cubicBezTo>
                <a:cubicBezTo>
                  <a:pt x="32079" y="100324"/>
                  <a:pt x="33186" y="101457"/>
                  <a:pt x="34873" y="102406"/>
                </a:cubicBezTo>
                <a:cubicBezTo>
                  <a:pt x="37140" y="103671"/>
                  <a:pt x="39539" y="104304"/>
                  <a:pt x="42069" y="104304"/>
                </a:cubicBezTo>
                <a:lnTo>
                  <a:pt x="45944" y="104304"/>
                </a:lnTo>
                <a:close/>
                <a:moveTo>
                  <a:pt x="76120" y="48079"/>
                </a:moveTo>
                <a:cubicBezTo>
                  <a:pt x="84608" y="37852"/>
                  <a:pt x="92700" y="32738"/>
                  <a:pt x="100397" y="32738"/>
                </a:cubicBezTo>
                <a:cubicBezTo>
                  <a:pt x="104351" y="32738"/>
                  <a:pt x="107751" y="33725"/>
                  <a:pt x="110598" y="35699"/>
                </a:cubicBezTo>
                <a:cubicBezTo>
                  <a:pt x="113445" y="37671"/>
                  <a:pt x="115712" y="40919"/>
                  <a:pt x="117399" y="45443"/>
                </a:cubicBezTo>
                <a:cubicBezTo>
                  <a:pt x="118559" y="48598"/>
                  <a:pt x="119139" y="53437"/>
                  <a:pt x="119139" y="59961"/>
                </a:cubicBezTo>
                <a:lnTo>
                  <a:pt x="119139" y="90811"/>
                </a:lnTo>
                <a:cubicBezTo>
                  <a:pt x="119139" y="95388"/>
                  <a:pt x="119508" y="98492"/>
                  <a:pt x="120246" y="100123"/>
                </a:cubicBezTo>
                <a:cubicBezTo>
                  <a:pt x="120826" y="101437"/>
                  <a:pt x="121761" y="102463"/>
                  <a:pt x="123053" y="103199"/>
                </a:cubicBezTo>
                <a:cubicBezTo>
                  <a:pt x="124345" y="103936"/>
                  <a:pt x="126730" y="104304"/>
                  <a:pt x="130210" y="104304"/>
                </a:cubicBezTo>
                <a:lnTo>
                  <a:pt x="130210" y="107230"/>
                </a:lnTo>
                <a:lnTo>
                  <a:pt x="94387" y="107230"/>
                </a:lnTo>
                <a:lnTo>
                  <a:pt x="94387" y="104304"/>
                </a:lnTo>
                <a:lnTo>
                  <a:pt x="95890" y="104304"/>
                </a:lnTo>
                <a:cubicBezTo>
                  <a:pt x="99264" y="104304"/>
                  <a:pt x="101623" y="103792"/>
                  <a:pt x="102967" y="102769"/>
                </a:cubicBezTo>
                <a:cubicBezTo>
                  <a:pt x="104312" y="101746"/>
                  <a:pt x="105247" y="100239"/>
                  <a:pt x="105775" y="98247"/>
                </a:cubicBezTo>
                <a:cubicBezTo>
                  <a:pt x="105985" y="97459"/>
                  <a:pt x="106091" y="94994"/>
                  <a:pt x="106091" y="90851"/>
                </a:cubicBezTo>
                <a:lnTo>
                  <a:pt x="106091" y="61347"/>
                </a:lnTo>
                <a:cubicBezTo>
                  <a:pt x="106091" y="54792"/>
                  <a:pt x="105234" y="50032"/>
                  <a:pt x="103521" y="47069"/>
                </a:cubicBezTo>
                <a:cubicBezTo>
                  <a:pt x="101807" y="44105"/>
                  <a:pt x="98921" y="42623"/>
                  <a:pt x="94862" y="42623"/>
                </a:cubicBezTo>
                <a:cubicBezTo>
                  <a:pt x="88588" y="42623"/>
                  <a:pt x="82341" y="46032"/>
                  <a:pt x="76120" y="52851"/>
                </a:cubicBezTo>
                <a:lnTo>
                  <a:pt x="76120" y="90851"/>
                </a:lnTo>
                <a:cubicBezTo>
                  <a:pt x="76120" y="95729"/>
                  <a:pt x="76410" y="98744"/>
                  <a:pt x="76990" y="99898"/>
                </a:cubicBezTo>
                <a:cubicBezTo>
                  <a:pt x="77728" y="101418"/>
                  <a:pt x="78743" y="102533"/>
                  <a:pt x="80035" y="103241"/>
                </a:cubicBezTo>
                <a:cubicBezTo>
                  <a:pt x="81326" y="103950"/>
                  <a:pt x="83949" y="104304"/>
                  <a:pt x="87903" y="104304"/>
                </a:cubicBezTo>
                <a:lnTo>
                  <a:pt x="87903" y="107230"/>
                </a:lnTo>
                <a:lnTo>
                  <a:pt x="52081" y="107230"/>
                </a:lnTo>
                <a:lnTo>
                  <a:pt x="52081" y="104304"/>
                </a:lnTo>
                <a:lnTo>
                  <a:pt x="53662" y="104304"/>
                </a:lnTo>
                <a:cubicBezTo>
                  <a:pt x="57352" y="104304"/>
                  <a:pt x="59843" y="103371"/>
                  <a:pt x="61135" y="101504"/>
                </a:cubicBezTo>
                <a:cubicBezTo>
                  <a:pt x="62427" y="99636"/>
                  <a:pt x="63072" y="96071"/>
                  <a:pt x="63072" y="90811"/>
                </a:cubicBezTo>
                <a:lnTo>
                  <a:pt x="63072" y="63984"/>
                </a:lnTo>
                <a:cubicBezTo>
                  <a:pt x="63072" y="55305"/>
                  <a:pt x="62875" y="50019"/>
                  <a:pt x="62479" y="48126"/>
                </a:cubicBezTo>
                <a:cubicBezTo>
                  <a:pt x="62084" y="46232"/>
                  <a:pt x="61478" y="44943"/>
                  <a:pt x="60661" y="44259"/>
                </a:cubicBezTo>
                <a:cubicBezTo>
                  <a:pt x="59843" y="43575"/>
                  <a:pt x="58749" y="43233"/>
                  <a:pt x="57379" y="43233"/>
                </a:cubicBezTo>
                <a:cubicBezTo>
                  <a:pt x="55903" y="43233"/>
                  <a:pt x="54137" y="43628"/>
                  <a:pt x="52081" y="44417"/>
                </a:cubicBezTo>
                <a:lnTo>
                  <a:pt x="50894" y="41575"/>
                </a:lnTo>
                <a:lnTo>
                  <a:pt x="72720" y="32738"/>
                </a:lnTo>
                <a:lnTo>
                  <a:pt x="76120" y="32738"/>
                </a:lnTo>
                <a:lnTo>
                  <a:pt x="76120" y="48079"/>
                </a:lnTo>
                <a:close/>
                <a:moveTo>
                  <a:pt x="130763" y="41919"/>
                </a:moveTo>
                <a:lnTo>
                  <a:pt x="153063" y="32896"/>
                </a:lnTo>
                <a:lnTo>
                  <a:pt x="156068" y="32896"/>
                </a:lnTo>
                <a:lnTo>
                  <a:pt x="156068" y="49819"/>
                </a:lnTo>
                <a:cubicBezTo>
                  <a:pt x="159811" y="43440"/>
                  <a:pt x="163567" y="38999"/>
                  <a:pt x="167337" y="36494"/>
                </a:cubicBezTo>
                <a:cubicBezTo>
                  <a:pt x="171106" y="33990"/>
                  <a:pt x="175073" y="32738"/>
                  <a:pt x="179238" y="32738"/>
                </a:cubicBezTo>
                <a:cubicBezTo>
                  <a:pt x="186513" y="32738"/>
                  <a:pt x="192576" y="35582"/>
                  <a:pt x="197426" y="41269"/>
                </a:cubicBezTo>
                <a:cubicBezTo>
                  <a:pt x="203383" y="48221"/>
                  <a:pt x="206362" y="57280"/>
                  <a:pt x="206362" y="68444"/>
                </a:cubicBezTo>
                <a:cubicBezTo>
                  <a:pt x="206362" y="80926"/>
                  <a:pt x="202777" y="91248"/>
                  <a:pt x="195607" y="99411"/>
                </a:cubicBezTo>
                <a:cubicBezTo>
                  <a:pt x="189703" y="106100"/>
                  <a:pt x="182269" y="109444"/>
                  <a:pt x="173307" y="109444"/>
                </a:cubicBezTo>
                <a:cubicBezTo>
                  <a:pt x="169406" y="109444"/>
                  <a:pt x="166032" y="108890"/>
                  <a:pt x="163185" y="107783"/>
                </a:cubicBezTo>
                <a:cubicBezTo>
                  <a:pt x="161076" y="106992"/>
                  <a:pt x="158704" y="105411"/>
                  <a:pt x="156068" y="103039"/>
                </a:cubicBezTo>
                <a:lnTo>
                  <a:pt x="156068" y="125101"/>
                </a:lnTo>
                <a:cubicBezTo>
                  <a:pt x="156068" y="130057"/>
                  <a:pt x="156371" y="133207"/>
                  <a:pt x="156978" y="134551"/>
                </a:cubicBezTo>
                <a:cubicBezTo>
                  <a:pt x="157584" y="135895"/>
                  <a:pt x="158638" y="136963"/>
                  <a:pt x="160141" y="137754"/>
                </a:cubicBezTo>
                <a:cubicBezTo>
                  <a:pt x="161643" y="138545"/>
                  <a:pt x="164371" y="138940"/>
                  <a:pt x="168325" y="138940"/>
                </a:cubicBezTo>
                <a:lnTo>
                  <a:pt x="168325" y="141866"/>
                </a:lnTo>
                <a:lnTo>
                  <a:pt x="130368" y="141866"/>
                </a:lnTo>
                <a:lnTo>
                  <a:pt x="130368" y="138940"/>
                </a:lnTo>
                <a:lnTo>
                  <a:pt x="132345" y="138940"/>
                </a:lnTo>
                <a:cubicBezTo>
                  <a:pt x="135244" y="138993"/>
                  <a:pt x="137722" y="138438"/>
                  <a:pt x="139778" y="137277"/>
                </a:cubicBezTo>
                <a:cubicBezTo>
                  <a:pt x="140780" y="136697"/>
                  <a:pt x="141557" y="135760"/>
                  <a:pt x="142111" y="134467"/>
                </a:cubicBezTo>
                <a:cubicBezTo>
                  <a:pt x="142664" y="133176"/>
                  <a:pt x="142941" y="129892"/>
                  <a:pt x="142941" y="124617"/>
                </a:cubicBezTo>
                <a:lnTo>
                  <a:pt x="142941" y="56084"/>
                </a:lnTo>
                <a:cubicBezTo>
                  <a:pt x="142941" y="51388"/>
                  <a:pt x="142730" y="48408"/>
                  <a:pt x="142309" y="47143"/>
                </a:cubicBezTo>
                <a:cubicBezTo>
                  <a:pt x="141887" y="45876"/>
                  <a:pt x="141215" y="44926"/>
                  <a:pt x="140292" y="44294"/>
                </a:cubicBezTo>
                <a:cubicBezTo>
                  <a:pt x="139369" y="43659"/>
                  <a:pt x="138117" y="43342"/>
                  <a:pt x="136536" y="43342"/>
                </a:cubicBezTo>
                <a:cubicBezTo>
                  <a:pt x="135271" y="43342"/>
                  <a:pt x="133663" y="43711"/>
                  <a:pt x="131712" y="44449"/>
                </a:cubicBezTo>
                <a:lnTo>
                  <a:pt x="130763" y="41919"/>
                </a:lnTo>
                <a:moveTo>
                  <a:pt x="156068" y="54628"/>
                </a:moveTo>
                <a:lnTo>
                  <a:pt x="156068" y="81638"/>
                </a:lnTo>
                <a:cubicBezTo>
                  <a:pt x="156068" y="87483"/>
                  <a:pt x="156305" y="91327"/>
                  <a:pt x="156780" y="93169"/>
                </a:cubicBezTo>
                <a:cubicBezTo>
                  <a:pt x="157518" y="96223"/>
                  <a:pt x="159323" y="98908"/>
                  <a:pt x="162197" y="101225"/>
                </a:cubicBezTo>
                <a:cubicBezTo>
                  <a:pt x="165070" y="103541"/>
                  <a:pt x="168694" y="104699"/>
                  <a:pt x="173070" y="104699"/>
                </a:cubicBezTo>
                <a:cubicBezTo>
                  <a:pt x="178342" y="104699"/>
                  <a:pt x="182612" y="102646"/>
                  <a:pt x="185881" y="98539"/>
                </a:cubicBezTo>
                <a:cubicBezTo>
                  <a:pt x="190151" y="93169"/>
                  <a:pt x="192286" y="85614"/>
                  <a:pt x="192286" y="75873"/>
                </a:cubicBezTo>
                <a:cubicBezTo>
                  <a:pt x="192286" y="64817"/>
                  <a:pt x="189861" y="56314"/>
                  <a:pt x="185011" y="50365"/>
                </a:cubicBezTo>
                <a:cubicBezTo>
                  <a:pt x="181637" y="46258"/>
                  <a:pt x="177630" y="44205"/>
                  <a:pt x="172991" y="44205"/>
                </a:cubicBezTo>
                <a:cubicBezTo>
                  <a:pt x="170460" y="44205"/>
                  <a:pt x="167956" y="44836"/>
                  <a:pt x="165478" y="46100"/>
                </a:cubicBezTo>
                <a:cubicBezTo>
                  <a:pt x="163581" y="47047"/>
                  <a:pt x="160444" y="49890"/>
                  <a:pt x="156068" y="54628"/>
                </a:cubicBezTo>
                <a:close/>
                <a:moveTo>
                  <a:pt x="280458" y="34794"/>
                </a:moveTo>
                <a:lnTo>
                  <a:pt x="280458" y="78683"/>
                </a:lnTo>
                <a:cubicBezTo>
                  <a:pt x="280458" y="87065"/>
                  <a:pt x="280655" y="92192"/>
                  <a:pt x="281051" y="94063"/>
                </a:cubicBezTo>
                <a:cubicBezTo>
                  <a:pt x="281446" y="95935"/>
                  <a:pt x="282079" y="97240"/>
                  <a:pt x="282949" y="97978"/>
                </a:cubicBezTo>
                <a:cubicBezTo>
                  <a:pt x="283819" y="98716"/>
                  <a:pt x="284833" y="99085"/>
                  <a:pt x="285993" y="99085"/>
                </a:cubicBezTo>
                <a:cubicBezTo>
                  <a:pt x="287627" y="99085"/>
                  <a:pt x="289473" y="98637"/>
                  <a:pt x="291529" y="97740"/>
                </a:cubicBezTo>
                <a:lnTo>
                  <a:pt x="292636" y="100508"/>
                </a:lnTo>
                <a:lnTo>
                  <a:pt x="270968" y="109444"/>
                </a:lnTo>
                <a:lnTo>
                  <a:pt x="267410" y="109444"/>
                </a:lnTo>
                <a:lnTo>
                  <a:pt x="267410" y="94103"/>
                </a:lnTo>
                <a:cubicBezTo>
                  <a:pt x="261189" y="100851"/>
                  <a:pt x="256444" y="105095"/>
                  <a:pt x="253176" y="106834"/>
                </a:cubicBezTo>
                <a:cubicBezTo>
                  <a:pt x="249907" y="108574"/>
                  <a:pt x="246454" y="109444"/>
                  <a:pt x="242817" y="109444"/>
                </a:cubicBezTo>
                <a:cubicBezTo>
                  <a:pt x="238757" y="109444"/>
                  <a:pt x="235238" y="108271"/>
                  <a:pt x="232260" y="105925"/>
                </a:cubicBezTo>
                <a:cubicBezTo>
                  <a:pt x="229281" y="103579"/>
                  <a:pt x="227212" y="100561"/>
                  <a:pt x="226052" y="96871"/>
                </a:cubicBezTo>
                <a:cubicBezTo>
                  <a:pt x="224892" y="93180"/>
                  <a:pt x="224312" y="87961"/>
                  <a:pt x="224312" y="81213"/>
                </a:cubicBezTo>
                <a:lnTo>
                  <a:pt x="224312" y="48870"/>
                </a:lnTo>
                <a:cubicBezTo>
                  <a:pt x="224312" y="45443"/>
                  <a:pt x="223943" y="43071"/>
                  <a:pt x="223205" y="41753"/>
                </a:cubicBezTo>
                <a:cubicBezTo>
                  <a:pt x="222467" y="40435"/>
                  <a:pt x="221373" y="39420"/>
                  <a:pt x="219924" y="38709"/>
                </a:cubicBezTo>
                <a:cubicBezTo>
                  <a:pt x="218474" y="37997"/>
                  <a:pt x="215851" y="37667"/>
                  <a:pt x="212055" y="37720"/>
                </a:cubicBezTo>
                <a:lnTo>
                  <a:pt x="212055" y="34794"/>
                </a:lnTo>
                <a:lnTo>
                  <a:pt x="237439" y="34794"/>
                </a:lnTo>
                <a:lnTo>
                  <a:pt x="237439" y="83150"/>
                </a:lnTo>
                <a:cubicBezTo>
                  <a:pt x="237439" y="89882"/>
                  <a:pt x="238612" y="94300"/>
                  <a:pt x="240958" y="96403"/>
                </a:cubicBezTo>
                <a:cubicBezTo>
                  <a:pt x="243304" y="98507"/>
                  <a:pt x="246138" y="99559"/>
                  <a:pt x="249459" y="99559"/>
                </a:cubicBezTo>
                <a:cubicBezTo>
                  <a:pt x="251726" y="99559"/>
                  <a:pt x="254296" y="98849"/>
                  <a:pt x="257169" y="97429"/>
                </a:cubicBezTo>
                <a:cubicBezTo>
                  <a:pt x="260042" y="96009"/>
                  <a:pt x="263456" y="93301"/>
                  <a:pt x="267410" y="89306"/>
                </a:cubicBezTo>
                <a:lnTo>
                  <a:pt x="267410" y="48369"/>
                </a:lnTo>
                <a:cubicBezTo>
                  <a:pt x="267410" y="44266"/>
                  <a:pt x="266659" y="41493"/>
                  <a:pt x="265156" y="40048"/>
                </a:cubicBezTo>
                <a:cubicBezTo>
                  <a:pt x="263654" y="38602"/>
                  <a:pt x="260530" y="37826"/>
                  <a:pt x="255785" y="37720"/>
                </a:cubicBezTo>
                <a:lnTo>
                  <a:pt x="255785" y="34794"/>
                </a:lnTo>
                <a:lnTo>
                  <a:pt x="280458" y="34794"/>
                </a:lnTo>
                <a:close/>
                <a:moveTo>
                  <a:pt x="318969" y="10913"/>
                </a:moveTo>
                <a:lnTo>
                  <a:pt x="318969" y="34794"/>
                </a:lnTo>
                <a:lnTo>
                  <a:pt x="335891" y="34794"/>
                </a:lnTo>
                <a:lnTo>
                  <a:pt x="335891" y="40330"/>
                </a:lnTo>
                <a:lnTo>
                  <a:pt x="318969" y="40330"/>
                </a:lnTo>
                <a:lnTo>
                  <a:pt x="318969" y="87238"/>
                </a:lnTo>
                <a:cubicBezTo>
                  <a:pt x="318969" y="91925"/>
                  <a:pt x="319641" y="95085"/>
                  <a:pt x="320985" y="96717"/>
                </a:cubicBezTo>
                <a:cubicBezTo>
                  <a:pt x="322330" y="98348"/>
                  <a:pt x="324056" y="99164"/>
                  <a:pt x="326165" y="99164"/>
                </a:cubicBezTo>
                <a:cubicBezTo>
                  <a:pt x="327905" y="99164"/>
                  <a:pt x="329592" y="98623"/>
                  <a:pt x="331226" y="97543"/>
                </a:cubicBezTo>
                <a:cubicBezTo>
                  <a:pt x="332860" y="96462"/>
                  <a:pt x="334125" y="94867"/>
                  <a:pt x="335022" y="92758"/>
                </a:cubicBezTo>
                <a:lnTo>
                  <a:pt x="338106" y="92758"/>
                </a:lnTo>
                <a:cubicBezTo>
                  <a:pt x="336260" y="97940"/>
                  <a:pt x="333651" y="101858"/>
                  <a:pt x="330277" y="104514"/>
                </a:cubicBezTo>
                <a:cubicBezTo>
                  <a:pt x="326903" y="107168"/>
                  <a:pt x="323423" y="108495"/>
                  <a:pt x="319839" y="108495"/>
                </a:cubicBezTo>
                <a:cubicBezTo>
                  <a:pt x="317414" y="108495"/>
                  <a:pt x="315041" y="107822"/>
                  <a:pt x="312722" y="106476"/>
                </a:cubicBezTo>
                <a:cubicBezTo>
                  <a:pt x="310402" y="105130"/>
                  <a:pt x="308689" y="103204"/>
                  <a:pt x="307581" y="100698"/>
                </a:cubicBezTo>
                <a:cubicBezTo>
                  <a:pt x="306474" y="98191"/>
                  <a:pt x="305921" y="94324"/>
                  <a:pt x="305921" y="89099"/>
                </a:cubicBezTo>
                <a:lnTo>
                  <a:pt x="305921" y="40330"/>
                </a:lnTo>
                <a:lnTo>
                  <a:pt x="294455" y="40330"/>
                </a:lnTo>
                <a:lnTo>
                  <a:pt x="294455" y="37720"/>
                </a:lnTo>
                <a:cubicBezTo>
                  <a:pt x="297354" y="36557"/>
                  <a:pt x="300319" y="34588"/>
                  <a:pt x="303351" y="31812"/>
                </a:cubicBezTo>
                <a:cubicBezTo>
                  <a:pt x="306382" y="29036"/>
                  <a:pt x="309084" y="25744"/>
                  <a:pt x="311456" y="21937"/>
                </a:cubicBezTo>
                <a:cubicBezTo>
                  <a:pt x="312669" y="19928"/>
                  <a:pt x="314356" y="16254"/>
                  <a:pt x="316517" y="10913"/>
                </a:cubicBezTo>
                <a:lnTo>
                  <a:pt x="318969" y="109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Samples">
            <a:extLst xmlns:a="http://schemas.openxmlformats.org/drawingml/2006/main">
              <a:ext uri="{FF2B5EF4-FFF2-40B4-BE49-F238E27FC236}">
                <a16:creationId xmlns:a16="http://schemas.microsoft.com/office/drawing/2014/main" id="{08570D40-3ACB-4602-87A0-55EC68B7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367" y="1919086"/>
            <a:ext cx="532206" cy="147085"/>
          </a:xfrm>
          <a:custGeom xmlns:a="http://schemas.openxmlformats.org/drawingml/2006/main">
            <a:pathLst>
              <a:path w="532206" h="147085">
                <a:moveTo>
                  <a:pt x="64132" y="2847"/>
                </a:moveTo>
                <a:lnTo>
                  <a:pt x="64132" y="39855"/>
                </a:lnTo>
                <a:lnTo>
                  <a:pt x="61206" y="39855"/>
                </a:lnTo>
                <a:cubicBezTo>
                  <a:pt x="60257" y="32738"/>
                  <a:pt x="58557" y="27071"/>
                  <a:pt x="56106" y="22854"/>
                </a:cubicBezTo>
                <a:cubicBezTo>
                  <a:pt x="53654" y="18636"/>
                  <a:pt x="50162" y="15288"/>
                  <a:pt x="45628" y="12811"/>
                </a:cubicBezTo>
                <a:cubicBezTo>
                  <a:pt x="41094" y="10333"/>
                  <a:pt x="36402" y="9094"/>
                  <a:pt x="31552" y="9094"/>
                </a:cubicBezTo>
                <a:cubicBezTo>
                  <a:pt x="26069" y="9094"/>
                  <a:pt x="21536" y="10767"/>
                  <a:pt x="17951" y="14113"/>
                </a:cubicBezTo>
                <a:cubicBezTo>
                  <a:pt x="14366" y="17457"/>
                  <a:pt x="12573" y="21263"/>
                  <a:pt x="12573" y="25530"/>
                </a:cubicBezTo>
                <a:cubicBezTo>
                  <a:pt x="12573" y="28797"/>
                  <a:pt x="13707" y="31773"/>
                  <a:pt x="15974" y="34458"/>
                </a:cubicBezTo>
                <a:cubicBezTo>
                  <a:pt x="19242" y="38410"/>
                  <a:pt x="27018" y="43679"/>
                  <a:pt x="39302" y="50264"/>
                </a:cubicBezTo>
                <a:cubicBezTo>
                  <a:pt x="49318" y="55636"/>
                  <a:pt x="56159" y="59758"/>
                  <a:pt x="59822" y="62630"/>
                </a:cubicBezTo>
                <a:cubicBezTo>
                  <a:pt x="63486" y="65500"/>
                  <a:pt x="66307" y="68884"/>
                  <a:pt x="68284" y="72784"/>
                </a:cubicBezTo>
                <a:cubicBezTo>
                  <a:pt x="70261" y="76682"/>
                  <a:pt x="71249" y="80764"/>
                  <a:pt x="71249" y="85031"/>
                </a:cubicBezTo>
                <a:cubicBezTo>
                  <a:pt x="71249" y="93143"/>
                  <a:pt x="68099" y="100137"/>
                  <a:pt x="61799" y="106011"/>
                </a:cubicBezTo>
                <a:cubicBezTo>
                  <a:pt x="55500" y="111885"/>
                  <a:pt x="47394" y="114821"/>
                  <a:pt x="37483" y="114821"/>
                </a:cubicBezTo>
                <a:cubicBezTo>
                  <a:pt x="34373" y="114821"/>
                  <a:pt x="31447" y="114587"/>
                  <a:pt x="28705" y="114119"/>
                </a:cubicBezTo>
                <a:cubicBezTo>
                  <a:pt x="27071" y="113859"/>
                  <a:pt x="23684" y="112909"/>
                  <a:pt x="18544" y="111270"/>
                </a:cubicBezTo>
                <a:cubicBezTo>
                  <a:pt x="13404" y="109631"/>
                  <a:pt x="10148" y="108811"/>
                  <a:pt x="8778" y="108811"/>
                </a:cubicBezTo>
                <a:cubicBezTo>
                  <a:pt x="7460" y="108811"/>
                  <a:pt x="6418" y="109202"/>
                  <a:pt x="5654" y="109983"/>
                </a:cubicBezTo>
                <a:cubicBezTo>
                  <a:pt x="4890" y="110764"/>
                  <a:pt x="4323" y="112376"/>
                  <a:pt x="3954" y="114821"/>
                </a:cubicBezTo>
                <a:lnTo>
                  <a:pt x="1028" y="114821"/>
                </a:lnTo>
                <a:lnTo>
                  <a:pt x="1028" y="78129"/>
                </a:lnTo>
                <a:lnTo>
                  <a:pt x="3954" y="78129"/>
                </a:lnTo>
                <a:cubicBezTo>
                  <a:pt x="5325" y="85826"/>
                  <a:pt x="7170" y="91585"/>
                  <a:pt x="9489" y="95408"/>
                </a:cubicBezTo>
                <a:cubicBezTo>
                  <a:pt x="11809" y="99230"/>
                  <a:pt x="15354" y="102406"/>
                  <a:pt x="20125" y="104936"/>
                </a:cubicBezTo>
                <a:cubicBezTo>
                  <a:pt x="24896" y="107467"/>
                  <a:pt x="30129" y="108732"/>
                  <a:pt x="35822" y="108732"/>
                </a:cubicBezTo>
                <a:cubicBezTo>
                  <a:pt x="42412" y="108732"/>
                  <a:pt x="47618" y="106994"/>
                  <a:pt x="51440" y="103518"/>
                </a:cubicBezTo>
                <a:cubicBezTo>
                  <a:pt x="55262" y="100040"/>
                  <a:pt x="57173" y="95931"/>
                  <a:pt x="57173" y="91189"/>
                </a:cubicBezTo>
                <a:cubicBezTo>
                  <a:pt x="57173" y="88555"/>
                  <a:pt x="56448" y="85895"/>
                  <a:pt x="54999" y="83210"/>
                </a:cubicBezTo>
                <a:cubicBezTo>
                  <a:pt x="53549" y="80523"/>
                  <a:pt x="51295" y="78020"/>
                  <a:pt x="48238" y="75702"/>
                </a:cubicBezTo>
                <a:cubicBezTo>
                  <a:pt x="46182" y="74122"/>
                  <a:pt x="40567" y="70764"/>
                  <a:pt x="31394" y="65627"/>
                </a:cubicBezTo>
                <a:cubicBezTo>
                  <a:pt x="22221" y="60491"/>
                  <a:pt x="15697" y="56395"/>
                  <a:pt x="11822" y="53341"/>
                </a:cubicBezTo>
                <a:cubicBezTo>
                  <a:pt x="7947" y="50285"/>
                  <a:pt x="5008" y="46913"/>
                  <a:pt x="3005" y="43226"/>
                </a:cubicBezTo>
                <a:cubicBezTo>
                  <a:pt x="1002" y="39537"/>
                  <a:pt x="0" y="35480"/>
                  <a:pt x="0" y="31055"/>
                </a:cubicBezTo>
                <a:cubicBezTo>
                  <a:pt x="0" y="23365"/>
                  <a:pt x="2952" y="16741"/>
                  <a:pt x="8857" y="11185"/>
                </a:cubicBezTo>
                <a:cubicBezTo>
                  <a:pt x="14761" y="5626"/>
                  <a:pt x="22274" y="2847"/>
                  <a:pt x="31394" y="2847"/>
                </a:cubicBezTo>
                <a:cubicBezTo>
                  <a:pt x="37088" y="2847"/>
                  <a:pt x="43124" y="4244"/>
                  <a:pt x="49503" y="7038"/>
                </a:cubicBezTo>
                <a:cubicBezTo>
                  <a:pt x="52455" y="8356"/>
                  <a:pt x="54537" y="9015"/>
                  <a:pt x="55750" y="9015"/>
                </a:cubicBezTo>
                <a:cubicBezTo>
                  <a:pt x="57121" y="9015"/>
                  <a:pt x="58241" y="8606"/>
                  <a:pt x="59111" y="7789"/>
                </a:cubicBezTo>
                <a:cubicBezTo>
                  <a:pt x="59981" y="6972"/>
                  <a:pt x="60679" y="5325"/>
                  <a:pt x="61206" y="2847"/>
                </a:cubicBezTo>
                <a:lnTo>
                  <a:pt x="64132" y="2847"/>
                </a:lnTo>
                <a:close/>
                <a:moveTo>
                  <a:pt x="126236" y="102011"/>
                </a:moveTo>
                <a:cubicBezTo>
                  <a:pt x="118803" y="107757"/>
                  <a:pt x="114137" y="111078"/>
                  <a:pt x="112239" y="111974"/>
                </a:cubicBezTo>
                <a:cubicBezTo>
                  <a:pt x="109393" y="113345"/>
                  <a:pt x="106361" y="114030"/>
                  <a:pt x="103145" y="114030"/>
                </a:cubicBezTo>
                <a:cubicBezTo>
                  <a:pt x="98137" y="114030"/>
                  <a:pt x="94012" y="112317"/>
                  <a:pt x="90770" y="108890"/>
                </a:cubicBezTo>
                <a:cubicBezTo>
                  <a:pt x="87528" y="105464"/>
                  <a:pt x="85906" y="100956"/>
                  <a:pt x="85906" y="95368"/>
                </a:cubicBezTo>
                <a:cubicBezTo>
                  <a:pt x="85906" y="91836"/>
                  <a:pt x="86697" y="88778"/>
                  <a:pt x="88279" y="86195"/>
                </a:cubicBezTo>
                <a:cubicBezTo>
                  <a:pt x="90440" y="82610"/>
                  <a:pt x="94196" y="79236"/>
                  <a:pt x="99547" y="76073"/>
                </a:cubicBezTo>
                <a:cubicBezTo>
                  <a:pt x="104898" y="72910"/>
                  <a:pt x="113795" y="69061"/>
                  <a:pt x="126236" y="64528"/>
                </a:cubicBezTo>
                <a:lnTo>
                  <a:pt x="126236" y="61681"/>
                </a:lnTo>
                <a:cubicBezTo>
                  <a:pt x="126236" y="54458"/>
                  <a:pt x="125090" y="49503"/>
                  <a:pt x="122796" y="46814"/>
                </a:cubicBezTo>
                <a:cubicBezTo>
                  <a:pt x="120503" y="44126"/>
                  <a:pt x="117169" y="42781"/>
                  <a:pt x="112793" y="42781"/>
                </a:cubicBezTo>
                <a:cubicBezTo>
                  <a:pt x="109472" y="42781"/>
                  <a:pt x="106836" y="43674"/>
                  <a:pt x="104885" y="45460"/>
                </a:cubicBezTo>
                <a:cubicBezTo>
                  <a:pt x="102882" y="47246"/>
                  <a:pt x="101880" y="49294"/>
                  <a:pt x="101880" y="51606"/>
                </a:cubicBezTo>
                <a:lnTo>
                  <a:pt x="102038" y="56175"/>
                </a:lnTo>
                <a:cubicBezTo>
                  <a:pt x="102038" y="58590"/>
                  <a:pt x="101419" y="60454"/>
                  <a:pt x="100180" y="61767"/>
                </a:cubicBezTo>
                <a:cubicBezTo>
                  <a:pt x="98941" y="63080"/>
                  <a:pt x="97320" y="63737"/>
                  <a:pt x="95317" y="63737"/>
                </a:cubicBezTo>
                <a:cubicBezTo>
                  <a:pt x="93366" y="63737"/>
                  <a:pt x="91771" y="63054"/>
                  <a:pt x="90533" y="61688"/>
                </a:cubicBezTo>
                <a:cubicBezTo>
                  <a:pt x="89294" y="60321"/>
                  <a:pt x="88674" y="58454"/>
                  <a:pt x="88674" y="56089"/>
                </a:cubicBezTo>
                <a:cubicBezTo>
                  <a:pt x="88674" y="51570"/>
                  <a:pt x="90994" y="47418"/>
                  <a:pt x="95633" y="43634"/>
                </a:cubicBezTo>
                <a:cubicBezTo>
                  <a:pt x="100272" y="39850"/>
                  <a:pt x="106783" y="37957"/>
                  <a:pt x="115165" y="37957"/>
                </a:cubicBezTo>
                <a:cubicBezTo>
                  <a:pt x="121597" y="37957"/>
                  <a:pt x="126869" y="39037"/>
                  <a:pt x="130981" y="41195"/>
                </a:cubicBezTo>
                <a:cubicBezTo>
                  <a:pt x="134091" y="42827"/>
                  <a:pt x="136385" y="45382"/>
                  <a:pt x="137861" y="48858"/>
                </a:cubicBezTo>
                <a:cubicBezTo>
                  <a:pt x="138810" y="51121"/>
                  <a:pt x="139284" y="55755"/>
                  <a:pt x="139284" y="62758"/>
                </a:cubicBezTo>
                <a:lnTo>
                  <a:pt x="139284" y="87322"/>
                </a:lnTo>
                <a:cubicBezTo>
                  <a:pt x="139284" y="94220"/>
                  <a:pt x="139416" y="98445"/>
                  <a:pt x="139679" y="99999"/>
                </a:cubicBezTo>
                <a:cubicBezTo>
                  <a:pt x="139943" y="101553"/>
                  <a:pt x="140378" y="102593"/>
                  <a:pt x="140984" y="103120"/>
                </a:cubicBezTo>
                <a:cubicBezTo>
                  <a:pt x="141591" y="103646"/>
                  <a:pt x="142289" y="103908"/>
                  <a:pt x="143080" y="103908"/>
                </a:cubicBezTo>
                <a:cubicBezTo>
                  <a:pt x="143923" y="103908"/>
                  <a:pt x="144661" y="103724"/>
                  <a:pt x="145294" y="103355"/>
                </a:cubicBezTo>
                <a:cubicBezTo>
                  <a:pt x="146401" y="102670"/>
                  <a:pt x="148536" y="100745"/>
                  <a:pt x="151699" y="97582"/>
                </a:cubicBezTo>
                <a:lnTo>
                  <a:pt x="151699" y="102011"/>
                </a:lnTo>
                <a:cubicBezTo>
                  <a:pt x="145795" y="109918"/>
                  <a:pt x="140154" y="113872"/>
                  <a:pt x="134777" y="113872"/>
                </a:cubicBezTo>
                <a:cubicBezTo>
                  <a:pt x="132193" y="113872"/>
                  <a:pt x="130137" y="112976"/>
                  <a:pt x="128609" y="111184"/>
                </a:cubicBezTo>
                <a:cubicBezTo>
                  <a:pt x="127080" y="109391"/>
                  <a:pt x="126289" y="106334"/>
                  <a:pt x="126236" y="102011"/>
                </a:cubicBezTo>
                <a:moveTo>
                  <a:pt x="126236" y="96826"/>
                </a:moveTo>
                <a:lnTo>
                  <a:pt x="126236" y="69351"/>
                </a:lnTo>
                <a:cubicBezTo>
                  <a:pt x="118276" y="72500"/>
                  <a:pt x="113136" y="74730"/>
                  <a:pt x="110816" y="76043"/>
                </a:cubicBezTo>
                <a:cubicBezTo>
                  <a:pt x="106651" y="78353"/>
                  <a:pt x="103673" y="80767"/>
                  <a:pt x="101880" y="83286"/>
                </a:cubicBezTo>
                <a:cubicBezTo>
                  <a:pt x="100088" y="85805"/>
                  <a:pt x="99192" y="88561"/>
                  <a:pt x="99192" y="91553"/>
                </a:cubicBezTo>
                <a:cubicBezTo>
                  <a:pt x="99192" y="95332"/>
                  <a:pt x="100325" y="98468"/>
                  <a:pt x="102592" y="100960"/>
                </a:cubicBezTo>
                <a:cubicBezTo>
                  <a:pt x="104859" y="103453"/>
                  <a:pt x="107468" y="104699"/>
                  <a:pt x="110421" y="104699"/>
                </a:cubicBezTo>
                <a:cubicBezTo>
                  <a:pt x="114427" y="104699"/>
                  <a:pt x="119699" y="102075"/>
                  <a:pt x="126236" y="96826"/>
                </a:cubicBezTo>
                <a:close/>
                <a:moveTo>
                  <a:pt x="178400" y="53378"/>
                </a:moveTo>
                <a:cubicBezTo>
                  <a:pt x="183672" y="48106"/>
                  <a:pt x="186782" y="45074"/>
                  <a:pt x="187731" y="44284"/>
                </a:cubicBezTo>
                <a:cubicBezTo>
                  <a:pt x="190103" y="42280"/>
                  <a:pt x="192660" y="40725"/>
                  <a:pt x="195402" y="39618"/>
                </a:cubicBezTo>
                <a:cubicBezTo>
                  <a:pt x="198143" y="38511"/>
                  <a:pt x="200858" y="37957"/>
                  <a:pt x="203547" y="37957"/>
                </a:cubicBezTo>
                <a:cubicBezTo>
                  <a:pt x="208080" y="37957"/>
                  <a:pt x="211982" y="39275"/>
                  <a:pt x="215250" y="41911"/>
                </a:cubicBezTo>
                <a:cubicBezTo>
                  <a:pt x="218519" y="44547"/>
                  <a:pt x="220707" y="48369"/>
                  <a:pt x="221814" y="53378"/>
                </a:cubicBezTo>
                <a:cubicBezTo>
                  <a:pt x="227244" y="47051"/>
                  <a:pt x="231830" y="42900"/>
                  <a:pt x="235573" y="40923"/>
                </a:cubicBezTo>
                <a:cubicBezTo>
                  <a:pt x="239316" y="38946"/>
                  <a:pt x="243165" y="37957"/>
                  <a:pt x="247119" y="37957"/>
                </a:cubicBezTo>
                <a:cubicBezTo>
                  <a:pt x="250967" y="37957"/>
                  <a:pt x="254381" y="38944"/>
                  <a:pt x="257359" y="40918"/>
                </a:cubicBezTo>
                <a:cubicBezTo>
                  <a:pt x="260338" y="42890"/>
                  <a:pt x="262697" y="46112"/>
                  <a:pt x="264437" y="50583"/>
                </a:cubicBezTo>
                <a:cubicBezTo>
                  <a:pt x="265597" y="53634"/>
                  <a:pt x="266176" y="58420"/>
                  <a:pt x="266176" y="64943"/>
                </a:cubicBezTo>
                <a:lnTo>
                  <a:pt x="266176" y="96030"/>
                </a:lnTo>
                <a:cubicBezTo>
                  <a:pt x="266176" y="100554"/>
                  <a:pt x="266519" y="103658"/>
                  <a:pt x="267204" y="105342"/>
                </a:cubicBezTo>
                <a:cubicBezTo>
                  <a:pt x="267732" y="106498"/>
                  <a:pt x="268707" y="107484"/>
                  <a:pt x="270130" y="108300"/>
                </a:cubicBezTo>
                <a:cubicBezTo>
                  <a:pt x="271554" y="109115"/>
                  <a:pt x="273873" y="109523"/>
                  <a:pt x="277089" y="109523"/>
                </a:cubicBezTo>
                <a:lnTo>
                  <a:pt x="277089" y="112449"/>
                </a:lnTo>
                <a:lnTo>
                  <a:pt x="241346" y="112449"/>
                </a:lnTo>
                <a:lnTo>
                  <a:pt x="241346" y="109523"/>
                </a:lnTo>
                <a:lnTo>
                  <a:pt x="242848" y="109523"/>
                </a:lnTo>
                <a:cubicBezTo>
                  <a:pt x="245959" y="109523"/>
                  <a:pt x="248384" y="108920"/>
                  <a:pt x="250124" y="107714"/>
                </a:cubicBezTo>
                <a:cubicBezTo>
                  <a:pt x="251336" y="106874"/>
                  <a:pt x="252206" y="105536"/>
                  <a:pt x="252733" y="103701"/>
                </a:cubicBezTo>
                <a:cubicBezTo>
                  <a:pt x="252944" y="102810"/>
                  <a:pt x="253049" y="100266"/>
                  <a:pt x="253049" y="96070"/>
                </a:cubicBezTo>
                <a:lnTo>
                  <a:pt x="253049" y="65071"/>
                </a:lnTo>
                <a:cubicBezTo>
                  <a:pt x="253049" y="59196"/>
                  <a:pt x="252338" y="55053"/>
                  <a:pt x="250914" y="52641"/>
                </a:cubicBezTo>
                <a:cubicBezTo>
                  <a:pt x="248858" y="49284"/>
                  <a:pt x="245563" y="47605"/>
                  <a:pt x="241030" y="47605"/>
                </a:cubicBezTo>
                <a:cubicBezTo>
                  <a:pt x="238236" y="47605"/>
                  <a:pt x="235428" y="48300"/>
                  <a:pt x="232608" y="49691"/>
                </a:cubicBezTo>
                <a:cubicBezTo>
                  <a:pt x="229787" y="51079"/>
                  <a:pt x="226374" y="53663"/>
                  <a:pt x="222367" y="57440"/>
                </a:cubicBezTo>
                <a:lnTo>
                  <a:pt x="222209" y="58305"/>
                </a:lnTo>
                <a:lnTo>
                  <a:pt x="222367" y="61688"/>
                </a:lnTo>
                <a:lnTo>
                  <a:pt x="222367" y="96070"/>
                </a:lnTo>
                <a:cubicBezTo>
                  <a:pt x="222367" y="101001"/>
                  <a:pt x="222644" y="104069"/>
                  <a:pt x="223198" y="105275"/>
                </a:cubicBezTo>
                <a:cubicBezTo>
                  <a:pt x="223751" y="106481"/>
                  <a:pt x="224792" y="107491"/>
                  <a:pt x="226321" y="108305"/>
                </a:cubicBezTo>
                <a:cubicBezTo>
                  <a:pt x="227850" y="109117"/>
                  <a:pt x="230460" y="109523"/>
                  <a:pt x="234150" y="109523"/>
                </a:cubicBezTo>
                <a:lnTo>
                  <a:pt x="234150" y="112449"/>
                </a:lnTo>
                <a:lnTo>
                  <a:pt x="197537" y="112449"/>
                </a:lnTo>
                <a:lnTo>
                  <a:pt x="197537" y="109523"/>
                </a:lnTo>
                <a:cubicBezTo>
                  <a:pt x="201543" y="109523"/>
                  <a:pt x="204298" y="109051"/>
                  <a:pt x="205800" y="108107"/>
                </a:cubicBezTo>
                <a:cubicBezTo>
                  <a:pt x="207303" y="107163"/>
                  <a:pt x="208344" y="105747"/>
                  <a:pt x="208924" y="103859"/>
                </a:cubicBezTo>
                <a:cubicBezTo>
                  <a:pt x="209188" y="102966"/>
                  <a:pt x="209319" y="100370"/>
                  <a:pt x="209319" y="96070"/>
                </a:cubicBezTo>
                <a:lnTo>
                  <a:pt x="209319" y="65071"/>
                </a:lnTo>
                <a:cubicBezTo>
                  <a:pt x="209319" y="59196"/>
                  <a:pt x="208450" y="54974"/>
                  <a:pt x="206710" y="52404"/>
                </a:cubicBezTo>
                <a:cubicBezTo>
                  <a:pt x="204390" y="49046"/>
                  <a:pt x="201148" y="47368"/>
                  <a:pt x="196983" y="47368"/>
                </a:cubicBezTo>
                <a:cubicBezTo>
                  <a:pt x="194136" y="47368"/>
                  <a:pt x="191316" y="48128"/>
                  <a:pt x="188522" y="49649"/>
                </a:cubicBezTo>
                <a:cubicBezTo>
                  <a:pt x="184146" y="51957"/>
                  <a:pt x="180772" y="54553"/>
                  <a:pt x="178400" y="57438"/>
                </a:cubicBezTo>
                <a:lnTo>
                  <a:pt x="178400" y="96070"/>
                </a:lnTo>
                <a:cubicBezTo>
                  <a:pt x="178400" y="100790"/>
                  <a:pt x="178729" y="103858"/>
                  <a:pt x="179388" y="105275"/>
                </a:cubicBezTo>
                <a:cubicBezTo>
                  <a:pt x="180047" y="106690"/>
                  <a:pt x="181023" y="107752"/>
                  <a:pt x="182314" y="108460"/>
                </a:cubicBezTo>
                <a:cubicBezTo>
                  <a:pt x="183606" y="109169"/>
                  <a:pt x="186229" y="109523"/>
                  <a:pt x="190183" y="109523"/>
                </a:cubicBezTo>
                <a:lnTo>
                  <a:pt x="190183" y="112449"/>
                </a:lnTo>
                <a:lnTo>
                  <a:pt x="154360" y="112449"/>
                </a:lnTo>
                <a:lnTo>
                  <a:pt x="154360" y="109523"/>
                </a:lnTo>
                <a:cubicBezTo>
                  <a:pt x="157681" y="109523"/>
                  <a:pt x="160001" y="109168"/>
                  <a:pt x="161319" y="108458"/>
                </a:cubicBezTo>
                <a:cubicBezTo>
                  <a:pt x="162637" y="107748"/>
                  <a:pt x="163639" y="106617"/>
                  <a:pt x="164324" y="105065"/>
                </a:cubicBezTo>
                <a:cubicBezTo>
                  <a:pt x="165009" y="103513"/>
                  <a:pt x="165352" y="100502"/>
                  <a:pt x="165352" y="96030"/>
                </a:cubicBezTo>
                <a:lnTo>
                  <a:pt x="165352" y="68415"/>
                </a:lnTo>
                <a:cubicBezTo>
                  <a:pt x="165352" y="60471"/>
                  <a:pt x="165115" y="55342"/>
                  <a:pt x="164640" y="53029"/>
                </a:cubicBezTo>
                <a:cubicBezTo>
                  <a:pt x="164271" y="51293"/>
                  <a:pt x="163691" y="50096"/>
                  <a:pt x="162901" y="49439"/>
                </a:cubicBezTo>
                <a:cubicBezTo>
                  <a:pt x="162110" y="48781"/>
                  <a:pt x="161029" y="48453"/>
                  <a:pt x="159658" y="48453"/>
                </a:cubicBezTo>
                <a:cubicBezTo>
                  <a:pt x="158182" y="48453"/>
                  <a:pt x="156416" y="48847"/>
                  <a:pt x="154360" y="49636"/>
                </a:cubicBezTo>
                <a:lnTo>
                  <a:pt x="153174" y="46794"/>
                </a:lnTo>
                <a:lnTo>
                  <a:pt x="175000" y="37957"/>
                </a:lnTo>
                <a:lnTo>
                  <a:pt x="178400" y="37957"/>
                </a:lnTo>
                <a:lnTo>
                  <a:pt x="178400" y="53378"/>
                </a:lnTo>
                <a:close/>
                <a:moveTo>
                  <a:pt x="277346" y="47138"/>
                </a:moveTo>
                <a:lnTo>
                  <a:pt x="299646" y="38116"/>
                </a:lnTo>
                <a:lnTo>
                  <a:pt x="302651" y="38116"/>
                </a:lnTo>
                <a:lnTo>
                  <a:pt x="302651" y="55038"/>
                </a:lnTo>
                <a:cubicBezTo>
                  <a:pt x="306394" y="48659"/>
                  <a:pt x="310150" y="44218"/>
                  <a:pt x="313920" y="41714"/>
                </a:cubicBezTo>
                <a:cubicBezTo>
                  <a:pt x="317689" y="39209"/>
                  <a:pt x="321656" y="37957"/>
                  <a:pt x="325821" y="37957"/>
                </a:cubicBezTo>
                <a:cubicBezTo>
                  <a:pt x="333096" y="37957"/>
                  <a:pt x="339159" y="40801"/>
                  <a:pt x="344009" y="46488"/>
                </a:cubicBezTo>
                <a:cubicBezTo>
                  <a:pt x="349966" y="53440"/>
                  <a:pt x="352945" y="62499"/>
                  <a:pt x="352945" y="73664"/>
                </a:cubicBezTo>
                <a:cubicBezTo>
                  <a:pt x="352945" y="86145"/>
                  <a:pt x="349360" y="96467"/>
                  <a:pt x="342190" y="104630"/>
                </a:cubicBezTo>
                <a:cubicBezTo>
                  <a:pt x="336286" y="111319"/>
                  <a:pt x="328852" y="114663"/>
                  <a:pt x="319890" y="114663"/>
                </a:cubicBezTo>
                <a:cubicBezTo>
                  <a:pt x="315989" y="114663"/>
                  <a:pt x="312615" y="114110"/>
                  <a:pt x="309768" y="113002"/>
                </a:cubicBezTo>
                <a:cubicBezTo>
                  <a:pt x="307659" y="112212"/>
                  <a:pt x="305287" y="110630"/>
                  <a:pt x="302651" y="108258"/>
                </a:cubicBezTo>
                <a:lnTo>
                  <a:pt x="302651" y="130320"/>
                </a:lnTo>
                <a:cubicBezTo>
                  <a:pt x="302651" y="135276"/>
                  <a:pt x="302954" y="138426"/>
                  <a:pt x="303560" y="139770"/>
                </a:cubicBezTo>
                <a:cubicBezTo>
                  <a:pt x="304167" y="141115"/>
                  <a:pt x="305221" y="142182"/>
                  <a:pt x="306724" y="142973"/>
                </a:cubicBezTo>
                <a:cubicBezTo>
                  <a:pt x="308226" y="143764"/>
                  <a:pt x="310954" y="144159"/>
                  <a:pt x="314908" y="144159"/>
                </a:cubicBezTo>
                <a:lnTo>
                  <a:pt x="314908" y="147085"/>
                </a:lnTo>
                <a:lnTo>
                  <a:pt x="276951" y="147085"/>
                </a:lnTo>
                <a:lnTo>
                  <a:pt x="276951" y="144159"/>
                </a:lnTo>
                <a:lnTo>
                  <a:pt x="278928" y="144159"/>
                </a:lnTo>
                <a:cubicBezTo>
                  <a:pt x="281827" y="144212"/>
                  <a:pt x="284305" y="143657"/>
                  <a:pt x="286361" y="142496"/>
                </a:cubicBezTo>
                <a:cubicBezTo>
                  <a:pt x="287363" y="141916"/>
                  <a:pt x="288140" y="140980"/>
                  <a:pt x="288694" y="139686"/>
                </a:cubicBezTo>
                <a:cubicBezTo>
                  <a:pt x="289247" y="138395"/>
                  <a:pt x="289524" y="135111"/>
                  <a:pt x="289524" y="129836"/>
                </a:cubicBezTo>
                <a:lnTo>
                  <a:pt x="289524" y="61303"/>
                </a:lnTo>
                <a:cubicBezTo>
                  <a:pt x="289524" y="56607"/>
                  <a:pt x="289313" y="53627"/>
                  <a:pt x="288891" y="52362"/>
                </a:cubicBezTo>
                <a:cubicBezTo>
                  <a:pt x="288470" y="51095"/>
                  <a:pt x="287798" y="50145"/>
                  <a:pt x="286875" y="49513"/>
                </a:cubicBezTo>
                <a:cubicBezTo>
                  <a:pt x="285952" y="48878"/>
                  <a:pt x="284700" y="48561"/>
                  <a:pt x="283119" y="48561"/>
                </a:cubicBezTo>
                <a:cubicBezTo>
                  <a:pt x="281854" y="48561"/>
                  <a:pt x="280246" y="48930"/>
                  <a:pt x="278295" y="49668"/>
                </a:cubicBezTo>
                <a:lnTo>
                  <a:pt x="277346" y="47138"/>
                </a:lnTo>
                <a:moveTo>
                  <a:pt x="302651" y="59847"/>
                </a:moveTo>
                <a:lnTo>
                  <a:pt x="302651" y="86857"/>
                </a:lnTo>
                <a:cubicBezTo>
                  <a:pt x="302651" y="92702"/>
                  <a:pt x="302888" y="96546"/>
                  <a:pt x="303363" y="98388"/>
                </a:cubicBezTo>
                <a:cubicBezTo>
                  <a:pt x="304101" y="101442"/>
                  <a:pt x="305906" y="104128"/>
                  <a:pt x="308780" y="106444"/>
                </a:cubicBezTo>
                <a:cubicBezTo>
                  <a:pt x="311653" y="108760"/>
                  <a:pt x="315277" y="109918"/>
                  <a:pt x="319653" y="109918"/>
                </a:cubicBezTo>
                <a:cubicBezTo>
                  <a:pt x="324925" y="109918"/>
                  <a:pt x="329195" y="107865"/>
                  <a:pt x="332463" y="103758"/>
                </a:cubicBezTo>
                <a:cubicBezTo>
                  <a:pt x="336734" y="98389"/>
                  <a:pt x="338869" y="90833"/>
                  <a:pt x="338869" y="81092"/>
                </a:cubicBezTo>
                <a:cubicBezTo>
                  <a:pt x="338869" y="70036"/>
                  <a:pt x="336444" y="61533"/>
                  <a:pt x="331594" y="55584"/>
                </a:cubicBezTo>
                <a:cubicBezTo>
                  <a:pt x="328220" y="51477"/>
                  <a:pt x="324213" y="49424"/>
                  <a:pt x="319574" y="49424"/>
                </a:cubicBezTo>
                <a:cubicBezTo>
                  <a:pt x="317043" y="49424"/>
                  <a:pt x="314539" y="50056"/>
                  <a:pt x="312061" y="51319"/>
                </a:cubicBezTo>
                <a:cubicBezTo>
                  <a:pt x="310163" y="52266"/>
                  <a:pt x="307027" y="55109"/>
                  <a:pt x="302651" y="59847"/>
                </a:cubicBezTo>
                <a:close/>
                <a:moveTo>
                  <a:pt x="388451" y="0"/>
                </a:moveTo>
                <a:lnTo>
                  <a:pt x="388451" y="96011"/>
                </a:lnTo>
                <a:cubicBezTo>
                  <a:pt x="388451" y="100541"/>
                  <a:pt x="388780" y="103544"/>
                  <a:pt x="389439" y="105020"/>
                </a:cubicBezTo>
                <a:cubicBezTo>
                  <a:pt x="390098" y="106495"/>
                  <a:pt x="391113" y="107614"/>
                  <a:pt x="392484" y="108379"/>
                </a:cubicBezTo>
                <a:cubicBezTo>
                  <a:pt x="393854" y="109142"/>
                  <a:pt x="396411" y="109523"/>
                  <a:pt x="400154" y="109523"/>
                </a:cubicBezTo>
                <a:lnTo>
                  <a:pt x="400154" y="112449"/>
                </a:lnTo>
                <a:lnTo>
                  <a:pt x="364648" y="112449"/>
                </a:lnTo>
                <a:lnTo>
                  <a:pt x="364648" y="109523"/>
                </a:lnTo>
                <a:cubicBezTo>
                  <a:pt x="367969" y="109523"/>
                  <a:pt x="370236" y="109181"/>
                  <a:pt x="371449" y="108497"/>
                </a:cubicBezTo>
                <a:cubicBezTo>
                  <a:pt x="372661" y="107812"/>
                  <a:pt x="373610" y="106679"/>
                  <a:pt x="374296" y="105100"/>
                </a:cubicBezTo>
                <a:cubicBezTo>
                  <a:pt x="374981" y="103518"/>
                  <a:pt x="375324" y="100488"/>
                  <a:pt x="375324" y="96011"/>
                </a:cubicBezTo>
                <a:lnTo>
                  <a:pt x="375324" y="30265"/>
                </a:lnTo>
                <a:cubicBezTo>
                  <a:pt x="375324" y="22100"/>
                  <a:pt x="375139" y="17082"/>
                  <a:pt x="374770" y="15213"/>
                </a:cubicBezTo>
                <a:cubicBezTo>
                  <a:pt x="374401" y="13341"/>
                  <a:pt x="373808" y="12064"/>
                  <a:pt x="372991" y="11380"/>
                </a:cubicBezTo>
                <a:cubicBezTo>
                  <a:pt x="372174" y="10694"/>
                  <a:pt x="371133" y="10352"/>
                  <a:pt x="369867" y="10352"/>
                </a:cubicBezTo>
                <a:cubicBezTo>
                  <a:pt x="368497" y="10352"/>
                  <a:pt x="366757" y="10774"/>
                  <a:pt x="364648" y="11617"/>
                </a:cubicBezTo>
                <a:lnTo>
                  <a:pt x="363304" y="8849"/>
                </a:lnTo>
                <a:lnTo>
                  <a:pt x="384892" y="0"/>
                </a:lnTo>
                <a:lnTo>
                  <a:pt x="388451" y="0"/>
                </a:lnTo>
                <a:close/>
                <a:moveTo>
                  <a:pt x="420418" y="67374"/>
                </a:moveTo>
                <a:cubicBezTo>
                  <a:pt x="420365" y="78104"/>
                  <a:pt x="422975" y="86520"/>
                  <a:pt x="428246" y="92623"/>
                </a:cubicBezTo>
                <a:cubicBezTo>
                  <a:pt x="433518" y="98723"/>
                  <a:pt x="439713" y="101773"/>
                  <a:pt x="446830" y="101773"/>
                </a:cubicBezTo>
                <a:cubicBezTo>
                  <a:pt x="451574" y="101773"/>
                  <a:pt x="455700" y="100469"/>
                  <a:pt x="459205" y="97859"/>
                </a:cubicBezTo>
                <a:cubicBezTo>
                  <a:pt x="462711" y="95249"/>
                  <a:pt x="465650" y="90782"/>
                  <a:pt x="468023" y="84455"/>
                </a:cubicBezTo>
                <a:lnTo>
                  <a:pt x="470474" y="86037"/>
                </a:lnTo>
                <a:cubicBezTo>
                  <a:pt x="469367" y="93259"/>
                  <a:pt x="466151" y="99836"/>
                  <a:pt x="460827" y="105767"/>
                </a:cubicBezTo>
                <a:cubicBezTo>
                  <a:pt x="455502" y="111698"/>
                  <a:pt x="448833" y="114663"/>
                  <a:pt x="440820" y="114663"/>
                </a:cubicBezTo>
                <a:cubicBezTo>
                  <a:pt x="432121" y="114663"/>
                  <a:pt x="424675" y="111283"/>
                  <a:pt x="418480" y="104524"/>
                </a:cubicBezTo>
                <a:cubicBezTo>
                  <a:pt x="412286" y="97763"/>
                  <a:pt x="409189" y="88674"/>
                  <a:pt x="409189" y="77257"/>
                </a:cubicBezTo>
                <a:cubicBezTo>
                  <a:pt x="409189" y="64894"/>
                  <a:pt x="412365" y="55254"/>
                  <a:pt x="418718" y="48336"/>
                </a:cubicBezTo>
                <a:cubicBezTo>
                  <a:pt x="425070" y="41417"/>
                  <a:pt x="433044" y="37957"/>
                  <a:pt x="442639" y="37957"/>
                </a:cubicBezTo>
                <a:cubicBezTo>
                  <a:pt x="450757" y="37957"/>
                  <a:pt x="457426" y="40626"/>
                  <a:pt x="462645" y="45964"/>
                </a:cubicBezTo>
                <a:cubicBezTo>
                  <a:pt x="467865" y="51300"/>
                  <a:pt x="470474" y="58437"/>
                  <a:pt x="470474" y="67374"/>
                </a:cubicBezTo>
                <a:lnTo>
                  <a:pt x="420418" y="67374"/>
                </a:lnTo>
                <a:moveTo>
                  <a:pt x="420418" y="62788"/>
                </a:moveTo>
                <a:lnTo>
                  <a:pt x="453947" y="62788"/>
                </a:lnTo>
                <a:cubicBezTo>
                  <a:pt x="453683" y="58149"/>
                  <a:pt x="453130" y="54880"/>
                  <a:pt x="452286" y="52982"/>
                </a:cubicBezTo>
                <a:cubicBezTo>
                  <a:pt x="450968" y="50030"/>
                  <a:pt x="449004" y="47710"/>
                  <a:pt x="446395" y="46023"/>
                </a:cubicBezTo>
                <a:cubicBezTo>
                  <a:pt x="443785" y="44336"/>
                  <a:pt x="441057" y="43493"/>
                  <a:pt x="438210" y="43493"/>
                </a:cubicBezTo>
                <a:cubicBezTo>
                  <a:pt x="433835" y="43493"/>
                  <a:pt x="429920" y="45193"/>
                  <a:pt x="426467" y="48593"/>
                </a:cubicBezTo>
                <a:cubicBezTo>
                  <a:pt x="423014" y="51994"/>
                  <a:pt x="420998" y="56725"/>
                  <a:pt x="420418" y="62788"/>
                </a:cubicBezTo>
                <a:close/>
                <a:moveTo>
                  <a:pt x="526750" y="37957"/>
                </a:moveTo>
                <a:lnTo>
                  <a:pt x="526750" y="62472"/>
                </a:lnTo>
                <a:lnTo>
                  <a:pt x="524140" y="62472"/>
                </a:lnTo>
                <a:cubicBezTo>
                  <a:pt x="522137" y="54783"/>
                  <a:pt x="519567" y="49553"/>
                  <a:pt x="516430" y="46782"/>
                </a:cubicBezTo>
                <a:cubicBezTo>
                  <a:pt x="513293" y="44009"/>
                  <a:pt x="509300" y="42623"/>
                  <a:pt x="504450" y="42623"/>
                </a:cubicBezTo>
                <a:cubicBezTo>
                  <a:pt x="500760" y="42623"/>
                  <a:pt x="497781" y="43597"/>
                  <a:pt x="495514" y="45546"/>
                </a:cubicBezTo>
                <a:cubicBezTo>
                  <a:pt x="493247" y="47494"/>
                  <a:pt x="492114" y="49653"/>
                  <a:pt x="492114" y="52023"/>
                </a:cubicBezTo>
                <a:cubicBezTo>
                  <a:pt x="492114" y="54972"/>
                  <a:pt x="492957" y="57500"/>
                  <a:pt x="494644" y="59605"/>
                </a:cubicBezTo>
                <a:cubicBezTo>
                  <a:pt x="496279" y="61765"/>
                  <a:pt x="499600" y="64056"/>
                  <a:pt x="504608" y="66477"/>
                </a:cubicBezTo>
                <a:lnTo>
                  <a:pt x="516153" y="72087"/>
                </a:lnTo>
                <a:cubicBezTo>
                  <a:pt x="526855" y="77300"/>
                  <a:pt x="532206" y="84172"/>
                  <a:pt x="532206" y="92704"/>
                </a:cubicBezTo>
                <a:cubicBezTo>
                  <a:pt x="532206" y="99286"/>
                  <a:pt x="529715" y="104591"/>
                  <a:pt x="524733" y="108621"/>
                </a:cubicBezTo>
                <a:cubicBezTo>
                  <a:pt x="519752" y="112649"/>
                  <a:pt x="514177" y="114663"/>
                  <a:pt x="508008" y="114663"/>
                </a:cubicBezTo>
                <a:cubicBezTo>
                  <a:pt x="503580" y="114663"/>
                  <a:pt x="498519" y="113872"/>
                  <a:pt x="492825" y="112291"/>
                </a:cubicBezTo>
                <a:cubicBezTo>
                  <a:pt x="491086" y="111764"/>
                  <a:pt x="489662" y="111500"/>
                  <a:pt x="488555" y="111500"/>
                </a:cubicBezTo>
                <a:cubicBezTo>
                  <a:pt x="487343" y="111500"/>
                  <a:pt x="486394" y="112185"/>
                  <a:pt x="485708" y="113556"/>
                </a:cubicBezTo>
                <a:lnTo>
                  <a:pt x="483099" y="113556"/>
                </a:lnTo>
                <a:lnTo>
                  <a:pt x="483099" y="87618"/>
                </a:lnTo>
                <a:lnTo>
                  <a:pt x="485708" y="87618"/>
                </a:lnTo>
                <a:cubicBezTo>
                  <a:pt x="487185" y="95025"/>
                  <a:pt x="490005" y="100607"/>
                  <a:pt x="494170" y="104363"/>
                </a:cubicBezTo>
                <a:cubicBezTo>
                  <a:pt x="498335" y="108119"/>
                  <a:pt x="503000" y="109997"/>
                  <a:pt x="508167" y="109997"/>
                </a:cubicBezTo>
                <a:cubicBezTo>
                  <a:pt x="511804" y="109997"/>
                  <a:pt x="514770" y="108932"/>
                  <a:pt x="517063" y="106800"/>
                </a:cubicBezTo>
                <a:cubicBezTo>
                  <a:pt x="519356" y="104666"/>
                  <a:pt x="520503" y="102099"/>
                  <a:pt x="520503" y="99097"/>
                </a:cubicBezTo>
                <a:cubicBezTo>
                  <a:pt x="520503" y="95463"/>
                  <a:pt x="519224" y="92408"/>
                  <a:pt x="516667" y="89934"/>
                </a:cubicBezTo>
                <a:cubicBezTo>
                  <a:pt x="514111" y="87459"/>
                  <a:pt x="509010" y="84327"/>
                  <a:pt x="501366" y="80536"/>
                </a:cubicBezTo>
                <a:cubicBezTo>
                  <a:pt x="493722" y="76744"/>
                  <a:pt x="488713" y="73320"/>
                  <a:pt x="486341" y="70266"/>
                </a:cubicBezTo>
                <a:cubicBezTo>
                  <a:pt x="483969" y="67264"/>
                  <a:pt x="482783" y="63472"/>
                  <a:pt x="482783" y="58891"/>
                </a:cubicBezTo>
                <a:cubicBezTo>
                  <a:pt x="482783" y="52940"/>
                  <a:pt x="484825" y="47964"/>
                  <a:pt x="488911" y="43962"/>
                </a:cubicBezTo>
                <a:cubicBezTo>
                  <a:pt x="492997" y="39959"/>
                  <a:pt x="498282" y="37957"/>
                  <a:pt x="504766" y="37957"/>
                </a:cubicBezTo>
                <a:cubicBezTo>
                  <a:pt x="507613" y="37957"/>
                  <a:pt x="511066" y="38564"/>
                  <a:pt x="515125" y="39776"/>
                </a:cubicBezTo>
                <a:cubicBezTo>
                  <a:pt x="517814" y="40567"/>
                  <a:pt x="519607" y="40962"/>
                  <a:pt x="520503" y="40962"/>
                </a:cubicBezTo>
                <a:cubicBezTo>
                  <a:pt x="521346" y="40962"/>
                  <a:pt x="522005" y="40778"/>
                  <a:pt x="522480" y="40409"/>
                </a:cubicBezTo>
                <a:cubicBezTo>
                  <a:pt x="522954" y="40040"/>
                  <a:pt x="523508" y="39223"/>
                  <a:pt x="524140" y="37957"/>
                </a:cubicBezTo>
                <a:lnTo>
                  <a:pt x="526750" y="379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Predictions">
            <a:extLst xmlns:a="http://schemas.openxmlformats.org/drawingml/2006/main">
              <a:ext uri="{FF2B5EF4-FFF2-40B4-BE49-F238E27FC236}">
                <a16:creationId xmlns:a16="http://schemas.microsoft.com/office/drawing/2014/main" id="{499EB49E-53F2-40C4-B026-1A6746C3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7639" y="948995"/>
            <a:ext cx="719293" cy="114663"/>
          </a:xfrm>
          <a:custGeom xmlns:a="http://schemas.openxmlformats.org/drawingml/2006/main">
            <a:pathLst>
              <a:path w="719293" h="114663">
                <a:moveTo>
                  <a:pt x="30524" y="62155"/>
                </a:moveTo>
                <a:lnTo>
                  <a:pt x="30524" y="93443"/>
                </a:lnTo>
                <a:cubicBezTo>
                  <a:pt x="30524" y="100202"/>
                  <a:pt x="31262" y="104401"/>
                  <a:pt x="32738" y="106039"/>
                </a:cubicBezTo>
                <a:cubicBezTo>
                  <a:pt x="34742" y="108362"/>
                  <a:pt x="37773" y="109523"/>
                  <a:pt x="41832" y="109523"/>
                </a:cubicBezTo>
                <a:lnTo>
                  <a:pt x="45944" y="109523"/>
                </a:lnTo>
                <a:lnTo>
                  <a:pt x="45944" y="112449"/>
                </a:lnTo>
                <a:lnTo>
                  <a:pt x="0" y="112449"/>
                </a:lnTo>
                <a:lnTo>
                  <a:pt x="0" y="109523"/>
                </a:lnTo>
                <a:lnTo>
                  <a:pt x="4033" y="109523"/>
                </a:lnTo>
                <a:cubicBezTo>
                  <a:pt x="8567" y="109523"/>
                  <a:pt x="11809" y="108047"/>
                  <a:pt x="13760" y="105095"/>
                </a:cubicBezTo>
                <a:cubicBezTo>
                  <a:pt x="14814" y="103460"/>
                  <a:pt x="15341" y="99586"/>
                  <a:pt x="15341" y="93470"/>
                </a:cubicBezTo>
                <a:lnTo>
                  <a:pt x="15341" y="24198"/>
                </a:lnTo>
                <a:cubicBezTo>
                  <a:pt x="15341" y="17450"/>
                  <a:pt x="14629" y="13259"/>
                  <a:pt x="13206" y="11624"/>
                </a:cubicBezTo>
                <a:cubicBezTo>
                  <a:pt x="11150" y="9305"/>
                  <a:pt x="8092" y="8145"/>
                  <a:pt x="4033" y="8145"/>
                </a:cubicBezTo>
                <a:lnTo>
                  <a:pt x="0" y="8145"/>
                </a:lnTo>
                <a:lnTo>
                  <a:pt x="0" y="5219"/>
                </a:lnTo>
                <a:lnTo>
                  <a:pt x="39302" y="5219"/>
                </a:lnTo>
                <a:cubicBezTo>
                  <a:pt x="48897" y="5219"/>
                  <a:pt x="56462" y="6207"/>
                  <a:pt x="61997" y="8182"/>
                </a:cubicBezTo>
                <a:cubicBezTo>
                  <a:pt x="67533" y="10156"/>
                  <a:pt x="72198" y="13485"/>
                  <a:pt x="75994" y="18171"/>
                </a:cubicBezTo>
                <a:cubicBezTo>
                  <a:pt x="79790" y="22856"/>
                  <a:pt x="81688" y="28410"/>
                  <a:pt x="81688" y="34834"/>
                </a:cubicBezTo>
                <a:cubicBezTo>
                  <a:pt x="81688" y="43574"/>
                  <a:pt x="78801" y="50682"/>
                  <a:pt x="73028" y="56158"/>
                </a:cubicBezTo>
                <a:cubicBezTo>
                  <a:pt x="67256" y="61632"/>
                  <a:pt x="59098" y="64369"/>
                  <a:pt x="48554" y="64369"/>
                </a:cubicBezTo>
                <a:cubicBezTo>
                  <a:pt x="45971" y="64369"/>
                  <a:pt x="43177" y="64185"/>
                  <a:pt x="40172" y="63816"/>
                </a:cubicBezTo>
                <a:cubicBezTo>
                  <a:pt x="37167" y="63447"/>
                  <a:pt x="33951" y="62893"/>
                  <a:pt x="30524" y="62155"/>
                </a:cubicBezTo>
                <a:moveTo>
                  <a:pt x="30524" y="57569"/>
                </a:moveTo>
                <a:cubicBezTo>
                  <a:pt x="33318" y="58096"/>
                  <a:pt x="35796" y="58491"/>
                  <a:pt x="37957" y="58755"/>
                </a:cubicBezTo>
                <a:cubicBezTo>
                  <a:pt x="40119" y="59019"/>
                  <a:pt x="41964" y="59150"/>
                  <a:pt x="43493" y="59150"/>
                </a:cubicBezTo>
                <a:cubicBezTo>
                  <a:pt x="48976" y="59150"/>
                  <a:pt x="53707" y="57028"/>
                  <a:pt x="57687" y="52785"/>
                </a:cubicBezTo>
                <a:cubicBezTo>
                  <a:pt x="61668" y="48541"/>
                  <a:pt x="63658" y="43045"/>
                  <a:pt x="63658" y="36297"/>
                </a:cubicBezTo>
                <a:cubicBezTo>
                  <a:pt x="63658" y="31658"/>
                  <a:pt x="62709" y="27348"/>
                  <a:pt x="60811" y="23368"/>
                </a:cubicBezTo>
                <a:cubicBezTo>
                  <a:pt x="58913" y="19387"/>
                  <a:pt x="56224" y="16409"/>
                  <a:pt x="52745" y="14432"/>
                </a:cubicBezTo>
                <a:cubicBezTo>
                  <a:pt x="49266" y="12455"/>
                  <a:pt x="45312" y="11466"/>
                  <a:pt x="40883" y="11466"/>
                </a:cubicBezTo>
                <a:cubicBezTo>
                  <a:pt x="38195" y="11466"/>
                  <a:pt x="34742" y="11967"/>
                  <a:pt x="30524" y="12969"/>
                </a:cubicBezTo>
                <a:lnTo>
                  <a:pt x="30524" y="57569"/>
                </a:lnTo>
                <a:close/>
                <a:moveTo>
                  <a:pt x="113821" y="37957"/>
                </a:moveTo>
                <a:lnTo>
                  <a:pt x="113821" y="54247"/>
                </a:lnTo>
                <a:cubicBezTo>
                  <a:pt x="119883" y="43387"/>
                  <a:pt x="126104" y="37957"/>
                  <a:pt x="132483" y="37957"/>
                </a:cubicBezTo>
                <a:cubicBezTo>
                  <a:pt x="135383" y="37957"/>
                  <a:pt x="137781" y="38840"/>
                  <a:pt x="139679" y="40607"/>
                </a:cubicBezTo>
                <a:cubicBezTo>
                  <a:pt x="141577" y="42373"/>
                  <a:pt x="142526" y="44415"/>
                  <a:pt x="142526" y="46735"/>
                </a:cubicBezTo>
                <a:cubicBezTo>
                  <a:pt x="142526" y="48791"/>
                  <a:pt x="141841" y="50531"/>
                  <a:pt x="140470" y="51954"/>
                </a:cubicBezTo>
                <a:cubicBezTo>
                  <a:pt x="139099" y="53378"/>
                  <a:pt x="137465" y="54089"/>
                  <a:pt x="135567" y="54089"/>
                </a:cubicBezTo>
                <a:cubicBezTo>
                  <a:pt x="133722" y="54089"/>
                  <a:pt x="131653" y="53180"/>
                  <a:pt x="129360" y="51361"/>
                </a:cubicBezTo>
                <a:cubicBezTo>
                  <a:pt x="127066" y="49542"/>
                  <a:pt x="125366" y="48633"/>
                  <a:pt x="124259" y="48633"/>
                </a:cubicBezTo>
                <a:cubicBezTo>
                  <a:pt x="123310" y="48633"/>
                  <a:pt x="122282" y="49158"/>
                  <a:pt x="121175" y="50210"/>
                </a:cubicBezTo>
                <a:cubicBezTo>
                  <a:pt x="118803" y="52366"/>
                  <a:pt x="116351" y="55916"/>
                  <a:pt x="113821" y="60858"/>
                </a:cubicBezTo>
                <a:lnTo>
                  <a:pt x="113821" y="95484"/>
                </a:lnTo>
                <a:cubicBezTo>
                  <a:pt x="113821" y="99479"/>
                  <a:pt x="114322" y="102502"/>
                  <a:pt x="115323" y="104553"/>
                </a:cubicBezTo>
                <a:cubicBezTo>
                  <a:pt x="116009" y="105974"/>
                  <a:pt x="117221" y="107157"/>
                  <a:pt x="118961" y="108105"/>
                </a:cubicBezTo>
                <a:cubicBezTo>
                  <a:pt x="120701" y="109050"/>
                  <a:pt x="123205" y="109523"/>
                  <a:pt x="126473" y="109523"/>
                </a:cubicBezTo>
                <a:lnTo>
                  <a:pt x="126473" y="112449"/>
                </a:lnTo>
                <a:lnTo>
                  <a:pt x="89386" y="112449"/>
                </a:lnTo>
                <a:lnTo>
                  <a:pt x="89386" y="109523"/>
                </a:lnTo>
                <a:cubicBezTo>
                  <a:pt x="93076" y="109523"/>
                  <a:pt x="95817" y="108945"/>
                  <a:pt x="97610" y="107788"/>
                </a:cubicBezTo>
                <a:cubicBezTo>
                  <a:pt x="98928" y="106946"/>
                  <a:pt x="99850" y="105605"/>
                  <a:pt x="100378" y="103763"/>
                </a:cubicBezTo>
                <a:cubicBezTo>
                  <a:pt x="100641" y="102868"/>
                  <a:pt x="100773" y="100317"/>
                  <a:pt x="100773" y="96109"/>
                </a:cubicBezTo>
                <a:lnTo>
                  <a:pt x="100773" y="68098"/>
                </a:lnTo>
                <a:cubicBezTo>
                  <a:pt x="100773" y="59682"/>
                  <a:pt x="100602" y="54672"/>
                  <a:pt x="100259" y="53069"/>
                </a:cubicBezTo>
                <a:cubicBezTo>
                  <a:pt x="99916" y="51464"/>
                  <a:pt x="99284" y="50294"/>
                  <a:pt x="98361" y="49557"/>
                </a:cubicBezTo>
                <a:cubicBezTo>
                  <a:pt x="97438" y="48821"/>
                  <a:pt x="96292" y="48453"/>
                  <a:pt x="94921" y="48453"/>
                </a:cubicBezTo>
                <a:cubicBezTo>
                  <a:pt x="93287" y="48453"/>
                  <a:pt x="91442" y="48847"/>
                  <a:pt x="89386" y="49636"/>
                </a:cubicBezTo>
                <a:lnTo>
                  <a:pt x="88595" y="46794"/>
                </a:lnTo>
                <a:lnTo>
                  <a:pt x="110500" y="37957"/>
                </a:lnTo>
                <a:lnTo>
                  <a:pt x="113821" y="37957"/>
                </a:lnTo>
                <a:close/>
                <a:moveTo>
                  <a:pt x="158784" y="67374"/>
                </a:moveTo>
                <a:cubicBezTo>
                  <a:pt x="158732" y="78104"/>
                  <a:pt x="161341" y="86520"/>
                  <a:pt x="166613" y="92623"/>
                </a:cubicBezTo>
                <a:cubicBezTo>
                  <a:pt x="171885" y="98723"/>
                  <a:pt x="178079" y="101773"/>
                  <a:pt x="185196" y="101773"/>
                </a:cubicBezTo>
                <a:cubicBezTo>
                  <a:pt x="189941" y="101773"/>
                  <a:pt x="194066" y="100469"/>
                  <a:pt x="197572" y="97859"/>
                </a:cubicBezTo>
                <a:cubicBezTo>
                  <a:pt x="201078" y="95249"/>
                  <a:pt x="204017" y="90782"/>
                  <a:pt x="206389" y="84455"/>
                </a:cubicBezTo>
                <a:lnTo>
                  <a:pt x="208841" y="86037"/>
                </a:lnTo>
                <a:cubicBezTo>
                  <a:pt x="207734" y="93259"/>
                  <a:pt x="204518" y="99836"/>
                  <a:pt x="199193" y="105767"/>
                </a:cubicBezTo>
                <a:cubicBezTo>
                  <a:pt x="193869" y="111698"/>
                  <a:pt x="187200" y="114663"/>
                  <a:pt x="179186" y="114663"/>
                </a:cubicBezTo>
                <a:cubicBezTo>
                  <a:pt x="170488" y="114663"/>
                  <a:pt x="163041" y="111283"/>
                  <a:pt x="156847" y="104524"/>
                </a:cubicBezTo>
                <a:cubicBezTo>
                  <a:pt x="150653" y="97763"/>
                  <a:pt x="147555" y="88674"/>
                  <a:pt x="147555" y="77257"/>
                </a:cubicBezTo>
                <a:cubicBezTo>
                  <a:pt x="147555" y="64894"/>
                  <a:pt x="150732" y="55254"/>
                  <a:pt x="157084" y="48336"/>
                </a:cubicBezTo>
                <a:cubicBezTo>
                  <a:pt x="163437" y="41417"/>
                  <a:pt x="171410" y="37957"/>
                  <a:pt x="181005" y="37957"/>
                </a:cubicBezTo>
                <a:cubicBezTo>
                  <a:pt x="189124" y="37957"/>
                  <a:pt x="195793" y="40626"/>
                  <a:pt x="201012" y="45964"/>
                </a:cubicBezTo>
                <a:cubicBezTo>
                  <a:pt x="206231" y="51300"/>
                  <a:pt x="208841" y="58437"/>
                  <a:pt x="208841" y="67374"/>
                </a:cubicBezTo>
                <a:lnTo>
                  <a:pt x="158784" y="67374"/>
                </a:lnTo>
                <a:moveTo>
                  <a:pt x="158784" y="62788"/>
                </a:moveTo>
                <a:lnTo>
                  <a:pt x="192313" y="62788"/>
                </a:lnTo>
                <a:cubicBezTo>
                  <a:pt x="192050" y="58149"/>
                  <a:pt x="191496" y="54880"/>
                  <a:pt x="190653" y="52982"/>
                </a:cubicBezTo>
                <a:cubicBezTo>
                  <a:pt x="189335" y="50030"/>
                  <a:pt x="187371" y="47710"/>
                  <a:pt x="184761" y="46023"/>
                </a:cubicBezTo>
                <a:cubicBezTo>
                  <a:pt x="182152" y="44336"/>
                  <a:pt x="179424" y="43493"/>
                  <a:pt x="176577" y="43493"/>
                </a:cubicBezTo>
                <a:cubicBezTo>
                  <a:pt x="172201" y="43493"/>
                  <a:pt x="168287" y="45193"/>
                  <a:pt x="164834" y="48593"/>
                </a:cubicBezTo>
                <a:cubicBezTo>
                  <a:pt x="161381" y="51994"/>
                  <a:pt x="159364" y="56725"/>
                  <a:pt x="158784" y="62788"/>
                </a:cubicBezTo>
                <a:close/>
                <a:moveTo>
                  <a:pt x="269466" y="104304"/>
                </a:moveTo>
                <a:cubicBezTo>
                  <a:pt x="265934" y="107994"/>
                  <a:pt x="262481" y="110643"/>
                  <a:pt x="259107" y="112251"/>
                </a:cubicBezTo>
                <a:cubicBezTo>
                  <a:pt x="255733" y="113859"/>
                  <a:pt x="252095" y="114663"/>
                  <a:pt x="248194" y="114663"/>
                </a:cubicBezTo>
                <a:cubicBezTo>
                  <a:pt x="240286" y="114663"/>
                  <a:pt x="233380" y="111362"/>
                  <a:pt x="227476" y="104761"/>
                </a:cubicBezTo>
                <a:cubicBezTo>
                  <a:pt x="221571" y="98158"/>
                  <a:pt x="218619" y="89674"/>
                  <a:pt x="218619" y="79308"/>
                </a:cubicBezTo>
                <a:cubicBezTo>
                  <a:pt x="218619" y="68944"/>
                  <a:pt x="221887" y="59461"/>
                  <a:pt x="228424" y="50859"/>
                </a:cubicBezTo>
                <a:cubicBezTo>
                  <a:pt x="234962" y="42258"/>
                  <a:pt x="243370" y="37957"/>
                  <a:pt x="253650" y="37957"/>
                </a:cubicBezTo>
                <a:cubicBezTo>
                  <a:pt x="260029" y="37957"/>
                  <a:pt x="265301" y="39987"/>
                  <a:pt x="269466" y="44046"/>
                </a:cubicBezTo>
                <a:lnTo>
                  <a:pt x="269466" y="30653"/>
                </a:lnTo>
                <a:cubicBezTo>
                  <a:pt x="269466" y="22341"/>
                  <a:pt x="269268" y="17232"/>
                  <a:pt x="268873" y="15326"/>
                </a:cubicBezTo>
                <a:cubicBezTo>
                  <a:pt x="268477" y="13420"/>
                  <a:pt x="267858" y="12124"/>
                  <a:pt x="267014" y="11437"/>
                </a:cubicBezTo>
                <a:cubicBezTo>
                  <a:pt x="266171" y="10748"/>
                  <a:pt x="265117" y="10404"/>
                  <a:pt x="263851" y="10404"/>
                </a:cubicBezTo>
                <a:cubicBezTo>
                  <a:pt x="262481" y="10404"/>
                  <a:pt x="260662" y="10827"/>
                  <a:pt x="258395" y="11674"/>
                </a:cubicBezTo>
                <a:lnTo>
                  <a:pt x="257367" y="8894"/>
                </a:lnTo>
                <a:lnTo>
                  <a:pt x="278955" y="0"/>
                </a:lnTo>
                <a:lnTo>
                  <a:pt x="282514" y="0"/>
                </a:lnTo>
                <a:lnTo>
                  <a:pt x="282514" y="83744"/>
                </a:lnTo>
                <a:cubicBezTo>
                  <a:pt x="282514" y="92231"/>
                  <a:pt x="282711" y="97411"/>
                  <a:pt x="283107" y="99282"/>
                </a:cubicBezTo>
                <a:cubicBezTo>
                  <a:pt x="283502" y="101154"/>
                  <a:pt x="284135" y="102459"/>
                  <a:pt x="285005" y="103197"/>
                </a:cubicBezTo>
                <a:cubicBezTo>
                  <a:pt x="285875" y="103935"/>
                  <a:pt x="286889" y="104304"/>
                  <a:pt x="288049" y="104304"/>
                </a:cubicBezTo>
                <a:cubicBezTo>
                  <a:pt x="289473" y="104304"/>
                  <a:pt x="291371" y="103856"/>
                  <a:pt x="293743" y="102960"/>
                </a:cubicBezTo>
                <a:lnTo>
                  <a:pt x="294613" y="105727"/>
                </a:lnTo>
                <a:lnTo>
                  <a:pt x="273103" y="114663"/>
                </a:lnTo>
                <a:lnTo>
                  <a:pt x="269466" y="114663"/>
                </a:lnTo>
                <a:lnTo>
                  <a:pt x="269466" y="104304"/>
                </a:lnTo>
                <a:moveTo>
                  <a:pt x="269466" y="98786"/>
                </a:moveTo>
                <a:lnTo>
                  <a:pt x="269466" y="61555"/>
                </a:lnTo>
                <a:cubicBezTo>
                  <a:pt x="269150" y="57978"/>
                  <a:pt x="268201" y="54718"/>
                  <a:pt x="266619" y="51774"/>
                </a:cubicBezTo>
                <a:cubicBezTo>
                  <a:pt x="265038" y="48828"/>
                  <a:pt x="262942" y="46607"/>
                  <a:pt x="260332" y="45109"/>
                </a:cubicBezTo>
                <a:cubicBezTo>
                  <a:pt x="257723" y="43610"/>
                  <a:pt x="255179" y="42860"/>
                  <a:pt x="252701" y="42860"/>
                </a:cubicBezTo>
                <a:cubicBezTo>
                  <a:pt x="248062" y="42860"/>
                  <a:pt x="243924" y="44938"/>
                  <a:pt x="240286" y="49093"/>
                </a:cubicBezTo>
                <a:cubicBezTo>
                  <a:pt x="235489" y="54560"/>
                  <a:pt x="233090" y="62553"/>
                  <a:pt x="233090" y="73071"/>
                </a:cubicBezTo>
                <a:cubicBezTo>
                  <a:pt x="233090" y="83693"/>
                  <a:pt x="235410" y="91832"/>
                  <a:pt x="240049" y="97486"/>
                </a:cubicBezTo>
                <a:cubicBezTo>
                  <a:pt x="244688" y="103138"/>
                  <a:pt x="249855" y="105964"/>
                  <a:pt x="255548" y="105964"/>
                </a:cubicBezTo>
                <a:cubicBezTo>
                  <a:pt x="260346" y="105964"/>
                  <a:pt x="264985" y="103572"/>
                  <a:pt x="269466" y="98786"/>
                </a:cubicBezTo>
                <a:close/>
                <a:moveTo>
                  <a:pt x="317703" y="0"/>
                </a:moveTo>
                <a:cubicBezTo>
                  <a:pt x="319918" y="0"/>
                  <a:pt x="321802" y="782"/>
                  <a:pt x="323358" y="2345"/>
                </a:cubicBezTo>
                <a:cubicBezTo>
                  <a:pt x="324913" y="3907"/>
                  <a:pt x="325690" y="5801"/>
                  <a:pt x="325690" y="8026"/>
                </a:cubicBezTo>
                <a:cubicBezTo>
                  <a:pt x="325690" y="10252"/>
                  <a:pt x="324913" y="12160"/>
                  <a:pt x="323358" y="13750"/>
                </a:cubicBezTo>
                <a:cubicBezTo>
                  <a:pt x="321802" y="15338"/>
                  <a:pt x="319918" y="16132"/>
                  <a:pt x="317703" y="16132"/>
                </a:cubicBezTo>
                <a:cubicBezTo>
                  <a:pt x="315489" y="16132"/>
                  <a:pt x="313591" y="15338"/>
                  <a:pt x="312010" y="13750"/>
                </a:cubicBezTo>
                <a:cubicBezTo>
                  <a:pt x="310428" y="12160"/>
                  <a:pt x="309638" y="10252"/>
                  <a:pt x="309638" y="8026"/>
                </a:cubicBezTo>
                <a:cubicBezTo>
                  <a:pt x="309638" y="5801"/>
                  <a:pt x="310415" y="3907"/>
                  <a:pt x="311970" y="2345"/>
                </a:cubicBezTo>
                <a:cubicBezTo>
                  <a:pt x="313526" y="782"/>
                  <a:pt x="315437" y="0"/>
                  <a:pt x="317703" y="0"/>
                </a:cubicBezTo>
                <a:moveTo>
                  <a:pt x="324267" y="37957"/>
                </a:moveTo>
                <a:lnTo>
                  <a:pt x="324267" y="96030"/>
                </a:lnTo>
                <a:cubicBezTo>
                  <a:pt x="324267" y="100554"/>
                  <a:pt x="324596" y="103566"/>
                  <a:pt x="325255" y="105065"/>
                </a:cubicBezTo>
                <a:cubicBezTo>
                  <a:pt x="325914" y="106564"/>
                  <a:pt x="326890" y="107682"/>
                  <a:pt x="328181" y="108418"/>
                </a:cubicBezTo>
                <a:cubicBezTo>
                  <a:pt x="329473" y="109155"/>
                  <a:pt x="331832" y="109523"/>
                  <a:pt x="335259" y="109523"/>
                </a:cubicBezTo>
                <a:lnTo>
                  <a:pt x="335259" y="112449"/>
                </a:lnTo>
                <a:lnTo>
                  <a:pt x="300069" y="112449"/>
                </a:lnTo>
                <a:lnTo>
                  <a:pt x="300069" y="109523"/>
                </a:lnTo>
                <a:cubicBezTo>
                  <a:pt x="303601" y="109523"/>
                  <a:pt x="305974" y="109181"/>
                  <a:pt x="307186" y="108497"/>
                </a:cubicBezTo>
                <a:cubicBezTo>
                  <a:pt x="308399" y="107814"/>
                  <a:pt x="309361" y="106683"/>
                  <a:pt x="310072" y="105105"/>
                </a:cubicBezTo>
                <a:cubicBezTo>
                  <a:pt x="310784" y="103526"/>
                  <a:pt x="311140" y="100502"/>
                  <a:pt x="311140" y="96030"/>
                </a:cubicBezTo>
                <a:lnTo>
                  <a:pt x="311140" y="68178"/>
                </a:lnTo>
                <a:cubicBezTo>
                  <a:pt x="311140" y="60339"/>
                  <a:pt x="310903" y="55263"/>
                  <a:pt x="310428" y="52950"/>
                </a:cubicBezTo>
                <a:cubicBezTo>
                  <a:pt x="310059" y="51266"/>
                  <a:pt x="309479" y="50096"/>
                  <a:pt x="308689" y="49439"/>
                </a:cubicBezTo>
                <a:cubicBezTo>
                  <a:pt x="307898" y="48781"/>
                  <a:pt x="306817" y="48453"/>
                  <a:pt x="305446" y="48453"/>
                </a:cubicBezTo>
                <a:cubicBezTo>
                  <a:pt x="303970" y="48453"/>
                  <a:pt x="302178" y="48847"/>
                  <a:pt x="300069" y="49636"/>
                </a:cubicBezTo>
                <a:lnTo>
                  <a:pt x="298962" y="46794"/>
                </a:lnTo>
                <a:lnTo>
                  <a:pt x="320788" y="37957"/>
                </a:lnTo>
                <a:lnTo>
                  <a:pt x="324267" y="37957"/>
                </a:lnTo>
                <a:close/>
                <a:moveTo>
                  <a:pt x="405500" y="84930"/>
                </a:moveTo>
                <a:cubicBezTo>
                  <a:pt x="403549" y="94472"/>
                  <a:pt x="399727" y="101813"/>
                  <a:pt x="394033" y="106953"/>
                </a:cubicBezTo>
                <a:cubicBezTo>
                  <a:pt x="388340" y="112093"/>
                  <a:pt x="382040" y="114663"/>
                  <a:pt x="375134" y="114663"/>
                </a:cubicBezTo>
                <a:cubicBezTo>
                  <a:pt x="366910" y="114663"/>
                  <a:pt x="359740" y="111214"/>
                  <a:pt x="353625" y="104316"/>
                </a:cubicBezTo>
                <a:cubicBezTo>
                  <a:pt x="347509" y="97417"/>
                  <a:pt x="344452" y="88095"/>
                  <a:pt x="344452" y="76350"/>
                </a:cubicBezTo>
                <a:cubicBezTo>
                  <a:pt x="344452" y="64974"/>
                  <a:pt x="347839" y="55732"/>
                  <a:pt x="354613" y="48623"/>
                </a:cubicBezTo>
                <a:cubicBezTo>
                  <a:pt x="361387" y="41513"/>
                  <a:pt x="369519" y="37957"/>
                  <a:pt x="379009" y="37957"/>
                </a:cubicBezTo>
                <a:cubicBezTo>
                  <a:pt x="386126" y="37957"/>
                  <a:pt x="391977" y="39836"/>
                  <a:pt x="396564" y="43594"/>
                </a:cubicBezTo>
                <a:cubicBezTo>
                  <a:pt x="401150" y="47350"/>
                  <a:pt x="403444" y="51252"/>
                  <a:pt x="403444" y="55298"/>
                </a:cubicBezTo>
                <a:cubicBezTo>
                  <a:pt x="403444" y="57294"/>
                  <a:pt x="402798" y="58911"/>
                  <a:pt x="401506" y="60146"/>
                </a:cubicBezTo>
                <a:cubicBezTo>
                  <a:pt x="400215" y="61380"/>
                  <a:pt x="398409" y="61997"/>
                  <a:pt x="396089" y="61997"/>
                </a:cubicBezTo>
                <a:cubicBezTo>
                  <a:pt x="392979" y="61997"/>
                  <a:pt x="390633" y="60995"/>
                  <a:pt x="389051" y="58992"/>
                </a:cubicBezTo>
                <a:cubicBezTo>
                  <a:pt x="388155" y="57885"/>
                  <a:pt x="387562" y="55776"/>
                  <a:pt x="387272" y="52666"/>
                </a:cubicBezTo>
                <a:cubicBezTo>
                  <a:pt x="386982" y="49556"/>
                  <a:pt x="385915" y="47183"/>
                  <a:pt x="384070" y="45549"/>
                </a:cubicBezTo>
                <a:cubicBezTo>
                  <a:pt x="382224" y="43967"/>
                  <a:pt x="379668" y="43177"/>
                  <a:pt x="376399" y="43177"/>
                </a:cubicBezTo>
                <a:cubicBezTo>
                  <a:pt x="371127" y="43177"/>
                  <a:pt x="366883" y="45127"/>
                  <a:pt x="363667" y="49028"/>
                </a:cubicBezTo>
                <a:cubicBezTo>
                  <a:pt x="359397" y="54195"/>
                  <a:pt x="357262" y="61022"/>
                  <a:pt x="357262" y="69510"/>
                </a:cubicBezTo>
                <a:cubicBezTo>
                  <a:pt x="357262" y="78155"/>
                  <a:pt x="359384" y="85786"/>
                  <a:pt x="363628" y="92403"/>
                </a:cubicBezTo>
                <a:cubicBezTo>
                  <a:pt x="367872" y="99019"/>
                  <a:pt x="373605" y="102327"/>
                  <a:pt x="380827" y="102327"/>
                </a:cubicBezTo>
                <a:cubicBezTo>
                  <a:pt x="385994" y="102327"/>
                  <a:pt x="390633" y="100561"/>
                  <a:pt x="394745" y="97029"/>
                </a:cubicBezTo>
                <a:cubicBezTo>
                  <a:pt x="397645" y="94604"/>
                  <a:pt x="400465" y="90202"/>
                  <a:pt x="403206" y="83823"/>
                </a:cubicBezTo>
                <a:lnTo>
                  <a:pt x="405500" y="84930"/>
                </a:lnTo>
                <a:close/>
                <a:moveTo>
                  <a:pt x="436708" y="16132"/>
                </a:moveTo>
                <a:lnTo>
                  <a:pt x="436708" y="40013"/>
                </a:lnTo>
                <a:lnTo>
                  <a:pt x="453631" y="40013"/>
                </a:lnTo>
                <a:lnTo>
                  <a:pt x="453631" y="45549"/>
                </a:lnTo>
                <a:lnTo>
                  <a:pt x="436708" y="45549"/>
                </a:lnTo>
                <a:lnTo>
                  <a:pt x="436708" y="92457"/>
                </a:lnTo>
                <a:cubicBezTo>
                  <a:pt x="436708" y="97144"/>
                  <a:pt x="437380" y="100304"/>
                  <a:pt x="438724" y="101936"/>
                </a:cubicBezTo>
                <a:cubicBezTo>
                  <a:pt x="440069" y="103567"/>
                  <a:pt x="441795" y="104383"/>
                  <a:pt x="443904" y="104383"/>
                </a:cubicBezTo>
                <a:cubicBezTo>
                  <a:pt x="445644" y="104383"/>
                  <a:pt x="447331" y="103843"/>
                  <a:pt x="448965" y="102762"/>
                </a:cubicBezTo>
                <a:cubicBezTo>
                  <a:pt x="450599" y="101681"/>
                  <a:pt x="451864" y="100086"/>
                  <a:pt x="452761" y="97978"/>
                </a:cubicBezTo>
                <a:lnTo>
                  <a:pt x="455845" y="97978"/>
                </a:lnTo>
                <a:cubicBezTo>
                  <a:pt x="454000" y="103159"/>
                  <a:pt x="451390" y="107077"/>
                  <a:pt x="448016" y="109733"/>
                </a:cubicBezTo>
                <a:cubicBezTo>
                  <a:pt x="444642" y="112387"/>
                  <a:pt x="441163" y="113714"/>
                  <a:pt x="437578" y="113714"/>
                </a:cubicBezTo>
                <a:cubicBezTo>
                  <a:pt x="435153" y="113714"/>
                  <a:pt x="432780" y="113041"/>
                  <a:pt x="430461" y="111695"/>
                </a:cubicBezTo>
                <a:cubicBezTo>
                  <a:pt x="428141" y="110349"/>
                  <a:pt x="426428" y="108423"/>
                  <a:pt x="425321" y="105918"/>
                </a:cubicBezTo>
                <a:cubicBezTo>
                  <a:pt x="424214" y="103410"/>
                  <a:pt x="423660" y="99544"/>
                  <a:pt x="423660" y="94318"/>
                </a:cubicBezTo>
                <a:lnTo>
                  <a:pt x="423660" y="45549"/>
                </a:lnTo>
                <a:lnTo>
                  <a:pt x="412194" y="45549"/>
                </a:lnTo>
                <a:lnTo>
                  <a:pt x="412194" y="42939"/>
                </a:lnTo>
                <a:cubicBezTo>
                  <a:pt x="415093" y="41776"/>
                  <a:pt x="418059" y="39807"/>
                  <a:pt x="421090" y="37031"/>
                </a:cubicBezTo>
                <a:cubicBezTo>
                  <a:pt x="424121" y="34255"/>
                  <a:pt x="426823" y="30963"/>
                  <a:pt x="429195" y="27156"/>
                </a:cubicBezTo>
                <a:cubicBezTo>
                  <a:pt x="430408" y="25148"/>
                  <a:pt x="432095" y="21473"/>
                  <a:pt x="434256" y="16132"/>
                </a:cubicBezTo>
                <a:lnTo>
                  <a:pt x="436708" y="16132"/>
                </a:lnTo>
                <a:close/>
                <a:moveTo>
                  <a:pt x="478797" y="0"/>
                </a:moveTo>
                <a:cubicBezTo>
                  <a:pt x="481011" y="0"/>
                  <a:pt x="482896" y="782"/>
                  <a:pt x="484451" y="2345"/>
                </a:cubicBezTo>
                <a:cubicBezTo>
                  <a:pt x="486006" y="3907"/>
                  <a:pt x="486784" y="5801"/>
                  <a:pt x="486784" y="8026"/>
                </a:cubicBezTo>
                <a:cubicBezTo>
                  <a:pt x="486784" y="10252"/>
                  <a:pt x="486006" y="12160"/>
                  <a:pt x="484451" y="13750"/>
                </a:cubicBezTo>
                <a:cubicBezTo>
                  <a:pt x="482896" y="15338"/>
                  <a:pt x="481011" y="16132"/>
                  <a:pt x="478797" y="16132"/>
                </a:cubicBezTo>
                <a:cubicBezTo>
                  <a:pt x="476583" y="16132"/>
                  <a:pt x="474685" y="15338"/>
                  <a:pt x="473103" y="13750"/>
                </a:cubicBezTo>
                <a:cubicBezTo>
                  <a:pt x="471522" y="12160"/>
                  <a:pt x="470731" y="10252"/>
                  <a:pt x="470731" y="8026"/>
                </a:cubicBezTo>
                <a:cubicBezTo>
                  <a:pt x="470731" y="5801"/>
                  <a:pt x="471508" y="3907"/>
                  <a:pt x="473064" y="2345"/>
                </a:cubicBezTo>
                <a:cubicBezTo>
                  <a:pt x="474619" y="782"/>
                  <a:pt x="476530" y="0"/>
                  <a:pt x="478797" y="0"/>
                </a:cubicBezTo>
                <a:moveTo>
                  <a:pt x="485360" y="37957"/>
                </a:moveTo>
                <a:lnTo>
                  <a:pt x="485360" y="96030"/>
                </a:lnTo>
                <a:cubicBezTo>
                  <a:pt x="485360" y="100554"/>
                  <a:pt x="485690" y="103566"/>
                  <a:pt x="486349" y="105065"/>
                </a:cubicBezTo>
                <a:cubicBezTo>
                  <a:pt x="487008" y="106564"/>
                  <a:pt x="487983" y="107682"/>
                  <a:pt x="489275" y="108418"/>
                </a:cubicBezTo>
                <a:cubicBezTo>
                  <a:pt x="490566" y="109155"/>
                  <a:pt x="492925" y="109523"/>
                  <a:pt x="496352" y="109523"/>
                </a:cubicBezTo>
                <a:lnTo>
                  <a:pt x="496352" y="112449"/>
                </a:lnTo>
                <a:lnTo>
                  <a:pt x="461162" y="112449"/>
                </a:lnTo>
                <a:lnTo>
                  <a:pt x="461162" y="109523"/>
                </a:lnTo>
                <a:cubicBezTo>
                  <a:pt x="464695" y="109523"/>
                  <a:pt x="467067" y="109181"/>
                  <a:pt x="468279" y="108497"/>
                </a:cubicBezTo>
                <a:cubicBezTo>
                  <a:pt x="469492" y="107814"/>
                  <a:pt x="470454" y="106683"/>
                  <a:pt x="471166" y="105105"/>
                </a:cubicBezTo>
                <a:cubicBezTo>
                  <a:pt x="471877" y="103526"/>
                  <a:pt x="472233" y="100502"/>
                  <a:pt x="472233" y="96030"/>
                </a:cubicBezTo>
                <a:lnTo>
                  <a:pt x="472233" y="68178"/>
                </a:lnTo>
                <a:cubicBezTo>
                  <a:pt x="472233" y="60339"/>
                  <a:pt x="471996" y="55263"/>
                  <a:pt x="471522" y="52950"/>
                </a:cubicBezTo>
                <a:cubicBezTo>
                  <a:pt x="471153" y="51266"/>
                  <a:pt x="470573" y="50096"/>
                  <a:pt x="469782" y="49439"/>
                </a:cubicBezTo>
                <a:cubicBezTo>
                  <a:pt x="468991" y="48781"/>
                  <a:pt x="467910" y="48453"/>
                  <a:pt x="466540" y="48453"/>
                </a:cubicBezTo>
                <a:cubicBezTo>
                  <a:pt x="465064" y="48453"/>
                  <a:pt x="463271" y="48847"/>
                  <a:pt x="461162" y="49636"/>
                </a:cubicBezTo>
                <a:lnTo>
                  <a:pt x="460055" y="46794"/>
                </a:lnTo>
                <a:lnTo>
                  <a:pt x="481881" y="37957"/>
                </a:lnTo>
                <a:lnTo>
                  <a:pt x="485360" y="37957"/>
                </a:lnTo>
                <a:close/>
                <a:moveTo>
                  <a:pt x="540497" y="37957"/>
                </a:moveTo>
                <a:cubicBezTo>
                  <a:pt x="551463" y="37957"/>
                  <a:pt x="560267" y="42118"/>
                  <a:pt x="566909" y="50439"/>
                </a:cubicBezTo>
                <a:cubicBezTo>
                  <a:pt x="572550" y="57548"/>
                  <a:pt x="575371" y="65711"/>
                  <a:pt x="575371" y="74929"/>
                </a:cubicBezTo>
                <a:cubicBezTo>
                  <a:pt x="575371" y="81407"/>
                  <a:pt x="573815" y="87964"/>
                  <a:pt x="570705" y="94599"/>
                </a:cubicBezTo>
                <a:cubicBezTo>
                  <a:pt x="567595" y="101234"/>
                  <a:pt x="563311" y="106236"/>
                  <a:pt x="557855" y="109607"/>
                </a:cubicBezTo>
                <a:cubicBezTo>
                  <a:pt x="552398" y="112978"/>
                  <a:pt x="546323" y="114663"/>
                  <a:pt x="539627" y="114663"/>
                </a:cubicBezTo>
                <a:cubicBezTo>
                  <a:pt x="528715" y="114663"/>
                  <a:pt x="520042" y="110318"/>
                  <a:pt x="513611" y="101628"/>
                </a:cubicBezTo>
                <a:cubicBezTo>
                  <a:pt x="508181" y="94308"/>
                  <a:pt x="505466" y="86093"/>
                  <a:pt x="505466" y="76982"/>
                </a:cubicBezTo>
                <a:cubicBezTo>
                  <a:pt x="505466" y="70346"/>
                  <a:pt x="507113" y="63750"/>
                  <a:pt x="510408" y="57193"/>
                </a:cubicBezTo>
                <a:cubicBezTo>
                  <a:pt x="513703" y="50636"/>
                  <a:pt x="518039" y="45791"/>
                  <a:pt x="523416" y="42658"/>
                </a:cubicBezTo>
                <a:cubicBezTo>
                  <a:pt x="528794" y="39524"/>
                  <a:pt x="534487" y="37957"/>
                  <a:pt x="540497" y="37957"/>
                </a:cubicBezTo>
                <a:moveTo>
                  <a:pt x="538046" y="43177"/>
                </a:moveTo>
                <a:cubicBezTo>
                  <a:pt x="535252" y="43177"/>
                  <a:pt x="532444" y="44006"/>
                  <a:pt x="529624" y="45665"/>
                </a:cubicBezTo>
                <a:cubicBezTo>
                  <a:pt x="526804" y="47324"/>
                  <a:pt x="524523" y="50233"/>
                  <a:pt x="522784" y="54393"/>
                </a:cubicBezTo>
                <a:cubicBezTo>
                  <a:pt x="521044" y="58553"/>
                  <a:pt x="520174" y="63897"/>
                  <a:pt x="520174" y="70426"/>
                </a:cubicBezTo>
                <a:cubicBezTo>
                  <a:pt x="520174" y="80957"/>
                  <a:pt x="522270" y="90040"/>
                  <a:pt x="526461" y="97676"/>
                </a:cubicBezTo>
                <a:cubicBezTo>
                  <a:pt x="530652" y="105310"/>
                  <a:pt x="536174" y="109128"/>
                  <a:pt x="543028" y="109128"/>
                </a:cubicBezTo>
                <a:cubicBezTo>
                  <a:pt x="548141" y="109128"/>
                  <a:pt x="552359" y="107021"/>
                  <a:pt x="555680" y="102809"/>
                </a:cubicBezTo>
                <a:cubicBezTo>
                  <a:pt x="559001" y="98596"/>
                  <a:pt x="560662" y="91356"/>
                  <a:pt x="560662" y="81090"/>
                </a:cubicBezTo>
                <a:cubicBezTo>
                  <a:pt x="560662" y="68241"/>
                  <a:pt x="557894" y="58131"/>
                  <a:pt x="552359" y="50758"/>
                </a:cubicBezTo>
                <a:cubicBezTo>
                  <a:pt x="548616" y="45704"/>
                  <a:pt x="543845" y="43177"/>
                  <a:pt x="538046" y="43177"/>
                </a:cubicBezTo>
                <a:close/>
                <a:moveTo>
                  <a:pt x="607160" y="53299"/>
                </a:moveTo>
                <a:cubicBezTo>
                  <a:pt x="615648" y="43071"/>
                  <a:pt x="623740" y="37957"/>
                  <a:pt x="631437" y="37957"/>
                </a:cubicBezTo>
                <a:cubicBezTo>
                  <a:pt x="635391" y="37957"/>
                  <a:pt x="638791" y="38944"/>
                  <a:pt x="641638" y="40918"/>
                </a:cubicBezTo>
                <a:cubicBezTo>
                  <a:pt x="644485" y="42890"/>
                  <a:pt x="646752" y="46138"/>
                  <a:pt x="648439" y="50662"/>
                </a:cubicBezTo>
                <a:cubicBezTo>
                  <a:pt x="649598" y="53817"/>
                  <a:pt x="650178" y="58656"/>
                  <a:pt x="650178" y="65180"/>
                </a:cubicBezTo>
                <a:lnTo>
                  <a:pt x="650178" y="96030"/>
                </a:lnTo>
                <a:cubicBezTo>
                  <a:pt x="650178" y="100607"/>
                  <a:pt x="650547" y="103711"/>
                  <a:pt x="651285" y="105342"/>
                </a:cubicBezTo>
                <a:cubicBezTo>
                  <a:pt x="651865" y="106656"/>
                  <a:pt x="652801" y="107682"/>
                  <a:pt x="654093" y="108418"/>
                </a:cubicBezTo>
                <a:cubicBezTo>
                  <a:pt x="655384" y="109155"/>
                  <a:pt x="657770" y="109523"/>
                  <a:pt x="661249" y="109523"/>
                </a:cubicBezTo>
                <a:lnTo>
                  <a:pt x="661249" y="112449"/>
                </a:lnTo>
                <a:lnTo>
                  <a:pt x="625427" y="112449"/>
                </a:lnTo>
                <a:lnTo>
                  <a:pt x="625427" y="109523"/>
                </a:lnTo>
                <a:lnTo>
                  <a:pt x="626929" y="109523"/>
                </a:lnTo>
                <a:cubicBezTo>
                  <a:pt x="630303" y="109523"/>
                  <a:pt x="632663" y="109011"/>
                  <a:pt x="634007" y="107988"/>
                </a:cubicBezTo>
                <a:cubicBezTo>
                  <a:pt x="635351" y="106965"/>
                  <a:pt x="636287" y="105458"/>
                  <a:pt x="636814" y="103466"/>
                </a:cubicBezTo>
                <a:cubicBezTo>
                  <a:pt x="637025" y="102679"/>
                  <a:pt x="637131" y="100213"/>
                  <a:pt x="637131" y="96070"/>
                </a:cubicBezTo>
                <a:lnTo>
                  <a:pt x="637131" y="66566"/>
                </a:lnTo>
                <a:cubicBezTo>
                  <a:pt x="637131" y="60011"/>
                  <a:pt x="636274" y="55252"/>
                  <a:pt x="634560" y="52288"/>
                </a:cubicBezTo>
                <a:cubicBezTo>
                  <a:pt x="632847" y="49324"/>
                  <a:pt x="629961" y="47842"/>
                  <a:pt x="625901" y="47842"/>
                </a:cubicBezTo>
                <a:cubicBezTo>
                  <a:pt x="619628" y="47842"/>
                  <a:pt x="613381" y="51252"/>
                  <a:pt x="607160" y="58070"/>
                </a:cubicBezTo>
                <a:lnTo>
                  <a:pt x="607160" y="96070"/>
                </a:lnTo>
                <a:cubicBezTo>
                  <a:pt x="607160" y="100948"/>
                  <a:pt x="607450" y="103964"/>
                  <a:pt x="608030" y="105117"/>
                </a:cubicBezTo>
                <a:cubicBezTo>
                  <a:pt x="608768" y="106637"/>
                  <a:pt x="609783" y="107752"/>
                  <a:pt x="611074" y="108460"/>
                </a:cubicBezTo>
                <a:cubicBezTo>
                  <a:pt x="612366" y="109169"/>
                  <a:pt x="614989" y="109523"/>
                  <a:pt x="618943" y="109523"/>
                </a:cubicBezTo>
                <a:lnTo>
                  <a:pt x="618943" y="112449"/>
                </a:lnTo>
                <a:lnTo>
                  <a:pt x="583120" y="112449"/>
                </a:lnTo>
                <a:lnTo>
                  <a:pt x="583120" y="109523"/>
                </a:lnTo>
                <a:lnTo>
                  <a:pt x="584702" y="109523"/>
                </a:lnTo>
                <a:cubicBezTo>
                  <a:pt x="588392" y="109523"/>
                  <a:pt x="590883" y="108590"/>
                  <a:pt x="592175" y="106723"/>
                </a:cubicBezTo>
                <a:cubicBezTo>
                  <a:pt x="593466" y="104855"/>
                  <a:pt x="594112" y="101291"/>
                  <a:pt x="594112" y="96030"/>
                </a:cubicBezTo>
                <a:lnTo>
                  <a:pt x="594112" y="69203"/>
                </a:lnTo>
                <a:cubicBezTo>
                  <a:pt x="594112" y="60524"/>
                  <a:pt x="593914" y="55238"/>
                  <a:pt x="593519" y="53346"/>
                </a:cubicBezTo>
                <a:cubicBezTo>
                  <a:pt x="593124" y="51451"/>
                  <a:pt x="592517" y="50162"/>
                  <a:pt x="591700" y="49478"/>
                </a:cubicBezTo>
                <a:cubicBezTo>
                  <a:pt x="590883" y="48794"/>
                  <a:pt x="589789" y="48453"/>
                  <a:pt x="588418" y="48453"/>
                </a:cubicBezTo>
                <a:cubicBezTo>
                  <a:pt x="586942" y="48453"/>
                  <a:pt x="585176" y="48847"/>
                  <a:pt x="583120" y="49636"/>
                </a:cubicBezTo>
                <a:lnTo>
                  <a:pt x="581934" y="46794"/>
                </a:lnTo>
                <a:lnTo>
                  <a:pt x="603760" y="37957"/>
                </a:lnTo>
                <a:lnTo>
                  <a:pt x="607160" y="37957"/>
                </a:lnTo>
                <a:lnTo>
                  <a:pt x="607160" y="53299"/>
                </a:lnTo>
                <a:close/>
                <a:moveTo>
                  <a:pt x="713836" y="37957"/>
                </a:moveTo>
                <a:lnTo>
                  <a:pt x="713836" y="62472"/>
                </a:lnTo>
                <a:lnTo>
                  <a:pt x="711227" y="62472"/>
                </a:lnTo>
                <a:cubicBezTo>
                  <a:pt x="709223" y="54783"/>
                  <a:pt x="706653" y="49553"/>
                  <a:pt x="703516" y="46782"/>
                </a:cubicBezTo>
                <a:cubicBezTo>
                  <a:pt x="700380" y="44009"/>
                  <a:pt x="696386" y="42623"/>
                  <a:pt x="691536" y="42623"/>
                </a:cubicBezTo>
                <a:cubicBezTo>
                  <a:pt x="687846" y="42623"/>
                  <a:pt x="684867" y="43597"/>
                  <a:pt x="682600" y="45546"/>
                </a:cubicBezTo>
                <a:cubicBezTo>
                  <a:pt x="680333" y="47494"/>
                  <a:pt x="679200" y="49653"/>
                  <a:pt x="679200" y="52023"/>
                </a:cubicBezTo>
                <a:cubicBezTo>
                  <a:pt x="679200" y="54972"/>
                  <a:pt x="680043" y="57500"/>
                  <a:pt x="681730" y="59605"/>
                </a:cubicBezTo>
                <a:cubicBezTo>
                  <a:pt x="683365" y="61765"/>
                  <a:pt x="686686" y="64056"/>
                  <a:pt x="691694" y="66477"/>
                </a:cubicBezTo>
                <a:lnTo>
                  <a:pt x="703240" y="72087"/>
                </a:lnTo>
                <a:cubicBezTo>
                  <a:pt x="713942" y="77300"/>
                  <a:pt x="719293" y="84172"/>
                  <a:pt x="719293" y="92704"/>
                </a:cubicBezTo>
                <a:cubicBezTo>
                  <a:pt x="719293" y="99286"/>
                  <a:pt x="716802" y="104591"/>
                  <a:pt x="711820" y="108621"/>
                </a:cubicBezTo>
                <a:cubicBezTo>
                  <a:pt x="706838" y="112649"/>
                  <a:pt x="701263" y="114663"/>
                  <a:pt x="695095" y="114663"/>
                </a:cubicBezTo>
                <a:cubicBezTo>
                  <a:pt x="690666" y="114663"/>
                  <a:pt x="685605" y="113872"/>
                  <a:pt x="679912" y="112291"/>
                </a:cubicBezTo>
                <a:cubicBezTo>
                  <a:pt x="678172" y="111764"/>
                  <a:pt x="676749" y="111500"/>
                  <a:pt x="675641" y="111500"/>
                </a:cubicBezTo>
                <a:cubicBezTo>
                  <a:pt x="674429" y="111500"/>
                  <a:pt x="673480" y="112185"/>
                  <a:pt x="672795" y="113556"/>
                </a:cubicBezTo>
                <a:lnTo>
                  <a:pt x="670185" y="113556"/>
                </a:lnTo>
                <a:lnTo>
                  <a:pt x="670185" y="87618"/>
                </a:lnTo>
                <a:lnTo>
                  <a:pt x="672795" y="87618"/>
                </a:lnTo>
                <a:cubicBezTo>
                  <a:pt x="674271" y="95025"/>
                  <a:pt x="677091" y="100607"/>
                  <a:pt x="681256" y="104363"/>
                </a:cubicBezTo>
                <a:cubicBezTo>
                  <a:pt x="685421" y="108119"/>
                  <a:pt x="690086" y="109997"/>
                  <a:pt x="695253" y="109997"/>
                </a:cubicBezTo>
                <a:cubicBezTo>
                  <a:pt x="698890" y="109997"/>
                  <a:pt x="701856" y="108932"/>
                  <a:pt x="704149" y="106800"/>
                </a:cubicBezTo>
                <a:cubicBezTo>
                  <a:pt x="706442" y="104666"/>
                  <a:pt x="707589" y="102099"/>
                  <a:pt x="707589" y="99097"/>
                </a:cubicBezTo>
                <a:cubicBezTo>
                  <a:pt x="707589" y="95463"/>
                  <a:pt x="706311" y="92408"/>
                  <a:pt x="703754" y="89934"/>
                </a:cubicBezTo>
                <a:cubicBezTo>
                  <a:pt x="701197" y="87459"/>
                  <a:pt x="696096" y="84327"/>
                  <a:pt x="688452" y="80536"/>
                </a:cubicBezTo>
                <a:cubicBezTo>
                  <a:pt x="680808" y="76744"/>
                  <a:pt x="675800" y="73320"/>
                  <a:pt x="673427" y="70266"/>
                </a:cubicBezTo>
                <a:cubicBezTo>
                  <a:pt x="671055" y="67264"/>
                  <a:pt x="669869" y="63472"/>
                  <a:pt x="669869" y="58891"/>
                </a:cubicBezTo>
                <a:cubicBezTo>
                  <a:pt x="669869" y="52940"/>
                  <a:pt x="671912" y="47964"/>
                  <a:pt x="675997" y="43962"/>
                </a:cubicBezTo>
                <a:cubicBezTo>
                  <a:pt x="680083" y="39959"/>
                  <a:pt x="685368" y="37957"/>
                  <a:pt x="691852" y="37957"/>
                </a:cubicBezTo>
                <a:cubicBezTo>
                  <a:pt x="694699" y="37957"/>
                  <a:pt x="698152" y="38564"/>
                  <a:pt x="702212" y="39776"/>
                </a:cubicBezTo>
                <a:cubicBezTo>
                  <a:pt x="704900" y="40567"/>
                  <a:pt x="706693" y="40962"/>
                  <a:pt x="707589" y="40962"/>
                </a:cubicBezTo>
                <a:cubicBezTo>
                  <a:pt x="708432" y="40962"/>
                  <a:pt x="709091" y="40778"/>
                  <a:pt x="709566" y="40409"/>
                </a:cubicBezTo>
                <a:cubicBezTo>
                  <a:pt x="710040" y="40040"/>
                  <a:pt x="710594" y="39223"/>
                  <a:pt x="711227" y="37957"/>
                </a:cubicBezTo>
                <a:lnTo>
                  <a:pt x="713836" y="379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71647D-761D-4117-B6A8-61CA61BE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82" y="2510905"/>
            <a:ext cx="619181" cy="331178"/>
          </a:xfrm>
          <a:custGeom xmlns:a="http://schemas.openxmlformats.org/drawingml/2006/main">
            <a:pathLst>
              <a:path w="619181" h="331178">
                <a:moveTo>
                  <a:pt x="0" y="0"/>
                </a:moveTo>
                <a:cubicBezTo>
                  <a:pt x="0" y="26130"/>
                  <a:pt x="138608" y="47311"/>
                  <a:pt x="309590" y="47311"/>
                </a:cubicBezTo>
                <a:cubicBezTo>
                  <a:pt x="480572" y="47311"/>
                  <a:pt x="619181" y="26130"/>
                  <a:pt x="619181" y="0"/>
                </a:cubicBezTo>
                <a:lnTo>
                  <a:pt x="619181" y="283867"/>
                </a:lnTo>
                <a:cubicBezTo>
                  <a:pt x="619181" y="309996"/>
                  <a:pt x="480572" y="331178"/>
                  <a:pt x="309590" y="331178"/>
                </a:cubicBezTo>
                <a:cubicBezTo>
                  <a:pt x="138608" y="331178"/>
                  <a:pt x="0" y="309996"/>
                  <a:pt x="0" y="283867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614DEB-0199-483D-B154-0D3EBA34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82" y="2463594"/>
            <a:ext cx="619181" cy="94623"/>
          </a:xfrm>
          <a:custGeom xmlns:a="http://schemas.openxmlformats.org/drawingml/2006/main">
            <a:pathLst>
              <a:path w="619181" h="94623">
                <a:moveTo>
                  <a:pt x="0" y="47311"/>
                </a:moveTo>
                <a:cubicBezTo>
                  <a:pt x="0" y="21183"/>
                  <a:pt x="138608" y="0"/>
                  <a:pt x="309590" y="0"/>
                </a:cubicBezTo>
                <a:cubicBezTo>
                  <a:pt x="480572" y="0"/>
                  <a:pt x="619181" y="21183"/>
                  <a:pt x="619181" y="47311"/>
                </a:cubicBezTo>
                <a:cubicBezTo>
                  <a:pt x="619181" y="73441"/>
                  <a:pt x="480572" y="94623"/>
                  <a:pt x="309590" y="94623"/>
                </a:cubicBezTo>
                <a:cubicBezTo>
                  <a:pt x="138608" y="94623"/>
                  <a:pt x="0" y="73441"/>
                  <a:pt x="0" y="47311"/>
                </a:cubicBez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116CCB-E4EA-45CF-BAC2-C62A389A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82" y="2463594"/>
            <a:ext cx="619181" cy="378490"/>
          </a:xfrm>
          <a:custGeom xmlns:a="http://schemas.openxmlformats.org/drawingml/2006/main">
            <a:pathLst>
              <a:path w="619181" h="378490" fill="none">
                <a:moveTo>
                  <a:pt x="619181" y="47311"/>
                </a:moveTo>
                <a:cubicBezTo>
                  <a:pt x="619181" y="73441"/>
                  <a:pt x="480573" y="94623"/>
                  <a:pt x="309590" y="94623"/>
                </a:cubicBezTo>
                <a:cubicBezTo>
                  <a:pt x="138608" y="94623"/>
                  <a:pt x="0" y="73441"/>
                  <a:pt x="0" y="47311"/>
                </a:cubicBezTo>
                <a:cubicBezTo>
                  <a:pt x="0" y="21182"/>
                  <a:pt x="138608" y="0"/>
                  <a:pt x="309590" y="0"/>
                </a:cubicBezTo>
                <a:cubicBezTo>
                  <a:pt x="480573" y="0"/>
                  <a:pt x="619181" y="21182"/>
                  <a:pt x="619181" y="47311"/>
                </a:cubicBezTo>
                <a:lnTo>
                  <a:pt x="619181" y="331178"/>
                </a:lnTo>
                <a:cubicBezTo>
                  <a:pt x="619181" y="357308"/>
                  <a:pt x="480573" y="378490"/>
                  <a:pt x="309590" y="378490"/>
                </a:cubicBezTo>
                <a:cubicBezTo>
                  <a:pt x="138608" y="378490"/>
                  <a:pt x="0" y="357308"/>
                  <a:pt x="0" y="331178"/>
                </a:cubicBezTo>
                <a:lnTo>
                  <a:pt x="0" y="47311"/>
                </a:lnTo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2F528F"/>
            </a:solidFill>
            <a:miter/>
          </a:ln>
        </p:spPr>
      </p:sp>
      <p:sp>
        <p:nvSpPr>
          <p:cNvPr id="91" name="Text TrainingSet">
            <a:extLst xmlns:a="http://schemas.openxmlformats.org/drawingml/2006/main">
              <a:ext uri="{FF2B5EF4-FFF2-40B4-BE49-F238E27FC236}">
                <a16:creationId xmlns:a16="http://schemas.microsoft.com/office/drawing/2014/main" id="{6DE83055-5C9D-4410-9E9F-956F3B3F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0" y="2951945"/>
            <a:ext cx="848450" cy="144555"/>
          </a:xfrm>
          <a:custGeom xmlns:a="http://schemas.openxmlformats.org/drawingml/2006/main">
            <a:pathLst>
              <a:path w="848450" h="144555">
                <a:moveTo>
                  <a:pt x="96317" y="2372"/>
                </a:moveTo>
                <a:lnTo>
                  <a:pt x="96317" y="31473"/>
                </a:lnTo>
                <a:lnTo>
                  <a:pt x="93470" y="31473"/>
                </a:lnTo>
                <a:cubicBezTo>
                  <a:pt x="91783" y="24755"/>
                  <a:pt x="89912" y="19928"/>
                  <a:pt x="87856" y="16992"/>
                </a:cubicBezTo>
                <a:cubicBezTo>
                  <a:pt x="85800" y="14056"/>
                  <a:pt x="82979" y="11715"/>
                  <a:pt x="79394" y="9969"/>
                </a:cubicBezTo>
                <a:cubicBezTo>
                  <a:pt x="77391" y="9017"/>
                  <a:pt x="73885" y="8540"/>
                  <a:pt x="68877" y="8540"/>
                </a:cubicBezTo>
                <a:lnTo>
                  <a:pt x="60890" y="8540"/>
                </a:lnTo>
                <a:lnTo>
                  <a:pt x="60890" y="91256"/>
                </a:lnTo>
                <a:cubicBezTo>
                  <a:pt x="60890" y="96767"/>
                  <a:pt x="61193" y="100212"/>
                  <a:pt x="61799" y="101590"/>
                </a:cubicBezTo>
                <a:cubicBezTo>
                  <a:pt x="62406" y="102968"/>
                  <a:pt x="63592" y="104173"/>
                  <a:pt x="65358" y="105206"/>
                </a:cubicBezTo>
                <a:cubicBezTo>
                  <a:pt x="67124" y="106239"/>
                  <a:pt x="69536" y="106755"/>
                  <a:pt x="72594" y="106755"/>
                </a:cubicBezTo>
                <a:lnTo>
                  <a:pt x="76152" y="106755"/>
                </a:lnTo>
                <a:lnTo>
                  <a:pt x="76152" y="109602"/>
                </a:lnTo>
                <a:lnTo>
                  <a:pt x="20007" y="109602"/>
                </a:lnTo>
                <a:lnTo>
                  <a:pt x="20007" y="106755"/>
                </a:lnTo>
                <a:lnTo>
                  <a:pt x="23565" y="106755"/>
                </a:lnTo>
                <a:cubicBezTo>
                  <a:pt x="26676" y="106755"/>
                  <a:pt x="29180" y="106199"/>
                  <a:pt x="31078" y="105087"/>
                </a:cubicBezTo>
                <a:cubicBezTo>
                  <a:pt x="32448" y="104344"/>
                  <a:pt x="33529" y="103072"/>
                  <a:pt x="34320" y="101272"/>
                </a:cubicBezTo>
                <a:cubicBezTo>
                  <a:pt x="34900" y="100000"/>
                  <a:pt x="35190" y="96661"/>
                  <a:pt x="35190" y="91256"/>
                </a:cubicBezTo>
                <a:lnTo>
                  <a:pt x="35190" y="8540"/>
                </a:lnTo>
                <a:lnTo>
                  <a:pt x="27440" y="8540"/>
                </a:lnTo>
                <a:cubicBezTo>
                  <a:pt x="20218" y="8540"/>
                  <a:pt x="14972" y="10074"/>
                  <a:pt x="11704" y="13142"/>
                </a:cubicBezTo>
                <a:cubicBezTo>
                  <a:pt x="7117" y="17427"/>
                  <a:pt x="4217" y="23537"/>
                  <a:pt x="3005" y="31473"/>
                </a:cubicBezTo>
                <a:lnTo>
                  <a:pt x="0" y="31473"/>
                </a:lnTo>
                <a:lnTo>
                  <a:pt x="0" y="2372"/>
                </a:lnTo>
                <a:lnTo>
                  <a:pt x="96317" y="2372"/>
                </a:lnTo>
                <a:close/>
                <a:moveTo>
                  <a:pt x="126243" y="35585"/>
                </a:moveTo>
                <a:lnTo>
                  <a:pt x="126243" y="52350"/>
                </a:lnTo>
                <a:cubicBezTo>
                  <a:pt x="131146" y="44705"/>
                  <a:pt x="135443" y="39631"/>
                  <a:pt x="139133" y="37127"/>
                </a:cubicBezTo>
                <a:cubicBezTo>
                  <a:pt x="142823" y="34623"/>
                  <a:pt x="146382" y="33371"/>
                  <a:pt x="149808" y="33371"/>
                </a:cubicBezTo>
                <a:cubicBezTo>
                  <a:pt x="152761" y="33371"/>
                  <a:pt x="155120" y="34284"/>
                  <a:pt x="156886" y="36109"/>
                </a:cubicBezTo>
                <a:cubicBezTo>
                  <a:pt x="158652" y="37934"/>
                  <a:pt x="159535" y="40513"/>
                  <a:pt x="159535" y="43846"/>
                </a:cubicBezTo>
                <a:cubicBezTo>
                  <a:pt x="159535" y="47392"/>
                  <a:pt x="158678" y="50144"/>
                  <a:pt x="156965" y="52102"/>
                </a:cubicBezTo>
                <a:cubicBezTo>
                  <a:pt x="155252" y="54060"/>
                  <a:pt x="153182" y="55038"/>
                  <a:pt x="150757" y="55038"/>
                </a:cubicBezTo>
                <a:cubicBezTo>
                  <a:pt x="147963" y="55038"/>
                  <a:pt x="145538" y="54142"/>
                  <a:pt x="143482" y="52350"/>
                </a:cubicBezTo>
                <a:cubicBezTo>
                  <a:pt x="141426" y="50557"/>
                  <a:pt x="140214" y="49556"/>
                  <a:pt x="139845" y="49345"/>
                </a:cubicBezTo>
                <a:cubicBezTo>
                  <a:pt x="139317" y="49028"/>
                  <a:pt x="138711" y="48870"/>
                  <a:pt x="138026" y="48870"/>
                </a:cubicBezTo>
                <a:cubicBezTo>
                  <a:pt x="136497" y="48870"/>
                  <a:pt x="135047" y="49450"/>
                  <a:pt x="133677" y="50610"/>
                </a:cubicBezTo>
                <a:cubicBezTo>
                  <a:pt x="131515" y="52402"/>
                  <a:pt x="129881" y="54959"/>
                  <a:pt x="128774" y="58280"/>
                </a:cubicBezTo>
                <a:cubicBezTo>
                  <a:pt x="127087" y="63394"/>
                  <a:pt x="126243" y="69035"/>
                  <a:pt x="126243" y="75203"/>
                </a:cubicBezTo>
                <a:lnTo>
                  <a:pt x="126243" y="92205"/>
                </a:lnTo>
                <a:lnTo>
                  <a:pt x="126322" y="96633"/>
                </a:lnTo>
                <a:cubicBezTo>
                  <a:pt x="126322" y="99638"/>
                  <a:pt x="126507" y="101562"/>
                  <a:pt x="126876" y="102406"/>
                </a:cubicBezTo>
                <a:cubicBezTo>
                  <a:pt x="127508" y="103829"/>
                  <a:pt x="128444" y="104871"/>
                  <a:pt x="129683" y="105530"/>
                </a:cubicBezTo>
                <a:cubicBezTo>
                  <a:pt x="130922" y="106189"/>
                  <a:pt x="133018" y="106597"/>
                  <a:pt x="135970" y="106755"/>
                </a:cubicBezTo>
                <a:lnTo>
                  <a:pt x="135970" y="109602"/>
                </a:lnTo>
                <a:lnTo>
                  <a:pt x="96035" y="109602"/>
                </a:lnTo>
                <a:lnTo>
                  <a:pt x="96035" y="106755"/>
                </a:lnTo>
                <a:cubicBezTo>
                  <a:pt x="99251" y="106492"/>
                  <a:pt x="101426" y="105609"/>
                  <a:pt x="102559" y="104106"/>
                </a:cubicBezTo>
                <a:cubicBezTo>
                  <a:pt x="103693" y="102604"/>
                  <a:pt x="104260" y="98637"/>
                  <a:pt x="104260" y="92205"/>
                </a:cubicBezTo>
                <a:lnTo>
                  <a:pt x="104260" y="51243"/>
                </a:lnTo>
                <a:cubicBezTo>
                  <a:pt x="104260" y="46999"/>
                  <a:pt x="104049" y="44294"/>
                  <a:pt x="103627" y="43127"/>
                </a:cubicBezTo>
                <a:cubicBezTo>
                  <a:pt x="103100" y="41641"/>
                  <a:pt x="102335" y="40554"/>
                  <a:pt x="101334" y="39865"/>
                </a:cubicBezTo>
                <a:cubicBezTo>
                  <a:pt x="100332" y="39175"/>
                  <a:pt x="98566" y="38697"/>
                  <a:pt x="96035" y="38432"/>
                </a:cubicBezTo>
                <a:lnTo>
                  <a:pt x="96035" y="35585"/>
                </a:lnTo>
                <a:lnTo>
                  <a:pt x="126243" y="35585"/>
                </a:lnTo>
                <a:close/>
                <a:moveTo>
                  <a:pt x="208061" y="98689"/>
                </a:moveTo>
                <a:cubicBezTo>
                  <a:pt x="199046" y="106703"/>
                  <a:pt x="190954" y="110709"/>
                  <a:pt x="183784" y="110709"/>
                </a:cubicBezTo>
                <a:cubicBezTo>
                  <a:pt x="179567" y="110709"/>
                  <a:pt x="176061" y="109321"/>
                  <a:pt x="173267" y="106545"/>
                </a:cubicBezTo>
                <a:cubicBezTo>
                  <a:pt x="170473" y="103768"/>
                  <a:pt x="169076" y="100290"/>
                  <a:pt x="169076" y="96112"/>
                </a:cubicBezTo>
                <a:cubicBezTo>
                  <a:pt x="169076" y="90451"/>
                  <a:pt x="171501" y="85360"/>
                  <a:pt x="176351" y="80837"/>
                </a:cubicBezTo>
                <a:cubicBezTo>
                  <a:pt x="181201" y="76315"/>
                  <a:pt x="191771" y="70299"/>
                  <a:pt x="208061" y="62788"/>
                </a:cubicBezTo>
                <a:lnTo>
                  <a:pt x="208061" y="55355"/>
                </a:lnTo>
                <a:cubicBezTo>
                  <a:pt x="208061" y="49766"/>
                  <a:pt x="207758" y="46247"/>
                  <a:pt x="207152" y="44798"/>
                </a:cubicBezTo>
                <a:cubicBezTo>
                  <a:pt x="206546" y="43348"/>
                  <a:pt x="205399" y="42083"/>
                  <a:pt x="203712" y="41002"/>
                </a:cubicBezTo>
                <a:cubicBezTo>
                  <a:pt x="202025" y="39921"/>
                  <a:pt x="200127" y="39381"/>
                  <a:pt x="198018" y="39381"/>
                </a:cubicBezTo>
                <a:cubicBezTo>
                  <a:pt x="194592" y="39381"/>
                  <a:pt x="191771" y="40145"/>
                  <a:pt x="189557" y="41674"/>
                </a:cubicBezTo>
                <a:cubicBezTo>
                  <a:pt x="188186" y="42623"/>
                  <a:pt x="187501" y="43730"/>
                  <a:pt x="187501" y="44995"/>
                </a:cubicBezTo>
                <a:cubicBezTo>
                  <a:pt x="187501" y="46102"/>
                  <a:pt x="188239" y="47473"/>
                  <a:pt x="189715" y="49107"/>
                </a:cubicBezTo>
                <a:cubicBezTo>
                  <a:pt x="191718" y="51374"/>
                  <a:pt x="192720" y="53562"/>
                  <a:pt x="192720" y="55671"/>
                </a:cubicBezTo>
                <a:cubicBezTo>
                  <a:pt x="192720" y="58254"/>
                  <a:pt x="191758" y="60455"/>
                  <a:pt x="189834" y="62274"/>
                </a:cubicBezTo>
                <a:cubicBezTo>
                  <a:pt x="187910" y="64093"/>
                  <a:pt x="185392" y="65002"/>
                  <a:pt x="182282" y="65002"/>
                </a:cubicBezTo>
                <a:cubicBezTo>
                  <a:pt x="178961" y="65002"/>
                  <a:pt x="176180" y="64000"/>
                  <a:pt x="173939" y="61997"/>
                </a:cubicBezTo>
                <a:cubicBezTo>
                  <a:pt x="171699" y="59994"/>
                  <a:pt x="170578" y="57648"/>
                  <a:pt x="170578" y="54959"/>
                </a:cubicBezTo>
                <a:cubicBezTo>
                  <a:pt x="170578" y="51163"/>
                  <a:pt x="172081" y="47539"/>
                  <a:pt x="175086" y="44086"/>
                </a:cubicBezTo>
                <a:cubicBezTo>
                  <a:pt x="178091" y="40633"/>
                  <a:pt x="182282" y="37984"/>
                  <a:pt x="187659" y="36139"/>
                </a:cubicBezTo>
                <a:cubicBezTo>
                  <a:pt x="193036" y="34293"/>
                  <a:pt x="198625" y="33371"/>
                  <a:pt x="204424" y="33371"/>
                </a:cubicBezTo>
                <a:cubicBezTo>
                  <a:pt x="211435" y="33371"/>
                  <a:pt x="216984" y="34864"/>
                  <a:pt x="221070" y="37851"/>
                </a:cubicBezTo>
                <a:cubicBezTo>
                  <a:pt x="225155" y="40836"/>
                  <a:pt x="227804" y="44073"/>
                  <a:pt x="229017" y="47560"/>
                </a:cubicBezTo>
                <a:cubicBezTo>
                  <a:pt x="229755" y="49780"/>
                  <a:pt x="230124" y="54878"/>
                  <a:pt x="230124" y="62857"/>
                </a:cubicBezTo>
                <a:lnTo>
                  <a:pt x="230124" y="91629"/>
                </a:lnTo>
                <a:cubicBezTo>
                  <a:pt x="230124" y="95011"/>
                  <a:pt x="230256" y="97139"/>
                  <a:pt x="230519" y="98012"/>
                </a:cubicBezTo>
                <a:cubicBezTo>
                  <a:pt x="230783" y="98884"/>
                  <a:pt x="231178" y="99531"/>
                  <a:pt x="231706" y="99955"/>
                </a:cubicBezTo>
                <a:cubicBezTo>
                  <a:pt x="232233" y="100376"/>
                  <a:pt x="232839" y="100587"/>
                  <a:pt x="233524" y="100587"/>
                </a:cubicBezTo>
                <a:cubicBezTo>
                  <a:pt x="234895" y="100587"/>
                  <a:pt x="236292" y="99612"/>
                  <a:pt x="237715" y="97661"/>
                </a:cubicBezTo>
                <a:lnTo>
                  <a:pt x="240088" y="99559"/>
                </a:lnTo>
                <a:cubicBezTo>
                  <a:pt x="237452" y="103460"/>
                  <a:pt x="234724" y="106294"/>
                  <a:pt x="231903" y="108060"/>
                </a:cubicBezTo>
                <a:cubicBezTo>
                  <a:pt x="229083" y="109826"/>
                  <a:pt x="225880" y="110709"/>
                  <a:pt x="222295" y="110709"/>
                </a:cubicBezTo>
                <a:cubicBezTo>
                  <a:pt x="218078" y="110709"/>
                  <a:pt x="214783" y="109714"/>
                  <a:pt x="212411" y="107724"/>
                </a:cubicBezTo>
                <a:cubicBezTo>
                  <a:pt x="210038" y="105734"/>
                  <a:pt x="208588" y="102722"/>
                  <a:pt x="208061" y="98689"/>
                </a:cubicBezTo>
                <a:moveTo>
                  <a:pt x="208061" y="92838"/>
                </a:moveTo>
                <a:lnTo>
                  <a:pt x="208061" y="68101"/>
                </a:lnTo>
                <a:cubicBezTo>
                  <a:pt x="201682" y="71862"/>
                  <a:pt x="196938" y="75888"/>
                  <a:pt x="193827" y="80180"/>
                </a:cubicBezTo>
                <a:cubicBezTo>
                  <a:pt x="191771" y="83040"/>
                  <a:pt x="190743" y="85927"/>
                  <a:pt x="190743" y="88842"/>
                </a:cubicBezTo>
                <a:cubicBezTo>
                  <a:pt x="190743" y="91278"/>
                  <a:pt x="191613" y="93424"/>
                  <a:pt x="193353" y="95279"/>
                </a:cubicBezTo>
                <a:cubicBezTo>
                  <a:pt x="194671" y="96709"/>
                  <a:pt x="196516" y="97424"/>
                  <a:pt x="198888" y="97424"/>
                </a:cubicBezTo>
                <a:cubicBezTo>
                  <a:pt x="201524" y="97424"/>
                  <a:pt x="204582" y="95895"/>
                  <a:pt x="208061" y="92838"/>
                </a:cubicBezTo>
                <a:close/>
                <a:moveTo>
                  <a:pt x="266025" y="0"/>
                </a:moveTo>
                <a:cubicBezTo>
                  <a:pt x="269452" y="0"/>
                  <a:pt x="272352" y="1203"/>
                  <a:pt x="274724" y="3610"/>
                </a:cubicBezTo>
                <a:cubicBezTo>
                  <a:pt x="277096" y="6016"/>
                  <a:pt x="278282" y="8911"/>
                  <a:pt x="278282" y="12297"/>
                </a:cubicBezTo>
                <a:cubicBezTo>
                  <a:pt x="278282" y="15682"/>
                  <a:pt x="277083" y="18565"/>
                  <a:pt x="274684" y="20946"/>
                </a:cubicBezTo>
                <a:cubicBezTo>
                  <a:pt x="272286" y="23325"/>
                  <a:pt x="269399" y="24514"/>
                  <a:pt x="266025" y="24514"/>
                </a:cubicBezTo>
                <a:cubicBezTo>
                  <a:pt x="262651" y="24514"/>
                  <a:pt x="259778" y="23325"/>
                  <a:pt x="257406" y="20946"/>
                </a:cubicBezTo>
                <a:cubicBezTo>
                  <a:pt x="255034" y="18565"/>
                  <a:pt x="253847" y="15682"/>
                  <a:pt x="253847" y="12297"/>
                </a:cubicBezTo>
                <a:cubicBezTo>
                  <a:pt x="253847" y="8911"/>
                  <a:pt x="255034" y="6016"/>
                  <a:pt x="257406" y="3610"/>
                </a:cubicBezTo>
                <a:cubicBezTo>
                  <a:pt x="259778" y="1203"/>
                  <a:pt x="262651" y="0"/>
                  <a:pt x="266025" y="0"/>
                </a:cubicBezTo>
                <a:moveTo>
                  <a:pt x="277096" y="35585"/>
                </a:moveTo>
                <a:lnTo>
                  <a:pt x="277096" y="94261"/>
                </a:lnTo>
                <a:cubicBezTo>
                  <a:pt x="277096" y="99480"/>
                  <a:pt x="277703" y="102815"/>
                  <a:pt x="278915" y="104264"/>
                </a:cubicBezTo>
                <a:cubicBezTo>
                  <a:pt x="280128" y="105714"/>
                  <a:pt x="282500" y="106544"/>
                  <a:pt x="286032" y="106755"/>
                </a:cubicBezTo>
                <a:lnTo>
                  <a:pt x="286032" y="109602"/>
                </a:lnTo>
                <a:lnTo>
                  <a:pt x="246098" y="109602"/>
                </a:lnTo>
                <a:lnTo>
                  <a:pt x="246098" y="106755"/>
                </a:lnTo>
                <a:cubicBezTo>
                  <a:pt x="249366" y="106650"/>
                  <a:pt x="251791" y="105701"/>
                  <a:pt x="253373" y="103908"/>
                </a:cubicBezTo>
                <a:cubicBezTo>
                  <a:pt x="254427" y="102696"/>
                  <a:pt x="254954" y="99480"/>
                  <a:pt x="254954" y="94261"/>
                </a:cubicBezTo>
                <a:lnTo>
                  <a:pt x="254954" y="51084"/>
                </a:lnTo>
                <a:cubicBezTo>
                  <a:pt x="254954" y="45799"/>
                  <a:pt x="254348" y="42423"/>
                  <a:pt x="253136" y="40955"/>
                </a:cubicBezTo>
                <a:cubicBezTo>
                  <a:pt x="251923" y="39487"/>
                  <a:pt x="249577" y="38646"/>
                  <a:pt x="246098" y="38432"/>
                </a:cubicBezTo>
                <a:lnTo>
                  <a:pt x="246098" y="35585"/>
                </a:lnTo>
                <a:lnTo>
                  <a:pt x="277096" y="35585"/>
                </a:lnTo>
                <a:close/>
                <a:moveTo>
                  <a:pt x="323139" y="35585"/>
                </a:moveTo>
                <a:lnTo>
                  <a:pt x="323139" y="45233"/>
                </a:lnTo>
                <a:cubicBezTo>
                  <a:pt x="326935" y="41093"/>
                  <a:pt x="330573" y="38081"/>
                  <a:pt x="334052" y="36198"/>
                </a:cubicBezTo>
                <a:cubicBezTo>
                  <a:pt x="337531" y="34313"/>
                  <a:pt x="341274" y="33371"/>
                  <a:pt x="345281" y="33371"/>
                </a:cubicBezTo>
                <a:cubicBezTo>
                  <a:pt x="350078" y="33371"/>
                  <a:pt x="354059" y="34704"/>
                  <a:pt x="357222" y="37369"/>
                </a:cubicBezTo>
                <a:cubicBezTo>
                  <a:pt x="360385" y="40035"/>
                  <a:pt x="362494" y="43347"/>
                  <a:pt x="363548" y="47306"/>
                </a:cubicBezTo>
                <a:cubicBezTo>
                  <a:pt x="364392" y="50316"/>
                  <a:pt x="364813" y="56097"/>
                  <a:pt x="364813" y="64649"/>
                </a:cubicBezTo>
                <a:lnTo>
                  <a:pt x="364813" y="93470"/>
                </a:lnTo>
                <a:cubicBezTo>
                  <a:pt x="364813" y="99164"/>
                  <a:pt x="365327" y="102709"/>
                  <a:pt x="366355" y="104106"/>
                </a:cubicBezTo>
                <a:cubicBezTo>
                  <a:pt x="367383" y="105503"/>
                  <a:pt x="369532" y="106386"/>
                  <a:pt x="372800" y="106755"/>
                </a:cubicBezTo>
                <a:lnTo>
                  <a:pt x="372800" y="109602"/>
                </a:lnTo>
                <a:lnTo>
                  <a:pt x="335396" y="109602"/>
                </a:lnTo>
                <a:lnTo>
                  <a:pt x="335396" y="106755"/>
                </a:lnTo>
                <a:cubicBezTo>
                  <a:pt x="338190" y="106386"/>
                  <a:pt x="340194" y="105226"/>
                  <a:pt x="341406" y="103276"/>
                </a:cubicBezTo>
                <a:cubicBezTo>
                  <a:pt x="342250" y="101958"/>
                  <a:pt x="342672" y="98689"/>
                  <a:pt x="342672" y="93470"/>
                </a:cubicBezTo>
                <a:lnTo>
                  <a:pt x="342672" y="60574"/>
                </a:lnTo>
                <a:cubicBezTo>
                  <a:pt x="342672" y="54511"/>
                  <a:pt x="342434" y="50689"/>
                  <a:pt x="341960" y="49107"/>
                </a:cubicBezTo>
                <a:cubicBezTo>
                  <a:pt x="341485" y="47526"/>
                  <a:pt x="340681" y="46300"/>
                  <a:pt x="339548" y="45430"/>
                </a:cubicBezTo>
                <a:cubicBezTo>
                  <a:pt x="338414" y="44560"/>
                  <a:pt x="337162" y="44126"/>
                  <a:pt x="335792" y="44126"/>
                </a:cubicBezTo>
                <a:cubicBezTo>
                  <a:pt x="331258" y="44126"/>
                  <a:pt x="327040" y="47394"/>
                  <a:pt x="323139" y="53931"/>
                </a:cubicBezTo>
                <a:lnTo>
                  <a:pt x="323139" y="93470"/>
                </a:lnTo>
                <a:cubicBezTo>
                  <a:pt x="323139" y="99006"/>
                  <a:pt x="323653" y="102511"/>
                  <a:pt x="324681" y="103988"/>
                </a:cubicBezTo>
                <a:cubicBezTo>
                  <a:pt x="325709" y="105464"/>
                  <a:pt x="327620" y="106386"/>
                  <a:pt x="330414" y="106755"/>
                </a:cubicBezTo>
                <a:lnTo>
                  <a:pt x="330414" y="109602"/>
                </a:lnTo>
                <a:lnTo>
                  <a:pt x="293011" y="109602"/>
                </a:lnTo>
                <a:lnTo>
                  <a:pt x="293011" y="106755"/>
                </a:lnTo>
                <a:cubicBezTo>
                  <a:pt x="296121" y="106439"/>
                  <a:pt x="298335" y="105437"/>
                  <a:pt x="299653" y="103750"/>
                </a:cubicBezTo>
                <a:cubicBezTo>
                  <a:pt x="300549" y="102590"/>
                  <a:pt x="300997" y="99164"/>
                  <a:pt x="300997" y="93470"/>
                </a:cubicBezTo>
                <a:lnTo>
                  <a:pt x="300997" y="51717"/>
                </a:lnTo>
                <a:cubicBezTo>
                  <a:pt x="300997" y="46061"/>
                  <a:pt x="300483" y="42540"/>
                  <a:pt x="299455" y="41153"/>
                </a:cubicBezTo>
                <a:cubicBezTo>
                  <a:pt x="298427" y="39766"/>
                  <a:pt x="296279" y="38859"/>
                  <a:pt x="293011" y="38432"/>
                </a:cubicBezTo>
                <a:lnTo>
                  <a:pt x="293011" y="35585"/>
                </a:lnTo>
                <a:lnTo>
                  <a:pt x="323139" y="35585"/>
                </a:lnTo>
                <a:close/>
                <a:moveTo>
                  <a:pt x="400980" y="0"/>
                </a:moveTo>
                <a:cubicBezTo>
                  <a:pt x="404406" y="0"/>
                  <a:pt x="407306" y="1203"/>
                  <a:pt x="409678" y="3610"/>
                </a:cubicBezTo>
                <a:cubicBezTo>
                  <a:pt x="412051" y="6016"/>
                  <a:pt x="413237" y="8911"/>
                  <a:pt x="413237" y="12297"/>
                </a:cubicBezTo>
                <a:cubicBezTo>
                  <a:pt x="413237" y="15682"/>
                  <a:pt x="412037" y="18565"/>
                  <a:pt x="409639" y="20946"/>
                </a:cubicBezTo>
                <a:cubicBezTo>
                  <a:pt x="407240" y="23325"/>
                  <a:pt x="404354" y="24514"/>
                  <a:pt x="400980" y="24514"/>
                </a:cubicBezTo>
                <a:cubicBezTo>
                  <a:pt x="397606" y="24514"/>
                  <a:pt x="394733" y="23325"/>
                  <a:pt x="392360" y="20946"/>
                </a:cubicBezTo>
                <a:cubicBezTo>
                  <a:pt x="389988" y="18565"/>
                  <a:pt x="388802" y="15682"/>
                  <a:pt x="388802" y="12297"/>
                </a:cubicBezTo>
                <a:cubicBezTo>
                  <a:pt x="388802" y="8911"/>
                  <a:pt x="389988" y="6016"/>
                  <a:pt x="392360" y="3610"/>
                </a:cubicBezTo>
                <a:cubicBezTo>
                  <a:pt x="394733" y="1203"/>
                  <a:pt x="397606" y="0"/>
                  <a:pt x="400980" y="0"/>
                </a:cubicBezTo>
                <a:moveTo>
                  <a:pt x="412051" y="35585"/>
                </a:moveTo>
                <a:lnTo>
                  <a:pt x="412051" y="94261"/>
                </a:lnTo>
                <a:cubicBezTo>
                  <a:pt x="412051" y="99480"/>
                  <a:pt x="412657" y="102815"/>
                  <a:pt x="413869" y="104264"/>
                </a:cubicBezTo>
                <a:cubicBezTo>
                  <a:pt x="415082" y="105714"/>
                  <a:pt x="417454" y="106544"/>
                  <a:pt x="420986" y="106755"/>
                </a:cubicBezTo>
                <a:lnTo>
                  <a:pt x="420986" y="109602"/>
                </a:lnTo>
                <a:lnTo>
                  <a:pt x="381052" y="109602"/>
                </a:lnTo>
                <a:lnTo>
                  <a:pt x="381052" y="106755"/>
                </a:lnTo>
                <a:cubicBezTo>
                  <a:pt x="384321" y="106650"/>
                  <a:pt x="386746" y="105701"/>
                  <a:pt x="388327" y="103908"/>
                </a:cubicBezTo>
                <a:cubicBezTo>
                  <a:pt x="389382" y="102696"/>
                  <a:pt x="389909" y="99480"/>
                  <a:pt x="389909" y="94261"/>
                </a:cubicBezTo>
                <a:lnTo>
                  <a:pt x="389909" y="51084"/>
                </a:lnTo>
                <a:cubicBezTo>
                  <a:pt x="389909" y="45799"/>
                  <a:pt x="389303" y="42423"/>
                  <a:pt x="388090" y="40955"/>
                </a:cubicBezTo>
                <a:cubicBezTo>
                  <a:pt x="386877" y="39487"/>
                  <a:pt x="384532" y="38646"/>
                  <a:pt x="381052" y="38432"/>
                </a:cubicBezTo>
                <a:lnTo>
                  <a:pt x="381052" y="35585"/>
                </a:lnTo>
                <a:lnTo>
                  <a:pt x="412051" y="35585"/>
                </a:lnTo>
                <a:close/>
                <a:moveTo>
                  <a:pt x="458094" y="35585"/>
                </a:moveTo>
                <a:lnTo>
                  <a:pt x="458094" y="45233"/>
                </a:lnTo>
                <a:cubicBezTo>
                  <a:pt x="461889" y="41093"/>
                  <a:pt x="465527" y="38081"/>
                  <a:pt x="469006" y="36198"/>
                </a:cubicBezTo>
                <a:cubicBezTo>
                  <a:pt x="472486" y="34313"/>
                  <a:pt x="476229" y="33371"/>
                  <a:pt x="480235" y="33371"/>
                </a:cubicBezTo>
                <a:cubicBezTo>
                  <a:pt x="485033" y="33371"/>
                  <a:pt x="489013" y="34704"/>
                  <a:pt x="492176" y="37369"/>
                </a:cubicBezTo>
                <a:cubicBezTo>
                  <a:pt x="495339" y="40035"/>
                  <a:pt x="497448" y="43347"/>
                  <a:pt x="498502" y="47306"/>
                </a:cubicBezTo>
                <a:cubicBezTo>
                  <a:pt x="499346" y="50316"/>
                  <a:pt x="499768" y="56097"/>
                  <a:pt x="499768" y="64649"/>
                </a:cubicBezTo>
                <a:lnTo>
                  <a:pt x="499768" y="93470"/>
                </a:lnTo>
                <a:cubicBezTo>
                  <a:pt x="499768" y="99164"/>
                  <a:pt x="500282" y="102709"/>
                  <a:pt x="501310" y="104106"/>
                </a:cubicBezTo>
                <a:cubicBezTo>
                  <a:pt x="502338" y="105503"/>
                  <a:pt x="504486" y="106386"/>
                  <a:pt x="507755" y="106755"/>
                </a:cubicBezTo>
                <a:lnTo>
                  <a:pt x="507755" y="109602"/>
                </a:lnTo>
                <a:lnTo>
                  <a:pt x="470351" y="109602"/>
                </a:lnTo>
                <a:lnTo>
                  <a:pt x="470351" y="106755"/>
                </a:lnTo>
                <a:cubicBezTo>
                  <a:pt x="473145" y="106386"/>
                  <a:pt x="475148" y="105226"/>
                  <a:pt x="476361" y="103276"/>
                </a:cubicBezTo>
                <a:cubicBezTo>
                  <a:pt x="477204" y="101958"/>
                  <a:pt x="477626" y="98689"/>
                  <a:pt x="477626" y="93470"/>
                </a:cubicBezTo>
                <a:lnTo>
                  <a:pt x="477626" y="60574"/>
                </a:lnTo>
                <a:cubicBezTo>
                  <a:pt x="477626" y="54511"/>
                  <a:pt x="477389" y="50689"/>
                  <a:pt x="476914" y="49107"/>
                </a:cubicBezTo>
                <a:cubicBezTo>
                  <a:pt x="476440" y="47526"/>
                  <a:pt x="475636" y="46300"/>
                  <a:pt x="474502" y="45430"/>
                </a:cubicBezTo>
                <a:cubicBezTo>
                  <a:pt x="473369" y="44560"/>
                  <a:pt x="472117" y="44126"/>
                  <a:pt x="470746" y="44126"/>
                </a:cubicBezTo>
                <a:cubicBezTo>
                  <a:pt x="466212" y="44126"/>
                  <a:pt x="461995" y="47394"/>
                  <a:pt x="458094" y="53931"/>
                </a:cubicBezTo>
                <a:lnTo>
                  <a:pt x="458094" y="93470"/>
                </a:lnTo>
                <a:cubicBezTo>
                  <a:pt x="458094" y="99006"/>
                  <a:pt x="458608" y="102511"/>
                  <a:pt x="459636" y="103988"/>
                </a:cubicBezTo>
                <a:cubicBezTo>
                  <a:pt x="460664" y="105464"/>
                  <a:pt x="462575" y="106386"/>
                  <a:pt x="465369" y="106755"/>
                </a:cubicBezTo>
                <a:lnTo>
                  <a:pt x="465369" y="109602"/>
                </a:lnTo>
                <a:lnTo>
                  <a:pt x="427965" y="109602"/>
                </a:lnTo>
                <a:lnTo>
                  <a:pt x="427965" y="106755"/>
                </a:lnTo>
                <a:cubicBezTo>
                  <a:pt x="431075" y="106439"/>
                  <a:pt x="433289" y="105437"/>
                  <a:pt x="434607" y="103750"/>
                </a:cubicBezTo>
                <a:cubicBezTo>
                  <a:pt x="435504" y="102590"/>
                  <a:pt x="435952" y="99164"/>
                  <a:pt x="435952" y="93470"/>
                </a:cubicBezTo>
                <a:lnTo>
                  <a:pt x="435952" y="51717"/>
                </a:lnTo>
                <a:cubicBezTo>
                  <a:pt x="435952" y="46061"/>
                  <a:pt x="435438" y="42540"/>
                  <a:pt x="434410" y="41153"/>
                </a:cubicBezTo>
                <a:cubicBezTo>
                  <a:pt x="433382" y="39766"/>
                  <a:pt x="431233" y="38859"/>
                  <a:pt x="427965" y="38432"/>
                </a:cubicBezTo>
                <a:lnTo>
                  <a:pt x="427965" y="35585"/>
                </a:lnTo>
                <a:lnTo>
                  <a:pt x="458094" y="35585"/>
                </a:lnTo>
                <a:close/>
                <a:moveTo>
                  <a:pt x="565588" y="36534"/>
                </a:moveTo>
                <a:lnTo>
                  <a:pt x="590498" y="36534"/>
                </a:lnTo>
                <a:lnTo>
                  <a:pt x="590498" y="45233"/>
                </a:lnTo>
                <a:lnTo>
                  <a:pt x="576343" y="45233"/>
                </a:lnTo>
                <a:cubicBezTo>
                  <a:pt x="578926" y="47816"/>
                  <a:pt x="580719" y="50162"/>
                  <a:pt x="581720" y="52271"/>
                </a:cubicBezTo>
                <a:cubicBezTo>
                  <a:pt x="582985" y="55117"/>
                  <a:pt x="583618" y="58096"/>
                  <a:pt x="583618" y="61206"/>
                </a:cubicBezTo>
                <a:cubicBezTo>
                  <a:pt x="583618" y="66478"/>
                  <a:pt x="582155" y="71052"/>
                  <a:pt x="579229" y="74926"/>
                </a:cubicBezTo>
                <a:cubicBezTo>
                  <a:pt x="576303" y="78801"/>
                  <a:pt x="572323" y="81833"/>
                  <a:pt x="567288" y="84020"/>
                </a:cubicBezTo>
                <a:cubicBezTo>
                  <a:pt x="562254" y="86208"/>
                  <a:pt x="557786" y="87302"/>
                  <a:pt x="553885" y="87302"/>
                </a:cubicBezTo>
                <a:cubicBezTo>
                  <a:pt x="553568" y="87302"/>
                  <a:pt x="550405" y="87170"/>
                  <a:pt x="544395" y="86907"/>
                </a:cubicBezTo>
                <a:cubicBezTo>
                  <a:pt x="542023" y="86907"/>
                  <a:pt x="540033" y="87680"/>
                  <a:pt x="538425" y="89227"/>
                </a:cubicBezTo>
                <a:cubicBezTo>
                  <a:pt x="536817" y="90774"/>
                  <a:pt x="536013" y="92622"/>
                  <a:pt x="536013" y="94770"/>
                </a:cubicBezTo>
                <a:cubicBezTo>
                  <a:pt x="536013" y="96658"/>
                  <a:pt x="536738" y="98205"/>
                  <a:pt x="538188" y="99411"/>
                </a:cubicBezTo>
                <a:cubicBezTo>
                  <a:pt x="539638" y="100617"/>
                  <a:pt x="541997" y="101220"/>
                  <a:pt x="545265" y="101220"/>
                </a:cubicBezTo>
                <a:lnTo>
                  <a:pt x="558946" y="101062"/>
                </a:lnTo>
                <a:cubicBezTo>
                  <a:pt x="570017" y="101062"/>
                  <a:pt x="577634" y="102277"/>
                  <a:pt x="581799" y="104707"/>
                </a:cubicBezTo>
                <a:cubicBezTo>
                  <a:pt x="587756" y="108086"/>
                  <a:pt x="590735" y="113287"/>
                  <a:pt x="590735" y="120312"/>
                </a:cubicBezTo>
                <a:cubicBezTo>
                  <a:pt x="590735" y="124801"/>
                  <a:pt x="589364" y="128881"/>
                  <a:pt x="586623" y="132552"/>
                </a:cubicBezTo>
                <a:cubicBezTo>
                  <a:pt x="583882" y="136222"/>
                  <a:pt x="580270" y="138929"/>
                  <a:pt x="575789" y="140672"/>
                </a:cubicBezTo>
                <a:cubicBezTo>
                  <a:pt x="568989" y="143260"/>
                  <a:pt x="561160" y="144555"/>
                  <a:pt x="552303" y="144555"/>
                </a:cubicBezTo>
                <a:cubicBezTo>
                  <a:pt x="545661" y="144555"/>
                  <a:pt x="539598" y="143909"/>
                  <a:pt x="534115" y="142617"/>
                </a:cubicBezTo>
                <a:cubicBezTo>
                  <a:pt x="528633" y="141325"/>
                  <a:pt x="524705" y="139532"/>
                  <a:pt x="522333" y="137237"/>
                </a:cubicBezTo>
                <a:cubicBezTo>
                  <a:pt x="519960" y="134944"/>
                  <a:pt x="518774" y="132531"/>
                  <a:pt x="518774" y="129999"/>
                </a:cubicBezTo>
                <a:cubicBezTo>
                  <a:pt x="518774" y="127574"/>
                  <a:pt x="519684" y="125399"/>
                  <a:pt x="521502" y="123473"/>
                </a:cubicBezTo>
                <a:cubicBezTo>
                  <a:pt x="523321" y="121549"/>
                  <a:pt x="526708" y="119927"/>
                  <a:pt x="531664" y="118610"/>
                </a:cubicBezTo>
                <a:cubicBezTo>
                  <a:pt x="524810" y="115236"/>
                  <a:pt x="521384" y="110544"/>
                  <a:pt x="521384" y="104536"/>
                </a:cubicBezTo>
                <a:cubicBezTo>
                  <a:pt x="521384" y="100899"/>
                  <a:pt x="522781" y="97367"/>
                  <a:pt x="525575" y="93942"/>
                </a:cubicBezTo>
                <a:cubicBezTo>
                  <a:pt x="528369" y="90515"/>
                  <a:pt x="532797" y="87537"/>
                  <a:pt x="538860" y="85006"/>
                </a:cubicBezTo>
                <a:cubicBezTo>
                  <a:pt x="531796" y="82420"/>
                  <a:pt x="526682" y="79015"/>
                  <a:pt x="523519" y="74790"/>
                </a:cubicBezTo>
                <a:cubicBezTo>
                  <a:pt x="520356" y="70566"/>
                  <a:pt x="518774" y="65682"/>
                  <a:pt x="518774" y="60139"/>
                </a:cubicBezTo>
                <a:cubicBezTo>
                  <a:pt x="518774" y="52906"/>
                  <a:pt x="521726" y="46637"/>
                  <a:pt x="527631" y="41331"/>
                </a:cubicBezTo>
                <a:cubicBezTo>
                  <a:pt x="533535" y="36024"/>
                  <a:pt x="541127" y="33371"/>
                  <a:pt x="550405" y="33371"/>
                </a:cubicBezTo>
                <a:cubicBezTo>
                  <a:pt x="555308" y="33371"/>
                  <a:pt x="560369" y="34425"/>
                  <a:pt x="565588" y="36534"/>
                </a:cubicBezTo>
                <a:moveTo>
                  <a:pt x="551908" y="38432"/>
                </a:moveTo>
                <a:cubicBezTo>
                  <a:pt x="548850" y="38432"/>
                  <a:pt x="546267" y="39971"/>
                  <a:pt x="544158" y="43051"/>
                </a:cubicBezTo>
                <a:cubicBezTo>
                  <a:pt x="542049" y="46128"/>
                  <a:pt x="540995" y="52509"/>
                  <a:pt x="540995" y="62192"/>
                </a:cubicBezTo>
                <a:cubicBezTo>
                  <a:pt x="540995" y="70033"/>
                  <a:pt x="542036" y="75413"/>
                  <a:pt x="544119" y="78334"/>
                </a:cubicBezTo>
                <a:cubicBezTo>
                  <a:pt x="546201" y="81255"/>
                  <a:pt x="548666" y="82716"/>
                  <a:pt x="551512" y="82716"/>
                </a:cubicBezTo>
                <a:cubicBezTo>
                  <a:pt x="554676" y="82716"/>
                  <a:pt x="557311" y="81268"/>
                  <a:pt x="559420" y="78374"/>
                </a:cubicBezTo>
                <a:cubicBezTo>
                  <a:pt x="561529" y="75479"/>
                  <a:pt x="562583" y="69848"/>
                  <a:pt x="562583" y="61481"/>
                </a:cubicBezTo>
                <a:cubicBezTo>
                  <a:pt x="562583" y="52062"/>
                  <a:pt x="561397" y="45642"/>
                  <a:pt x="559025" y="42220"/>
                </a:cubicBezTo>
                <a:cubicBezTo>
                  <a:pt x="557338" y="39695"/>
                  <a:pt x="554965" y="38432"/>
                  <a:pt x="551908" y="38432"/>
                </a:cubicBezTo>
                <a:moveTo>
                  <a:pt x="547242" y="120515"/>
                </a:moveTo>
                <a:cubicBezTo>
                  <a:pt x="541865" y="120515"/>
                  <a:pt x="538306" y="120961"/>
                  <a:pt x="536567" y="121854"/>
                </a:cubicBezTo>
                <a:cubicBezTo>
                  <a:pt x="533562" y="123480"/>
                  <a:pt x="532059" y="125685"/>
                  <a:pt x="532059" y="128467"/>
                </a:cubicBezTo>
                <a:cubicBezTo>
                  <a:pt x="532059" y="131144"/>
                  <a:pt x="533614" y="133572"/>
                  <a:pt x="536725" y="135750"/>
                </a:cubicBezTo>
                <a:cubicBezTo>
                  <a:pt x="539835" y="137929"/>
                  <a:pt x="545687" y="139019"/>
                  <a:pt x="554280" y="139019"/>
                </a:cubicBezTo>
                <a:cubicBezTo>
                  <a:pt x="561608" y="139019"/>
                  <a:pt x="567368" y="138048"/>
                  <a:pt x="571559" y="136106"/>
                </a:cubicBezTo>
                <a:cubicBezTo>
                  <a:pt x="575750" y="134163"/>
                  <a:pt x="577845" y="131433"/>
                  <a:pt x="577845" y="127916"/>
                </a:cubicBezTo>
                <a:cubicBezTo>
                  <a:pt x="577845" y="126605"/>
                  <a:pt x="577450" y="125502"/>
                  <a:pt x="576659" y="124610"/>
                </a:cubicBezTo>
                <a:cubicBezTo>
                  <a:pt x="575236" y="123035"/>
                  <a:pt x="573088" y="121958"/>
                  <a:pt x="570214" y="121380"/>
                </a:cubicBezTo>
                <a:cubicBezTo>
                  <a:pt x="567341" y="120803"/>
                  <a:pt x="559684" y="120515"/>
                  <a:pt x="547242" y="120515"/>
                </a:cubicBezTo>
                <a:close/>
                <a:moveTo>
                  <a:pt x="710222" y="0"/>
                </a:moveTo>
                <a:lnTo>
                  <a:pt x="711092" y="35743"/>
                </a:lnTo>
                <a:lnTo>
                  <a:pt x="707850" y="35743"/>
                </a:lnTo>
                <a:cubicBezTo>
                  <a:pt x="706321" y="26804"/>
                  <a:pt x="702564" y="19614"/>
                  <a:pt x="696581" y="14172"/>
                </a:cubicBezTo>
                <a:cubicBezTo>
                  <a:pt x="690597" y="8731"/>
                  <a:pt x="684126" y="6010"/>
                  <a:pt x="677167" y="6010"/>
                </a:cubicBezTo>
                <a:cubicBezTo>
                  <a:pt x="671790" y="6010"/>
                  <a:pt x="667533" y="7442"/>
                  <a:pt x="664396" y="10307"/>
                </a:cubicBezTo>
                <a:cubicBezTo>
                  <a:pt x="661259" y="13171"/>
                  <a:pt x="659691" y="16468"/>
                  <a:pt x="659691" y="20199"/>
                </a:cubicBezTo>
                <a:cubicBezTo>
                  <a:pt x="659691" y="22564"/>
                  <a:pt x="660245" y="24666"/>
                  <a:pt x="661352" y="26506"/>
                </a:cubicBezTo>
                <a:cubicBezTo>
                  <a:pt x="662881" y="28975"/>
                  <a:pt x="665332" y="31419"/>
                  <a:pt x="668706" y="33835"/>
                </a:cubicBezTo>
                <a:cubicBezTo>
                  <a:pt x="671184" y="35570"/>
                  <a:pt x="676904" y="38645"/>
                  <a:pt x="685866" y="43060"/>
                </a:cubicBezTo>
                <a:cubicBezTo>
                  <a:pt x="698413" y="49209"/>
                  <a:pt x="706874" y="55017"/>
                  <a:pt x="711250" y="60485"/>
                </a:cubicBezTo>
                <a:cubicBezTo>
                  <a:pt x="715573" y="65951"/>
                  <a:pt x="717734" y="72206"/>
                  <a:pt x="717734" y="79251"/>
                </a:cubicBezTo>
                <a:cubicBezTo>
                  <a:pt x="717734" y="88187"/>
                  <a:pt x="714242" y="95875"/>
                  <a:pt x="707256" y="102315"/>
                </a:cubicBezTo>
                <a:cubicBezTo>
                  <a:pt x="700271" y="108754"/>
                  <a:pt x="691401" y="111974"/>
                  <a:pt x="680647" y="111974"/>
                </a:cubicBezTo>
                <a:cubicBezTo>
                  <a:pt x="677273" y="111974"/>
                  <a:pt x="674083" y="111632"/>
                  <a:pt x="671078" y="110946"/>
                </a:cubicBezTo>
                <a:cubicBezTo>
                  <a:pt x="668073" y="110261"/>
                  <a:pt x="664304" y="108969"/>
                  <a:pt x="659770" y="107072"/>
                </a:cubicBezTo>
                <a:cubicBezTo>
                  <a:pt x="657240" y="106017"/>
                  <a:pt x="655157" y="105490"/>
                  <a:pt x="653523" y="105490"/>
                </a:cubicBezTo>
                <a:cubicBezTo>
                  <a:pt x="652152" y="105490"/>
                  <a:pt x="650703" y="106024"/>
                  <a:pt x="649174" y="107091"/>
                </a:cubicBezTo>
                <a:cubicBezTo>
                  <a:pt x="647645" y="108159"/>
                  <a:pt x="646406" y="109787"/>
                  <a:pt x="645457" y="111974"/>
                </a:cubicBezTo>
                <a:lnTo>
                  <a:pt x="642531" y="111974"/>
                </a:lnTo>
                <a:lnTo>
                  <a:pt x="642531" y="71486"/>
                </a:lnTo>
                <a:lnTo>
                  <a:pt x="645457" y="71486"/>
                </a:lnTo>
                <a:cubicBezTo>
                  <a:pt x="647777" y="82847"/>
                  <a:pt x="652245" y="91513"/>
                  <a:pt x="658861" y="97483"/>
                </a:cubicBezTo>
                <a:cubicBezTo>
                  <a:pt x="665477" y="103454"/>
                  <a:pt x="672607" y="106439"/>
                  <a:pt x="680251" y="106439"/>
                </a:cubicBezTo>
                <a:cubicBezTo>
                  <a:pt x="686156" y="106439"/>
                  <a:pt x="690861" y="104836"/>
                  <a:pt x="694367" y="101630"/>
                </a:cubicBezTo>
                <a:cubicBezTo>
                  <a:pt x="697873" y="98424"/>
                  <a:pt x="699625" y="94693"/>
                  <a:pt x="699625" y="90436"/>
                </a:cubicBezTo>
                <a:cubicBezTo>
                  <a:pt x="699625" y="87913"/>
                  <a:pt x="698953" y="85470"/>
                  <a:pt x="697609" y="83106"/>
                </a:cubicBezTo>
                <a:cubicBezTo>
                  <a:pt x="696265" y="80740"/>
                  <a:pt x="694222" y="78493"/>
                  <a:pt x="691480" y="76365"/>
                </a:cubicBezTo>
                <a:cubicBezTo>
                  <a:pt x="688739" y="74236"/>
                  <a:pt x="683889" y="71464"/>
                  <a:pt x="676930" y="68049"/>
                </a:cubicBezTo>
                <a:cubicBezTo>
                  <a:pt x="667177" y="63266"/>
                  <a:pt x="660166" y="59191"/>
                  <a:pt x="655895" y="55822"/>
                </a:cubicBezTo>
                <a:cubicBezTo>
                  <a:pt x="651625" y="52453"/>
                  <a:pt x="648343" y="48689"/>
                  <a:pt x="646050" y="44531"/>
                </a:cubicBezTo>
                <a:cubicBezTo>
                  <a:pt x="643757" y="40373"/>
                  <a:pt x="642610" y="35793"/>
                  <a:pt x="642610" y="30793"/>
                </a:cubicBezTo>
                <a:cubicBezTo>
                  <a:pt x="642610" y="22266"/>
                  <a:pt x="645747" y="15003"/>
                  <a:pt x="652020" y="9003"/>
                </a:cubicBezTo>
                <a:cubicBezTo>
                  <a:pt x="658294" y="3001"/>
                  <a:pt x="666202" y="0"/>
                  <a:pt x="675744" y="0"/>
                </a:cubicBezTo>
                <a:cubicBezTo>
                  <a:pt x="679223" y="0"/>
                  <a:pt x="682597" y="427"/>
                  <a:pt x="685866" y="1280"/>
                </a:cubicBezTo>
                <a:cubicBezTo>
                  <a:pt x="688344" y="1919"/>
                  <a:pt x="691362" y="3105"/>
                  <a:pt x="694920" y="4836"/>
                </a:cubicBezTo>
                <a:cubicBezTo>
                  <a:pt x="698479" y="6568"/>
                  <a:pt x="700970" y="7433"/>
                  <a:pt x="702393" y="7433"/>
                </a:cubicBezTo>
                <a:cubicBezTo>
                  <a:pt x="703764" y="7433"/>
                  <a:pt x="704845" y="7007"/>
                  <a:pt x="705635" y="6156"/>
                </a:cubicBezTo>
                <a:cubicBezTo>
                  <a:pt x="706426" y="5302"/>
                  <a:pt x="707164" y="3250"/>
                  <a:pt x="707850" y="0"/>
                </a:cubicBezTo>
                <a:lnTo>
                  <a:pt x="710222" y="0"/>
                </a:lnTo>
                <a:close/>
                <a:moveTo>
                  <a:pt x="792491" y="69905"/>
                </a:moveTo>
                <a:lnTo>
                  <a:pt x="751924" y="69905"/>
                </a:lnTo>
                <a:cubicBezTo>
                  <a:pt x="752398" y="79737"/>
                  <a:pt x="755008" y="87507"/>
                  <a:pt x="759752" y="93216"/>
                </a:cubicBezTo>
                <a:cubicBezTo>
                  <a:pt x="763390" y="97603"/>
                  <a:pt x="767766" y="99796"/>
                  <a:pt x="772879" y="99796"/>
                </a:cubicBezTo>
                <a:cubicBezTo>
                  <a:pt x="776042" y="99796"/>
                  <a:pt x="778916" y="98913"/>
                  <a:pt x="781499" y="97147"/>
                </a:cubicBezTo>
                <a:cubicBezTo>
                  <a:pt x="784082" y="95381"/>
                  <a:pt x="786850" y="92205"/>
                  <a:pt x="789802" y="87618"/>
                </a:cubicBezTo>
                <a:lnTo>
                  <a:pt x="792491" y="89358"/>
                </a:lnTo>
                <a:cubicBezTo>
                  <a:pt x="788484" y="97529"/>
                  <a:pt x="784056" y="103315"/>
                  <a:pt x="779206" y="106716"/>
                </a:cubicBezTo>
                <a:cubicBezTo>
                  <a:pt x="774355" y="110116"/>
                  <a:pt x="768741" y="111816"/>
                  <a:pt x="762362" y="111816"/>
                </a:cubicBezTo>
                <a:cubicBezTo>
                  <a:pt x="751396" y="111816"/>
                  <a:pt x="743093" y="107595"/>
                  <a:pt x="737452" y="99151"/>
                </a:cubicBezTo>
                <a:cubicBezTo>
                  <a:pt x="732919" y="92344"/>
                  <a:pt x="730652" y="83901"/>
                  <a:pt x="730652" y="73822"/>
                </a:cubicBezTo>
                <a:cubicBezTo>
                  <a:pt x="730652" y="61472"/>
                  <a:pt x="733986" y="51644"/>
                  <a:pt x="740655" y="44336"/>
                </a:cubicBezTo>
                <a:cubicBezTo>
                  <a:pt x="747324" y="37026"/>
                  <a:pt x="755139" y="33371"/>
                  <a:pt x="764102" y="33371"/>
                </a:cubicBezTo>
                <a:cubicBezTo>
                  <a:pt x="771588" y="33371"/>
                  <a:pt x="778085" y="36442"/>
                  <a:pt x="783594" y="42583"/>
                </a:cubicBezTo>
                <a:cubicBezTo>
                  <a:pt x="789103" y="48725"/>
                  <a:pt x="792069" y="57832"/>
                  <a:pt x="792491" y="69905"/>
                </a:cubicBezTo>
                <a:moveTo>
                  <a:pt x="773037" y="64686"/>
                </a:moveTo>
                <a:cubicBezTo>
                  <a:pt x="773037" y="56198"/>
                  <a:pt x="772576" y="50373"/>
                  <a:pt x="771654" y="47210"/>
                </a:cubicBezTo>
                <a:cubicBezTo>
                  <a:pt x="770731" y="44046"/>
                  <a:pt x="769294" y="41648"/>
                  <a:pt x="767344" y="40013"/>
                </a:cubicBezTo>
                <a:cubicBezTo>
                  <a:pt x="766237" y="39065"/>
                  <a:pt x="764761" y="38590"/>
                  <a:pt x="762915" y="38590"/>
                </a:cubicBezTo>
                <a:cubicBezTo>
                  <a:pt x="760174" y="38590"/>
                  <a:pt x="757934" y="39934"/>
                  <a:pt x="756194" y="42623"/>
                </a:cubicBezTo>
                <a:cubicBezTo>
                  <a:pt x="753083" y="47315"/>
                  <a:pt x="751528" y="53747"/>
                  <a:pt x="751528" y="61918"/>
                </a:cubicBezTo>
                <a:lnTo>
                  <a:pt x="751528" y="64686"/>
                </a:lnTo>
                <a:lnTo>
                  <a:pt x="773037" y="64686"/>
                </a:lnTo>
                <a:close/>
                <a:moveTo>
                  <a:pt x="830895" y="8382"/>
                </a:moveTo>
                <a:lnTo>
                  <a:pt x="830895" y="35585"/>
                </a:lnTo>
                <a:lnTo>
                  <a:pt x="848450" y="35585"/>
                </a:lnTo>
                <a:lnTo>
                  <a:pt x="848450" y="43335"/>
                </a:lnTo>
                <a:lnTo>
                  <a:pt x="830895" y="43335"/>
                </a:lnTo>
                <a:lnTo>
                  <a:pt x="830895" y="89086"/>
                </a:lnTo>
                <a:cubicBezTo>
                  <a:pt x="830895" y="93368"/>
                  <a:pt x="831093" y="96130"/>
                  <a:pt x="831488" y="97372"/>
                </a:cubicBezTo>
                <a:cubicBezTo>
                  <a:pt x="831883" y="98614"/>
                  <a:pt x="832582" y="99619"/>
                  <a:pt x="833583" y="100387"/>
                </a:cubicBezTo>
                <a:cubicBezTo>
                  <a:pt x="834585" y="101153"/>
                  <a:pt x="835508" y="101536"/>
                  <a:pt x="836351" y="101536"/>
                </a:cubicBezTo>
                <a:cubicBezTo>
                  <a:pt x="839778" y="101536"/>
                  <a:pt x="843020" y="98900"/>
                  <a:pt x="846078" y="93628"/>
                </a:cubicBezTo>
                <a:lnTo>
                  <a:pt x="848450" y="95385"/>
                </a:lnTo>
                <a:cubicBezTo>
                  <a:pt x="844180" y="105601"/>
                  <a:pt x="837247" y="110709"/>
                  <a:pt x="827653" y="110709"/>
                </a:cubicBezTo>
                <a:cubicBezTo>
                  <a:pt x="822961" y="110709"/>
                  <a:pt x="818994" y="109400"/>
                  <a:pt x="815751" y="106782"/>
                </a:cubicBezTo>
                <a:cubicBezTo>
                  <a:pt x="812509" y="104163"/>
                  <a:pt x="810440" y="101240"/>
                  <a:pt x="809544" y="98012"/>
                </a:cubicBezTo>
                <a:cubicBezTo>
                  <a:pt x="809017" y="96213"/>
                  <a:pt x="808753" y="91346"/>
                  <a:pt x="808753" y="83410"/>
                </a:cubicBezTo>
                <a:lnTo>
                  <a:pt x="808753" y="43335"/>
                </a:lnTo>
                <a:lnTo>
                  <a:pt x="799105" y="43335"/>
                </a:lnTo>
                <a:lnTo>
                  <a:pt x="799105" y="40560"/>
                </a:lnTo>
                <a:cubicBezTo>
                  <a:pt x="805748" y="35858"/>
                  <a:pt x="811402" y="30918"/>
                  <a:pt x="816068" y="25740"/>
                </a:cubicBezTo>
                <a:cubicBezTo>
                  <a:pt x="820733" y="20562"/>
                  <a:pt x="824806" y="14776"/>
                  <a:pt x="828285" y="8382"/>
                </a:cubicBezTo>
                <a:lnTo>
                  <a:pt x="830895" y="83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Randomly">
            <a:extLst xmlns:a="http://schemas.openxmlformats.org/drawingml/2006/main">
              <a:ext uri="{FF2B5EF4-FFF2-40B4-BE49-F238E27FC236}">
                <a16:creationId xmlns:a16="http://schemas.microsoft.com/office/drawing/2014/main" id="{D383B0F1-1018-426B-81B1-6CD8ADD0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21" y="1355855"/>
            <a:ext cx="715837" cy="142182"/>
          </a:xfrm>
          <a:custGeom xmlns:a="http://schemas.openxmlformats.org/drawingml/2006/main">
            <a:pathLst>
              <a:path w="715837" h="142182">
                <a:moveTo>
                  <a:pt x="40013" y="58360"/>
                </a:moveTo>
                <a:lnTo>
                  <a:pt x="40013" y="88567"/>
                </a:lnTo>
                <a:cubicBezTo>
                  <a:pt x="40013" y="94337"/>
                  <a:pt x="40369" y="97969"/>
                  <a:pt x="41081" y="99465"/>
                </a:cubicBezTo>
                <a:cubicBezTo>
                  <a:pt x="41793" y="100959"/>
                  <a:pt x="43045" y="102153"/>
                  <a:pt x="44837" y="103046"/>
                </a:cubicBezTo>
                <a:cubicBezTo>
                  <a:pt x="46630" y="103937"/>
                  <a:pt x="49977" y="104383"/>
                  <a:pt x="54880" y="104383"/>
                </a:cubicBezTo>
                <a:lnTo>
                  <a:pt x="54880" y="107230"/>
                </a:lnTo>
                <a:lnTo>
                  <a:pt x="0" y="107230"/>
                </a:lnTo>
                <a:lnTo>
                  <a:pt x="0" y="104383"/>
                </a:lnTo>
                <a:cubicBezTo>
                  <a:pt x="4956" y="104383"/>
                  <a:pt x="8316" y="103924"/>
                  <a:pt x="10082" y="103006"/>
                </a:cubicBezTo>
                <a:cubicBezTo>
                  <a:pt x="11849" y="102089"/>
                  <a:pt x="13087" y="100895"/>
                  <a:pt x="13799" y="99426"/>
                </a:cubicBezTo>
                <a:cubicBezTo>
                  <a:pt x="14511" y="97956"/>
                  <a:pt x="14867" y="94337"/>
                  <a:pt x="14867" y="88567"/>
                </a:cubicBezTo>
                <a:lnTo>
                  <a:pt x="14867" y="18662"/>
                </a:lnTo>
                <a:cubicBezTo>
                  <a:pt x="14867" y="12893"/>
                  <a:pt x="14511" y="9261"/>
                  <a:pt x="13799" y="7767"/>
                </a:cubicBezTo>
                <a:cubicBezTo>
                  <a:pt x="13087" y="6271"/>
                  <a:pt x="11835" y="5077"/>
                  <a:pt x="10043" y="4186"/>
                </a:cubicBezTo>
                <a:cubicBezTo>
                  <a:pt x="8250" y="3293"/>
                  <a:pt x="4903" y="2847"/>
                  <a:pt x="0" y="2847"/>
                </a:cubicBezTo>
                <a:lnTo>
                  <a:pt x="0" y="0"/>
                </a:lnTo>
                <a:lnTo>
                  <a:pt x="49819" y="0"/>
                </a:lnTo>
                <a:cubicBezTo>
                  <a:pt x="62788" y="0"/>
                  <a:pt x="72277" y="895"/>
                  <a:pt x="78287" y="2686"/>
                </a:cubicBezTo>
                <a:cubicBezTo>
                  <a:pt x="84297" y="4477"/>
                  <a:pt x="89200" y="7782"/>
                  <a:pt x="92996" y="12601"/>
                </a:cubicBezTo>
                <a:cubicBezTo>
                  <a:pt x="96791" y="17419"/>
                  <a:pt x="98689" y="23068"/>
                  <a:pt x="98689" y="29546"/>
                </a:cubicBezTo>
                <a:cubicBezTo>
                  <a:pt x="98689" y="37447"/>
                  <a:pt x="95842" y="43978"/>
                  <a:pt x="90149" y="49140"/>
                </a:cubicBezTo>
                <a:cubicBezTo>
                  <a:pt x="86511" y="52405"/>
                  <a:pt x="81424" y="54854"/>
                  <a:pt x="74887" y="56486"/>
                </a:cubicBezTo>
                <a:lnTo>
                  <a:pt x="100666" y="92872"/>
                </a:lnTo>
                <a:cubicBezTo>
                  <a:pt x="104040" y="97518"/>
                  <a:pt x="106439" y="100415"/>
                  <a:pt x="107862" y="101563"/>
                </a:cubicBezTo>
                <a:cubicBezTo>
                  <a:pt x="110024" y="103181"/>
                  <a:pt x="112528" y="104068"/>
                  <a:pt x="115375" y="104225"/>
                </a:cubicBezTo>
                <a:lnTo>
                  <a:pt x="115375" y="107230"/>
                </a:lnTo>
                <a:lnTo>
                  <a:pt x="81608" y="107230"/>
                </a:lnTo>
                <a:lnTo>
                  <a:pt x="47051" y="58360"/>
                </a:lnTo>
                <a:lnTo>
                  <a:pt x="40013" y="58360"/>
                </a:lnTo>
                <a:moveTo>
                  <a:pt x="40013" y="6010"/>
                </a:moveTo>
                <a:lnTo>
                  <a:pt x="40013" y="52666"/>
                </a:lnTo>
                <a:lnTo>
                  <a:pt x="44521" y="52666"/>
                </a:lnTo>
                <a:cubicBezTo>
                  <a:pt x="51849" y="52666"/>
                  <a:pt x="57332" y="51999"/>
                  <a:pt x="60969" y="50664"/>
                </a:cubicBezTo>
                <a:cubicBezTo>
                  <a:pt x="64607" y="49328"/>
                  <a:pt x="67467" y="46920"/>
                  <a:pt x="69549" y="43439"/>
                </a:cubicBezTo>
                <a:cubicBezTo>
                  <a:pt x="71631" y="39956"/>
                  <a:pt x="72673" y="35413"/>
                  <a:pt x="72673" y="29810"/>
                </a:cubicBezTo>
                <a:cubicBezTo>
                  <a:pt x="72673" y="21693"/>
                  <a:pt x="70762" y="15697"/>
                  <a:pt x="66939" y="11822"/>
                </a:cubicBezTo>
                <a:cubicBezTo>
                  <a:pt x="63117" y="7947"/>
                  <a:pt x="56962" y="6010"/>
                  <a:pt x="48475" y="6010"/>
                </a:cubicBezTo>
                <a:lnTo>
                  <a:pt x="40013" y="6010"/>
                </a:lnTo>
                <a:close/>
                <a:moveTo>
                  <a:pt x="160509" y="96317"/>
                </a:moveTo>
                <a:cubicBezTo>
                  <a:pt x="151494" y="104330"/>
                  <a:pt x="143401" y="108337"/>
                  <a:pt x="136232" y="108337"/>
                </a:cubicBezTo>
                <a:cubicBezTo>
                  <a:pt x="132014" y="108337"/>
                  <a:pt x="128508" y="106949"/>
                  <a:pt x="125714" y="104173"/>
                </a:cubicBezTo>
                <a:cubicBezTo>
                  <a:pt x="122920" y="101395"/>
                  <a:pt x="121523" y="97917"/>
                  <a:pt x="121523" y="93740"/>
                </a:cubicBezTo>
                <a:cubicBezTo>
                  <a:pt x="121523" y="88079"/>
                  <a:pt x="123948" y="82987"/>
                  <a:pt x="128798" y="78465"/>
                </a:cubicBezTo>
                <a:cubicBezTo>
                  <a:pt x="133649" y="73943"/>
                  <a:pt x="144219" y="67926"/>
                  <a:pt x="160509" y="60416"/>
                </a:cubicBezTo>
                <a:lnTo>
                  <a:pt x="160509" y="52982"/>
                </a:lnTo>
                <a:cubicBezTo>
                  <a:pt x="160509" y="47394"/>
                  <a:pt x="160206" y="43875"/>
                  <a:pt x="159599" y="42425"/>
                </a:cubicBezTo>
                <a:cubicBezTo>
                  <a:pt x="158993" y="40976"/>
                  <a:pt x="157846" y="39710"/>
                  <a:pt x="156159" y="38630"/>
                </a:cubicBezTo>
                <a:cubicBezTo>
                  <a:pt x="154472" y="37549"/>
                  <a:pt x="152574" y="37008"/>
                  <a:pt x="150466" y="37008"/>
                </a:cubicBezTo>
                <a:cubicBezTo>
                  <a:pt x="147039" y="37008"/>
                  <a:pt x="144219" y="37773"/>
                  <a:pt x="142004" y="39302"/>
                </a:cubicBezTo>
                <a:cubicBezTo>
                  <a:pt x="140634" y="40251"/>
                  <a:pt x="139948" y="41358"/>
                  <a:pt x="139948" y="42623"/>
                </a:cubicBezTo>
                <a:cubicBezTo>
                  <a:pt x="139948" y="43730"/>
                  <a:pt x="140686" y="45101"/>
                  <a:pt x="142163" y="46735"/>
                </a:cubicBezTo>
                <a:cubicBezTo>
                  <a:pt x="144166" y="49002"/>
                  <a:pt x="145168" y="51190"/>
                  <a:pt x="145168" y="53299"/>
                </a:cubicBezTo>
                <a:cubicBezTo>
                  <a:pt x="145168" y="55882"/>
                  <a:pt x="144205" y="58083"/>
                  <a:pt x="142281" y="59902"/>
                </a:cubicBezTo>
                <a:cubicBezTo>
                  <a:pt x="140357" y="61720"/>
                  <a:pt x="137840" y="62630"/>
                  <a:pt x="134729" y="62630"/>
                </a:cubicBezTo>
                <a:cubicBezTo>
                  <a:pt x="131408" y="62630"/>
                  <a:pt x="128627" y="61628"/>
                  <a:pt x="126387" y="59625"/>
                </a:cubicBezTo>
                <a:cubicBezTo>
                  <a:pt x="124146" y="57621"/>
                  <a:pt x="123026" y="55275"/>
                  <a:pt x="123026" y="52587"/>
                </a:cubicBezTo>
                <a:cubicBezTo>
                  <a:pt x="123026" y="48791"/>
                  <a:pt x="124528" y="45167"/>
                  <a:pt x="127533" y="41714"/>
                </a:cubicBezTo>
                <a:cubicBezTo>
                  <a:pt x="130538" y="38261"/>
                  <a:pt x="134729" y="35611"/>
                  <a:pt x="140107" y="33766"/>
                </a:cubicBezTo>
                <a:cubicBezTo>
                  <a:pt x="145484" y="31921"/>
                  <a:pt x="151072" y="30999"/>
                  <a:pt x="156871" y="30999"/>
                </a:cubicBezTo>
                <a:cubicBezTo>
                  <a:pt x="163883" y="30999"/>
                  <a:pt x="169431" y="32492"/>
                  <a:pt x="173517" y="35479"/>
                </a:cubicBezTo>
                <a:cubicBezTo>
                  <a:pt x="177603" y="38464"/>
                  <a:pt x="180252" y="41700"/>
                  <a:pt x="181464" y="45188"/>
                </a:cubicBezTo>
                <a:cubicBezTo>
                  <a:pt x="182202" y="47407"/>
                  <a:pt x="182571" y="52506"/>
                  <a:pt x="182571" y="60485"/>
                </a:cubicBezTo>
                <a:lnTo>
                  <a:pt x="182571" y="89257"/>
                </a:lnTo>
                <a:cubicBezTo>
                  <a:pt x="182571" y="92639"/>
                  <a:pt x="182703" y="94767"/>
                  <a:pt x="182967" y="95640"/>
                </a:cubicBezTo>
                <a:cubicBezTo>
                  <a:pt x="183230" y="96511"/>
                  <a:pt x="183626" y="97159"/>
                  <a:pt x="184153" y="97582"/>
                </a:cubicBezTo>
                <a:cubicBezTo>
                  <a:pt x="184680" y="98004"/>
                  <a:pt x="185286" y="98215"/>
                  <a:pt x="185972" y="98215"/>
                </a:cubicBezTo>
                <a:cubicBezTo>
                  <a:pt x="187342" y="98215"/>
                  <a:pt x="188739" y="97240"/>
                  <a:pt x="190163" y="95289"/>
                </a:cubicBezTo>
                <a:lnTo>
                  <a:pt x="192535" y="97187"/>
                </a:lnTo>
                <a:cubicBezTo>
                  <a:pt x="189899" y="101088"/>
                  <a:pt x="187171" y="103922"/>
                  <a:pt x="184351" y="105688"/>
                </a:cubicBezTo>
                <a:cubicBezTo>
                  <a:pt x="181530" y="107454"/>
                  <a:pt x="178328" y="108337"/>
                  <a:pt x="174743" y="108337"/>
                </a:cubicBezTo>
                <a:cubicBezTo>
                  <a:pt x="170525" y="108337"/>
                  <a:pt x="167230" y="107342"/>
                  <a:pt x="164858" y="105352"/>
                </a:cubicBezTo>
                <a:cubicBezTo>
                  <a:pt x="162486" y="103361"/>
                  <a:pt x="161036" y="100350"/>
                  <a:pt x="160509" y="96317"/>
                </a:cubicBezTo>
                <a:moveTo>
                  <a:pt x="160509" y="90465"/>
                </a:moveTo>
                <a:lnTo>
                  <a:pt x="160509" y="65729"/>
                </a:lnTo>
                <a:cubicBezTo>
                  <a:pt x="154130" y="69490"/>
                  <a:pt x="149385" y="73516"/>
                  <a:pt x="146275" y="77808"/>
                </a:cubicBezTo>
                <a:cubicBezTo>
                  <a:pt x="144219" y="80668"/>
                  <a:pt x="143191" y="83555"/>
                  <a:pt x="143191" y="86469"/>
                </a:cubicBezTo>
                <a:cubicBezTo>
                  <a:pt x="143191" y="88906"/>
                  <a:pt x="144060" y="91052"/>
                  <a:pt x="145800" y="92907"/>
                </a:cubicBezTo>
                <a:cubicBezTo>
                  <a:pt x="147118" y="94337"/>
                  <a:pt x="148963" y="95052"/>
                  <a:pt x="151336" y="95052"/>
                </a:cubicBezTo>
                <a:cubicBezTo>
                  <a:pt x="153972" y="95052"/>
                  <a:pt x="157029" y="93523"/>
                  <a:pt x="160509" y="90465"/>
                </a:cubicBezTo>
                <a:close/>
                <a:moveTo>
                  <a:pt x="230888" y="33213"/>
                </a:moveTo>
                <a:lnTo>
                  <a:pt x="230888" y="42860"/>
                </a:lnTo>
                <a:cubicBezTo>
                  <a:pt x="234684" y="38720"/>
                  <a:pt x="238321" y="35709"/>
                  <a:pt x="241801" y="33826"/>
                </a:cubicBezTo>
                <a:cubicBezTo>
                  <a:pt x="245280" y="31941"/>
                  <a:pt x="249023" y="30999"/>
                  <a:pt x="253030" y="30999"/>
                </a:cubicBezTo>
                <a:cubicBezTo>
                  <a:pt x="257827" y="30999"/>
                  <a:pt x="261808" y="32331"/>
                  <a:pt x="264971" y="34997"/>
                </a:cubicBezTo>
                <a:cubicBezTo>
                  <a:pt x="268134" y="37663"/>
                  <a:pt x="270243" y="40975"/>
                  <a:pt x="271297" y="44934"/>
                </a:cubicBezTo>
                <a:cubicBezTo>
                  <a:pt x="272140" y="47943"/>
                  <a:pt x="272562" y="53724"/>
                  <a:pt x="272562" y="62276"/>
                </a:cubicBezTo>
                <a:lnTo>
                  <a:pt x="272562" y="91098"/>
                </a:lnTo>
                <a:cubicBezTo>
                  <a:pt x="272562" y="96791"/>
                  <a:pt x="273076" y="100337"/>
                  <a:pt x="274104" y="101734"/>
                </a:cubicBezTo>
                <a:cubicBezTo>
                  <a:pt x="275132" y="103131"/>
                  <a:pt x="277280" y="104014"/>
                  <a:pt x="280549" y="104383"/>
                </a:cubicBezTo>
                <a:lnTo>
                  <a:pt x="280549" y="107230"/>
                </a:lnTo>
                <a:lnTo>
                  <a:pt x="243145" y="107230"/>
                </a:lnTo>
                <a:lnTo>
                  <a:pt x="243145" y="104383"/>
                </a:lnTo>
                <a:cubicBezTo>
                  <a:pt x="245939" y="104014"/>
                  <a:pt x="247943" y="102854"/>
                  <a:pt x="249155" y="100903"/>
                </a:cubicBezTo>
                <a:cubicBezTo>
                  <a:pt x="249999" y="99586"/>
                  <a:pt x="250420" y="96317"/>
                  <a:pt x="250420" y="91098"/>
                </a:cubicBezTo>
                <a:lnTo>
                  <a:pt x="250420" y="58201"/>
                </a:lnTo>
                <a:cubicBezTo>
                  <a:pt x="250420" y="52139"/>
                  <a:pt x="250183" y="48317"/>
                  <a:pt x="249709" y="46735"/>
                </a:cubicBezTo>
                <a:cubicBezTo>
                  <a:pt x="249234" y="45154"/>
                  <a:pt x="248430" y="43928"/>
                  <a:pt x="247297" y="43058"/>
                </a:cubicBezTo>
                <a:cubicBezTo>
                  <a:pt x="246163" y="42188"/>
                  <a:pt x="244911" y="41753"/>
                  <a:pt x="243541" y="41753"/>
                </a:cubicBezTo>
                <a:cubicBezTo>
                  <a:pt x="239007" y="41753"/>
                  <a:pt x="234789" y="45022"/>
                  <a:pt x="230888" y="51559"/>
                </a:cubicBezTo>
                <a:lnTo>
                  <a:pt x="230888" y="91098"/>
                </a:lnTo>
                <a:cubicBezTo>
                  <a:pt x="230888" y="96633"/>
                  <a:pt x="231402" y="100139"/>
                  <a:pt x="232430" y="101615"/>
                </a:cubicBezTo>
                <a:cubicBezTo>
                  <a:pt x="233458" y="103091"/>
                  <a:pt x="235369" y="104014"/>
                  <a:pt x="238163" y="104383"/>
                </a:cubicBezTo>
                <a:lnTo>
                  <a:pt x="238163" y="107230"/>
                </a:lnTo>
                <a:lnTo>
                  <a:pt x="200759" y="107230"/>
                </a:lnTo>
                <a:lnTo>
                  <a:pt x="200759" y="104383"/>
                </a:lnTo>
                <a:cubicBezTo>
                  <a:pt x="203870" y="104067"/>
                  <a:pt x="206084" y="103065"/>
                  <a:pt x="207402" y="101378"/>
                </a:cubicBezTo>
                <a:cubicBezTo>
                  <a:pt x="208298" y="100218"/>
                  <a:pt x="208746" y="96791"/>
                  <a:pt x="208746" y="91098"/>
                </a:cubicBezTo>
                <a:lnTo>
                  <a:pt x="208746" y="49345"/>
                </a:lnTo>
                <a:cubicBezTo>
                  <a:pt x="208746" y="43689"/>
                  <a:pt x="208232" y="40167"/>
                  <a:pt x="207204" y="38780"/>
                </a:cubicBezTo>
                <a:cubicBezTo>
                  <a:pt x="206176" y="37393"/>
                  <a:pt x="204028" y="36486"/>
                  <a:pt x="200759" y="36060"/>
                </a:cubicBezTo>
                <a:lnTo>
                  <a:pt x="200759" y="33213"/>
                </a:lnTo>
                <a:lnTo>
                  <a:pt x="230888" y="33213"/>
                </a:lnTo>
                <a:close/>
                <a:moveTo>
                  <a:pt x="362818" y="0"/>
                </a:moveTo>
                <a:lnTo>
                  <a:pt x="362818" y="85088"/>
                </a:lnTo>
                <a:cubicBezTo>
                  <a:pt x="362818" y="90777"/>
                  <a:pt x="362976" y="94142"/>
                  <a:pt x="363292" y="95185"/>
                </a:cubicBezTo>
                <a:cubicBezTo>
                  <a:pt x="363714" y="96908"/>
                  <a:pt x="364518" y="98188"/>
                  <a:pt x="365704" y="99023"/>
                </a:cubicBezTo>
                <a:cubicBezTo>
                  <a:pt x="366890" y="99857"/>
                  <a:pt x="368959" y="100378"/>
                  <a:pt x="371912" y="100587"/>
                </a:cubicBezTo>
                <a:lnTo>
                  <a:pt x="371912" y="103434"/>
                </a:lnTo>
                <a:lnTo>
                  <a:pt x="340676" y="109444"/>
                </a:lnTo>
                <a:lnTo>
                  <a:pt x="340676" y="97740"/>
                </a:lnTo>
                <a:cubicBezTo>
                  <a:pt x="336933" y="102274"/>
                  <a:pt x="333598" y="105358"/>
                  <a:pt x="330673" y="106992"/>
                </a:cubicBezTo>
                <a:cubicBezTo>
                  <a:pt x="327747" y="108627"/>
                  <a:pt x="324439" y="109444"/>
                  <a:pt x="320748" y="109444"/>
                </a:cubicBezTo>
                <a:cubicBezTo>
                  <a:pt x="311312" y="109444"/>
                  <a:pt x="303852" y="105222"/>
                  <a:pt x="298369" y="96779"/>
                </a:cubicBezTo>
                <a:cubicBezTo>
                  <a:pt x="293941" y="89919"/>
                  <a:pt x="291727" y="81502"/>
                  <a:pt x="291727" y="71528"/>
                </a:cubicBezTo>
                <a:cubicBezTo>
                  <a:pt x="291727" y="63560"/>
                  <a:pt x="293097" y="56422"/>
                  <a:pt x="295839" y="50116"/>
                </a:cubicBezTo>
                <a:cubicBezTo>
                  <a:pt x="298580" y="43809"/>
                  <a:pt x="302336" y="39046"/>
                  <a:pt x="307107" y="35827"/>
                </a:cubicBezTo>
                <a:cubicBezTo>
                  <a:pt x="311878" y="32608"/>
                  <a:pt x="317005" y="30999"/>
                  <a:pt x="322488" y="30999"/>
                </a:cubicBezTo>
                <a:cubicBezTo>
                  <a:pt x="326020" y="30999"/>
                  <a:pt x="329157" y="31690"/>
                  <a:pt x="331898" y="33072"/>
                </a:cubicBezTo>
                <a:cubicBezTo>
                  <a:pt x="334640" y="34454"/>
                  <a:pt x="337566" y="36873"/>
                  <a:pt x="340676" y="40330"/>
                </a:cubicBezTo>
                <a:lnTo>
                  <a:pt x="340676" y="18030"/>
                </a:lnTo>
                <a:cubicBezTo>
                  <a:pt x="340676" y="12389"/>
                  <a:pt x="340439" y="8989"/>
                  <a:pt x="339964" y="7829"/>
                </a:cubicBezTo>
                <a:cubicBezTo>
                  <a:pt x="339332" y="6300"/>
                  <a:pt x="338383" y="5166"/>
                  <a:pt x="337117" y="4428"/>
                </a:cubicBezTo>
                <a:cubicBezTo>
                  <a:pt x="335852" y="3690"/>
                  <a:pt x="333480" y="3321"/>
                  <a:pt x="330000" y="3321"/>
                </a:cubicBezTo>
                <a:lnTo>
                  <a:pt x="330000" y="0"/>
                </a:lnTo>
                <a:lnTo>
                  <a:pt x="362818" y="0"/>
                </a:lnTo>
                <a:moveTo>
                  <a:pt x="340676" y="49977"/>
                </a:moveTo>
                <a:cubicBezTo>
                  <a:pt x="336775" y="42597"/>
                  <a:pt x="332004" y="38906"/>
                  <a:pt x="326363" y="38906"/>
                </a:cubicBezTo>
                <a:cubicBezTo>
                  <a:pt x="324412" y="38906"/>
                  <a:pt x="322804" y="39434"/>
                  <a:pt x="321539" y="40488"/>
                </a:cubicBezTo>
                <a:cubicBezTo>
                  <a:pt x="319588" y="42122"/>
                  <a:pt x="317994" y="44995"/>
                  <a:pt x="316755" y="49107"/>
                </a:cubicBezTo>
                <a:cubicBezTo>
                  <a:pt x="315516" y="53219"/>
                  <a:pt x="314897" y="59519"/>
                  <a:pt x="314897" y="68007"/>
                </a:cubicBezTo>
                <a:cubicBezTo>
                  <a:pt x="314897" y="77338"/>
                  <a:pt x="315582" y="84244"/>
                  <a:pt x="316953" y="88725"/>
                </a:cubicBezTo>
                <a:cubicBezTo>
                  <a:pt x="318323" y="93207"/>
                  <a:pt x="320195" y="96449"/>
                  <a:pt x="322567" y="98452"/>
                </a:cubicBezTo>
                <a:cubicBezTo>
                  <a:pt x="323780" y="99454"/>
                  <a:pt x="325440" y="99955"/>
                  <a:pt x="327549" y="99955"/>
                </a:cubicBezTo>
                <a:cubicBezTo>
                  <a:pt x="332188" y="99955"/>
                  <a:pt x="336564" y="96305"/>
                  <a:pt x="340676" y="89007"/>
                </a:cubicBezTo>
                <a:lnTo>
                  <a:pt x="340676" y="49977"/>
                </a:lnTo>
                <a:close/>
                <a:moveTo>
                  <a:pt x="416065" y="30999"/>
                </a:moveTo>
                <a:cubicBezTo>
                  <a:pt x="422497" y="30999"/>
                  <a:pt x="428480" y="32661"/>
                  <a:pt x="434016" y="35985"/>
                </a:cubicBezTo>
                <a:cubicBezTo>
                  <a:pt x="439551" y="39310"/>
                  <a:pt x="443755" y="44033"/>
                  <a:pt x="446629" y="50155"/>
                </a:cubicBezTo>
                <a:cubicBezTo>
                  <a:pt x="449502" y="56277"/>
                  <a:pt x="450938" y="62979"/>
                  <a:pt x="450938" y="70261"/>
                </a:cubicBezTo>
                <a:cubicBezTo>
                  <a:pt x="450938" y="80762"/>
                  <a:pt x="448276" y="89548"/>
                  <a:pt x="442951" y="96621"/>
                </a:cubicBezTo>
                <a:cubicBezTo>
                  <a:pt x="436520" y="105170"/>
                  <a:pt x="427637" y="109444"/>
                  <a:pt x="416302" y="109444"/>
                </a:cubicBezTo>
                <a:cubicBezTo>
                  <a:pt x="405179" y="109444"/>
                  <a:pt x="396612" y="105539"/>
                  <a:pt x="390602" y="97728"/>
                </a:cubicBezTo>
                <a:cubicBezTo>
                  <a:pt x="384592" y="89917"/>
                  <a:pt x="381587" y="80867"/>
                  <a:pt x="381587" y="70577"/>
                </a:cubicBezTo>
                <a:cubicBezTo>
                  <a:pt x="381587" y="59971"/>
                  <a:pt x="384658" y="50723"/>
                  <a:pt x="390800" y="42833"/>
                </a:cubicBezTo>
                <a:cubicBezTo>
                  <a:pt x="396941" y="34943"/>
                  <a:pt x="405363" y="30999"/>
                  <a:pt x="416065" y="30999"/>
                </a:cubicBezTo>
                <a:moveTo>
                  <a:pt x="416381" y="36534"/>
                </a:moveTo>
                <a:cubicBezTo>
                  <a:pt x="413693" y="36534"/>
                  <a:pt x="411386" y="37551"/>
                  <a:pt x="409462" y="39583"/>
                </a:cubicBezTo>
                <a:cubicBezTo>
                  <a:pt x="407538" y="41615"/>
                  <a:pt x="406272" y="45626"/>
                  <a:pt x="405666" y="51616"/>
                </a:cubicBezTo>
                <a:cubicBezTo>
                  <a:pt x="405060" y="57606"/>
                  <a:pt x="404757" y="65932"/>
                  <a:pt x="404757" y="76594"/>
                </a:cubicBezTo>
                <a:cubicBezTo>
                  <a:pt x="404757" y="82242"/>
                  <a:pt x="405126" y="87520"/>
                  <a:pt x="405864" y="92430"/>
                </a:cubicBezTo>
                <a:cubicBezTo>
                  <a:pt x="406444" y="96176"/>
                  <a:pt x="407683" y="99026"/>
                  <a:pt x="409581" y="100980"/>
                </a:cubicBezTo>
                <a:cubicBezTo>
                  <a:pt x="411478" y="102932"/>
                  <a:pt x="413640" y="103908"/>
                  <a:pt x="416065" y="103908"/>
                </a:cubicBezTo>
                <a:cubicBezTo>
                  <a:pt x="418437" y="103908"/>
                  <a:pt x="420414" y="103249"/>
                  <a:pt x="421996" y="101929"/>
                </a:cubicBezTo>
                <a:cubicBezTo>
                  <a:pt x="424052" y="100135"/>
                  <a:pt x="425423" y="97628"/>
                  <a:pt x="426108" y="94407"/>
                </a:cubicBezTo>
                <a:cubicBezTo>
                  <a:pt x="427162" y="89394"/>
                  <a:pt x="427689" y="79260"/>
                  <a:pt x="427689" y="64006"/>
                </a:cubicBezTo>
                <a:cubicBezTo>
                  <a:pt x="427689" y="55034"/>
                  <a:pt x="427189" y="48873"/>
                  <a:pt x="426187" y="45522"/>
                </a:cubicBezTo>
                <a:cubicBezTo>
                  <a:pt x="425185" y="42169"/>
                  <a:pt x="423709" y="39728"/>
                  <a:pt x="421759" y="38197"/>
                </a:cubicBezTo>
                <a:cubicBezTo>
                  <a:pt x="420388" y="37088"/>
                  <a:pt x="418595" y="36534"/>
                  <a:pt x="416381" y="36534"/>
                </a:cubicBezTo>
                <a:close/>
                <a:moveTo>
                  <a:pt x="492850" y="33213"/>
                </a:moveTo>
                <a:lnTo>
                  <a:pt x="492850" y="43018"/>
                </a:lnTo>
                <a:cubicBezTo>
                  <a:pt x="496909" y="38560"/>
                  <a:pt x="500665" y="35443"/>
                  <a:pt x="504118" y="33665"/>
                </a:cubicBezTo>
                <a:cubicBezTo>
                  <a:pt x="507571" y="31887"/>
                  <a:pt x="511354" y="30999"/>
                  <a:pt x="515466" y="30999"/>
                </a:cubicBezTo>
                <a:cubicBezTo>
                  <a:pt x="520211" y="30999"/>
                  <a:pt x="524191" y="32112"/>
                  <a:pt x="527407" y="34340"/>
                </a:cubicBezTo>
                <a:cubicBezTo>
                  <a:pt x="530623" y="36567"/>
                  <a:pt x="533100" y="39961"/>
                  <a:pt x="534840" y="44521"/>
                </a:cubicBezTo>
                <a:cubicBezTo>
                  <a:pt x="539058" y="39748"/>
                  <a:pt x="543104" y="36302"/>
                  <a:pt x="546979" y="34181"/>
                </a:cubicBezTo>
                <a:cubicBezTo>
                  <a:pt x="550853" y="32060"/>
                  <a:pt x="554900" y="30999"/>
                  <a:pt x="559117" y="30999"/>
                </a:cubicBezTo>
                <a:cubicBezTo>
                  <a:pt x="564231" y="30999"/>
                  <a:pt x="568303" y="32173"/>
                  <a:pt x="571335" y="34522"/>
                </a:cubicBezTo>
                <a:cubicBezTo>
                  <a:pt x="574366" y="36872"/>
                  <a:pt x="576475" y="39854"/>
                  <a:pt x="577661" y="43471"/>
                </a:cubicBezTo>
                <a:cubicBezTo>
                  <a:pt x="578847" y="47087"/>
                  <a:pt x="579440" y="52854"/>
                  <a:pt x="579440" y="60771"/>
                </a:cubicBezTo>
                <a:lnTo>
                  <a:pt x="579440" y="91098"/>
                </a:lnTo>
                <a:cubicBezTo>
                  <a:pt x="579440" y="96791"/>
                  <a:pt x="579954" y="100324"/>
                  <a:pt x="580982" y="101694"/>
                </a:cubicBezTo>
                <a:cubicBezTo>
                  <a:pt x="582010" y="103065"/>
                  <a:pt x="584158" y="103961"/>
                  <a:pt x="587427" y="104383"/>
                </a:cubicBezTo>
                <a:lnTo>
                  <a:pt x="587427" y="107230"/>
                </a:lnTo>
                <a:lnTo>
                  <a:pt x="549232" y="107230"/>
                </a:lnTo>
                <a:lnTo>
                  <a:pt x="549232" y="104383"/>
                </a:lnTo>
                <a:cubicBezTo>
                  <a:pt x="552237" y="104119"/>
                  <a:pt x="554451" y="102960"/>
                  <a:pt x="555875" y="100903"/>
                </a:cubicBezTo>
                <a:cubicBezTo>
                  <a:pt x="556824" y="99480"/>
                  <a:pt x="557298" y="96212"/>
                  <a:pt x="557298" y="91098"/>
                </a:cubicBezTo>
                <a:lnTo>
                  <a:pt x="557298" y="59308"/>
                </a:lnTo>
                <a:cubicBezTo>
                  <a:pt x="557298" y="52719"/>
                  <a:pt x="557035" y="48528"/>
                  <a:pt x="556507" y="46735"/>
                </a:cubicBezTo>
                <a:cubicBezTo>
                  <a:pt x="555980" y="44943"/>
                  <a:pt x="555150" y="43611"/>
                  <a:pt x="554017" y="42742"/>
                </a:cubicBezTo>
                <a:cubicBezTo>
                  <a:pt x="552883" y="41872"/>
                  <a:pt x="551552" y="41437"/>
                  <a:pt x="550023" y="41437"/>
                </a:cubicBezTo>
                <a:cubicBezTo>
                  <a:pt x="547756" y="41437"/>
                  <a:pt x="545463" y="42267"/>
                  <a:pt x="543143" y="43928"/>
                </a:cubicBezTo>
                <a:cubicBezTo>
                  <a:pt x="540824" y="45588"/>
                  <a:pt x="538478" y="48079"/>
                  <a:pt x="536105" y="51401"/>
                </a:cubicBezTo>
                <a:lnTo>
                  <a:pt x="536105" y="91098"/>
                </a:lnTo>
                <a:cubicBezTo>
                  <a:pt x="536105" y="96422"/>
                  <a:pt x="536553" y="99770"/>
                  <a:pt x="537450" y="101141"/>
                </a:cubicBezTo>
                <a:cubicBezTo>
                  <a:pt x="538662" y="103091"/>
                  <a:pt x="540982" y="104172"/>
                  <a:pt x="544409" y="104383"/>
                </a:cubicBezTo>
                <a:lnTo>
                  <a:pt x="544409" y="107230"/>
                </a:lnTo>
                <a:lnTo>
                  <a:pt x="506135" y="107230"/>
                </a:lnTo>
                <a:lnTo>
                  <a:pt x="506135" y="104383"/>
                </a:lnTo>
                <a:cubicBezTo>
                  <a:pt x="508191" y="104277"/>
                  <a:pt x="509812" y="103763"/>
                  <a:pt x="510998" y="102841"/>
                </a:cubicBezTo>
                <a:cubicBezTo>
                  <a:pt x="512184" y="101918"/>
                  <a:pt x="512975" y="100811"/>
                  <a:pt x="513370" y="99520"/>
                </a:cubicBezTo>
                <a:cubicBezTo>
                  <a:pt x="513766" y="98228"/>
                  <a:pt x="513964" y="95421"/>
                  <a:pt x="513964" y="91098"/>
                </a:cubicBezTo>
                <a:lnTo>
                  <a:pt x="513964" y="59259"/>
                </a:lnTo>
                <a:cubicBezTo>
                  <a:pt x="513964" y="52552"/>
                  <a:pt x="513700" y="48355"/>
                  <a:pt x="513173" y="46666"/>
                </a:cubicBezTo>
                <a:cubicBezTo>
                  <a:pt x="512646" y="44976"/>
                  <a:pt x="511763" y="43655"/>
                  <a:pt x="510524" y="42705"/>
                </a:cubicBezTo>
                <a:cubicBezTo>
                  <a:pt x="509285" y="41754"/>
                  <a:pt x="507954" y="41279"/>
                  <a:pt x="506530" y="41279"/>
                </a:cubicBezTo>
                <a:cubicBezTo>
                  <a:pt x="504421" y="41279"/>
                  <a:pt x="502497" y="41836"/>
                  <a:pt x="500757" y="42952"/>
                </a:cubicBezTo>
                <a:cubicBezTo>
                  <a:pt x="498280" y="44599"/>
                  <a:pt x="495644" y="47415"/>
                  <a:pt x="492850" y="51401"/>
                </a:cubicBezTo>
                <a:lnTo>
                  <a:pt x="492850" y="91098"/>
                </a:lnTo>
                <a:cubicBezTo>
                  <a:pt x="492850" y="96317"/>
                  <a:pt x="493364" y="99757"/>
                  <a:pt x="494392" y="101417"/>
                </a:cubicBezTo>
                <a:cubicBezTo>
                  <a:pt x="495420" y="103078"/>
                  <a:pt x="497568" y="104067"/>
                  <a:pt x="500837" y="104383"/>
                </a:cubicBezTo>
                <a:lnTo>
                  <a:pt x="500837" y="107230"/>
                </a:lnTo>
                <a:lnTo>
                  <a:pt x="462721" y="107230"/>
                </a:lnTo>
                <a:lnTo>
                  <a:pt x="462721" y="104383"/>
                </a:lnTo>
                <a:cubicBezTo>
                  <a:pt x="465831" y="104067"/>
                  <a:pt x="468046" y="103065"/>
                  <a:pt x="469364" y="101378"/>
                </a:cubicBezTo>
                <a:cubicBezTo>
                  <a:pt x="470260" y="100218"/>
                  <a:pt x="470708" y="96791"/>
                  <a:pt x="470708" y="91098"/>
                </a:cubicBezTo>
                <a:lnTo>
                  <a:pt x="470708" y="49345"/>
                </a:lnTo>
                <a:cubicBezTo>
                  <a:pt x="470708" y="43689"/>
                  <a:pt x="470194" y="40167"/>
                  <a:pt x="469166" y="38780"/>
                </a:cubicBezTo>
                <a:cubicBezTo>
                  <a:pt x="468138" y="37393"/>
                  <a:pt x="465990" y="36486"/>
                  <a:pt x="462721" y="36060"/>
                </a:cubicBezTo>
                <a:lnTo>
                  <a:pt x="462721" y="33213"/>
                </a:lnTo>
                <a:lnTo>
                  <a:pt x="492850" y="33213"/>
                </a:lnTo>
                <a:close/>
                <a:moveTo>
                  <a:pt x="626064" y="0"/>
                </a:moveTo>
                <a:lnTo>
                  <a:pt x="626064" y="91889"/>
                </a:lnTo>
                <a:cubicBezTo>
                  <a:pt x="626064" y="97108"/>
                  <a:pt x="626671" y="100442"/>
                  <a:pt x="627883" y="101892"/>
                </a:cubicBezTo>
                <a:cubicBezTo>
                  <a:pt x="629096" y="103342"/>
                  <a:pt x="631468" y="104172"/>
                  <a:pt x="635000" y="104383"/>
                </a:cubicBezTo>
                <a:lnTo>
                  <a:pt x="635000" y="107230"/>
                </a:lnTo>
                <a:lnTo>
                  <a:pt x="595066" y="107230"/>
                </a:lnTo>
                <a:lnTo>
                  <a:pt x="595066" y="104383"/>
                </a:lnTo>
                <a:cubicBezTo>
                  <a:pt x="598334" y="104277"/>
                  <a:pt x="600759" y="103329"/>
                  <a:pt x="602341" y="101536"/>
                </a:cubicBezTo>
                <a:cubicBezTo>
                  <a:pt x="603395" y="100324"/>
                  <a:pt x="603923" y="97108"/>
                  <a:pt x="603923" y="91889"/>
                </a:cubicBezTo>
                <a:lnTo>
                  <a:pt x="603923" y="15341"/>
                </a:lnTo>
                <a:cubicBezTo>
                  <a:pt x="603923" y="10142"/>
                  <a:pt x="603316" y="6813"/>
                  <a:pt x="602104" y="5355"/>
                </a:cubicBezTo>
                <a:cubicBezTo>
                  <a:pt x="600891" y="3895"/>
                  <a:pt x="598545" y="3059"/>
                  <a:pt x="595066" y="2847"/>
                </a:cubicBezTo>
                <a:lnTo>
                  <a:pt x="595066" y="0"/>
                </a:lnTo>
                <a:lnTo>
                  <a:pt x="626064" y="0"/>
                </a:lnTo>
                <a:close/>
                <a:moveTo>
                  <a:pt x="675745" y="110306"/>
                </a:moveTo>
                <a:lnTo>
                  <a:pt x="651863" y="55377"/>
                </a:lnTo>
                <a:cubicBezTo>
                  <a:pt x="648278" y="47057"/>
                  <a:pt x="645629" y="41943"/>
                  <a:pt x="643916" y="40036"/>
                </a:cubicBezTo>
                <a:cubicBezTo>
                  <a:pt x="642203" y="38126"/>
                  <a:pt x="640133" y="36801"/>
                  <a:pt x="637708" y="36060"/>
                </a:cubicBezTo>
                <a:lnTo>
                  <a:pt x="637708" y="33213"/>
                </a:lnTo>
                <a:lnTo>
                  <a:pt x="677010" y="33213"/>
                </a:lnTo>
                <a:lnTo>
                  <a:pt x="677010" y="36060"/>
                </a:lnTo>
                <a:cubicBezTo>
                  <a:pt x="674427" y="36165"/>
                  <a:pt x="672608" y="36668"/>
                  <a:pt x="671554" y="37569"/>
                </a:cubicBezTo>
                <a:cubicBezTo>
                  <a:pt x="670499" y="38469"/>
                  <a:pt x="669972" y="39555"/>
                  <a:pt x="669972" y="40826"/>
                </a:cubicBezTo>
                <a:cubicBezTo>
                  <a:pt x="669972" y="42838"/>
                  <a:pt x="671290" y="46810"/>
                  <a:pt x="673926" y="52743"/>
                </a:cubicBezTo>
                <a:lnTo>
                  <a:pt x="686579" y="81821"/>
                </a:lnTo>
                <a:lnTo>
                  <a:pt x="695198" y="59350"/>
                </a:lnTo>
                <a:cubicBezTo>
                  <a:pt x="698308" y="51349"/>
                  <a:pt x="699864" y="45784"/>
                  <a:pt x="699864" y="42658"/>
                </a:cubicBezTo>
                <a:cubicBezTo>
                  <a:pt x="699864" y="40697"/>
                  <a:pt x="699218" y="39134"/>
                  <a:pt x="697926" y="37967"/>
                </a:cubicBezTo>
                <a:cubicBezTo>
                  <a:pt x="696635" y="36801"/>
                  <a:pt x="694355" y="36165"/>
                  <a:pt x="691086" y="36060"/>
                </a:cubicBezTo>
                <a:lnTo>
                  <a:pt x="691086" y="33213"/>
                </a:lnTo>
                <a:lnTo>
                  <a:pt x="715837" y="33213"/>
                </a:lnTo>
                <a:lnTo>
                  <a:pt x="715837" y="36060"/>
                </a:lnTo>
                <a:cubicBezTo>
                  <a:pt x="713412" y="36325"/>
                  <a:pt x="711435" y="37265"/>
                  <a:pt x="709907" y="38882"/>
                </a:cubicBezTo>
                <a:cubicBezTo>
                  <a:pt x="708378" y="40498"/>
                  <a:pt x="705821" y="45996"/>
                  <a:pt x="702236" y="55377"/>
                </a:cubicBezTo>
                <a:lnTo>
                  <a:pt x="681122" y="110235"/>
                </a:lnTo>
                <a:cubicBezTo>
                  <a:pt x="675798" y="123942"/>
                  <a:pt x="671844" y="132377"/>
                  <a:pt x="669260" y="135540"/>
                </a:cubicBezTo>
                <a:cubicBezTo>
                  <a:pt x="665623" y="139968"/>
                  <a:pt x="661063" y="142182"/>
                  <a:pt x="655580" y="142182"/>
                </a:cubicBezTo>
                <a:cubicBezTo>
                  <a:pt x="651204" y="142182"/>
                  <a:pt x="647659" y="140930"/>
                  <a:pt x="644944" y="138426"/>
                </a:cubicBezTo>
                <a:cubicBezTo>
                  <a:pt x="642229" y="135922"/>
                  <a:pt x="640871" y="132904"/>
                  <a:pt x="640871" y="129372"/>
                </a:cubicBezTo>
                <a:cubicBezTo>
                  <a:pt x="640871" y="126314"/>
                  <a:pt x="641807" y="123783"/>
                  <a:pt x="643679" y="121780"/>
                </a:cubicBezTo>
                <a:cubicBezTo>
                  <a:pt x="645550" y="119777"/>
                  <a:pt x="647857" y="118775"/>
                  <a:pt x="650598" y="118775"/>
                </a:cubicBezTo>
                <a:cubicBezTo>
                  <a:pt x="653234" y="118775"/>
                  <a:pt x="655356" y="119614"/>
                  <a:pt x="656964" y="121291"/>
                </a:cubicBezTo>
                <a:cubicBezTo>
                  <a:pt x="658572" y="122970"/>
                  <a:pt x="659402" y="125566"/>
                  <a:pt x="659455" y="129080"/>
                </a:cubicBezTo>
                <a:cubicBezTo>
                  <a:pt x="659507" y="131073"/>
                  <a:pt x="659745" y="132358"/>
                  <a:pt x="660166" y="132935"/>
                </a:cubicBezTo>
                <a:cubicBezTo>
                  <a:pt x="660588" y="133512"/>
                  <a:pt x="661194" y="133800"/>
                  <a:pt x="661985" y="133800"/>
                </a:cubicBezTo>
                <a:cubicBezTo>
                  <a:pt x="663251" y="133800"/>
                  <a:pt x="664595" y="133039"/>
                  <a:pt x="666018" y="131517"/>
                </a:cubicBezTo>
                <a:cubicBezTo>
                  <a:pt x="668127" y="129312"/>
                  <a:pt x="670605" y="124274"/>
                  <a:pt x="673452" y="116403"/>
                </a:cubicBezTo>
                <a:lnTo>
                  <a:pt x="675745" y="1103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Initialized">
            <a:extLst xmlns:a="http://schemas.openxmlformats.org/drawingml/2006/main">
              <a:ext uri="{FF2B5EF4-FFF2-40B4-BE49-F238E27FC236}">
                <a16:creationId xmlns:a16="http://schemas.microsoft.com/office/drawing/2014/main" id="{D2C09663-B736-4CF4-9A13-575CAFF2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75" y="1549444"/>
            <a:ext cx="693845" cy="111816"/>
          </a:xfrm>
          <a:custGeom xmlns:a="http://schemas.openxmlformats.org/drawingml/2006/main">
            <a:pathLst>
              <a:path w="693845" h="111816">
                <a:moveTo>
                  <a:pt x="56066" y="106755"/>
                </a:moveTo>
                <a:lnTo>
                  <a:pt x="56066" y="109602"/>
                </a:lnTo>
                <a:lnTo>
                  <a:pt x="0" y="109602"/>
                </a:lnTo>
                <a:lnTo>
                  <a:pt x="0" y="106755"/>
                </a:lnTo>
                <a:lnTo>
                  <a:pt x="3559" y="106755"/>
                </a:lnTo>
                <a:cubicBezTo>
                  <a:pt x="6669" y="106755"/>
                  <a:pt x="9173" y="106199"/>
                  <a:pt x="11071" y="105087"/>
                </a:cubicBezTo>
                <a:cubicBezTo>
                  <a:pt x="12442" y="104344"/>
                  <a:pt x="13496" y="103072"/>
                  <a:pt x="14234" y="101272"/>
                </a:cubicBezTo>
                <a:cubicBezTo>
                  <a:pt x="14814" y="100000"/>
                  <a:pt x="15104" y="96661"/>
                  <a:pt x="15104" y="91256"/>
                </a:cubicBezTo>
                <a:lnTo>
                  <a:pt x="15104" y="20718"/>
                </a:lnTo>
                <a:cubicBezTo>
                  <a:pt x="15104" y="15208"/>
                  <a:pt x="14814" y="11764"/>
                  <a:pt x="14234" y="10386"/>
                </a:cubicBezTo>
                <a:cubicBezTo>
                  <a:pt x="13654" y="9007"/>
                  <a:pt x="12481" y="7802"/>
                  <a:pt x="10715" y="6769"/>
                </a:cubicBezTo>
                <a:cubicBezTo>
                  <a:pt x="8949" y="5736"/>
                  <a:pt x="6563" y="5219"/>
                  <a:pt x="3559" y="5219"/>
                </a:cubicBezTo>
                <a:lnTo>
                  <a:pt x="0" y="5219"/>
                </a:lnTo>
                <a:lnTo>
                  <a:pt x="0" y="2372"/>
                </a:lnTo>
                <a:lnTo>
                  <a:pt x="56066" y="2372"/>
                </a:lnTo>
                <a:lnTo>
                  <a:pt x="56066" y="5219"/>
                </a:lnTo>
                <a:lnTo>
                  <a:pt x="52508" y="5219"/>
                </a:lnTo>
                <a:cubicBezTo>
                  <a:pt x="49397" y="5219"/>
                  <a:pt x="46893" y="5775"/>
                  <a:pt x="44995" y="6887"/>
                </a:cubicBezTo>
                <a:cubicBezTo>
                  <a:pt x="43625" y="7630"/>
                  <a:pt x="42544" y="8902"/>
                  <a:pt x="41753" y="10703"/>
                </a:cubicBezTo>
                <a:cubicBezTo>
                  <a:pt x="41173" y="11975"/>
                  <a:pt x="40883" y="15313"/>
                  <a:pt x="40883" y="20718"/>
                </a:cubicBezTo>
                <a:lnTo>
                  <a:pt x="40883" y="91256"/>
                </a:lnTo>
                <a:cubicBezTo>
                  <a:pt x="40883" y="96767"/>
                  <a:pt x="41186" y="100212"/>
                  <a:pt x="41793" y="101590"/>
                </a:cubicBezTo>
                <a:cubicBezTo>
                  <a:pt x="42399" y="102968"/>
                  <a:pt x="43585" y="104173"/>
                  <a:pt x="45351" y="105206"/>
                </a:cubicBezTo>
                <a:cubicBezTo>
                  <a:pt x="47117" y="106239"/>
                  <a:pt x="49503" y="106755"/>
                  <a:pt x="52508" y="106755"/>
                </a:cubicBezTo>
                <a:lnTo>
                  <a:pt x="56066" y="106755"/>
                </a:lnTo>
                <a:close/>
                <a:moveTo>
                  <a:pt x="95680" y="35585"/>
                </a:moveTo>
                <a:lnTo>
                  <a:pt x="95680" y="45233"/>
                </a:lnTo>
                <a:cubicBezTo>
                  <a:pt x="99476" y="41093"/>
                  <a:pt x="103114" y="38081"/>
                  <a:pt x="106593" y="36198"/>
                </a:cubicBezTo>
                <a:cubicBezTo>
                  <a:pt x="110072" y="34313"/>
                  <a:pt x="113815" y="33371"/>
                  <a:pt x="117822" y="33371"/>
                </a:cubicBezTo>
                <a:cubicBezTo>
                  <a:pt x="122620" y="33371"/>
                  <a:pt x="126600" y="34704"/>
                  <a:pt x="129763" y="37369"/>
                </a:cubicBezTo>
                <a:cubicBezTo>
                  <a:pt x="132926" y="40035"/>
                  <a:pt x="135035" y="43347"/>
                  <a:pt x="136089" y="47306"/>
                </a:cubicBezTo>
                <a:cubicBezTo>
                  <a:pt x="136933" y="50316"/>
                  <a:pt x="137354" y="56097"/>
                  <a:pt x="137354" y="64649"/>
                </a:cubicBezTo>
                <a:lnTo>
                  <a:pt x="137354" y="93470"/>
                </a:lnTo>
                <a:cubicBezTo>
                  <a:pt x="137354" y="99164"/>
                  <a:pt x="137868" y="102709"/>
                  <a:pt x="138896" y="104106"/>
                </a:cubicBezTo>
                <a:cubicBezTo>
                  <a:pt x="139924" y="105503"/>
                  <a:pt x="142073" y="106386"/>
                  <a:pt x="145341" y="106755"/>
                </a:cubicBezTo>
                <a:lnTo>
                  <a:pt x="145341" y="109602"/>
                </a:lnTo>
                <a:lnTo>
                  <a:pt x="107937" y="109602"/>
                </a:lnTo>
                <a:lnTo>
                  <a:pt x="107937" y="106755"/>
                </a:lnTo>
                <a:cubicBezTo>
                  <a:pt x="110731" y="106386"/>
                  <a:pt x="112735" y="105226"/>
                  <a:pt x="113947" y="103276"/>
                </a:cubicBezTo>
                <a:cubicBezTo>
                  <a:pt x="114791" y="101958"/>
                  <a:pt x="115213" y="98689"/>
                  <a:pt x="115213" y="93470"/>
                </a:cubicBezTo>
                <a:lnTo>
                  <a:pt x="115213" y="60574"/>
                </a:lnTo>
                <a:cubicBezTo>
                  <a:pt x="115213" y="54511"/>
                  <a:pt x="114975" y="50689"/>
                  <a:pt x="114501" y="49107"/>
                </a:cubicBezTo>
                <a:cubicBezTo>
                  <a:pt x="114026" y="47526"/>
                  <a:pt x="113222" y="46300"/>
                  <a:pt x="112089" y="45430"/>
                </a:cubicBezTo>
                <a:cubicBezTo>
                  <a:pt x="110956" y="44560"/>
                  <a:pt x="109703" y="44126"/>
                  <a:pt x="108333" y="44126"/>
                </a:cubicBezTo>
                <a:cubicBezTo>
                  <a:pt x="103799" y="44126"/>
                  <a:pt x="99581" y="47394"/>
                  <a:pt x="95680" y="53931"/>
                </a:cubicBezTo>
                <a:lnTo>
                  <a:pt x="95680" y="93470"/>
                </a:lnTo>
                <a:cubicBezTo>
                  <a:pt x="95680" y="99006"/>
                  <a:pt x="96194" y="102511"/>
                  <a:pt x="97222" y="103988"/>
                </a:cubicBezTo>
                <a:cubicBezTo>
                  <a:pt x="98250" y="105464"/>
                  <a:pt x="100161" y="106386"/>
                  <a:pt x="102955" y="106755"/>
                </a:cubicBezTo>
                <a:lnTo>
                  <a:pt x="102955" y="109602"/>
                </a:lnTo>
                <a:lnTo>
                  <a:pt x="65552" y="109602"/>
                </a:lnTo>
                <a:lnTo>
                  <a:pt x="65552" y="106755"/>
                </a:lnTo>
                <a:cubicBezTo>
                  <a:pt x="68662" y="106439"/>
                  <a:pt x="70876" y="105437"/>
                  <a:pt x="72194" y="103750"/>
                </a:cubicBezTo>
                <a:cubicBezTo>
                  <a:pt x="73090" y="102590"/>
                  <a:pt x="73538" y="99164"/>
                  <a:pt x="73538" y="93470"/>
                </a:cubicBezTo>
                <a:lnTo>
                  <a:pt x="73538" y="51717"/>
                </a:lnTo>
                <a:cubicBezTo>
                  <a:pt x="73538" y="46061"/>
                  <a:pt x="73024" y="42540"/>
                  <a:pt x="71996" y="41153"/>
                </a:cubicBezTo>
                <a:cubicBezTo>
                  <a:pt x="70968" y="39766"/>
                  <a:pt x="68820" y="38859"/>
                  <a:pt x="65552" y="38432"/>
                </a:cubicBezTo>
                <a:lnTo>
                  <a:pt x="65552" y="35585"/>
                </a:lnTo>
                <a:lnTo>
                  <a:pt x="95680" y="35585"/>
                </a:lnTo>
                <a:close/>
                <a:moveTo>
                  <a:pt x="173521" y="0"/>
                </a:moveTo>
                <a:cubicBezTo>
                  <a:pt x="176947" y="0"/>
                  <a:pt x="179847" y="1203"/>
                  <a:pt x="182219" y="3610"/>
                </a:cubicBezTo>
                <a:cubicBezTo>
                  <a:pt x="184592" y="6016"/>
                  <a:pt x="185778" y="8911"/>
                  <a:pt x="185778" y="12297"/>
                </a:cubicBezTo>
                <a:cubicBezTo>
                  <a:pt x="185778" y="15682"/>
                  <a:pt x="184578" y="18565"/>
                  <a:pt x="182180" y="20946"/>
                </a:cubicBezTo>
                <a:cubicBezTo>
                  <a:pt x="179781" y="23325"/>
                  <a:pt x="176895" y="24514"/>
                  <a:pt x="173521" y="24514"/>
                </a:cubicBezTo>
                <a:cubicBezTo>
                  <a:pt x="170147" y="24514"/>
                  <a:pt x="167274" y="23325"/>
                  <a:pt x="164901" y="20946"/>
                </a:cubicBezTo>
                <a:cubicBezTo>
                  <a:pt x="162529" y="18565"/>
                  <a:pt x="161343" y="15682"/>
                  <a:pt x="161343" y="12297"/>
                </a:cubicBezTo>
                <a:cubicBezTo>
                  <a:pt x="161343" y="8911"/>
                  <a:pt x="162529" y="6016"/>
                  <a:pt x="164901" y="3610"/>
                </a:cubicBezTo>
                <a:cubicBezTo>
                  <a:pt x="167274" y="1203"/>
                  <a:pt x="170147" y="0"/>
                  <a:pt x="173521" y="0"/>
                </a:cubicBezTo>
                <a:moveTo>
                  <a:pt x="184592" y="35585"/>
                </a:moveTo>
                <a:lnTo>
                  <a:pt x="184592" y="94261"/>
                </a:lnTo>
                <a:cubicBezTo>
                  <a:pt x="184592" y="99480"/>
                  <a:pt x="185198" y="102815"/>
                  <a:pt x="186410" y="104264"/>
                </a:cubicBezTo>
                <a:cubicBezTo>
                  <a:pt x="187623" y="105714"/>
                  <a:pt x="189995" y="106544"/>
                  <a:pt x="193527" y="106755"/>
                </a:cubicBezTo>
                <a:lnTo>
                  <a:pt x="193527" y="109602"/>
                </a:lnTo>
                <a:lnTo>
                  <a:pt x="153593" y="109602"/>
                </a:lnTo>
                <a:lnTo>
                  <a:pt x="153593" y="106755"/>
                </a:lnTo>
                <a:cubicBezTo>
                  <a:pt x="156862" y="106650"/>
                  <a:pt x="159287" y="105701"/>
                  <a:pt x="160868" y="103908"/>
                </a:cubicBezTo>
                <a:cubicBezTo>
                  <a:pt x="161923" y="102696"/>
                  <a:pt x="162450" y="99480"/>
                  <a:pt x="162450" y="94261"/>
                </a:cubicBezTo>
                <a:lnTo>
                  <a:pt x="162450" y="51084"/>
                </a:lnTo>
                <a:cubicBezTo>
                  <a:pt x="162450" y="45799"/>
                  <a:pt x="161844" y="42423"/>
                  <a:pt x="160631" y="40955"/>
                </a:cubicBezTo>
                <a:cubicBezTo>
                  <a:pt x="159418" y="39487"/>
                  <a:pt x="157072" y="38646"/>
                  <a:pt x="153593" y="38432"/>
                </a:cubicBezTo>
                <a:lnTo>
                  <a:pt x="153593" y="35585"/>
                </a:lnTo>
                <a:lnTo>
                  <a:pt x="184592" y="35585"/>
                </a:lnTo>
                <a:close/>
                <a:moveTo>
                  <a:pt x="229765" y="8382"/>
                </a:moveTo>
                <a:lnTo>
                  <a:pt x="229765" y="35585"/>
                </a:lnTo>
                <a:lnTo>
                  <a:pt x="247320" y="35585"/>
                </a:lnTo>
                <a:lnTo>
                  <a:pt x="247320" y="43335"/>
                </a:lnTo>
                <a:lnTo>
                  <a:pt x="229765" y="43335"/>
                </a:lnTo>
                <a:lnTo>
                  <a:pt x="229765" y="89086"/>
                </a:lnTo>
                <a:cubicBezTo>
                  <a:pt x="229765" y="93368"/>
                  <a:pt x="229962" y="96130"/>
                  <a:pt x="230358" y="97372"/>
                </a:cubicBezTo>
                <a:cubicBezTo>
                  <a:pt x="230753" y="98614"/>
                  <a:pt x="231452" y="99619"/>
                  <a:pt x="232453" y="100387"/>
                </a:cubicBezTo>
                <a:cubicBezTo>
                  <a:pt x="233455" y="101153"/>
                  <a:pt x="234378" y="101536"/>
                  <a:pt x="235221" y="101536"/>
                </a:cubicBezTo>
                <a:cubicBezTo>
                  <a:pt x="238648" y="101536"/>
                  <a:pt x="241890" y="98900"/>
                  <a:pt x="244948" y="93628"/>
                </a:cubicBezTo>
                <a:lnTo>
                  <a:pt x="247320" y="95385"/>
                </a:lnTo>
                <a:cubicBezTo>
                  <a:pt x="243050" y="105601"/>
                  <a:pt x="236117" y="110709"/>
                  <a:pt x="226523" y="110709"/>
                </a:cubicBezTo>
                <a:cubicBezTo>
                  <a:pt x="221831" y="110709"/>
                  <a:pt x="217864" y="109400"/>
                  <a:pt x="214621" y="106782"/>
                </a:cubicBezTo>
                <a:cubicBezTo>
                  <a:pt x="211379" y="104163"/>
                  <a:pt x="209310" y="101240"/>
                  <a:pt x="208414" y="98012"/>
                </a:cubicBezTo>
                <a:cubicBezTo>
                  <a:pt x="207887" y="96213"/>
                  <a:pt x="207623" y="91346"/>
                  <a:pt x="207623" y="83410"/>
                </a:cubicBezTo>
                <a:lnTo>
                  <a:pt x="207623" y="43335"/>
                </a:lnTo>
                <a:lnTo>
                  <a:pt x="197975" y="43335"/>
                </a:lnTo>
                <a:lnTo>
                  <a:pt x="197975" y="40560"/>
                </a:lnTo>
                <a:cubicBezTo>
                  <a:pt x="204618" y="35858"/>
                  <a:pt x="210272" y="30918"/>
                  <a:pt x="214938" y="25740"/>
                </a:cubicBezTo>
                <a:cubicBezTo>
                  <a:pt x="219603" y="20562"/>
                  <a:pt x="223676" y="14776"/>
                  <a:pt x="227155" y="8382"/>
                </a:cubicBezTo>
                <a:lnTo>
                  <a:pt x="229765" y="8382"/>
                </a:lnTo>
                <a:close/>
                <a:moveTo>
                  <a:pt x="272198" y="0"/>
                </a:moveTo>
                <a:cubicBezTo>
                  <a:pt x="275625" y="0"/>
                  <a:pt x="278524" y="1203"/>
                  <a:pt x="280896" y="3610"/>
                </a:cubicBezTo>
                <a:cubicBezTo>
                  <a:pt x="283269" y="6016"/>
                  <a:pt x="284455" y="8911"/>
                  <a:pt x="284455" y="12297"/>
                </a:cubicBezTo>
                <a:cubicBezTo>
                  <a:pt x="284455" y="15682"/>
                  <a:pt x="283256" y="18565"/>
                  <a:pt x="280857" y="20946"/>
                </a:cubicBezTo>
                <a:cubicBezTo>
                  <a:pt x="278458" y="23325"/>
                  <a:pt x="275572" y="24514"/>
                  <a:pt x="272198" y="24514"/>
                </a:cubicBezTo>
                <a:cubicBezTo>
                  <a:pt x="268824" y="24514"/>
                  <a:pt x="265951" y="23325"/>
                  <a:pt x="263578" y="20946"/>
                </a:cubicBezTo>
                <a:cubicBezTo>
                  <a:pt x="261206" y="18565"/>
                  <a:pt x="260020" y="15682"/>
                  <a:pt x="260020" y="12297"/>
                </a:cubicBezTo>
                <a:cubicBezTo>
                  <a:pt x="260020" y="8911"/>
                  <a:pt x="261206" y="6016"/>
                  <a:pt x="263578" y="3610"/>
                </a:cubicBezTo>
                <a:cubicBezTo>
                  <a:pt x="265951" y="1203"/>
                  <a:pt x="268824" y="0"/>
                  <a:pt x="272198" y="0"/>
                </a:cubicBezTo>
                <a:moveTo>
                  <a:pt x="283269" y="35585"/>
                </a:moveTo>
                <a:lnTo>
                  <a:pt x="283269" y="94261"/>
                </a:lnTo>
                <a:cubicBezTo>
                  <a:pt x="283269" y="99480"/>
                  <a:pt x="283875" y="102815"/>
                  <a:pt x="285088" y="104264"/>
                </a:cubicBezTo>
                <a:cubicBezTo>
                  <a:pt x="286300" y="105714"/>
                  <a:pt x="288672" y="106544"/>
                  <a:pt x="292205" y="106755"/>
                </a:cubicBezTo>
                <a:lnTo>
                  <a:pt x="292205" y="109602"/>
                </a:lnTo>
                <a:lnTo>
                  <a:pt x="252270" y="109602"/>
                </a:lnTo>
                <a:lnTo>
                  <a:pt x="252270" y="106755"/>
                </a:lnTo>
                <a:cubicBezTo>
                  <a:pt x="255539" y="106650"/>
                  <a:pt x="257964" y="105701"/>
                  <a:pt x="259545" y="103908"/>
                </a:cubicBezTo>
                <a:cubicBezTo>
                  <a:pt x="260600" y="102696"/>
                  <a:pt x="261127" y="99480"/>
                  <a:pt x="261127" y="94261"/>
                </a:cubicBezTo>
                <a:lnTo>
                  <a:pt x="261127" y="51084"/>
                </a:lnTo>
                <a:cubicBezTo>
                  <a:pt x="261127" y="45799"/>
                  <a:pt x="260521" y="42423"/>
                  <a:pt x="259308" y="40955"/>
                </a:cubicBezTo>
                <a:cubicBezTo>
                  <a:pt x="258096" y="39487"/>
                  <a:pt x="255750" y="38646"/>
                  <a:pt x="252270" y="38432"/>
                </a:cubicBezTo>
                <a:lnTo>
                  <a:pt x="252270" y="35585"/>
                </a:lnTo>
                <a:lnTo>
                  <a:pt x="283269" y="35585"/>
                </a:lnTo>
                <a:close/>
                <a:moveTo>
                  <a:pt x="339908" y="98689"/>
                </a:moveTo>
                <a:cubicBezTo>
                  <a:pt x="330893" y="106703"/>
                  <a:pt x="322801" y="110709"/>
                  <a:pt x="315631" y="110709"/>
                </a:cubicBezTo>
                <a:cubicBezTo>
                  <a:pt x="311414" y="110709"/>
                  <a:pt x="307908" y="109321"/>
                  <a:pt x="305114" y="106545"/>
                </a:cubicBezTo>
                <a:cubicBezTo>
                  <a:pt x="302320" y="103768"/>
                  <a:pt x="300923" y="100290"/>
                  <a:pt x="300923" y="96112"/>
                </a:cubicBezTo>
                <a:cubicBezTo>
                  <a:pt x="300923" y="90451"/>
                  <a:pt x="303348" y="85360"/>
                  <a:pt x="308198" y="80837"/>
                </a:cubicBezTo>
                <a:cubicBezTo>
                  <a:pt x="313048" y="76315"/>
                  <a:pt x="323618" y="70299"/>
                  <a:pt x="339908" y="62788"/>
                </a:cubicBezTo>
                <a:lnTo>
                  <a:pt x="339908" y="55355"/>
                </a:lnTo>
                <a:cubicBezTo>
                  <a:pt x="339908" y="49766"/>
                  <a:pt x="339605" y="46247"/>
                  <a:pt x="338999" y="44798"/>
                </a:cubicBezTo>
                <a:cubicBezTo>
                  <a:pt x="338393" y="43348"/>
                  <a:pt x="337246" y="42083"/>
                  <a:pt x="335559" y="41002"/>
                </a:cubicBezTo>
                <a:cubicBezTo>
                  <a:pt x="333872" y="39921"/>
                  <a:pt x="331974" y="39381"/>
                  <a:pt x="329865" y="39381"/>
                </a:cubicBezTo>
                <a:cubicBezTo>
                  <a:pt x="326439" y="39381"/>
                  <a:pt x="323618" y="40145"/>
                  <a:pt x="321404" y="41674"/>
                </a:cubicBezTo>
                <a:cubicBezTo>
                  <a:pt x="320033" y="42623"/>
                  <a:pt x="319348" y="43730"/>
                  <a:pt x="319348" y="44995"/>
                </a:cubicBezTo>
                <a:cubicBezTo>
                  <a:pt x="319348" y="46102"/>
                  <a:pt x="320086" y="47473"/>
                  <a:pt x="321562" y="49107"/>
                </a:cubicBezTo>
                <a:cubicBezTo>
                  <a:pt x="323565" y="51374"/>
                  <a:pt x="324567" y="53562"/>
                  <a:pt x="324567" y="55671"/>
                </a:cubicBezTo>
                <a:cubicBezTo>
                  <a:pt x="324567" y="58254"/>
                  <a:pt x="323605" y="60455"/>
                  <a:pt x="321681" y="62274"/>
                </a:cubicBezTo>
                <a:cubicBezTo>
                  <a:pt x="319757" y="64093"/>
                  <a:pt x="317239" y="65002"/>
                  <a:pt x="314129" y="65002"/>
                </a:cubicBezTo>
                <a:cubicBezTo>
                  <a:pt x="310808" y="65002"/>
                  <a:pt x="308027" y="64000"/>
                  <a:pt x="305786" y="61997"/>
                </a:cubicBezTo>
                <a:cubicBezTo>
                  <a:pt x="303546" y="59994"/>
                  <a:pt x="302425" y="57648"/>
                  <a:pt x="302425" y="54959"/>
                </a:cubicBezTo>
                <a:cubicBezTo>
                  <a:pt x="302425" y="51163"/>
                  <a:pt x="303928" y="47539"/>
                  <a:pt x="306933" y="44086"/>
                </a:cubicBezTo>
                <a:cubicBezTo>
                  <a:pt x="309938" y="40633"/>
                  <a:pt x="314129" y="37984"/>
                  <a:pt x="319506" y="36139"/>
                </a:cubicBezTo>
                <a:cubicBezTo>
                  <a:pt x="324883" y="34293"/>
                  <a:pt x="330472" y="33371"/>
                  <a:pt x="336271" y="33371"/>
                </a:cubicBezTo>
                <a:cubicBezTo>
                  <a:pt x="343282" y="33371"/>
                  <a:pt x="348831" y="34864"/>
                  <a:pt x="352917" y="37851"/>
                </a:cubicBezTo>
                <a:cubicBezTo>
                  <a:pt x="357002" y="40836"/>
                  <a:pt x="359651" y="44073"/>
                  <a:pt x="360864" y="47560"/>
                </a:cubicBezTo>
                <a:cubicBezTo>
                  <a:pt x="361602" y="49780"/>
                  <a:pt x="361971" y="54878"/>
                  <a:pt x="361971" y="62857"/>
                </a:cubicBezTo>
                <a:lnTo>
                  <a:pt x="361971" y="91629"/>
                </a:lnTo>
                <a:cubicBezTo>
                  <a:pt x="361971" y="95011"/>
                  <a:pt x="362103" y="97139"/>
                  <a:pt x="362366" y="98012"/>
                </a:cubicBezTo>
                <a:cubicBezTo>
                  <a:pt x="362630" y="98884"/>
                  <a:pt x="363025" y="99531"/>
                  <a:pt x="363553" y="99955"/>
                </a:cubicBezTo>
                <a:cubicBezTo>
                  <a:pt x="364080" y="100376"/>
                  <a:pt x="364686" y="100587"/>
                  <a:pt x="365371" y="100587"/>
                </a:cubicBezTo>
                <a:cubicBezTo>
                  <a:pt x="366742" y="100587"/>
                  <a:pt x="368139" y="99612"/>
                  <a:pt x="369562" y="97661"/>
                </a:cubicBezTo>
                <a:lnTo>
                  <a:pt x="371935" y="99559"/>
                </a:lnTo>
                <a:cubicBezTo>
                  <a:pt x="369299" y="103460"/>
                  <a:pt x="366571" y="106294"/>
                  <a:pt x="363750" y="108060"/>
                </a:cubicBezTo>
                <a:cubicBezTo>
                  <a:pt x="360930" y="109826"/>
                  <a:pt x="357727" y="110709"/>
                  <a:pt x="354142" y="110709"/>
                </a:cubicBezTo>
                <a:cubicBezTo>
                  <a:pt x="349925" y="110709"/>
                  <a:pt x="346630" y="109714"/>
                  <a:pt x="344257" y="107724"/>
                </a:cubicBezTo>
                <a:cubicBezTo>
                  <a:pt x="341885" y="105734"/>
                  <a:pt x="340435" y="102722"/>
                  <a:pt x="339908" y="98689"/>
                </a:cubicBezTo>
                <a:moveTo>
                  <a:pt x="339908" y="92838"/>
                </a:moveTo>
                <a:lnTo>
                  <a:pt x="339908" y="68101"/>
                </a:lnTo>
                <a:cubicBezTo>
                  <a:pt x="333529" y="71862"/>
                  <a:pt x="328785" y="75888"/>
                  <a:pt x="325674" y="80180"/>
                </a:cubicBezTo>
                <a:cubicBezTo>
                  <a:pt x="323618" y="83040"/>
                  <a:pt x="322590" y="85927"/>
                  <a:pt x="322590" y="88842"/>
                </a:cubicBezTo>
                <a:cubicBezTo>
                  <a:pt x="322590" y="91278"/>
                  <a:pt x="323460" y="93424"/>
                  <a:pt x="325200" y="95279"/>
                </a:cubicBezTo>
                <a:cubicBezTo>
                  <a:pt x="326518" y="96709"/>
                  <a:pt x="328363" y="97424"/>
                  <a:pt x="330735" y="97424"/>
                </a:cubicBezTo>
                <a:cubicBezTo>
                  <a:pt x="333371" y="97424"/>
                  <a:pt x="336429" y="95895"/>
                  <a:pt x="339908" y="92838"/>
                </a:cubicBezTo>
                <a:close/>
                <a:moveTo>
                  <a:pt x="409022" y="2372"/>
                </a:moveTo>
                <a:lnTo>
                  <a:pt x="409022" y="94261"/>
                </a:lnTo>
                <a:cubicBezTo>
                  <a:pt x="409022" y="99480"/>
                  <a:pt x="409629" y="102815"/>
                  <a:pt x="410841" y="104264"/>
                </a:cubicBezTo>
                <a:cubicBezTo>
                  <a:pt x="412054" y="105714"/>
                  <a:pt x="414426" y="106544"/>
                  <a:pt x="417958" y="106755"/>
                </a:cubicBezTo>
                <a:lnTo>
                  <a:pt x="417958" y="109602"/>
                </a:lnTo>
                <a:lnTo>
                  <a:pt x="378024" y="109602"/>
                </a:lnTo>
                <a:lnTo>
                  <a:pt x="378024" y="106755"/>
                </a:lnTo>
                <a:cubicBezTo>
                  <a:pt x="381292" y="106650"/>
                  <a:pt x="383717" y="105701"/>
                  <a:pt x="385299" y="103908"/>
                </a:cubicBezTo>
                <a:cubicBezTo>
                  <a:pt x="386353" y="102696"/>
                  <a:pt x="386881" y="99480"/>
                  <a:pt x="386881" y="94261"/>
                </a:cubicBezTo>
                <a:lnTo>
                  <a:pt x="386881" y="17713"/>
                </a:lnTo>
                <a:cubicBezTo>
                  <a:pt x="386881" y="12514"/>
                  <a:pt x="386274" y="9185"/>
                  <a:pt x="385062" y="7727"/>
                </a:cubicBezTo>
                <a:cubicBezTo>
                  <a:pt x="383849" y="6268"/>
                  <a:pt x="381503" y="5432"/>
                  <a:pt x="378024" y="5219"/>
                </a:cubicBezTo>
                <a:lnTo>
                  <a:pt x="378024" y="2372"/>
                </a:lnTo>
                <a:lnTo>
                  <a:pt x="409022" y="2372"/>
                </a:lnTo>
                <a:close/>
                <a:moveTo>
                  <a:pt x="442571" y="0"/>
                </a:moveTo>
                <a:cubicBezTo>
                  <a:pt x="445998" y="0"/>
                  <a:pt x="448897" y="1203"/>
                  <a:pt x="451270" y="3610"/>
                </a:cubicBezTo>
                <a:cubicBezTo>
                  <a:pt x="453642" y="6016"/>
                  <a:pt x="454828" y="8911"/>
                  <a:pt x="454828" y="12297"/>
                </a:cubicBezTo>
                <a:cubicBezTo>
                  <a:pt x="454828" y="15682"/>
                  <a:pt x="453629" y="18565"/>
                  <a:pt x="451230" y="20946"/>
                </a:cubicBezTo>
                <a:cubicBezTo>
                  <a:pt x="448831" y="23325"/>
                  <a:pt x="445945" y="24514"/>
                  <a:pt x="442571" y="24514"/>
                </a:cubicBezTo>
                <a:cubicBezTo>
                  <a:pt x="439197" y="24514"/>
                  <a:pt x="436324" y="23325"/>
                  <a:pt x="433951" y="20946"/>
                </a:cubicBezTo>
                <a:cubicBezTo>
                  <a:pt x="431579" y="18565"/>
                  <a:pt x="430393" y="15682"/>
                  <a:pt x="430393" y="12297"/>
                </a:cubicBezTo>
                <a:cubicBezTo>
                  <a:pt x="430393" y="8911"/>
                  <a:pt x="431579" y="6016"/>
                  <a:pt x="433951" y="3610"/>
                </a:cubicBezTo>
                <a:cubicBezTo>
                  <a:pt x="436324" y="1203"/>
                  <a:pt x="439197" y="0"/>
                  <a:pt x="442571" y="0"/>
                </a:cubicBezTo>
                <a:moveTo>
                  <a:pt x="453642" y="35585"/>
                </a:moveTo>
                <a:lnTo>
                  <a:pt x="453642" y="94261"/>
                </a:lnTo>
                <a:cubicBezTo>
                  <a:pt x="453642" y="99480"/>
                  <a:pt x="454248" y="102815"/>
                  <a:pt x="455461" y="104264"/>
                </a:cubicBezTo>
                <a:cubicBezTo>
                  <a:pt x="456673" y="105714"/>
                  <a:pt x="459046" y="106544"/>
                  <a:pt x="462578" y="106755"/>
                </a:cubicBezTo>
                <a:lnTo>
                  <a:pt x="462578" y="109602"/>
                </a:lnTo>
                <a:lnTo>
                  <a:pt x="422643" y="109602"/>
                </a:lnTo>
                <a:lnTo>
                  <a:pt x="422643" y="106755"/>
                </a:lnTo>
                <a:cubicBezTo>
                  <a:pt x="425912" y="106650"/>
                  <a:pt x="428337" y="105701"/>
                  <a:pt x="429919" y="103908"/>
                </a:cubicBezTo>
                <a:cubicBezTo>
                  <a:pt x="430973" y="102696"/>
                  <a:pt x="431500" y="99480"/>
                  <a:pt x="431500" y="94261"/>
                </a:cubicBezTo>
                <a:lnTo>
                  <a:pt x="431500" y="51084"/>
                </a:lnTo>
                <a:cubicBezTo>
                  <a:pt x="431500" y="45799"/>
                  <a:pt x="430894" y="42423"/>
                  <a:pt x="429681" y="40955"/>
                </a:cubicBezTo>
                <a:cubicBezTo>
                  <a:pt x="428469" y="39487"/>
                  <a:pt x="426123" y="38646"/>
                  <a:pt x="422643" y="38432"/>
                </a:cubicBezTo>
                <a:lnTo>
                  <a:pt x="422643" y="35585"/>
                </a:lnTo>
                <a:lnTo>
                  <a:pt x="453642" y="35585"/>
                </a:lnTo>
                <a:close/>
                <a:moveTo>
                  <a:pt x="530051" y="109602"/>
                </a:moveTo>
                <a:lnTo>
                  <a:pt x="465681" y="109602"/>
                </a:lnTo>
                <a:lnTo>
                  <a:pt x="465681" y="107862"/>
                </a:lnTo>
                <a:lnTo>
                  <a:pt x="506327" y="40488"/>
                </a:lnTo>
                <a:lnTo>
                  <a:pt x="494466" y="40488"/>
                </a:lnTo>
                <a:cubicBezTo>
                  <a:pt x="489352" y="40488"/>
                  <a:pt x="485688" y="40948"/>
                  <a:pt x="483474" y="41867"/>
                </a:cubicBezTo>
                <a:cubicBezTo>
                  <a:pt x="481260" y="42784"/>
                  <a:pt x="479467" y="44253"/>
                  <a:pt x="478097" y="46273"/>
                </a:cubicBezTo>
                <a:cubicBezTo>
                  <a:pt x="476726" y="48293"/>
                  <a:pt x="475302" y="51900"/>
                  <a:pt x="473826" y="57094"/>
                </a:cubicBezTo>
                <a:lnTo>
                  <a:pt x="471059" y="57094"/>
                </a:lnTo>
                <a:lnTo>
                  <a:pt x="471059" y="35585"/>
                </a:lnTo>
                <a:lnTo>
                  <a:pt x="533293" y="35585"/>
                </a:lnTo>
                <a:lnTo>
                  <a:pt x="533293" y="37718"/>
                </a:lnTo>
                <a:lnTo>
                  <a:pt x="492963" y="104383"/>
                </a:lnTo>
                <a:lnTo>
                  <a:pt x="498024" y="104383"/>
                </a:lnTo>
                <a:cubicBezTo>
                  <a:pt x="508146" y="104383"/>
                  <a:pt x="515448" y="102945"/>
                  <a:pt x="519929" y="100068"/>
                </a:cubicBezTo>
                <a:cubicBezTo>
                  <a:pt x="524410" y="97190"/>
                  <a:pt x="527784" y="91933"/>
                  <a:pt x="530051" y="84297"/>
                </a:cubicBezTo>
                <a:lnTo>
                  <a:pt x="532265" y="84297"/>
                </a:lnTo>
                <a:lnTo>
                  <a:pt x="530051" y="109602"/>
                </a:lnTo>
                <a:close/>
                <a:moveTo>
                  <a:pt x="603803" y="69905"/>
                </a:moveTo>
                <a:lnTo>
                  <a:pt x="563236" y="69905"/>
                </a:lnTo>
                <a:cubicBezTo>
                  <a:pt x="563710" y="79737"/>
                  <a:pt x="566320" y="87507"/>
                  <a:pt x="571065" y="93216"/>
                </a:cubicBezTo>
                <a:cubicBezTo>
                  <a:pt x="574702" y="97603"/>
                  <a:pt x="579078" y="99796"/>
                  <a:pt x="584191" y="99796"/>
                </a:cubicBezTo>
                <a:cubicBezTo>
                  <a:pt x="587355" y="99796"/>
                  <a:pt x="590228" y="98913"/>
                  <a:pt x="592811" y="97147"/>
                </a:cubicBezTo>
                <a:cubicBezTo>
                  <a:pt x="595394" y="95381"/>
                  <a:pt x="598162" y="92205"/>
                  <a:pt x="601114" y="87618"/>
                </a:cubicBezTo>
                <a:lnTo>
                  <a:pt x="603803" y="89358"/>
                </a:lnTo>
                <a:cubicBezTo>
                  <a:pt x="599796" y="97529"/>
                  <a:pt x="595368" y="103315"/>
                  <a:pt x="590518" y="106716"/>
                </a:cubicBezTo>
                <a:cubicBezTo>
                  <a:pt x="585668" y="110116"/>
                  <a:pt x="580053" y="111816"/>
                  <a:pt x="573674" y="111816"/>
                </a:cubicBezTo>
                <a:cubicBezTo>
                  <a:pt x="562709" y="111816"/>
                  <a:pt x="554405" y="107595"/>
                  <a:pt x="548765" y="99151"/>
                </a:cubicBezTo>
                <a:cubicBezTo>
                  <a:pt x="544231" y="92344"/>
                  <a:pt x="541964" y="83901"/>
                  <a:pt x="541964" y="73822"/>
                </a:cubicBezTo>
                <a:cubicBezTo>
                  <a:pt x="541964" y="61472"/>
                  <a:pt x="545298" y="51644"/>
                  <a:pt x="551967" y="44336"/>
                </a:cubicBezTo>
                <a:cubicBezTo>
                  <a:pt x="558636" y="37026"/>
                  <a:pt x="566452" y="33371"/>
                  <a:pt x="575414" y="33371"/>
                </a:cubicBezTo>
                <a:cubicBezTo>
                  <a:pt x="582900" y="33371"/>
                  <a:pt x="589397" y="36442"/>
                  <a:pt x="594907" y="42583"/>
                </a:cubicBezTo>
                <a:cubicBezTo>
                  <a:pt x="600416" y="48725"/>
                  <a:pt x="603381" y="57832"/>
                  <a:pt x="603803" y="69905"/>
                </a:cubicBezTo>
                <a:moveTo>
                  <a:pt x="584350" y="64686"/>
                </a:moveTo>
                <a:cubicBezTo>
                  <a:pt x="584350" y="56198"/>
                  <a:pt x="583888" y="50373"/>
                  <a:pt x="582966" y="47210"/>
                </a:cubicBezTo>
                <a:cubicBezTo>
                  <a:pt x="582043" y="44046"/>
                  <a:pt x="580607" y="41648"/>
                  <a:pt x="578656" y="40013"/>
                </a:cubicBezTo>
                <a:cubicBezTo>
                  <a:pt x="577549" y="39065"/>
                  <a:pt x="576073" y="38590"/>
                  <a:pt x="574228" y="38590"/>
                </a:cubicBezTo>
                <a:cubicBezTo>
                  <a:pt x="571486" y="38590"/>
                  <a:pt x="569246" y="39934"/>
                  <a:pt x="567506" y="42623"/>
                </a:cubicBezTo>
                <a:cubicBezTo>
                  <a:pt x="564396" y="47315"/>
                  <a:pt x="562840" y="53747"/>
                  <a:pt x="562840" y="61918"/>
                </a:cubicBezTo>
                <a:lnTo>
                  <a:pt x="562840" y="64686"/>
                </a:lnTo>
                <a:lnTo>
                  <a:pt x="584350" y="64686"/>
                </a:lnTo>
                <a:close/>
                <a:moveTo>
                  <a:pt x="684751" y="2372"/>
                </a:moveTo>
                <a:lnTo>
                  <a:pt x="684751" y="87460"/>
                </a:lnTo>
                <a:cubicBezTo>
                  <a:pt x="684751" y="93149"/>
                  <a:pt x="684909" y="96515"/>
                  <a:pt x="685225" y="97557"/>
                </a:cubicBezTo>
                <a:cubicBezTo>
                  <a:pt x="685647" y="99281"/>
                  <a:pt x="686451" y="100560"/>
                  <a:pt x="687637" y="101395"/>
                </a:cubicBezTo>
                <a:cubicBezTo>
                  <a:pt x="688823" y="102229"/>
                  <a:pt x="690893" y="102750"/>
                  <a:pt x="693845" y="102960"/>
                </a:cubicBezTo>
                <a:lnTo>
                  <a:pt x="693845" y="105806"/>
                </a:lnTo>
                <a:lnTo>
                  <a:pt x="662609" y="111816"/>
                </a:lnTo>
                <a:lnTo>
                  <a:pt x="662609" y="100113"/>
                </a:lnTo>
                <a:cubicBezTo>
                  <a:pt x="658866" y="104647"/>
                  <a:pt x="655532" y="107731"/>
                  <a:pt x="652606" y="109365"/>
                </a:cubicBezTo>
                <a:cubicBezTo>
                  <a:pt x="649680" y="110999"/>
                  <a:pt x="646372" y="111816"/>
                  <a:pt x="642681" y="111816"/>
                </a:cubicBezTo>
                <a:cubicBezTo>
                  <a:pt x="633245" y="111816"/>
                  <a:pt x="625785" y="107595"/>
                  <a:pt x="620302" y="99151"/>
                </a:cubicBezTo>
                <a:cubicBezTo>
                  <a:pt x="615874" y="92291"/>
                  <a:pt x="613660" y="83875"/>
                  <a:pt x="613660" y="73901"/>
                </a:cubicBezTo>
                <a:cubicBezTo>
                  <a:pt x="613660" y="65932"/>
                  <a:pt x="615030" y="58794"/>
                  <a:pt x="617772" y="52488"/>
                </a:cubicBezTo>
                <a:cubicBezTo>
                  <a:pt x="620513" y="46182"/>
                  <a:pt x="624269" y="41419"/>
                  <a:pt x="629040" y="38200"/>
                </a:cubicBezTo>
                <a:cubicBezTo>
                  <a:pt x="633812" y="34980"/>
                  <a:pt x="638938" y="33371"/>
                  <a:pt x="644421" y="33371"/>
                </a:cubicBezTo>
                <a:cubicBezTo>
                  <a:pt x="647953" y="33371"/>
                  <a:pt x="651090" y="34062"/>
                  <a:pt x="653831" y="35444"/>
                </a:cubicBezTo>
                <a:cubicBezTo>
                  <a:pt x="656573" y="36826"/>
                  <a:pt x="659499" y="39246"/>
                  <a:pt x="662609" y="42702"/>
                </a:cubicBezTo>
                <a:lnTo>
                  <a:pt x="662609" y="20402"/>
                </a:lnTo>
                <a:cubicBezTo>
                  <a:pt x="662609" y="14761"/>
                  <a:pt x="662372" y="11361"/>
                  <a:pt x="661897" y="10201"/>
                </a:cubicBezTo>
                <a:cubicBezTo>
                  <a:pt x="661265" y="8672"/>
                  <a:pt x="660316" y="7539"/>
                  <a:pt x="659051" y="6801"/>
                </a:cubicBezTo>
                <a:cubicBezTo>
                  <a:pt x="657785" y="6063"/>
                  <a:pt x="655413" y="5694"/>
                  <a:pt x="651934" y="5694"/>
                </a:cubicBezTo>
                <a:lnTo>
                  <a:pt x="651934" y="2372"/>
                </a:lnTo>
                <a:lnTo>
                  <a:pt x="684751" y="2372"/>
                </a:lnTo>
                <a:moveTo>
                  <a:pt x="662609" y="52350"/>
                </a:moveTo>
                <a:cubicBezTo>
                  <a:pt x="658708" y="44969"/>
                  <a:pt x="653937" y="41279"/>
                  <a:pt x="648296" y="41279"/>
                </a:cubicBezTo>
                <a:cubicBezTo>
                  <a:pt x="646345" y="41279"/>
                  <a:pt x="644737" y="41806"/>
                  <a:pt x="643472" y="42860"/>
                </a:cubicBezTo>
                <a:cubicBezTo>
                  <a:pt x="641522" y="44495"/>
                  <a:pt x="639927" y="47368"/>
                  <a:pt x="638688" y="51480"/>
                </a:cubicBezTo>
                <a:cubicBezTo>
                  <a:pt x="637449" y="55592"/>
                  <a:pt x="636830" y="61892"/>
                  <a:pt x="636830" y="70379"/>
                </a:cubicBezTo>
                <a:cubicBezTo>
                  <a:pt x="636830" y="79711"/>
                  <a:pt x="637515" y="86617"/>
                  <a:pt x="638886" y="91098"/>
                </a:cubicBezTo>
                <a:cubicBezTo>
                  <a:pt x="640256" y="95579"/>
                  <a:pt x="642128" y="98821"/>
                  <a:pt x="644500" y="100824"/>
                </a:cubicBezTo>
                <a:cubicBezTo>
                  <a:pt x="645713" y="101826"/>
                  <a:pt x="647373" y="102327"/>
                  <a:pt x="649482" y="102327"/>
                </a:cubicBezTo>
                <a:cubicBezTo>
                  <a:pt x="654121" y="102327"/>
                  <a:pt x="658497" y="98678"/>
                  <a:pt x="662609" y="91380"/>
                </a:cubicBezTo>
                <a:lnTo>
                  <a:pt x="662609" y="52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CNNModel">
            <a:extLst xmlns:a="http://schemas.openxmlformats.org/drawingml/2006/main">
              <a:ext uri="{FF2B5EF4-FFF2-40B4-BE49-F238E27FC236}">
                <a16:creationId xmlns:a16="http://schemas.microsoft.com/office/drawing/2014/main" id="{88C3BAC2-5F39-4F6D-8F37-27A1BC5C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45" y="1745405"/>
            <a:ext cx="824776" cy="111974"/>
          </a:xfrm>
          <a:custGeom xmlns:a="http://schemas.openxmlformats.org/drawingml/2006/main">
            <a:pathLst>
              <a:path w="824776" h="111974">
                <a:moveTo>
                  <a:pt x="101694" y="0"/>
                </a:moveTo>
                <a:lnTo>
                  <a:pt x="101694" y="37167"/>
                </a:lnTo>
                <a:lnTo>
                  <a:pt x="98610" y="37167"/>
                </a:lnTo>
                <a:cubicBezTo>
                  <a:pt x="96291" y="27415"/>
                  <a:pt x="91968" y="19943"/>
                  <a:pt x="85641" y="14751"/>
                </a:cubicBezTo>
                <a:cubicBezTo>
                  <a:pt x="79315" y="9556"/>
                  <a:pt x="72145" y="6959"/>
                  <a:pt x="64132" y="6959"/>
                </a:cubicBezTo>
                <a:cubicBezTo>
                  <a:pt x="57437" y="6959"/>
                  <a:pt x="51295" y="8883"/>
                  <a:pt x="45707" y="12732"/>
                </a:cubicBezTo>
                <a:cubicBezTo>
                  <a:pt x="40119" y="16580"/>
                  <a:pt x="36033" y="21615"/>
                  <a:pt x="33450" y="27835"/>
                </a:cubicBezTo>
                <a:cubicBezTo>
                  <a:pt x="30129" y="35796"/>
                  <a:pt x="28468" y="44653"/>
                  <a:pt x="28468" y="54406"/>
                </a:cubicBezTo>
                <a:cubicBezTo>
                  <a:pt x="28468" y="64000"/>
                  <a:pt x="29681" y="72739"/>
                  <a:pt x="32106" y="80620"/>
                </a:cubicBezTo>
                <a:cubicBezTo>
                  <a:pt x="34531" y="88501"/>
                  <a:pt x="38326" y="94459"/>
                  <a:pt x="43493" y="98492"/>
                </a:cubicBezTo>
                <a:cubicBezTo>
                  <a:pt x="48659" y="102525"/>
                  <a:pt x="55355" y="104541"/>
                  <a:pt x="63579" y="104541"/>
                </a:cubicBezTo>
                <a:cubicBezTo>
                  <a:pt x="70327" y="104541"/>
                  <a:pt x="76508" y="103065"/>
                  <a:pt x="82122" y="100113"/>
                </a:cubicBezTo>
                <a:cubicBezTo>
                  <a:pt x="87737" y="97160"/>
                  <a:pt x="93655" y="92073"/>
                  <a:pt x="99875" y="84851"/>
                </a:cubicBezTo>
                <a:lnTo>
                  <a:pt x="99875" y="94103"/>
                </a:lnTo>
                <a:cubicBezTo>
                  <a:pt x="93866" y="100376"/>
                  <a:pt x="87605" y="104923"/>
                  <a:pt x="81094" y="107744"/>
                </a:cubicBezTo>
                <a:cubicBezTo>
                  <a:pt x="74584" y="110564"/>
                  <a:pt x="66979" y="111974"/>
                  <a:pt x="58280" y="111974"/>
                </a:cubicBezTo>
                <a:cubicBezTo>
                  <a:pt x="46841" y="111974"/>
                  <a:pt x="36679" y="109684"/>
                  <a:pt x="27796" y="105104"/>
                </a:cubicBezTo>
                <a:cubicBezTo>
                  <a:pt x="18913" y="100525"/>
                  <a:pt x="12059" y="93945"/>
                  <a:pt x="7236" y="85365"/>
                </a:cubicBezTo>
                <a:cubicBezTo>
                  <a:pt x="2412" y="76783"/>
                  <a:pt x="0" y="67649"/>
                  <a:pt x="0" y="57962"/>
                </a:cubicBezTo>
                <a:cubicBezTo>
                  <a:pt x="0" y="47749"/>
                  <a:pt x="2675" y="38063"/>
                  <a:pt x="8026" y="28903"/>
                </a:cubicBezTo>
                <a:cubicBezTo>
                  <a:pt x="13377" y="19741"/>
                  <a:pt x="20600" y="12634"/>
                  <a:pt x="29694" y="7582"/>
                </a:cubicBezTo>
                <a:cubicBezTo>
                  <a:pt x="38788" y="2527"/>
                  <a:pt x="48448" y="0"/>
                  <a:pt x="58676" y="0"/>
                </a:cubicBezTo>
                <a:cubicBezTo>
                  <a:pt x="66215" y="0"/>
                  <a:pt x="74175" y="1634"/>
                  <a:pt x="82557" y="4903"/>
                </a:cubicBezTo>
                <a:cubicBezTo>
                  <a:pt x="87408" y="6801"/>
                  <a:pt x="90492" y="7750"/>
                  <a:pt x="91810" y="7750"/>
                </a:cubicBezTo>
                <a:cubicBezTo>
                  <a:pt x="93497" y="7750"/>
                  <a:pt x="94959" y="7130"/>
                  <a:pt x="96198" y="5891"/>
                </a:cubicBezTo>
                <a:cubicBezTo>
                  <a:pt x="97437" y="4652"/>
                  <a:pt x="98241" y="2689"/>
                  <a:pt x="98610" y="0"/>
                </a:cubicBezTo>
                <a:lnTo>
                  <a:pt x="101694" y="0"/>
                </a:lnTo>
                <a:close/>
                <a:moveTo>
                  <a:pt x="151177" y="2372"/>
                </a:moveTo>
                <a:lnTo>
                  <a:pt x="204081" y="68743"/>
                </a:lnTo>
                <a:lnTo>
                  <a:pt x="204081" y="22774"/>
                </a:lnTo>
                <a:cubicBezTo>
                  <a:pt x="204081" y="16313"/>
                  <a:pt x="203158" y="11944"/>
                  <a:pt x="201313" y="9667"/>
                </a:cubicBezTo>
                <a:cubicBezTo>
                  <a:pt x="198782" y="6596"/>
                  <a:pt x="194539" y="5114"/>
                  <a:pt x="188581" y="5219"/>
                </a:cubicBezTo>
                <a:lnTo>
                  <a:pt x="188581" y="2372"/>
                </a:lnTo>
                <a:lnTo>
                  <a:pt x="224008" y="2372"/>
                </a:lnTo>
                <a:lnTo>
                  <a:pt x="224008" y="5219"/>
                </a:lnTo>
                <a:cubicBezTo>
                  <a:pt x="219474" y="5802"/>
                  <a:pt x="216430" y="6558"/>
                  <a:pt x="214875" y="7485"/>
                </a:cubicBezTo>
                <a:cubicBezTo>
                  <a:pt x="213320" y="8411"/>
                  <a:pt x="212107" y="9920"/>
                  <a:pt x="211237" y="12012"/>
                </a:cubicBezTo>
                <a:cubicBezTo>
                  <a:pt x="210367" y="14103"/>
                  <a:pt x="209932" y="17690"/>
                  <a:pt x="209932" y="22774"/>
                </a:cubicBezTo>
                <a:lnTo>
                  <a:pt x="209932" y="111974"/>
                </a:lnTo>
                <a:lnTo>
                  <a:pt x="207244" y="111974"/>
                </a:lnTo>
                <a:lnTo>
                  <a:pt x="134729" y="22634"/>
                </a:lnTo>
                <a:lnTo>
                  <a:pt x="134729" y="90940"/>
                </a:lnTo>
                <a:cubicBezTo>
                  <a:pt x="134729" y="97139"/>
                  <a:pt x="136139" y="101325"/>
                  <a:pt x="138960" y="103498"/>
                </a:cubicBezTo>
                <a:cubicBezTo>
                  <a:pt x="141780" y="105670"/>
                  <a:pt x="145009" y="106755"/>
                  <a:pt x="148647" y="106755"/>
                </a:cubicBezTo>
                <a:lnTo>
                  <a:pt x="151177" y="106755"/>
                </a:lnTo>
                <a:lnTo>
                  <a:pt x="151177" y="109602"/>
                </a:lnTo>
                <a:lnTo>
                  <a:pt x="113141" y="109602"/>
                </a:lnTo>
                <a:lnTo>
                  <a:pt x="113141" y="106755"/>
                </a:lnTo>
                <a:cubicBezTo>
                  <a:pt x="119045" y="106703"/>
                  <a:pt x="123157" y="105484"/>
                  <a:pt x="125477" y="103100"/>
                </a:cubicBezTo>
                <a:cubicBezTo>
                  <a:pt x="127797" y="100715"/>
                  <a:pt x="128957" y="96661"/>
                  <a:pt x="128957" y="90940"/>
                </a:cubicBezTo>
                <a:lnTo>
                  <a:pt x="128957" y="15250"/>
                </a:lnTo>
                <a:lnTo>
                  <a:pt x="126663" y="12415"/>
                </a:lnTo>
                <a:cubicBezTo>
                  <a:pt x="124396" y="9537"/>
                  <a:pt x="122393" y="7645"/>
                  <a:pt x="120653" y="6739"/>
                </a:cubicBezTo>
                <a:cubicBezTo>
                  <a:pt x="118914" y="5833"/>
                  <a:pt x="116410" y="5326"/>
                  <a:pt x="113141" y="5219"/>
                </a:cubicBezTo>
                <a:lnTo>
                  <a:pt x="113141" y="2372"/>
                </a:lnTo>
                <a:lnTo>
                  <a:pt x="151177" y="2372"/>
                </a:lnTo>
                <a:close/>
                <a:moveTo>
                  <a:pt x="268430" y="2372"/>
                </a:moveTo>
                <a:lnTo>
                  <a:pt x="321334" y="68743"/>
                </a:lnTo>
                <a:lnTo>
                  <a:pt x="321334" y="22774"/>
                </a:lnTo>
                <a:cubicBezTo>
                  <a:pt x="321334" y="16313"/>
                  <a:pt x="320411" y="11944"/>
                  <a:pt x="318566" y="9667"/>
                </a:cubicBezTo>
                <a:cubicBezTo>
                  <a:pt x="316035" y="6596"/>
                  <a:pt x="311792" y="5114"/>
                  <a:pt x="305834" y="5219"/>
                </a:cubicBezTo>
                <a:lnTo>
                  <a:pt x="305834" y="2372"/>
                </a:lnTo>
                <a:lnTo>
                  <a:pt x="341261" y="2372"/>
                </a:lnTo>
                <a:lnTo>
                  <a:pt x="341261" y="5219"/>
                </a:lnTo>
                <a:cubicBezTo>
                  <a:pt x="336727" y="5802"/>
                  <a:pt x="333683" y="6558"/>
                  <a:pt x="332128" y="7485"/>
                </a:cubicBezTo>
                <a:cubicBezTo>
                  <a:pt x="330573" y="8411"/>
                  <a:pt x="329360" y="9920"/>
                  <a:pt x="328490" y="12012"/>
                </a:cubicBezTo>
                <a:cubicBezTo>
                  <a:pt x="327620" y="14103"/>
                  <a:pt x="327185" y="17690"/>
                  <a:pt x="327185" y="22774"/>
                </a:cubicBezTo>
                <a:lnTo>
                  <a:pt x="327185" y="111974"/>
                </a:lnTo>
                <a:lnTo>
                  <a:pt x="324497" y="111974"/>
                </a:lnTo>
                <a:lnTo>
                  <a:pt x="251982" y="22634"/>
                </a:lnTo>
                <a:lnTo>
                  <a:pt x="251982" y="90940"/>
                </a:lnTo>
                <a:cubicBezTo>
                  <a:pt x="251982" y="97139"/>
                  <a:pt x="253392" y="101325"/>
                  <a:pt x="256213" y="103498"/>
                </a:cubicBezTo>
                <a:cubicBezTo>
                  <a:pt x="259033" y="105670"/>
                  <a:pt x="262262" y="106755"/>
                  <a:pt x="265900" y="106755"/>
                </a:cubicBezTo>
                <a:lnTo>
                  <a:pt x="268430" y="106755"/>
                </a:lnTo>
                <a:lnTo>
                  <a:pt x="268430" y="109602"/>
                </a:lnTo>
                <a:lnTo>
                  <a:pt x="230394" y="109602"/>
                </a:lnTo>
                <a:lnTo>
                  <a:pt x="230394" y="106755"/>
                </a:lnTo>
                <a:cubicBezTo>
                  <a:pt x="236298" y="106703"/>
                  <a:pt x="240410" y="105484"/>
                  <a:pt x="242730" y="103100"/>
                </a:cubicBezTo>
                <a:cubicBezTo>
                  <a:pt x="245050" y="100715"/>
                  <a:pt x="246210" y="96661"/>
                  <a:pt x="246210" y="90940"/>
                </a:cubicBezTo>
                <a:lnTo>
                  <a:pt x="246210" y="15250"/>
                </a:lnTo>
                <a:lnTo>
                  <a:pt x="243916" y="12415"/>
                </a:lnTo>
                <a:cubicBezTo>
                  <a:pt x="241649" y="9537"/>
                  <a:pt x="239646" y="7645"/>
                  <a:pt x="237906" y="6739"/>
                </a:cubicBezTo>
                <a:cubicBezTo>
                  <a:pt x="236167" y="5833"/>
                  <a:pt x="233663" y="5326"/>
                  <a:pt x="230394" y="5219"/>
                </a:cubicBezTo>
                <a:lnTo>
                  <a:pt x="230394" y="2372"/>
                </a:lnTo>
                <a:lnTo>
                  <a:pt x="268430" y="2372"/>
                </a:lnTo>
                <a:close/>
                <a:moveTo>
                  <a:pt x="463022" y="72974"/>
                </a:moveTo>
                <a:lnTo>
                  <a:pt x="492122" y="2372"/>
                </a:lnTo>
                <a:lnTo>
                  <a:pt x="535773" y="2372"/>
                </a:lnTo>
                <a:lnTo>
                  <a:pt x="535773" y="5219"/>
                </a:lnTo>
                <a:lnTo>
                  <a:pt x="532294" y="5219"/>
                </a:lnTo>
                <a:cubicBezTo>
                  <a:pt x="529131" y="5219"/>
                  <a:pt x="526600" y="5781"/>
                  <a:pt x="524702" y="6904"/>
                </a:cubicBezTo>
                <a:cubicBezTo>
                  <a:pt x="523385" y="7654"/>
                  <a:pt x="522330" y="8913"/>
                  <a:pt x="521539" y="10680"/>
                </a:cubicBezTo>
                <a:cubicBezTo>
                  <a:pt x="520959" y="11965"/>
                  <a:pt x="520670" y="15311"/>
                  <a:pt x="520670" y="20718"/>
                </a:cubicBezTo>
                <a:lnTo>
                  <a:pt x="520670" y="91256"/>
                </a:lnTo>
                <a:cubicBezTo>
                  <a:pt x="520670" y="96767"/>
                  <a:pt x="520959" y="100212"/>
                  <a:pt x="521539" y="101590"/>
                </a:cubicBezTo>
                <a:cubicBezTo>
                  <a:pt x="522119" y="102968"/>
                  <a:pt x="523305" y="104173"/>
                  <a:pt x="525098" y="105206"/>
                </a:cubicBezTo>
                <a:cubicBezTo>
                  <a:pt x="526890" y="106239"/>
                  <a:pt x="529289" y="106755"/>
                  <a:pt x="532294" y="106755"/>
                </a:cubicBezTo>
                <a:lnTo>
                  <a:pt x="535773" y="106755"/>
                </a:lnTo>
                <a:lnTo>
                  <a:pt x="535773" y="109602"/>
                </a:lnTo>
                <a:lnTo>
                  <a:pt x="479786" y="109602"/>
                </a:lnTo>
                <a:lnTo>
                  <a:pt x="479786" y="106755"/>
                </a:lnTo>
                <a:lnTo>
                  <a:pt x="483266" y="106755"/>
                </a:lnTo>
                <a:cubicBezTo>
                  <a:pt x="486429" y="106755"/>
                  <a:pt x="488959" y="106199"/>
                  <a:pt x="490857" y="105087"/>
                </a:cubicBezTo>
                <a:cubicBezTo>
                  <a:pt x="492175" y="104344"/>
                  <a:pt x="493229" y="103072"/>
                  <a:pt x="494020" y="101272"/>
                </a:cubicBezTo>
                <a:cubicBezTo>
                  <a:pt x="494600" y="100000"/>
                  <a:pt x="494890" y="96661"/>
                  <a:pt x="494890" y="91256"/>
                </a:cubicBezTo>
                <a:lnTo>
                  <a:pt x="494890" y="11783"/>
                </a:lnTo>
                <a:lnTo>
                  <a:pt x="453770" y="109602"/>
                </a:lnTo>
                <a:lnTo>
                  <a:pt x="451872" y="109602"/>
                </a:lnTo>
                <a:lnTo>
                  <a:pt x="410119" y="12415"/>
                </a:lnTo>
                <a:lnTo>
                  <a:pt x="410119" y="87935"/>
                </a:lnTo>
                <a:cubicBezTo>
                  <a:pt x="410119" y="93251"/>
                  <a:pt x="410250" y="96520"/>
                  <a:pt x="410514" y="97743"/>
                </a:cubicBezTo>
                <a:cubicBezTo>
                  <a:pt x="411199" y="100402"/>
                  <a:pt x="412689" y="102569"/>
                  <a:pt x="414982" y="104245"/>
                </a:cubicBezTo>
                <a:cubicBezTo>
                  <a:pt x="417275" y="105918"/>
                  <a:pt x="420873" y="106755"/>
                  <a:pt x="425776" y="106755"/>
                </a:cubicBezTo>
                <a:lnTo>
                  <a:pt x="425776" y="109602"/>
                </a:lnTo>
                <a:lnTo>
                  <a:pt x="389084" y="109602"/>
                </a:lnTo>
                <a:lnTo>
                  <a:pt x="389084" y="106755"/>
                </a:lnTo>
                <a:lnTo>
                  <a:pt x="390191" y="106755"/>
                </a:lnTo>
                <a:cubicBezTo>
                  <a:pt x="392563" y="106808"/>
                  <a:pt x="394777" y="106421"/>
                  <a:pt x="396833" y="105594"/>
                </a:cubicBezTo>
                <a:cubicBezTo>
                  <a:pt x="398889" y="104767"/>
                  <a:pt x="400445" y="103659"/>
                  <a:pt x="401499" y="102270"/>
                </a:cubicBezTo>
                <a:cubicBezTo>
                  <a:pt x="402553" y="100881"/>
                  <a:pt x="403371" y="98931"/>
                  <a:pt x="403950" y="96421"/>
                </a:cubicBezTo>
                <a:cubicBezTo>
                  <a:pt x="404056" y="95834"/>
                  <a:pt x="404109" y="93111"/>
                  <a:pt x="404109" y="88251"/>
                </a:cubicBezTo>
                <a:lnTo>
                  <a:pt x="404109" y="20718"/>
                </a:lnTo>
                <a:cubicBezTo>
                  <a:pt x="404109" y="15204"/>
                  <a:pt x="403819" y="11764"/>
                  <a:pt x="403239" y="10399"/>
                </a:cubicBezTo>
                <a:cubicBezTo>
                  <a:pt x="402659" y="9033"/>
                  <a:pt x="401473" y="7829"/>
                  <a:pt x="399680" y="6786"/>
                </a:cubicBezTo>
                <a:cubicBezTo>
                  <a:pt x="397888" y="5741"/>
                  <a:pt x="395489" y="5219"/>
                  <a:pt x="392484" y="5219"/>
                </a:cubicBezTo>
                <a:lnTo>
                  <a:pt x="389084" y="5219"/>
                </a:lnTo>
                <a:lnTo>
                  <a:pt x="389084" y="2372"/>
                </a:lnTo>
                <a:lnTo>
                  <a:pt x="432893" y="2372"/>
                </a:lnTo>
                <a:lnTo>
                  <a:pt x="463022" y="72974"/>
                </a:lnTo>
                <a:close/>
                <a:moveTo>
                  <a:pt x="578843" y="33371"/>
                </a:moveTo>
                <a:cubicBezTo>
                  <a:pt x="585275" y="33371"/>
                  <a:pt x="591258" y="35033"/>
                  <a:pt x="596794" y="38358"/>
                </a:cubicBezTo>
                <a:cubicBezTo>
                  <a:pt x="602329" y="41682"/>
                  <a:pt x="606534" y="46406"/>
                  <a:pt x="609407" y="52528"/>
                </a:cubicBezTo>
                <a:cubicBezTo>
                  <a:pt x="612280" y="58649"/>
                  <a:pt x="613717" y="65351"/>
                  <a:pt x="613717" y="72633"/>
                </a:cubicBezTo>
                <a:cubicBezTo>
                  <a:pt x="613717" y="83134"/>
                  <a:pt x="611054" y="91921"/>
                  <a:pt x="605730" y="98993"/>
                </a:cubicBezTo>
                <a:cubicBezTo>
                  <a:pt x="599298" y="107542"/>
                  <a:pt x="590415" y="111816"/>
                  <a:pt x="579080" y="111816"/>
                </a:cubicBezTo>
                <a:cubicBezTo>
                  <a:pt x="567957" y="111816"/>
                  <a:pt x="559390" y="107911"/>
                  <a:pt x="553380" y="100100"/>
                </a:cubicBezTo>
                <a:cubicBezTo>
                  <a:pt x="547370" y="92290"/>
                  <a:pt x="544365" y="83239"/>
                  <a:pt x="544365" y="72949"/>
                </a:cubicBezTo>
                <a:cubicBezTo>
                  <a:pt x="544365" y="62343"/>
                  <a:pt x="547436" y="53095"/>
                  <a:pt x="553578" y="45205"/>
                </a:cubicBezTo>
                <a:cubicBezTo>
                  <a:pt x="559720" y="37316"/>
                  <a:pt x="568141" y="33371"/>
                  <a:pt x="578843" y="33371"/>
                </a:cubicBezTo>
                <a:moveTo>
                  <a:pt x="579160" y="38906"/>
                </a:moveTo>
                <a:cubicBezTo>
                  <a:pt x="576471" y="38906"/>
                  <a:pt x="574164" y="39923"/>
                  <a:pt x="572240" y="41956"/>
                </a:cubicBezTo>
                <a:cubicBezTo>
                  <a:pt x="570316" y="43987"/>
                  <a:pt x="569051" y="47998"/>
                  <a:pt x="568444" y="53988"/>
                </a:cubicBezTo>
                <a:cubicBezTo>
                  <a:pt x="567838" y="59978"/>
                  <a:pt x="567535" y="68304"/>
                  <a:pt x="567535" y="78967"/>
                </a:cubicBezTo>
                <a:cubicBezTo>
                  <a:pt x="567535" y="84614"/>
                  <a:pt x="567904" y="89893"/>
                  <a:pt x="568642" y="94802"/>
                </a:cubicBezTo>
                <a:cubicBezTo>
                  <a:pt x="569222" y="98548"/>
                  <a:pt x="570461" y="101399"/>
                  <a:pt x="572359" y="103352"/>
                </a:cubicBezTo>
                <a:cubicBezTo>
                  <a:pt x="574257" y="105305"/>
                  <a:pt x="576418" y="106281"/>
                  <a:pt x="578843" y="106281"/>
                </a:cubicBezTo>
                <a:cubicBezTo>
                  <a:pt x="581216" y="106281"/>
                  <a:pt x="583193" y="105621"/>
                  <a:pt x="584774" y="104301"/>
                </a:cubicBezTo>
                <a:cubicBezTo>
                  <a:pt x="586830" y="102507"/>
                  <a:pt x="588201" y="100000"/>
                  <a:pt x="588886" y="96779"/>
                </a:cubicBezTo>
                <a:cubicBezTo>
                  <a:pt x="589940" y="91766"/>
                  <a:pt x="590468" y="81632"/>
                  <a:pt x="590468" y="66379"/>
                </a:cubicBezTo>
                <a:cubicBezTo>
                  <a:pt x="590468" y="57406"/>
                  <a:pt x="589967" y="51245"/>
                  <a:pt x="588965" y="47894"/>
                </a:cubicBezTo>
                <a:cubicBezTo>
                  <a:pt x="587964" y="44541"/>
                  <a:pt x="586487" y="42100"/>
                  <a:pt x="584537" y="40569"/>
                </a:cubicBezTo>
                <a:cubicBezTo>
                  <a:pt x="583166" y="39461"/>
                  <a:pt x="581374" y="38906"/>
                  <a:pt x="579160" y="38906"/>
                </a:cubicBezTo>
                <a:close/>
                <a:moveTo>
                  <a:pt x="696828" y="2372"/>
                </a:moveTo>
                <a:lnTo>
                  <a:pt x="696828" y="87460"/>
                </a:lnTo>
                <a:cubicBezTo>
                  <a:pt x="696828" y="93149"/>
                  <a:pt x="696986" y="96515"/>
                  <a:pt x="697302" y="97557"/>
                </a:cubicBezTo>
                <a:cubicBezTo>
                  <a:pt x="697724" y="99281"/>
                  <a:pt x="698528" y="100560"/>
                  <a:pt x="699714" y="101395"/>
                </a:cubicBezTo>
                <a:cubicBezTo>
                  <a:pt x="700900" y="102229"/>
                  <a:pt x="702969" y="102750"/>
                  <a:pt x="705921" y="102960"/>
                </a:cubicBezTo>
                <a:lnTo>
                  <a:pt x="705921" y="105806"/>
                </a:lnTo>
                <a:lnTo>
                  <a:pt x="674686" y="111816"/>
                </a:lnTo>
                <a:lnTo>
                  <a:pt x="674686" y="100113"/>
                </a:lnTo>
                <a:cubicBezTo>
                  <a:pt x="670943" y="104647"/>
                  <a:pt x="667608" y="107731"/>
                  <a:pt x="664682" y="109365"/>
                </a:cubicBezTo>
                <a:cubicBezTo>
                  <a:pt x="661756" y="110999"/>
                  <a:pt x="658448" y="111816"/>
                  <a:pt x="654758" y="111816"/>
                </a:cubicBezTo>
                <a:cubicBezTo>
                  <a:pt x="645321" y="111816"/>
                  <a:pt x="637862" y="107595"/>
                  <a:pt x="632379" y="99151"/>
                </a:cubicBezTo>
                <a:cubicBezTo>
                  <a:pt x="627951" y="92291"/>
                  <a:pt x="625736" y="83875"/>
                  <a:pt x="625736" y="73901"/>
                </a:cubicBezTo>
                <a:cubicBezTo>
                  <a:pt x="625736" y="65932"/>
                  <a:pt x="627107" y="58794"/>
                  <a:pt x="629848" y="52488"/>
                </a:cubicBezTo>
                <a:cubicBezTo>
                  <a:pt x="632590" y="46182"/>
                  <a:pt x="636346" y="41419"/>
                  <a:pt x="641117" y="38200"/>
                </a:cubicBezTo>
                <a:cubicBezTo>
                  <a:pt x="645888" y="34980"/>
                  <a:pt x="651015" y="33371"/>
                  <a:pt x="656498" y="33371"/>
                </a:cubicBezTo>
                <a:cubicBezTo>
                  <a:pt x="660030" y="33371"/>
                  <a:pt x="663167" y="34062"/>
                  <a:pt x="665908" y="35444"/>
                </a:cubicBezTo>
                <a:cubicBezTo>
                  <a:pt x="668649" y="36826"/>
                  <a:pt x="671575" y="39246"/>
                  <a:pt x="674686" y="42702"/>
                </a:cubicBezTo>
                <a:lnTo>
                  <a:pt x="674686" y="20402"/>
                </a:lnTo>
                <a:cubicBezTo>
                  <a:pt x="674686" y="14761"/>
                  <a:pt x="674448" y="11361"/>
                  <a:pt x="673974" y="10201"/>
                </a:cubicBezTo>
                <a:cubicBezTo>
                  <a:pt x="673341" y="8672"/>
                  <a:pt x="672392" y="7539"/>
                  <a:pt x="671127" y="6801"/>
                </a:cubicBezTo>
                <a:cubicBezTo>
                  <a:pt x="669862" y="6063"/>
                  <a:pt x="667490" y="5694"/>
                  <a:pt x="664010" y="5694"/>
                </a:cubicBezTo>
                <a:lnTo>
                  <a:pt x="664010" y="2372"/>
                </a:lnTo>
                <a:lnTo>
                  <a:pt x="696828" y="2372"/>
                </a:lnTo>
                <a:moveTo>
                  <a:pt x="674686" y="52350"/>
                </a:moveTo>
                <a:cubicBezTo>
                  <a:pt x="670785" y="44969"/>
                  <a:pt x="666013" y="41279"/>
                  <a:pt x="660373" y="41279"/>
                </a:cubicBezTo>
                <a:cubicBezTo>
                  <a:pt x="658422" y="41279"/>
                  <a:pt x="656814" y="41806"/>
                  <a:pt x="655549" y="42860"/>
                </a:cubicBezTo>
                <a:cubicBezTo>
                  <a:pt x="653598" y="44495"/>
                  <a:pt x="652003" y="47368"/>
                  <a:pt x="650765" y="51480"/>
                </a:cubicBezTo>
                <a:cubicBezTo>
                  <a:pt x="649526" y="55592"/>
                  <a:pt x="648906" y="61892"/>
                  <a:pt x="648906" y="70379"/>
                </a:cubicBezTo>
                <a:cubicBezTo>
                  <a:pt x="648906" y="79711"/>
                  <a:pt x="649592" y="86617"/>
                  <a:pt x="650962" y="91098"/>
                </a:cubicBezTo>
                <a:cubicBezTo>
                  <a:pt x="652333" y="95579"/>
                  <a:pt x="654204" y="98821"/>
                  <a:pt x="656577" y="100824"/>
                </a:cubicBezTo>
                <a:cubicBezTo>
                  <a:pt x="657789" y="101826"/>
                  <a:pt x="659450" y="102327"/>
                  <a:pt x="661559" y="102327"/>
                </a:cubicBezTo>
                <a:cubicBezTo>
                  <a:pt x="666198" y="102327"/>
                  <a:pt x="670574" y="98678"/>
                  <a:pt x="674686" y="91380"/>
                </a:cubicBezTo>
                <a:lnTo>
                  <a:pt x="674686" y="52350"/>
                </a:lnTo>
                <a:close/>
                <a:moveTo>
                  <a:pt x="777831" y="69905"/>
                </a:moveTo>
                <a:lnTo>
                  <a:pt x="737264" y="69905"/>
                </a:lnTo>
                <a:cubicBezTo>
                  <a:pt x="737739" y="79737"/>
                  <a:pt x="740348" y="87507"/>
                  <a:pt x="745093" y="93216"/>
                </a:cubicBezTo>
                <a:cubicBezTo>
                  <a:pt x="748730" y="97603"/>
                  <a:pt x="753106" y="99796"/>
                  <a:pt x="758220" y="99796"/>
                </a:cubicBezTo>
                <a:cubicBezTo>
                  <a:pt x="761383" y="99796"/>
                  <a:pt x="764256" y="98913"/>
                  <a:pt x="766839" y="97147"/>
                </a:cubicBezTo>
                <a:cubicBezTo>
                  <a:pt x="769422" y="95381"/>
                  <a:pt x="772190" y="92205"/>
                  <a:pt x="775142" y="87618"/>
                </a:cubicBezTo>
                <a:lnTo>
                  <a:pt x="777831" y="89358"/>
                </a:lnTo>
                <a:cubicBezTo>
                  <a:pt x="773824" y="97529"/>
                  <a:pt x="769396" y="103315"/>
                  <a:pt x="764546" y="106716"/>
                </a:cubicBezTo>
                <a:cubicBezTo>
                  <a:pt x="759696" y="110116"/>
                  <a:pt x="754081" y="111816"/>
                  <a:pt x="747702" y="111816"/>
                </a:cubicBezTo>
                <a:cubicBezTo>
                  <a:pt x="736737" y="111816"/>
                  <a:pt x="728434" y="107595"/>
                  <a:pt x="722793" y="99151"/>
                </a:cubicBezTo>
                <a:cubicBezTo>
                  <a:pt x="718259" y="92344"/>
                  <a:pt x="715992" y="83901"/>
                  <a:pt x="715992" y="73822"/>
                </a:cubicBezTo>
                <a:cubicBezTo>
                  <a:pt x="715992" y="61472"/>
                  <a:pt x="719327" y="51644"/>
                  <a:pt x="725995" y="44336"/>
                </a:cubicBezTo>
                <a:cubicBezTo>
                  <a:pt x="732664" y="37026"/>
                  <a:pt x="740480" y="33371"/>
                  <a:pt x="749442" y="33371"/>
                </a:cubicBezTo>
                <a:cubicBezTo>
                  <a:pt x="756928" y="33371"/>
                  <a:pt x="763426" y="36442"/>
                  <a:pt x="768935" y="42583"/>
                </a:cubicBezTo>
                <a:cubicBezTo>
                  <a:pt x="774444" y="48725"/>
                  <a:pt x="777409" y="57832"/>
                  <a:pt x="777831" y="69905"/>
                </a:cubicBezTo>
                <a:moveTo>
                  <a:pt x="758378" y="64686"/>
                </a:moveTo>
                <a:cubicBezTo>
                  <a:pt x="758378" y="56198"/>
                  <a:pt x="757917" y="50373"/>
                  <a:pt x="756994" y="47210"/>
                </a:cubicBezTo>
                <a:cubicBezTo>
                  <a:pt x="756071" y="44046"/>
                  <a:pt x="754635" y="41648"/>
                  <a:pt x="752684" y="40013"/>
                </a:cubicBezTo>
                <a:cubicBezTo>
                  <a:pt x="751577" y="39065"/>
                  <a:pt x="750101" y="38590"/>
                  <a:pt x="748256" y="38590"/>
                </a:cubicBezTo>
                <a:cubicBezTo>
                  <a:pt x="745515" y="38590"/>
                  <a:pt x="743274" y="39934"/>
                  <a:pt x="741534" y="42623"/>
                </a:cubicBezTo>
                <a:cubicBezTo>
                  <a:pt x="738424" y="47315"/>
                  <a:pt x="736869" y="53747"/>
                  <a:pt x="736869" y="61918"/>
                </a:cubicBezTo>
                <a:lnTo>
                  <a:pt x="736869" y="64686"/>
                </a:lnTo>
                <a:lnTo>
                  <a:pt x="758378" y="64686"/>
                </a:lnTo>
                <a:close/>
                <a:moveTo>
                  <a:pt x="815840" y="2372"/>
                </a:moveTo>
                <a:lnTo>
                  <a:pt x="815840" y="94261"/>
                </a:lnTo>
                <a:cubicBezTo>
                  <a:pt x="815840" y="99480"/>
                  <a:pt x="816446" y="102815"/>
                  <a:pt x="817659" y="104264"/>
                </a:cubicBezTo>
                <a:cubicBezTo>
                  <a:pt x="818871" y="105714"/>
                  <a:pt x="821244" y="106544"/>
                  <a:pt x="824776" y="106755"/>
                </a:cubicBezTo>
                <a:lnTo>
                  <a:pt x="824776" y="109602"/>
                </a:lnTo>
                <a:lnTo>
                  <a:pt x="784841" y="109602"/>
                </a:lnTo>
                <a:lnTo>
                  <a:pt x="784841" y="106755"/>
                </a:lnTo>
                <a:cubicBezTo>
                  <a:pt x="788110" y="106650"/>
                  <a:pt x="790535" y="105701"/>
                  <a:pt x="792116" y="103908"/>
                </a:cubicBezTo>
                <a:cubicBezTo>
                  <a:pt x="793171" y="102696"/>
                  <a:pt x="793698" y="99480"/>
                  <a:pt x="793698" y="94261"/>
                </a:cubicBezTo>
                <a:lnTo>
                  <a:pt x="793698" y="17713"/>
                </a:lnTo>
                <a:cubicBezTo>
                  <a:pt x="793698" y="12514"/>
                  <a:pt x="793092" y="9185"/>
                  <a:pt x="791879" y="7727"/>
                </a:cubicBezTo>
                <a:cubicBezTo>
                  <a:pt x="790667" y="6268"/>
                  <a:pt x="788321" y="5432"/>
                  <a:pt x="784841" y="5219"/>
                </a:cubicBezTo>
                <a:lnTo>
                  <a:pt x="784841" y="2372"/>
                </a:lnTo>
                <a:lnTo>
                  <a:pt x="815840" y="23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①">
            <a:extLst xmlns:a="http://schemas.openxmlformats.org/drawingml/2006/main">
              <a:ext uri="{FF2B5EF4-FFF2-40B4-BE49-F238E27FC236}">
                <a16:creationId xmlns:a16="http://schemas.microsoft.com/office/drawing/2014/main" id="{6E5FABEB-69A5-4B2D-9E29-36078046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772" y="59241"/>
            <a:ext cx="267956" cy="262702"/>
          </a:xfrm>
          <a:custGeom xmlns:a="http://schemas.openxmlformats.org/drawingml/2006/main">
            <a:pathLst>
              <a:path w="267956" h="262702">
                <a:moveTo>
                  <a:pt x="0" y="131409"/>
                </a:moveTo>
                <a:cubicBezTo>
                  <a:pt x="0" y="119315"/>
                  <a:pt x="1601" y="107666"/>
                  <a:pt x="4804" y="96463"/>
                </a:cubicBezTo>
                <a:cubicBezTo>
                  <a:pt x="8007" y="85261"/>
                  <a:pt x="12494" y="74795"/>
                  <a:pt x="18267" y="65065"/>
                </a:cubicBezTo>
                <a:cubicBezTo>
                  <a:pt x="24040" y="55335"/>
                  <a:pt x="31018" y="46478"/>
                  <a:pt x="39203" y="38492"/>
                </a:cubicBezTo>
                <a:cubicBezTo>
                  <a:pt x="47387" y="30507"/>
                  <a:pt x="56422" y="23665"/>
                  <a:pt x="66307" y="17967"/>
                </a:cubicBezTo>
                <a:cubicBezTo>
                  <a:pt x="76192" y="12269"/>
                  <a:pt x="86847" y="7850"/>
                  <a:pt x="98274" y="4710"/>
                </a:cubicBezTo>
                <a:cubicBezTo>
                  <a:pt x="109701" y="1570"/>
                  <a:pt x="121582" y="0"/>
                  <a:pt x="133919" y="0"/>
                </a:cubicBezTo>
                <a:cubicBezTo>
                  <a:pt x="146255" y="0"/>
                  <a:pt x="158136" y="1570"/>
                  <a:pt x="169563" y="4710"/>
                </a:cubicBezTo>
                <a:cubicBezTo>
                  <a:pt x="180990" y="7850"/>
                  <a:pt x="191665" y="12269"/>
                  <a:pt x="201589" y="17967"/>
                </a:cubicBezTo>
                <a:cubicBezTo>
                  <a:pt x="211514" y="23665"/>
                  <a:pt x="220548" y="30507"/>
                  <a:pt x="228693" y="38492"/>
                </a:cubicBezTo>
                <a:cubicBezTo>
                  <a:pt x="236838" y="46478"/>
                  <a:pt x="243817" y="55335"/>
                  <a:pt x="249629" y="65065"/>
                </a:cubicBezTo>
                <a:cubicBezTo>
                  <a:pt x="255442" y="74795"/>
                  <a:pt x="259949" y="85261"/>
                  <a:pt x="263152" y="96463"/>
                </a:cubicBezTo>
                <a:cubicBezTo>
                  <a:pt x="266354" y="107666"/>
                  <a:pt x="267956" y="119315"/>
                  <a:pt x="267956" y="131409"/>
                </a:cubicBezTo>
                <a:cubicBezTo>
                  <a:pt x="267956" y="143503"/>
                  <a:pt x="266354" y="155152"/>
                  <a:pt x="263152" y="166354"/>
                </a:cubicBezTo>
                <a:cubicBezTo>
                  <a:pt x="259949" y="177557"/>
                  <a:pt x="255442" y="188004"/>
                  <a:pt x="249629" y="197695"/>
                </a:cubicBezTo>
                <a:cubicBezTo>
                  <a:pt x="243817" y="207386"/>
                  <a:pt x="236838" y="216243"/>
                  <a:pt x="228693" y="224267"/>
                </a:cubicBezTo>
                <a:cubicBezTo>
                  <a:pt x="220548" y="232291"/>
                  <a:pt x="211514" y="239133"/>
                  <a:pt x="201589" y="244793"/>
                </a:cubicBezTo>
                <a:cubicBezTo>
                  <a:pt x="191665" y="250452"/>
                  <a:pt x="180990" y="254852"/>
                  <a:pt x="169563" y="257992"/>
                </a:cubicBezTo>
                <a:cubicBezTo>
                  <a:pt x="158136" y="261132"/>
                  <a:pt x="146255" y="262702"/>
                  <a:pt x="133919" y="262702"/>
                </a:cubicBezTo>
                <a:cubicBezTo>
                  <a:pt x="121582" y="262702"/>
                  <a:pt x="109701" y="261132"/>
                  <a:pt x="98274" y="257992"/>
                </a:cubicBezTo>
                <a:cubicBezTo>
                  <a:pt x="86847" y="254852"/>
                  <a:pt x="76192" y="250452"/>
                  <a:pt x="66307" y="244793"/>
                </a:cubicBezTo>
                <a:cubicBezTo>
                  <a:pt x="56422" y="239133"/>
                  <a:pt x="47387" y="232291"/>
                  <a:pt x="39203" y="224267"/>
                </a:cubicBezTo>
                <a:cubicBezTo>
                  <a:pt x="31018" y="216243"/>
                  <a:pt x="24040" y="207386"/>
                  <a:pt x="18267" y="197695"/>
                </a:cubicBezTo>
                <a:cubicBezTo>
                  <a:pt x="12494" y="188004"/>
                  <a:pt x="8007" y="177557"/>
                  <a:pt x="4804" y="166354"/>
                </a:cubicBezTo>
                <a:cubicBezTo>
                  <a:pt x="1601" y="155152"/>
                  <a:pt x="0" y="143503"/>
                  <a:pt x="0" y="131409"/>
                </a:cubicBezTo>
                <a:moveTo>
                  <a:pt x="10676" y="131409"/>
                </a:moveTo>
                <a:cubicBezTo>
                  <a:pt x="10676" y="142650"/>
                  <a:pt x="12138" y="153465"/>
                  <a:pt x="15064" y="163854"/>
                </a:cubicBezTo>
                <a:cubicBezTo>
                  <a:pt x="17990" y="174243"/>
                  <a:pt x="22122" y="183953"/>
                  <a:pt x="27460" y="192985"/>
                </a:cubicBezTo>
                <a:cubicBezTo>
                  <a:pt x="32798" y="202017"/>
                  <a:pt x="39223" y="210254"/>
                  <a:pt x="46735" y="217697"/>
                </a:cubicBezTo>
                <a:cubicBezTo>
                  <a:pt x="54247" y="225140"/>
                  <a:pt x="62570" y="231497"/>
                  <a:pt x="71704" y="236769"/>
                </a:cubicBezTo>
                <a:cubicBezTo>
                  <a:pt x="80837" y="242041"/>
                  <a:pt x="90643" y="246130"/>
                  <a:pt x="101121" y="249037"/>
                </a:cubicBezTo>
                <a:cubicBezTo>
                  <a:pt x="111599" y="251945"/>
                  <a:pt x="122531" y="253398"/>
                  <a:pt x="133919" y="253398"/>
                </a:cubicBezTo>
                <a:cubicBezTo>
                  <a:pt x="145227" y="253398"/>
                  <a:pt x="156139" y="251945"/>
                  <a:pt x="166657" y="249037"/>
                </a:cubicBezTo>
                <a:cubicBezTo>
                  <a:pt x="177174" y="246130"/>
                  <a:pt x="187000" y="242041"/>
                  <a:pt x="196133" y="236769"/>
                </a:cubicBezTo>
                <a:cubicBezTo>
                  <a:pt x="205267" y="231497"/>
                  <a:pt x="213590" y="225140"/>
                  <a:pt x="221102" y="217697"/>
                </a:cubicBezTo>
                <a:cubicBezTo>
                  <a:pt x="228614" y="210254"/>
                  <a:pt x="235059" y="202017"/>
                  <a:pt x="240437" y="192985"/>
                </a:cubicBezTo>
                <a:cubicBezTo>
                  <a:pt x="245814" y="183953"/>
                  <a:pt x="249965" y="174243"/>
                  <a:pt x="252891" y="163854"/>
                </a:cubicBezTo>
                <a:cubicBezTo>
                  <a:pt x="255817" y="153465"/>
                  <a:pt x="257280" y="142650"/>
                  <a:pt x="257280" y="131409"/>
                </a:cubicBezTo>
                <a:cubicBezTo>
                  <a:pt x="257280" y="120167"/>
                  <a:pt x="255817" y="109352"/>
                  <a:pt x="252891" y="98964"/>
                </a:cubicBezTo>
                <a:cubicBezTo>
                  <a:pt x="249965" y="88575"/>
                  <a:pt x="245814" y="78845"/>
                  <a:pt x="240437" y="69775"/>
                </a:cubicBezTo>
                <a:cubicBezTo>
                  <a:pt x="235059" y="60704"/>
                  <a:pt x="228614" y="52467"/>
                  <a:pt x="221102" y="45063"/>
                </a:cubicBezTo>
                <a:cubicBezTo>
                  <a:pt x="213590" y="37659"/>
                  <a:pt x="205267" y="31302"/>
                  <a:pt x="196133" y="25991"/>
                </a:cubicBezTo>
                <a:cubicBezTo>
                  <a:pt x="187000" y="20680"/>
                  <a:pt x="177174" y="16571"/>
                  <a:pt x="166657" y="13664"/>
                </a:cubicBezTo>
                <a:cubicBezTo>
                  <a:pt x="156139" y="10757"/>
                  <a:pt x="145227" y="9303"/>
                  <a:pt x="133919" y="9303"/>
                </a:cubicBezTo>
                <a:cubicBezTo>
                  <a:pt x="122531" y="9303"/>
                  <a:pt x="111599" y="10757"/>
                  <a:pt x="101121" y="13664"/>
                </a:cubicBezTo>
                <a:cubicBezTo>
                  <a:pt x="90643" y="16571"/>
                  <a:pt x="80837" y="20680"/>
                  <a:pt x="71704" y="25991"/>
                </a:cubicBezTo>
                <a:cubicBezTo>
                  <a:pt x="62570" y="31302"/>
                  <a:pt x="54247" y="37659"/>
                  <a:pt x="46735" y="45063"/>
                </a:cubicBezTo>
                <a:cubicBezTo>
                  <a:pt x="39223" y="52467"/>
                  <a:pt x="32798" y="60704"/>
                  <a:pt x="27460" y="69775"/>
                </a:cubicBezTo>
                <a:cubicBezTo>
                  <a:pt x="22122" y="78845"/>
                  <a:pt x="17990" y="88575"/>
                  <a:pt x="15064" y="98964"/>
                </a:cubicBezTo>
                <a:cubicBezTo>
                  <a:pt x="12138" y="109352"/>
                  <a:pt x="10676" y="120167"/>
                  <a:pt x="10676" y="131409"/>
                </a:cubicBezTo>
                <a:moveTo>
                  <a:pt x="144713" y="172343"/>
                </a:moveTo>
                <a:cubicBezTo>
                  <a:pt x="144713" y="175832"/>
                  <a:pt x="144910" y="178468"/>
                  <a:pt x="145306" y="180251"/>
                </a:cubicBezTo>
                <a:cubicBezTo>
                  <a:pt x="145701" y="182034"/>
                  <a:pt x="146215" y="183469"/>
                  <a:pt x="146848" y="184554"/>
                </a:cubicBezTo>
                <a:lnTo>
                  <a:pt x="146848" y="184438"/>
                </a:lnTo>
                <a:cubicBezTo>
                  <a:pt x="147401" y="185290"/>
                  <a:pt x="148034" y="186008"/>
                  <a:pt x="148746" y="186589"/>
                </a:cubicBezTo>
                <a:cubicBezTo>
                  <a:pt x="149457" y="187171"/>
                  <a:pt x="150446" y="187674"/>
                  <a:pt x="151711" y="188101"/>
                </a:cubicBezTo>
                <a:cubicBezTo>
                  <a:pt x="152976" y="188527"/>
                  <a:pt x="154597" y="188915"/>
                  <a:pt x="156574" y="189264"/>
                </a:cubicBezTo>
                <a:cubicBezTo>
                  <a:pt x="158551" y="189613"/>
                  <a:pt x="161042" y="189903"/>
                  <a:pt x="164047" y="190136"/>
                </a:cubicBezTo>
                <a:lnTo>
                  <a:pt x="164047" y="197462"/>
                </a:lnTo>
                <a:lnTo>
                  <a:pt x="104620" y="197462"/>
                </a:lnTo>
                <a:lnTo>
                  <a:pt x="104620" y="190136"/>
                </a:lnTo>
                <a:cubicBezTo>
                  <a:pt x="108969" y="189671"/>
                  <a:pt x="112429" y="189128"/>
                  <a:pt x="114999" y="188508"/>
                </a:cubicBezTo>
                <a:cubicBezTo>
                  <a:pt x="117569" y="187888"/>
                  <a:pt x="119507" y="186938"/>
                  <a:pt x="120811" y="185659"/>
                </a:cubicBezTo>
                <a:cubicBezTo>
                  <a:pt x="122116" y="184380"/>
                  <a:pt x="122946" y="182693"/>
                  <a:pt x="123302" y="180600"/>
                </a:cubicBezTo>
                <a:cubicBezTo>
                  <a:pt x="123658" y="178507"/>
                  <a:pt x="123836" y="175755"/>
                  <a:pt x="123836" y="172343"/>
                </a:cubicBezTo>
                <a:lnTo>
                  <a:pt x="123836" y="91521"/>
                </a:lnTo>
                <a:cubicBezTo>
                  <a:pt x="123836" y="87024"/>
                  <a:pt x="122373" y="84776"/>
                  <a:pt x="119447" y="84776"/>
                </a:cubicBezTo>
                <a:cubicBezTo>
                  <a:pt x="117628" y="84776"/>
                  <a:pt x="115256" y="85532"/>
                  <a:pt x="112330" y="87044"/>
                </a:cubicBezTo>
                <a:cubicBezTo>
                  <a:pt x="109404" y="88556"/>
                  <a:pt x="106044" y="90552"/>
                  <a:pt x="102248" y="93033"/>
                </a:cubicBezTo>
                <a:lnTo>
                  <a:pt x="96910" y="84544"/>
                </a:lnTo>
                <a:lnTo>
                  <a:pt x="138070" y="61285"/>
                </a:lnTo>
                <a:lnTo>
                  <a:pt x="145424" y="61285"/>
                </a:lnTo>
                <a:cubicBezTo>
                  <a:pt x="145266" y="64386"/>
                  <a:pt x="145108" y="68205"/>
                  <a:pt x="144950" y="72740"/>
                </a:cubicBezTo>
                <a:cubicBezTo>
                  <a:pt x="144792" y="77275"/>
                  <a:pt x="144713" y="82334"/>
                  <a:pt x="144713" y="87916"/>
                </a:cubicBezTo>
                <a:lnTo>
                  <a:pt x="144713" y="1723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①">
            <a:extLst xmlns:a="http://schemas.openxmlformats.org/drawingml/2006/main">
              <a:ext uri="{FF2B5EF4-FFF2-40B4-BE49-F238E27FC236}">
                <a16:creationId xmlns:a16="http://schemas.microsoft.com/office/drawing/2014/main" id="{5E2E0CE2-7FC8-476A-8FC1-DEA24441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772" y="59241"/>
            <a:ext cx="267956" cy="262702"/>
          </a:xfrm>
          <a:custGeom xmlns:a="http://schemas.openxmlformats.org/drawingml/2006/main">
            <a:pathLst>
              <a:path w="267956" h="262702" fill="none">
                <a:moveTo>
                  <a:pt x="0" y="131409"/>
                </a:moveTo>
                <a:cubicBezTo>
                  <a:pt x="0" y="119315"/>
                  <a:pt x="1601" y="107666"/>
                  <a:pt x="4804" y="96463"/>
                </a:cubicBezTo>
                <a:cubicBezTo>
                  <a:pt x="8007" y="85261"/>
                  <a:pt x="12494" y="74795"/>
                  <a:pt x="18267" y="65065"/>
                </a:cubicBezTo>
                <a:cubicBezTo>
                  <a:pt x="24040" y="55335"/>
                  <a:pt x="31018" y="46478"/>
                  <a:pt x="39203" y="38492"/>
                </a:cubicBezTo>
                <a:cubicBezTo>
                  <a:pt x="47387" y="30507"/>
                  <a:pt x="56422" y="23665"/>
                  <a:pt x="66307" y="17967"/>
                </a:cubicBezTo>
                <a:cubicBezTo>
                  <a:pt x="76192" y="12269"/>
                  <a:pt x="86847" y="7850"/>
                  <a:pt x="98274" y="4710"/>
                </a:cubicBezTo>
                <a:cubicBezTo>
                  <a:pt x="109701" y="1570"/>
                  <a:pt x="121582" y="0"/>
                  <a:pt x="133919" y="0"/>
                </a:cubicBezTo>
                <a:cubicBezTo>
                  <a:pt x="146255" y="0"/>
                  <a:pt x="158136" y="1570"/>
                  <a:pt x="169563" y="4710"/>
                </a:cubicBezTo>
                <a:cubicBezTo>
                  <a:pt x="180990" y="7850"/>
                  <a:pt x="191665" y="12269"/>
                  <a:pt x="201589" y="17967"/>
                </a:cubicBezTo>
                <a:cubicBezTo>
                  <a:pt x="211514" y="23665"/>
                  <a:pt x="220548" y="30507"/>
                  <a:pt x="228693" y="38492"/>
                </a:cubicBezTo>
                <a:cubicBezTo>
                  <a:pt x="236838" y="46478"/>
                  <a:pt x="243817" y="55335"/>
                  <a:pt x="249629" y="65065"/>
                </a:cubicBezTo>
                <a:cubicBezTo>
                  <a:pt x="255442" y="74795"/>
                  <a:pt x="259949" y="85261"/>
                  <a:pt x="263152" y="96463"/>
                </a:cubicBezTo>
                <a:cubicBezTo>
                  <a:pt x="266354" y="107666"/>
                  <a:pt x="267956" y="119315"/>
                  <a:pt x="267956" y="131409"/>
                </a:cubicBezTo>
                <a:cubicBezTo>
                  <a:pt x="267956" y="143503"/>
                  <a:pt x="266354" y="155152"/>
                  <a:pt x="263152" y="166354"/>
                </a:cubicBezTo>
                <a:cubicBezTo>
                  <a:pt x="259949" y="177557"/>
                  <a:pt x="255442" y="188004"/>
                  <a:pt x="249629" y="197695"/>
                </a:cubicBezTo>
                <a:cubicBezTo>
                  <a:pt x="243817" y="207386"/>
                  <a:pt x="236838" y="216243"/>
                  <a:pt x="228693" y="224267"/>
                </a:cubicBezTo>
                <a:cubicBezTo>
                  <a:pt x="220548" y="232291"/>
                  <a:pt x="211514" y="239133"/>
                  <a:pt x="201589" y="244793"/>
                </a:cubicBezTo>
                <a:cubicBezTo>
                  <a:pt x="191665" y="250452"/>
                  <a:pt x="180990" y="254852"/>
                  <a:pt x="169563" y="257992"/>
                </a:cubicBezTo>
                <a:cubicBezTo>
                  <a:pt x="158136" y="261132"/>
                  <a:pt x="146255" y="262702"/>
                  <a:pt x="133919" y="262702"/>
                </a:cubicBezTo>
                <a:cubicBezTo>
                  <a:pt x="121582" y="262702"/>
                  <a:pt x="109701" y="261132"/>
                  <a:pt x="98274" y="257992"/>
                </a:cubicBezTo>
                <a:cubicBezTo>
                  <a:pt x="86847" y="254852"/>
                  <a:pt x="76192" y="250452"/>
                  <a:pt x="66307" y="244793"/>
                </a:cubicBezTo>
                <a:cubicBezTo>
                  <a:pt x="56422" y="239133"/>
                  <a:pt x="47387" y="232291"/>
                  <a:pt x="39203" y="224267"/>
                </a:cubicBezTo>
                <a:cubicBezTo>
                  <a:pt x="31018" y="216243"/>
                  <a:pt x="24040" y="207386"/>
                  <a:pt x="18267" y="197695"/>
                </a:cubicBezTo>
                <a:cubicBezTo>
                  <a:pt x="12494" y="188004"/>
                  <a:pt x="8007" y="177557"/>
                  <a:pt x="4804" y="166354"/>
                </a:cubicBezTo>
                <a:cubicBezTo>
                  <a:pt x="1601" y="155152"/>
                  <a:pt x="0" y="143503"/>
                  <a:pt x="0" y="131409"/>
                </a:cubicBezTo>
                <a:moveTo>
                  <a:pt x="10676" y="131409"/>
                </a:moveTo>
                <a:cubicBezTo>
                  <a:pt x="10676" y="142650"/>
                  <a:pt x="12138" y="153465"/>
                  <a:pt x="15064" y="163854"/>
                </a:cubicBezTo>
                <a:cubicBezTo>
                  <a:pt x="17990" y="174243"/>
                  <a:pt x="22122" y="183953"/>
                  <a:pt x="27460" y="192985"/>
                </a:cubicBezTo>
                <a:cubicBezTo>
                  <a:pt x="32798" y="202017"/>
                  <a:pt x="39223" y="210254"/>
                  <a:pt x="46735" y="217697"/>
                </a:cubicBezTo>
                <a:cubicBezTo>
                  <a:pt x="54247" y="225140"/>
                  <a:pt x="62570" y="231497"/>
                  <a:pt x="71704" y="236769"/>
                </a:cubicBezTo>
                <a:cubicBezTo>
                  <a:pt x="80837" y="242041"/>
                  <a:pt x="90643" y="246130"/>
                  <a:pt x="101121" y="249037"/>
                </a:cubicBezTo>
                <a:cubicBezTo>
                  <a:pt x="111599" y="251945"/>
                  <a:pt x="122531" y="253398"/>
                  <a:pt x="133919" y="253398"/>
                </a:cubicBezTo>
                <a:cubicBezTo>
                  <a:pt x="145227" y="253398"/>
                  <a:pt x="156139" y="251945"/>
                  <a:pt x="166657" y="249037"/>
                </a:cubicBezTo>
                <a:cubicBezTo>
                  <a:pt x="177174" y="246130"/>
                  <a:pt x="187000" y="242041"/>
                  <a:pt x="196133" y="236769"/>
                </a:cubicBezTo>
                <a:cubicBezTo>
                  <a:pt x="205267" y="231497"/>
                  <a:pt x="213590" y="225140"/>
                  <a:pt x="221102" y="217697"/>
                </a:cubicBezTo>
                <a:cubicBezTo>
                  <a:pt x="228614" y="210254"/>
                  <a:pt x="235059" y="202017"/>
                  <a:pt x="240437" y="192985"/>
                </a:cubicBezTo>
                <a:cubicBezTo>
                  <a:pt x="245814" y="183953"/>
                  <a:pt x="249965" y="174243"/>
                  <a:pt x="252891" y="163854"/>
                </a:cubicBezTo>
                <a:cubicBezTo>
                  <a:pt x="255817" y="153465"/>
                  <a:pt x="257280" y="142650"/>
                  <a:pt x="257280" y="131409"/>
                </a:cubicBezTo>
                <a:cubicBezTo>
                  <a:pt x="257280" y="120167"/>
                  <a:pt x="255817" y="109352"/>
                  <a:pt x="252891" y="98964"/>
                </a:cubicBezTo>
                <a:cubicBezTo>
                  <a:pt x="249965" y="88575"/>
                  <a:pt x="245814" y="78845"/>
                  <a:pt x="240437" y="69775"/>
                </a:cubicBezTo>
                <a:cubicBezTo>
                  <a:pt x="235059" y="60704"/>
                  <a:pt x="228614" y="52467"/>
                  <a:pt x="221102" y="45063"/>
                </a:cubicBezTo>
                <a:cubicBezTo>
                  <a:pt x="213590" y="37659"/>
                  <a:pt x="205267" y="31302"/>
                  <a:pt x="196133" y="25991"/>
                </a:cubicBezTo>
                <a:cubicBezTo>
                  <a:pt x="187000" y="20680"/>
                  <a:pt x="177174" y="16571"/>
                  <a:pt x="166657" y="13664"/>
                </a:cubicBezTo>
                <a:cubicBezTo>
                  <a:pt x="156139" y="10757"/>
                  <a:pt x="145227" y="9303"/>
                  <a:pt x="133919" y="9303"/>
                </a:cubicBezTo>
                <a:cubicBezTo>
                  <a:pt x="122531" y="9303"/>
                  <a:pt x="111599" y="10757"/>
                  <a:pt x="101121" y="13664"/>
                </a:cubicBezTo>
                <a:cubicBezTo>
                  <a:pt x="90643" y="16571"/>
                  <a:pt x="80837" y="20680"/>
                  <a:pt x="71704" y="25991"/>
                </a:cubicBezTo>
                <a:cubicBezTo>
                  <a:pt x="62570" y="31302"/>
                  <a:pt x="54247" y="37659"/>
                  <a:pt x="46735" y="45063"/>
                </a:cubicBezTo>
                <a:cubicBezTo>
                  <a:pt x="39223" y="52467"/>
                  <a:pt x="32798" y="60704"/>
                  <a:pt x="27460" y="69775"/>
                </a:cubicBezTo>
                <a:cubicBezTo>
                  <a:pt x="22122" y="78845"/>
                  <a:pt x="17990" y="88575"/>
                  <a:pt x="15064" y="98964"/>
                </a:cubicBezTo>
                <a:cubicBezTo>
                  <a:pt x="12138" y="109352"/>
                  <a:pt x="10676" y="120167"/>
                  <a:pt x="10676" y="131409"/>
                </a:cubicBezTo>
                <a:moveTo>
                  <a:pt x="144713" y="172343"/>
                </a:moveTo>
                <a:cubicBezTo>
                  <a:pt x="144713" y="175832"/>
                  <a:pt x="144910" y="178468"/>
                  <a:pt x="145306" y="180251"/>
                </a:cubicBezTo>
                <a:cubicBezTo>
                  <a:pt x="145701" y="182034"/>
                  <a:pt x="146215" y="183469"/>
                  <a:pt x="146848" y="184554"/>
                </a:cubicBezTo>
                <a:lnTo>
                  <a:pt x="146848" y="184438"/>
                </a:lnTo>
                <a:cubicBezTo>
                  <a:pt x="147401" y="185290"/>
                  <a:pt x="148034" y="186008"/>
                  <a:pt x="148746" y="186589"/>
                </a:cubicBezTo>
                <a:cubicBezTo>
                  <a:pt x="149457" y="187171"/>
                  <a:pt x="150446" y="187674"/>
                  <a:pt x="151711" y="188101"/>
                </a:cubicBezTo>
                <a:cubicBezTo>
                  <a:pt x="152976" y="188527"/>
                  <a:pt x="154597" y="188915"/>
                  <a:pt x="156574" y="189264"/>
                </a:cubicBezTo>
                <a:cubicBezTo>
                  <a:pt x="158551" y="189613"/>
                  <a:pt x="161042" y="189903"/>
                  <a:pt x="164047" y="190136"/>
                </a:cubicBezTo>
                <a:lnTo>
                  <a:pt x="164047" y="197462"/>
                </a:lnTo>
                <a:lnTo>
                  <a:pt x="104620" y="197462"/>
                </a:lnTo>
                <a:lnTo>
                  <a:pt x="104620" y="190136"/>
                </a:lnTo>
                <a:cubicBezTo>
                  <a:pt x="108969" y="189671"/>
                  <a:pt x="112429" y="189128"/>
                  <a:pt x="114999" y="188508"/>
                </a:cubicBezTo>
                <a:cubicBezTo>
                  <a:pt x="117569" y="187888"/>
                  <a:pt x="119507" y="186938"/>
                  <a:pt x="120811" y="185659"/>
                </a:cubicBezTo>
                <a:cubicBezTo>
                  <a:pt x="122116" y="184380"/>
                  <a:pt x="122946" y="182693"/>
                  <a:pt x="123302" y="180600"/>
                </a:cubicBezTo>
                <a:cubicBezTo>
                  <a:pt x="123658" y="178507"/>
                  <a:pt x="123836" y="175755"/>
                  <a:pt x="123836" y="172343"/>
                </a:cubicBezTo>
                <a:lnTo>
                  <a:pt x="123836" y="91521"/>
                </a:lnTo>
                <a:cubicBezTo>
                  <a:pt x="123836" y="87024"/>
                  <a:pt x="122373" y="84776"/>
                  <a:pt x="119447" y="84776"/>
                </a:cubicBezTo>
                <a:cubicBezTo>
                  <a:pt x="117628" y="84776"/>
                  <a:pt x="115256" y="85532"/>
                  <a:pt x="112330" y="87044"/>
                </a:cubicBezTo>
                <a:cubicBezTo>
                  <a:pt x="109404" y="88556"/>
                  <a:pt x="106044" y="90552"/>
                  <a:pt x="102248" y="93033"/>
                </a:cubicBezTo>
                <a:lnTo>
                  <a:pt x="96910" y="84544"/>
                </a:lnTo>
                <a:lnTo>
                  <a:pt x="138070" y="61285"/>
                </a:lnTo>
                <a:lnTo>
                  <a:pt x="145424" y="61285"/>
                </a:lnTo>
                <a:cubicBezTo>
                  <a:pt x="145266" y="64386"/>
                  <a:pt x="145108" y="68205"/>
                  <a:pt x="144950" y="72740"/>
                </a:cubicBezTo>
                <a:cubicBezTo>
                  <a:pt x="144792" y="77275"/>
                  <a:pt x="144713" y="82334"/>
                  <a:pt x="144713" y="87916"/>
                </a:cubicBezTo>
                <a:lnTo>
                  <a:pt x="144713" y="17234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881" cap="flat">
            <a:solidFill>
              <a:srgbClr val="000000"/>
            </a:solidFill>
            <a:miter/>
          </a:ln>
        </p:spPr>
      </p:sp>
      <p:sp>
        <p:nvSpPr>
          <p:cNvPr id="97" name="Text M">
            <a:extLst xmlns:a="http://schemas.openxmlformats.org/drawingml/2006/main">
              <a:ext uri="{FF2B5EF4-FFF2-40B4-BE49-F238E27FC236}">
                <a16:creationId xmlns:a16="http://schemas.microsoft.com/office/drawing/2014/main" id="{1AE6506D-9F87-4816-BBC3-39C2835A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369" y="111895"/>
            <a:ext cx="244825" cy="160845"/>
          </a:xfrm>
          <a:custGeom xmlns:a="http://schemas.openxmlformats.org/drawingml/2006/main">
            <a:pathLst>
              <a:path w="244825" h="160845">
                <a:moveTo>
                  <a:pt x="100113" y="0"/>
                </a:moveTo>
                <a:lnTo>
                  <a:pt x="111974" y="110518"/>
                </a:lnTo>
                <a:lnTo>
                  <a:pt x="188482" y="0"/>
                </a:lnTo>
                <a:lnTo>
                  <a:pt x="244825" y="0"/>
                </a:lnTo>
                <a:lnTo>
                  <a:pt x="243402" y="4270"/>
                </a:lnTo>
                <a:cubicBezTo>
                  <a:pt x="235652" y="4270"/>
                  <a:pt x="229761" y="5932"/>
                  <a:pt x="225728" y="9256"/>
                </a:cubicBezTo>
                <a:cubicBezTo>
                  <a:pt x="221695" y="12580"/>
                  <a:pt x="218255" y="19148"/>
                  <a:pt x="215408" y="28961"/>
                </a:cubicBezTo>
                <a:lnTo>
                  <a:pt x="185754" y="131998"/>
                </a:lnTo>
                <a:cubicBezTo>
                  <a:pt x="183856" y="138520"/>
                  <a:pt x="182907" y="143372"/>
                  <a:pt x="182907" y="146555"/>
                </a:cubicBezTo>
                <a:cubicBezTo>
                  <a:pt x="182907" y="149496"/>
                  <a:pt x="184093" y="151862"/>
                  <a:pt x="186466" y="153653"/>
                </a:cubicBezTo>
                <a:cubicBezTo>
                  <a:pt x="188838" y="155443"/>
                  <a:pt x="193504" y="156416"/>
                  <a:pt x="200463" y="156574"/>
                </a:cubicBezTo>
                <a:lnTo>
                  <a:pt x="199395" y="160845"/>
                </a:lnTo>
                <a:lnTo>
                  <a:pt x="119091" y="160845"/>
                </a:lnTo>
                <a:lnTo>
                  <a:pt x="120515" y="156574"/>
                </a:lnTo>
                <a:cubicBezTo>
                  <a:pt x="129134" y="156574"/>
                  <a:pt x="135500" y="154925"/>
                  <a:pt x="139612" y="151626"/>
                </a:cubicBezTo>
                <a:cubicBezTo>
                  <a:pt x="143724" y="148324"/>
                  <a:pt x="147204" y="141782"/>
                  <a:pt x="150050" y="131998"/>
                </a:cubicBezTo>
                <a:lnTo>
                  <a:pt x="180298" y="27656"/>
                </a:lnTo>
                <a:lnTo>
                  <a:pt x="88251" y="160845"/>
                </a:lnTo>
                <a:lnTo>
                  <a:pt x="83388" y="160845"/>
                </a:lnTo>
                <a:lnTo>
                  <a:pt x="68916" y="25043"/>
                </a:lnTo>
                <a:lnTo>
                  <a:pt x="38195" y="131998"/>
                </a:lnTo>
                <a:cubicBezTo>
                  <a:pt x="36929" y="136372"/>
                  <a:pt x="36297" y="140031"/>
                  <a:pt x="36297" y="142974"/>
                </a:cubicBezTo>
                <a:cubicBezTo>
                  <a:pt x="36297" y="146950"/>
                  <a:pt x="37661" y="150152"/>
                  <a:pt x="40389" y="152578"/>
                </a:cubicBezTo>
                <a:cubicBezTo>
                  <a:pt x="43117" y="155003"/>
                  <a:pt x="47763" y="156335"/>
                  <a:pt x="54327" y="156574"/>
                </a:cubicBezTo>
                <a:lnTo>
                  <a:pt x="53140" y="160845"/>
                </a:lnTo>
                <a:lnTo>
                  <a:pt x="0" y="160845"/>
                </a:lnTo>
                <a:lnTo>
                  <a:pt x="1068" y="156574"/>
                </a:lnTo>
                <a:cubicBezTo>
                  <a:pt x="7473" y="156335"/>
                  <a:pt x="12376" y="154983"/>
                  <a:pt x="15776" y="152519"/>
                </a:cubicBezTo>
                <a:cubicBezTo>
                  <a:pt x="21786" y="148064"/>
                  <a:pt x="26135" y="141223"/>
                  <a:pt x="28824" y="131998"/>
                </a:cubicBezTo>
                <a:lnTo>
                  <a:pt x="63579" y="13055"/>
                </a:lnTo>
                <a:cubicBezTo>
                  <a:pt x="60257" y="9415"/>
                  <a:pt x="57272" y="7042"/>
                  <a:pt x="54623" y="5935"/>
                </a:cubicBezTo>
                <a:cubicBezTo>
                  <a:pt x="51974" y="4825"/>
                  <a:pt x="47526" y="4270"/>
                  <a:pt x="41279" y="4270"/>
                </a:cubicBezTo>
                <a:lnTo>
                  <a:pt x="42702" y="0"/>
                </a:lnTo>
                <a:lnTo>
                  <a:pt x="10011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odularT">
            <a:extLst xmlns:a="http://schemas.openxmlformats.org/drawingml/2006/main">
              <a:ext uri="{FF2B5EF4-FFF2-40B4-BE49-F238E27FC236}">
                <a16:creationId xmlns:a16="http://schemas.microsoft.com/office/drawing/2014/main" id="{5E26D0DE-081C-42D1-9EB4-C95260CD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422" y="108337"/>
            <a:ext cx="884440" cy="167724"/>
          </a:xfrm>
          <a:custGeom xmlns:a="http://schemas.openxmlformats.org/drawingml/2006/main">
            <a:pathLst>
              <a:path w="884440" h="167724">
                <a:moveTo>
                  <a:pt x="73898" y="54327"/>
                </a:moveTo>
                <a:cubicBezTo>
                  <a:pt x="80146" y="54327"/>
                  <a:pt x="86017" y="55771"/>
                  <a:pt x="91513" y="58660"/>
                </a:cubicBezTo>
                <a:cubicBezTo>
                  <a:pt x="97009" y="61549"/>
                  <a:pt x="101160" y="65567"/>
                  <a:pt x="103968" y="70714"/>
                </a:cubicBezTo>
                <a:cubicBezTo>
                  <a:pt x="106775" y="75859"/>
                  <a:pt x="108179" y="81558"/>
                  <a:pt x="108179" y="87810"/>
                </a:cubicBezTo>
                <a:cubicBezTo>
                  <a:pt x="108179" y="100635"/>
                  <a:pt x="104600" y="113461"/>
                  <a:pt x="97444" y="126286"/>
                </a:cubicBezTo>
                <a:cubicBezTo>
                  <a:pt x="90287" y="139109"/>
                  <a:pt x="80857" y="149221"/>
                  <a:pt x="69154" y="156623"/>
                </a:cubicBezTo>
                <a:cubicBezTo>
                  <a:pt x="57450" y="164024"/>
                  <a:pt x="45668" y="167724"/>
                  <a:pt x="33806" y="167724"/>
                </a:cubicBezTo>
                <a:cubicBezTo>
                  <a:pt x="23051" y="167724"/>
                  <a:pt x="14728" y="164519"/>
                  <a:pt x="8837" y="158109"/>
                </a:cubicBezTo>
                <a:cubicBezTo>
                  <a:pt x="2946" y="151696"/>
                  <a:pt x="0" y="143859"/>
                  <a:pt x="0" y="134597"/>
                </a:cubicBezTo>
                <a:cubicBezTo>
                  <a:pt x="0" y="123593"/>
                  <a:pt x="2194" y="113282"/>
                  <a:pt x="6583" y="103664"/>
                </a:cubicBezTo>
                <a:cubicBezTo>
                  <a:pt x="10972" y="94046"/>
                  <a:pt x="16547" y="85655"/>
                  <a:pt x="23308" y="78491"/>
                </a:cubicBezTo>
                <a:cubicBezTo>
                  <a:pt x="30069" y="71327"/>
                  <a:pt x="37839" y="65509"/>
                  <a:pt x="46616" y="61036"/>
                </a:cubicBezTo>
                <a:cubicBezTo>
                  <a:pt x="55394" y="56563"/>
                  <a:pt x="64488" y="54327"/>
                  <a:pt x="73898" y="54327"/>
                </a:cubicBezTo>
                <a:moveTo>
                  <a:pt x="69035" y="60732"/>
                </a:moveTo>
                <a:cubicBezTo>
                  <a:pt x="64844" y="60732"/>
                  <a:pt x="61364" y="61956"/>
                  <a:pt x="58597" y="64405"/>
                </a:cubicBezTo>
                <a:cubicBezTo>
                  <a:pt x="53061" y="69380"/>
                  <a:pt x="46814" y="81010"/>
                  <a:pt x="39855" y="99297"/>
                </a:cubicBezTo>
                <a:cubicBezTo>
                  <a:pt x="32896" y="117582"/>
                  <a:pt x="29417" y="134069"/>
                  <a:pt x="29417" y="148760"/>
                </a:cubicBezTo>
                <a:cubicBezTo>
                  <a:pt x="29417" y="152393"/>
                  <a:pt x="30524" y="155394"/>
                  <a:pt x="32738" y="157764"/>
                </a:cubicBezTo>
                <a:cubicBezTo>
                  <a:pt x="34952" y="160134"/>
                  <a:pt x="37562" y="161319"/>
                  <a:pt x="40567" y="161319"/>
                </a:cubicBezTo>
                <a:cubicBezTo>
                  <a:pt x="43651" y="161319"/>
                  <a:pt x="46379" y="160371"/>
                  <a:pt x="48752" y="158476"/>
                </a:cubicBezTo>
                <a:cubicBezTo>
                  <a:pt x="52231" y="155632"/>
                  <a:pt x="56501" y="149253"/>
                  <a:pt x="61562" y="139342"/>
                </a:cubicBezTo>
                <a:cubicBezTo>
                  <a:pt x="66623" y="129430"/>
                  <a:pt x="70775" y="118491"/>
                  <a:pt x="74017" y="106525"/>
                </a:cubicBezTo>
                <a:cubicBezTo>
                  <a:pt x="77259" y="94557"/>
                  <a:pt x="78880" y="83598"/>
                  <a:pt x="78880" y="73646"/>
                </a:cubicBezTo>
                <a:cubicBezTo>
                  <a:pt x="78880" y="69539"/>
                  <a:pt x="77892" y="66360"/>
                  <a:pt x="75915" y="64109"/>
                </a:cubicBezTo>
                <a:cubicBezTo>
                  <a:pt x="73938" y="61857"/>
                  <a:pt x="71645" y="60732"/>
                  <a:pt x="69035" y="60732"/>
                </a:cubicBezTo>
                <a:close/>
                <a:moveTo>
                  <a:pt x="248027" y="0"/>
                </a:moveTo>
                <a:lnTo>
                  <a:pt x="209477" y="132558"/>
                </a:lnTo>
                <a:cubicBezTo>
                  <a:pt x="207026" y="140851"/>
                  <a:pt x="205800" y="145867"/>
                  <a:pt x="205800" y="147604"/>
                </a:cubicBezTo>
                <a:cubicBezTo>
                  <a:pt x="205800" y="148476"/>
                  <a:pt x="206116" y="149230"/>
                  <a:pt x="206749" y="149865"/>
                </a:cubicBezTo>
                <a:cubicBezTo>
                  <a:pt x="207381" y="150500"/>
                  <a:pt x="208054" y="150818"/>
                  <a:pt x="208765" y="150818"/>
                </a:cubicBezTo>
                <a:cubicBezTo>
                  <a:pt x="210110" y="150818"/>
                  <a:pt x="211652" y="150143"/>
                  <a:pt x="213391" y="148794"/>
                </a:cubicBezTo>
                <a:cubicBezTo>
                  <a:pt x="216317" y="146572"/>
                  <a:pt x="219876" y="142365"/>
                  <a:pt x="224067" y="136172"/>
                </a:cubicBezTo>
                <a:lnTo>
                  <a:pt x="228337" y="138433"/>
                </a:lnTo>
                <a:cubicBezTo>
                  <a:pt x="217187" y="157961"/>
                  <a:pt x="204930" y="167724"/>
                  <a:pt x="191566" y="167724"/>
                </a:cubicBezTo>
                <a:cubicBezTo>
                  <a:pt x="186821" y="167724"/>
                  <a:pt x="183164" y="166479"/>
                  <a:pt x="180594" y="163988"/>
                </a:cubicBezTo>
                <a:cubicBezTo>
                  <a:pt x="178024" y="161497"/>
                  <a:pt x="176739" y="158314"/>
                  <a:pt x="176739" y="154439"/>
                </a:cubicBezTo>
                <a:cubicBezTo>
                  <a:pt x="176739" y="150723"/>
                  <a:pt x="177767" y="145424"/>
                  <a:pt x="179823" y="138545"/>
                </a:cubicBezTo>
                <a:lnTo>
                  <a:pt x="183381" y="126446"/>
                </a:lnTo>
                <a:cubicBezTo>
                  <a:pt x="173496" y="143922"/>
                  <a:pt x="164917" y="155546"/>
                  <a:pt x="157641" y="161319"/>
                </a:cubicBezTo>
                <a:cubicBezTo>
                  <a:pt x="152106" y="165589"/>
                  <a:pt x="146729" y="167724"/>
                  <a:pt x="141509" y="167724"/>
                </a:cubicBezTo>
                <a:cubicBezTo>
                  <a:pt x="135579" y="167724"/>
                  <a:pt x="130577" y="165310"/>
                  <a:pt x="126504" y="160481"/>
                </a:cubicBezTo>
                <a:cubicBezTo>
                  <a:pt x="122432" y="155653"/>
                  <a:pt x="120396" y="148607"/>
                  <a:pt x="120396" y="139345"/>
                </a:cubicBezTo>
                <a:cubicBezTo>
                  <a:pt x="120396" y="127550"/>
                  <a:pt x="123005" y="115913"/>
                  <a:pt x="128224" y="104435"/>
                </a:cubicBezTo>
                <a:cubicBezTo>
                  <a:pt x="133443" y="92956"/>
                  <a:pt x="139473" y="83378"/>
                  <a:pt x="146313" y="75700"/>
                </a:cubicBezTo>
                <a:cubicBezTo>
                  <a:pt x="153154" y="68022"/>
                  <a:pt x="159678" y="62541"/>
                  <a:pt x="165885" y="59257"/>
                </a:cubicBezTo>
                <a:cubicBezTo>
                  <a:pt x="172093" y="55970"/>
                  <a:pt x="178202" y="54327"/>
                  <a:pt x="184212" y="54327"/>
                </a:cubicBezTo>
                <a:cubicBezTo>
                  <a:pt x="187296" y="54327"/>
                  <a:pt x="190044" y="54965"/>
                  <a:pt x="192455" y="56243"/>
                </a:cubicBezTo>
                <a:cubicBezTo>
                  <a:pt x="194867" y="57521"/>
                  <a:pt x="197615" y="59916"/>
                  <a:pt x="200699" y="63430"/>
                </a:cubicBezTo>
                <a:lnTo>
                  <a:pt x="209477" y="33902"/>
                </a:lnTo>
                <a:cubicBezTo>
                  <a:pt x="211612" y="26674"/>
                  <a:pt x="212680" y="21488"/>
                  <a:pt x="212680" y="18345"/>
                </a:cubicBezTo>
                <a:cubicBezTo>
                  <a:pt x="212680" y="16459"/>
                  <a:pt x="211968" y="14848"/>
                  <a:pt x="210544" y="13511"/>
                </a:cubicBezTo>
                <a:cubicBezTo>
                  <a:pt x="209121" y="12174"/>
                  <a:pt x="207223" y="11506"/>
                  <a:pt x="204851" y="11506"/>
                </a:cubicBezTo>
                <a:cubicBezTo>
                  <a:pt x="203744" y="11506"/>
                  <a:pt x="202360" y="11624"/>
                  <a:pt x="200699" y="11862"/>
                </a:cubicBezTo>
                <a:lnTo>
                  <a:pt x="201885" y="7117"/>
                </a:lnTo>
                <a:lnTo>
                  <a:pt x="240910" y="0"/>
                </a:lnTo>
                <a:lnTo>
                  <a:pt x="248027" y="0"/>
                </a:lnTo>
                <a:moveTo>
                  <a:pt x="195836" y="75085"/>
                </a:moveTo>
                <a:cubicBezTo>
                  <a:pt x="195836" y="70261"/>
                  <a:pt x="194887" y="66742"/>
                  <a:pt x="192989" y="64528"/>
                </a:cubicBezTo>
                <a:cubicBezTo>
                  <a:pt x="191091" y="62313"/>
                  <a:pt x="188877" y="61206"/>
                  <a:pt x="186347" y="61206"/>
                </a:cubicBezTo>
                <a:cubicBezTo>
                  <a:pt x="183816" y="61206"/>
                  <a:pt x="181088" y="62511"/>
                  <a:pt x="178162" y="65121"/>
                </a:cubicBezTo>
                <a:cubicBezTo>
                  <a:pt x="172548" y="70182"/>
                  <a:pt x="166676" y="80363"/>
                  <a:pt x="160547" y="95665"/>
                </a:cubicBezTo>
                <a:cubicBezTo>
                  <a:pt x="154419" y="110966"/>
                  <a:pt x="151355" y="123836"/>
                  <a:pt x="151355" y="134274"/>
                </a:cubicBezTo>
                <a:cubicBezTo>
                  <a:pt x="151355" y="138070"/>
                  <a:pt x="152027" y="140877"/>
                  <a:pt x="153371" y="142696"/>
                </a:cubicBezTo>
                <a:cubicBezTo>
                  <a:pt x="154715" y="144515"/>
                  <a:pt x="156218" y="145424"/>
                  <a:pt x="157879" y="145424"/>
                </a:cubicBezTo>
                <a:cubicBezTo>
                  <a:pt x="160646" y="145424"/>
                  <a:pt x="163414" y="144159"/>
                  <a:pt x="166182" y="141629"/>
                </a:cubicBezTo>
                <a:cubicBezTo>
                  <a:pt x="172903" y="135619"/>
                  <a:pt x="179526" y="125279"/>
                  <a:pt x="186050" y="110610"/>
                </a:cubicBezTo>
                <a:cubicBezTo>
                  <a:pt x="192574" y="95941"/>
                  <a:pt x="195836" y="84099"/>
                  <a:pt x="195836" y="75085"/>
                </a:cubicBezTo>
                <a:close/>
                <a:moveTo>
                  <a:pt x="301524" y="54327"/>
                </a:moveTo>
                <a:lnTo>
                  <a:pt x="278512" y="135094"/>
                </a:lnTo>
                <a:cubicBezTo>
                  <a:pt x="277405" y="138815"/>
                  <a:pt x="276852" y="141389"/>
                  <a:pt x="276852" y="142815"/>
                </a:cubicBezTo>
                <a:cubicBezTo>
                  <a:pt x="276852" y="143526"/>
                  <a:pt x="277128" y="144080"/>
                  <a:pt x="277682" y="144475"/>
                </a:cubicBezTo>
                <a:cubicBezTo>
                  <a:pt x="278315" y="145108"/>
                  <a:pt x="279066" y="145424"/>
                  <a:pt x="279936" y="145424"/>
                </a:cubicBezTo>
                <a:cubicBezTo>
                  <a:pt x="283573" y="145424"/>
                  <a:pt x="288437" y="142182"/>
                  <a:pt x="294526" y="135698"/>
                </a:cubicBezTo>
                <a:cubicBezTo>
                  <a:pt x="303224" y="126287"/>
                  <a:pt x="312358" y="112765"/>
                  <a:pt x="321926" y="95131"/>
                </a:cubicBezTo>
                <a:lnTo>
                  <a:pt x="332720" y="58834"/>
                </a:lnTo>
                <a:lnTo>
                  <a:pt x="362730" y="57648"/>
                </a:lnTo>
                <a:lnTo>
                  <a:pt x="339956" y="136617"/>
                </a:lnTo>
                <a:cubicBezTo>
                  <a:pt x="338058" y="143319"/>
                  <a:pt x="337109" y="147148"/>
                  <a:pt x="337109" y="148104"/>
                </a:cubicBezTo>
                <a:cubicBezTo>
                  <a:pt x="337109" y="148717"/>
                  <a:pt x="337406" y="149349"/>
                  <a:pt x="337999" y="149999"/>
                </a:cubicBezTo>
                <a:cubicBezTo>
                  <a:pt x="338592" y="150648"/>
                  <a:pt x="339205" y="150973"/>
                  <a:pt x="339837" y="150973"/>
                </a:cubicBezTo>
                <a:cubicBezTo>
                  <a:pt x="340944" y="150973"/>
                  <a:pt x="342012" y="150515"/>
                  <a:pt x="343040" y="149598"/>
                </a:cubicBezTo>
                <a:cubicBezTo>
                  <a:pt x="345887" y="147379"/>
                  <a:pt x="349643" y="142904"/>
                  <a:pt x="354309" y="136172"/>
                </a:cubicBezTo>
                <a:lnTo>
                  <a:pt x="358341" y="138926"/>
                </a:lnTo>
                <a:cubicBezTo>
                  <a:pt x="347350" y="158125"/>
                  <a:pt x="335251" y="167724"/>
                  <a:pt x="322045" y="167724"/>
                </a:cubicBezTo>
                <a:cubicBezTo>
                  <a:pt x="317142" y="167724"/>
                  <a:pt x="313287" y="166479"/>
                  <a:pt x="310480" y="163988"/>
                </a:cubicBezTo>
                <a:cubicBezTo>
                  <a:pt x="307672" y="161497"/>
                  <a:pt x="306269" y="158235"/>
                  <a:pt x="306269" y="154202"/>
                </a:cubicBezTo>
                <a:cubicBezTo>
                  <a:pt x="306269" y="149927"/>
                  <a:pt x="307257" y="144503"/>
                  <a:pt x="309234" y="137929"/>
                </a:cubicBezTo>
                <a:lnTo>
                  <a:pt x="315046" y="117853"/>
                </a:lnTo>
                <a:cubicBezTo>
                  <a:pt x="304766" y="132814"/>
                  <a:pt x="297293" y="142906"/>
                  <a:pt x="292628" y="148130"/>
                </a:cubicBezTo>
                <a:cubicBezTo>
                  <a:pt x="285511" y="155969"/>
                  <a:pt x="279521" y="161194"/>
                  <a:pt x="274657" y="163806"/>
                </a:cubicBezTo>
                <a:cubicBezTo>
                  <a:pt x="269794" y="166418"/>
                  <a:pt x="265148" y="167724"/>
                  <a:pt x="260720" y="167724"/>
                </a:cubicBezTo>
                <a:cubicBezTo>
                  <a:pt x="256529" y="167724"/>
                  <a:pt x="252911" y="166182"/>
                  <a:pt x="249866" y="163098"/>
                </a:cubicBezTo>
                <a:cubicBezTo>
                  <a:pt x="246822" y="160014"/>
                  <a:pt x="245300" y="156100"/>
                  <a:pt x="245300" y="151355"/>
                </a:cubicBezTo>
                <a:cubicBezTo>
                  <a:pt x="245300" y="147322"/>
                  <a:pt x="246288" y="141905"/>
                  <a:pt x="248265" y="135105"/>
                </a:cubicBezTo>
                <a:lnTo>
                  <a:pt x="261669" y="87658"/>
                </a:lnTo>
                <a:cubicBezTo>
                  <a:pt x="263883" y="79908"/>
                  <a:pt x="264990" y="74689"/>
                  <a:pt x="264990" y="72000"/>
                </a:cubicBezTo>
                <a:cubicBezTo>
                  <a:pt x="264990" y="70814"/>
                  <a:pt x="264674" y="69767"/>
                  <a:pt x="264041" y="68857"/>
                </a:cubicBezTo>
                <a:cubicBezTo>
                  <a:pt x="263408" y="67948"/>
                  <a:pt x="262361" y="67236"/>
                  <a:pt x="260898" y="66722"/>
                </a:cubicBezTo>
                <a:cubicBezTo>
                  <a:pt x="259435" y="66208"/>
                  <a:pt x="256726" y="65951"/>
                  <a:pt x="252772" y="65951"/>
                </a:cubicBezTo>
                <a:lnTo>
                  <a:pt x="253959" y="61444"/>
                </a:lnTo>
                <a:lnTo>
                  <a:pt x="294407" y="54327"/>
                </a:lnTo>
                <a:lnTo>
                  <a:pt x="301524" y="54327"/>
                </a:lnTo>
                <a:close/>
                <a:moveTo>
                  <a:pt x="448831" y="0"/>
                </a:moveTo>
                <a:lnTo>
                  <a:pt x="409569" y="134274"/>
                </a:lnTo>
                <a:cubicBezTo>
                  <a:pt x="407276" y="142224"/>
                  <a:pt x="406129" y="147192"/>
                  <a:pt x="406129" y="149179"/>
                </a:cubicBezTo>
                <a:cubicBezTo>
                  <a:pt x="406129" y="150158"/>
                  <a:pt x="406465" y="150987"/>
                  <a:pt x="407137" y="151667"/>
                </a:cubicBezTo>
                <a:cubicBezTo>
                  <a:pt x="407809" y="152344"/>
                  <a:pt x="408541" y="152682"/>
                  <a:pt x="409332" y="152682"/>
                </a:cubicBezTo>
                <a:cubicBezTo>
                  <a:pt x="410755" y="152682"/>
                  <a:pt x="412099" y="152155"/>
                  <a:pt x="413365" y="151099"/>
                </a:cubicBezTo>
                <a:cubicBezTo>
                  <a:pt x="417160" y="148159"/>
                  <a:pt x="421391" y="143183"/>
                  <a:pt x="426057" y="136172"/>
                </a:cubicBezTo>
                <a:lnTo>
                  <a:pt x="430683" y="138207"/>
                </a:lnTo>
                <a:cubicBezTo>
                  <a:pt x="423170" y="149666"/>
                  <a:pt x="415776" y="157847"/>
                  <a:pt x="408501" y="162750"/>
                </a:cubicBezTo>
                <a:cubicBezTo>
                  <a:pt x="403519" y="166066"/>
                  <a:pt x="398221" y="167724"/>
                  <a:pt x="392607" y="167724"/>
                </a:cubicBezTo>
                <a:cubicBezTo>
                  <a:pt x="387387" y="167724"/>
                  <a:pt x="383236" y="166321"/>
                  <a:pt x="380152" y="163513"/>
                </a:cubicBezTo>
                <a:cubicBezTo>
                  <a:pt x="377068" y="160706"/>
                  <a:pt x="375526" y="157326"/>
                  <a:pt x="375526" y="153372"/>
                </a:cubicBezTo>
                <a:cubicBezTo>
                  <a:pt x="375526" y="150451"/>
                  <a:pt x="376475" y="145753"/>
                  <a:pt x="378373" y="139279"/>
                </a:cubicBezTo>
                <a:lnTo>
                  <a:pt x="410399" y="30099"/>
                </a:lnTo>
                <a:cubicBezTo>
                  <a:pt x="412139" y="24099"/>
                  <a:pt x="413009" y="20112"/>
                  <a:pt x="413009" y="18137"/>
                </a:cubicBezTo>
                <a:cubicBezTo>
                  <a:pt x="413009" y="16242"/>
                  <a:pt x="412178" y="14742"/>
                  <a:pt x="410518" y="13637"/>
                </a:cubicBezTo>
                <a:cubicBezTo>
                  <a:pt x="408304" y="12058"/>
                  <a:pt x="404943" y="11387"/>
                  <a:pt x="400435" y="11624"/>
                </a:cubicBezTo>
                <a:lnTo>
                  <a:pt x="401740" y="7117"/>
                </a:lnTo>
                <a:lnTo>
                  <a:pt x="441714" y="0"/>
                </a:lnTo>
                <a:lnTo>
                  <a:pt x="448831" y="0"/>
                </a:lnTo>
                <a:close/>
                <a:moveTo>
                  <a:pt x="555815" y="55987"/>
                </a:moveTo>
                <a:lnTo>
                  <a:pt x="532804" y="135038"/>
                </a:lnTo>
                <a:lnTo>
                  <a:pt x="530431" y="144664"/>
                </a:lnTo>
                <a:cubicBezTo>
                  <a:pt x="530194" y="145856"/>
                  <a:pt x="530076" y="146728"/>
                  <a:pt x="530076" y="147281"/>
                </a:cubicBezTo>
                <a:cubicBezTo>
                  <a:pt x="530076" y="148225"/>
                  <a:pt x="530412" y="149052"/>
                  <a:pt x="531084" y="149761"/>
                </a:cubicBezTo>
                <a:cubicBezTo>
                  <a:pt x="531756" y="150471"/>
                  <a:pt x="532448" y="150825"/>
                  <a:pt x="533160" y="150825"/>
                </a:cubicBezTo>
                <a:cubicBezTo>
                  <a:pt x="534820" y="150825"/>
                  <a:pt x="537114" y="149565"/>
                  <a:pt x="540039" y="147044"/>
                </a:cubicBezTo>
                <a:cubicBezTo>
                  <a:pt x="541226" y="146019"/>
                  <a:pt x="544072" y="142395"/>
                  <a:pt x="548580" y="136172"/>
                </a:cubicBezTo>
                <a:lnTo>
                  <a:pt x="552731" y="138300"/>
                </a:lnTo>
                <a:cubicBezTo>
                  <a:pt x="547117" y="148541"/>
                  <a:pt x="541127" y="156005"/>
                  <a:pt x="534761" y="160693"/>
                </a:cubicBezTo>
                <a:cubicBezTo>
                  <a:pt x="528395" y="165380"/>
                  <a:pt x="521535" y="167724"/>
                  <a:pt x="514181" y="167724"/>
                </a:cubicBezTo>
                <a:cubicBezTo>
                  <a:pt x="509673" y="167724"/>
                  <a:pt x="506234" y="166558"/>
                  <a:pt x="503861" y="164225"/>
                </a:cubicBezTo>
                <a:cubicBezTo>
                  <a:pt x="501489" y="161892"/>
                  <a:pt x="500303" y="158947"/>
                  <a:pt x="500303" y="155388"/>
                </a:cubicBezTo>
                <a:cubicBezTo>
                  <a:pt x="500303" y="152304"/>
                  <a:pt x="501568" y="146571"/>
                  <a:pt x="504098" y="138189"/>
                </a:cubicBezTo>
                <a:lnTo>
                  <a:pt x="506945" y="128581"/>
                </a:lnTo>
                <a:cubicBezTo>
                  <a:pt x="497772" y="144317"/>
                  <a:pt x="488955" y="155467"/>
                  <a:pt x="480494" y="162031"/>
                </a:cubicBezTo>
                <a:cubicBezTo>
                  <a:pt x="475591" y="165826"/>
                  <a:pt x="470372" y="167724"/>
                  <a:pt x="464836" y="167724"/>
                </a:cubicBezTo>
                <a:cubicBezTo>
                  <a:pt x="457561" y="167724"/>
                  <a:pt x="452302" y="164737"/>
                  <a:pt x="449060" y="158761"/>
                </a:cubicBezTo>
                <a:cubicBezTo>
                  <a:pt x="445818" y="152784"/>
                  <a:pt x="444197" y="146035"/>
                  <a:pt x="444197" y="138515"/>
                </a:cubicBezTo>
                <a:cubicBezTo>
                  <a:pt x="444197" y="127353"/>
                  <a:pt x="447597" y="114548"/>
                  <a:pt x="454398" y="100102"/>
                </a:cubicBezTo>
                <a:cubicBezTo>
                  <a:pt x="461199" y="85655"/>
                  <a:pt x="470134" y="74038"/>
                  <a:pt x="481205" y="65250"/>
                </a:cubicBezTo>
                <a:cubicBezTo>
                  <a:pt x="490299" y="57968"/>
                  <a:pt x="498840" y="54327"/>
                  <a:pt x="506827" y="54327"/>
                </a:cubicBezTo>
                <a:cubicBezTo>
                  <a:pt x="511255" y="54327"/>
                  <a:pt x="514814" y="55613"/>
                  <a:pt x="517502" y="58185"/>
                </a:cubicBezTo>
                <a:cubicBezTo>
                  <a:pt x="520191" y="60758"/>
                  <a:pt x="522168" y="65448"/>
                  <a:pt x="523433" y="72256"/>
                </a:cubicBezTo>
                <a:lnTo>
                  <a:pt x="527703" y="57648"/>
                </a:lnTo>
                <a:lnTo>
                  <a:pt x="555815" y="55987"/>
                </a:lnTo>
                <a:moveTo>
                  <a:pt x="517858" y="78739"/>
                </a:moveTo>
                <a:cubicBezTo>
                  <a:pt x="517858" y="72341"/>
                  <a:pt x="516870" y="67722"/>
                  <a:pt x="514893" y="64880"/>
                </a:cubicBezTo>
                <a:cubicBezTo>
                  <a:pt x="513469" y="62905"/>
                  <a:pt x="511532" y="61918"/>
                  <a:pt x="509080" y="61918"/>
                </a:cubicBezTo>
                <a:cubicBezTo>
                  <a:pt x="506629" y="61918"/>
                  <a:pt x="504098" y="63103"/>
                  <a:pt x="501489" y="65473"/>
                </a:cubicBezTo>
                <a:cubicBezTo>
                  <a:pt x="496191" y="70368"/>
                  <a:pt x="490477" y="80299"/>
                  <a:pt x="484349" y="95264"/>
                </a:cubicBezTo>
                <a:cubicBezTo>
                  <a:pt x="478220" y="110227"/>
                  <a:pt x="475156" y="123158"/>
                  <a:pt x="475156" y="134056"/>
                </a:cubicBezTo>
                <a:cubicBezTo>
                  <a:pt x="475156" y="138239"/>
                  <a:pt x="475848" y="141259"/>
                  <a:pt x="477232" y="143115"/>
                </a:cubicBezTo>
                <a:cubicBezTo>
                  <a:pt x="478616" y="144971"/>
                  <a:pt x="480138" y="145899"/>
                  <a:pt x="481798" y="145899"/>
                </a:cubicBezTo>
                <a:cubicBezTo>
                  <a:pt x="485357" y="145899"/>
                  <a:pt x="488955" y="143845"/>
                  <a:pt x="492593" y="139738"/>
                </a:cubicBezTo>
                <a:cubicBezTo>
                  <a:pt x="497812" y="133896"/>
                  <a:pt x="502517" y="126751"/>
                  <a:pt x="506708" y="118302"/>
                </a:cubicBezTo>
                <a:cubicBezTo>
                  <a:pt x="514141" y="103455"/>
                  <a:pt x="517858" y="90267"/>
                  <a:pt x="517858" y="78739"/>
                </a:cubicBezTo>
                <a:close/>
                <a:moveTo>
                  <a:pt x="618445" y="54327"/>
                </a:moveTo>
                <a:lnTo>
                  <a:pt x="600534" y="121060"/>
                </a:lnTo>
                <a:cubicBezTo>
                  <a:pt x="615243" y="88524"/>
                  <a:pt x="626313" y="68496"/>
                  <a:pt x="633747" y="60977"/>
                </a:cubicBezTo>
                <a:cubicBezTo>
                  <a:pt x="638096" y="56543"/>
                  <a:pt x="642683" y="54327"/>
                  <a:pt x="647506" y="54327"/>
                </a:cubicBezTo>
                <a:cubicBezTo>
                  <a:pt x="650828" y="54327"/>
                  <a:pt x="653516" y="55532"/>
                  <a:pt x="655572" y="57944"/>
                </a:cubicBezTo>
                <a:cubicBezTo>
                  <a:pt x="657628" y="60356"/>
                  <a:pt x="658656" y="63776"/>
                  <a:pt x="658656" y="68205"/>
                </a:cubicBezTo>
                <a:cubicBezTo>
                  <a:pt x="658656" y="75875"/>
                  <a:pt x="656798" y="82320"/>
                  <a:pt x="653081" y="87539"/>
                </a:cubicBezTo>
                <a:cubicBezTo>
                  <a:pt x="650709" y="90861"/>
                  <a:pt x="648060" y="92521"/>
                  <a:pt x="645134" y="92521"/>
                </a:cubicBezTo>
                <a:cubicBezTo>
                  <a:pt x="641971" y="92521"/>
                  <a:pt x="639599" y="91076"/>
                  <a:pt x="638017" y="88184"/>
                </a:cubicBezTo>
                <a:cubicBezTo>
                  <a:pt x="636435" y="85291"/>
                  <a:pt x="635328" y="83590"/>
                  <a:pt x="634696" y="83084"/>
                </a:cubicBezTo>
                <a:cubicBezTo>
                  <a:pt x="634063" y="82575"/>
                  <a:pt x="633391" y="82320"/>
                  <a:pt x="632679" y="82320"/>
                </a:cubicBezTo>
                <a:cubicBezTo>
                  <a:pt x="631888" y="82320"/>
                  <a:pt x="631058" y="82557"/>
                  <a:pt x="630188" y="83032"/>
                </a:cubicBezTo>
                <a:cubicBezTo>
                  <a:pt x="628449" y="83981"/>
                  <a:pt x="626175" y="86294"/>
                  <a:pt x="623368" y="89971"/>
                </a:cubicBezTo>
                <a:cubicBezTo>
                  <a:pt x="620561" y="93646"/>
                  <a:pt x="617101" y="99793"/>
                  <a:pt x="612989" y="108412"/>
                </a:cubicBezTo>
                <a:cubicBezTo>
                  <a:pt x="608877" y="117029"/>
                  <a:pt x="605674" y="124323"/>
                  <a:pt x="603381" y="130293"/>
                </a:cubicBezTo>
                <a:cubicBezTo>
                  <a:pt x="601088" y="136261"/>
                  <a:pt x="597885" y="147631"/>
                  <a:pt x="593773" y="164403"/>
                </a:cubicBezTo>
                <a:lnTo>
                  <a:pt x="565068" y="164403"/>
                </a:lnTo>
                <a:lnTo>
                  <a:pt x="584639" y="85760"/>
                </a:lnTo>
                <a:cubicBezTo>
                  <a:pt x="586063" y="79908"/>
                  <a:pt x="586774" y="76033"/>
                  <a:pt x="586774" y="74136"/>
                </a:cubicBezTo>
                <a:cubicBezTo>
                  <a:pt x="586774" y="72000"/>
                  <a:pt x="586399" y="70340"/>
                  <a:pt x="585648" y="69154"/>
                </a:cubicBezTo>
                <a:cubicBezTo>
                  <a:pt x="584896" y="67967"/>
                  <a:pt x="583868" y="67098"/>
                  <a:pt x="582564" y="66544"/>
                </a:cubicBezTo>
                <a:cubicBezTo>
                  <a:pt x="581259" y="65991"/>
                  <a:pt x="578550" y="65714"/>
                  <a:pt x="574438" y="65714"/>
                </a:cubicBezTo>
                <a:lnTo>
                  <a:pt x="575506" y="62155"/>
                </a:lnTo>
                <a:lnTo>
                  <a:pt x="611328" y="54327"/>
                </a:lnTo>
                <a:lnTo>
                  <a:pt x="618445" y="54327"/>
                </a:lnTo>
                <a:close/>
                <a:moveTo>
                  <a:pt x="755029" y="3558"/>
                </a:moveTo>
                <a:lnTo>
                  <a:pt x="884440" y="3558"/>
                </a:lnTo>
                <a:lnTo>
                  <a:pt x="872222" y="46972"/>
                </a:lnTo>
                <a:lnTo>
                  <a:pt x="867952" y="46972"/>
                </a:lnTo>
                <a:cubicBezTo>
                  <a:pt x="868110" y="44679"/>
                  <a:pt x="868189" y="42663"/>
                  <a:pt x="868189" y="40923"/>
                </a:cubicBezTo>
                <a:cubicBezTo>
                  <a:pt x="868189" y="32699"/>
                  <a:pt x="865778" y="26313"/>
                  <a:pt x="860954" y="21766"/>
                </a:cubicBezTo>
                <a:cubicBezTo>
                  <a:pt x="856130" y="17219"/>
                  <a:pt x="847985" y="14629"/>
                  <a:pt x="836519" y="13997"/>
                </a:cubicBezTo>
                <a:lnTo>
                  <a:pt x="800696" y="135105"/>
                </a:lnTo>
                <a:cubicBezTo>
                  <a:pt x="798719" y="141826"/>
                  <a:pt x="797731" y="146808"/>
                  <a:pt x="797731" y="150050"/>
                </a:cubicBezTo>
                <a:cubicBezTo>
                  <a:pt x="797731" y="153055"/>
                  <a:pt x="798957" y="155447"/>
                  <a:pt x="801408" y="157227"/>
                </a:cubicBezTo>
                <a:cubicBezTo>
                  <a:pt x="803860" y="159006"/>
                  <a:pt x="808841" y="159975"/>
                  <a:pt x="816354" y="160133"/>
                </a:cubicBezTo>
                <a:lnTo>
                  <a:pt x="815286" y="164403"/>
                </a:lnTo>
                <a:lnTo>
                  <a:pt x="735457" y="164403"/>
                </a:lnTo>
                <a:lnTo>
                  <a:pt x="736881" y="160133"/>
                </a:lnTo>
                <a:cubicBezTo>
                  <a:pt x="745026" y="160133"/>
                  <a:pt x="750956" y="158603"/>
                  <a:pt x="754673" y="155544"/>
                </a:cubicBezTo>
                <a:cubicBezTo>
                  <a:pt x="758390" y="152485"/>
                  <a:pt x="761790" y="145632"/>
                  <a:pt x="764874" y="134986"/>
                </a:cubicBezTo>
                <a:lnTo>
                  <a:pt x="800696" y="13997"/>
                </a:lnTo>
                <a:cubicBezTo>
                  <a:pt x="788360" y="14392"/>
                  <a:pt x="778041" y="17081"/>
                  <a:pt x="769737" y="22063"/>
                </a:cubicBezTo>
                <a:cubicBezTo>
                  <a:pt x="761434" y="27045"/>
                  <a:pt x="753843" y="35348"/>
                  <a:pt x="746963" y="46972"/>
                </a:cubicBezTo>
                <a:lnTo>
                  <a:pt x="742337" y="46972"/>
                </a:lnTo>
                <a:lnTo>
                  <a:pt x="755029" y="3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raining">
            <a:extLst xmlns:a="http://schemas.openxmlformats.org/drawingml/2006/main">
              <a:ext uri="{FF2B5EF4-FFF2-40B4-BE49-F238E27FC236}">
                <a16:creationId xmlns:a16="http://schemas.microsoft.com/office/drawing/2014/main" id="{49385A63-30EE-42BA-A93A-C5D71F41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137" y="108337"/>
            <a:ext cx="742195" cy="216832"/>
          </a:xfrm>
          <a:custGeom xmlns:a="http://schemas.openxmlformats.org/drawingml/2006/main">
            <a:pathLst>
              <a:path w="742195" h="216832">
                <a:moveTo>
                  <a:pt x="53378" y="54327"/>
                </a:moveTo>
                <a:lnTo>
                  <a:pt x="35466" y="121060"/>
                </a:lnTo>
                <a:cubicBezTo>
                  <a:pt x="50175" y="88524"/>
                  <a:pt x="61246" y="68496"/>
                  <a:pt x="68679" y="60977"/>
                </a:cubicBezTo>
                <a:cubicBezTo>
                  <a:pt x="73028" y="56543"/>
                  <a:pt x="77615" y="54327"/>
                  <a:pt x="82439" y="54327"/>
                </a:cubicBezTo>
                <a:cubicBezTo>
                  <a:pt x="85760" y="54327"/>
                  <a:pt x="88449" y="55532"/>
                  <a:pt x="90505" y="57944"/>
                </a:cubicBezTo>
                <a:cubicBezTo>
                  <a:pt x="92561" y="60356"/>
                  <a:pt x="93589" y="63776"/>
                  <a:pt x="93589" y="68205"/>
                </a:cubicBezTo>
                <a:cubicBezTo>
                  <a:pt x="93589" y="75875"/>
                  <a:pt x="91730" y="82320"/>
                  <a:pt x="88014" y="87539"/>
                </a:cubicBezTo>
                <a:cubicBezTo>
                  <a:pt x="85641" y="90861"/>
                  <a:pt x="82992" y="92521"/>
                  <a:pt x="80066" y="92521"/>
                </a:cubicBezTo>
                <a:cubicBezTo>
                  <a:pt x="76903" y="92521"/>
                  <a:pt x="74531" y="91076"/>
                  <a:pt x="72949" y="88184"/>
                </a:cubicBezTo>
                <a:cubicBezTo>
                  <a:pt x="71368" y="85291"/>
                  <a:pt x="70261" y="83590"/>
                  <a:pt x="69628" y="83084"/>
                </a:cubicBezTo>
                <a:cubicBezTo>
                  <a:pt x="68996" y="82575"/>
                  <a:pt x="68323" y="82320"/>
                  <a:pt x="67612" y="82320"/>
                </a:cubicBezTo>
                <a:cubicBezTo>
                  <a:pt x="66821" y="82320"/>
                  <a:pt x="65991" y="82557"/>
                  <a:pt x="65121" y="83032"/>
                </a:cubicBezTo>
                <a:cubicBezTo>
                  <a:pt x="63381" y="83981"/>
                  <a:pt x="61107" y="86294"/>
                  <a:pt x="58300" y="89971"/>
                </a:cubicBezTo>
                <a:cubicBezTo>
                  <a:pt x="55493" y="93646"/>
                  <a:pt x="52033" y="99793"/>
                  <a:pt x="47921" y="108412"/>
                </a:cubicBezTo>
                <a:cubicBezTo>
                  <a:pt x="43809" y="117029"/>
                  <a:pt x="40607" y="124323"/>
                  <a:pt x="38313" y="130293"/>
                </a:cubicBezTo>
                <a:cubicBezTo>
                  <a:pt x="36020" y="136261"/>
                  <a:pt x="32817" y="147631"/>
                  <a:pt x="28705" y="164403"/>
                </a:cubicBezTo>
                <a:lnTo>
                  <a:pt x="0" y="164403"/>
                </a:lnTo>
                <a:lnTo>
                  <a:pt x="19572" y="85760"/>
                </a:lnTo>
                <a:cubicBezTo>
                  <a:pt x="20995" y="79908"/>
                  <a:pt x="21707" y="76033"/>
                  <a:pt x="21707" y="74136"/>
                </a:cubicBezTo>
                <a:cubicBezTo>
                  <a:pt x="21707" y="72000"/>
                  <a:pt x="21331" y="70340"/>
                  <a:pt x="20580" y="69154"/>
                </a:cubicBezTo>
                <a:cubicBezTo>
                  <a:pt x="19829" y="67967"/>
                  <a:pt x="18801" y="67098"/>
                  <a:pt x="17496" y="66544"/>
                </a:cubicBezTo>
                <a:cubicBezTo>
                  <a:pt x="16191" y="65991"/>
                  <a:pt x="13483" y="65714"/>
                  <a:pt x="9371" y="65714"/>
                </a:cubicBezTo>
                <a:lnTo>
                  <a:pt x="10438" y="62155"/>
                </a:lnTo>
                <a:lnTo>
                  <a:pt x="46261" y="54327"/>
                </a:lnTo>
                <a:lnTo>
                  <a:pt x="53378" y="54327"/>
                </a:lnTo>
                <a:close/>
                <a:moveTo>
                  <a:pt x="206686" y="55987"/>
                </a:moveTo>
                <a:lnTo>
                  <a:pt x="183675" y="135038"/>
                </a:lnTo>
                <a:lnTo>
                  <a:pt x="181302" y="144664"/>
                </a:lnTo>
                <a:cubicBezTo>
                  <a:pt x="181065" y="145856"/>
                  <a:pt x="180946" y="146728"/>
                  <a:pt x="180946" y="147281"/>
                </a:cubicBezTo>
                <a:cubicBezTo>
                  <a:pt x="180946" y="148225"/>
                  <a:pt x="181282" y="149052"/>
                  <a:pt x="181955" y="149761"/>
                </a:cubicBezTo>
                <a:cubicBezTo>
                  <a:pt x="182627" y="150471"/>
                  <a:pt x="183319" y="150825"/>
                  <a:pt x="184030" y="150825"/>
                </a:cubicBezTo>
                <a:cubicBezTo>
                  <a:pt x="185691" y="150825"/>
                  <a:pt x="187984" y="149565"/>
                  <a:pt x="190910" y="147044"/>
                </a:cubicBezTo>
                <a:cubicBezTo>
                  <a:pt x="192096" y="146019"/>
                  <a:pt x="194943" y="142395"/>
                  <a:pt x="199451" y="136172"/>
                </a:cubicBezTo>
                <a:lnTo>
                  <a:pt x="203602" y="138300"/>
                </a:lnTo>
                <a:cubicBezTo>
                  <a:pt x="197988" y="148541"/>
                  <a:pt x="191998" y="156005"/>
                  <a:pt x="185632" y="160693"/>
                </a:cubicBezTo>
                <a:cubicBezTo>
                  <a:pt x="179266" y="165380"/>
                  <a:pt x="172406" y="167724"/>
                  <a:pt x="165052" y="167724"/>
                </a:cubicBezTo>
                <a:cubicBezTo>
                  <a:pt x="160544" y="167724"/>
                  <a:pt x="157104" y="166558"/>
                  <a:pt x="154732" y="164225"/>
                </a:cubicBezTo>
                <a:cubicBezTo>
                  <a:pt x="152360" y="161892"/>
                  <a:pt x="151174" y="158947"/>
                  <a:pt x="151174" y="155388"/>
                </a:cubicBezTo>
                <a:cubicBezTo>
                  <a:pt x="151174" y="152304"/>
                  <a:pt x="152439" y="146571"/>
                  <a:pt x="154969" y="138189"/>
                </a:cubicBezTo>
                <a:lnTo>
                  <a:pt x="157816" y="128581"/>
                </a:lnTo>
                <a:cubicBezTo>
                  <a:pt x="148643" y="144317"/>
                  <a:pt x="139826" y="155467"/>
                  <a:pt x="131365" y="162031"/>
                </a:cubicBezTo>
                <a:cubicBezTo>
                  <a:pt x="126462" y="165826"/>
                  <a:pt x="121243" y="167724"/>
                  <a:pt x="115707" y="167724"/>
                </a:cubicBezTo>
                <a:cubicBezTo>
                  <a:pt x="108432" y="167724"/>
                  <a:pt x="103173" y="164737"/>
                  <a:pt x="99931" y="158761"/>
                </a:cubicBezTo>
                <a:cubicBezTo>
                  <a:pt x="96689" y="152784"/>
                  <a:pt x="95068" y="146035"/>
                  <a:pt x="95068" y="138515"/>
                </a:cubicBezTo>
                <a:cubicBezTo>
                  <a:pt x="95068" y="127353"/>
                  <a:pt x="98468" y="114548"/>
                  <a:pt x="105269" y="100102"/>
                </a:cubicBezTo>
                <a:cubicBezTo>
                  <a:pt x="112070" y="85655"/>
                  <a:pt x="121005" y="74038"/>
                  <a:pt x="132076" y="65250"/>
                </a:cubicBezTo>
                <a:cubicBezTo>
                  <a:pt x="141170" y="57968"/>
                  <a:pt x="149711" y="54327"/>
                  <a:pt x="157697" y="54327"/>
                </a:cubicBezTo>
                <a:cubicBezTo>
                  <a:pt x="162126" y="54327"/>
                  <a:pt x="165684" y="55613"/>
                  <a:pt x="168373" y="58185"/>
                </a:cubicBezTo>
                <a:cubicBezTo>
                  <a:pt x="171062" y="60758"/>
                  <a:pt x="173039" y="65448"/>
                  <a:pt x="174304" y="72256"/>
                </a:cubicBezTo>
                <a:lnTo>
                  <a:pt x="178574" y="57648"/>
                </a:lnTo>
                <a:lnTo>
                  <a:pt x="206686" y="55987"/>
                </a:lnTo>
                <a:moveTo>
                  <a:pt x="168729" y="78739"/>
                </a:moveTo>
                <a:cubicBezTo>
                  <a:pt x="168729" y="72341"/>
                  <a:pt x="167740" y="67722"/>
                  <a:pt x="165763" y="64880"/>
                </a:cubicBezTo>
                <a:cubicBezTo>
                  <a:pt x="164340" y="62905"/>
                  <a:pt x="162403" y="61918"/>
                  <a:pt x="159951" y="61918"/>
                </a:cubicBezTo>
                <a:cubicBezTo>
                  <a:pt x="157500" y="61918"/>
                  <a:pt x="154969" y="63103"/>
                  <a:pt x="152360" y="65473"/>
                </a:cubicBezTo>
                <a:cubicBezTo>
                  <a:pt x="147062" y="70368"/>
                  <a:pt x="141348" y="80299"/>
                  <a:pt x="135220" y="95264"/>
                </a:cubicBezTo>
                <a:cubicBezTo>
                  <a:pt x="129091" y="110227"/>
                  <a:pt x="126027" y="123158"/>
                  <a:pt x="126027" y="134056"/>
                </a:cubicBezTo>
                <a:cubicBezTo>
                  <a:pt x="126027" y="138239"/>
                  <a:pt x="126719" y="141259"/>
                  <a:pt x="128103" y="143115"/>
                </a:cubicBezTo>
                <a:cubicBezTo>
                  <a:pt x="129486" y="144971"/>
                  <a:pt x="131009" y="145899"/>
                  <a:pt x="132669" y="145899"/>
                </a:cubicBezTo>
                <a:cubicBezTo>
                  <a:pt x="136228" y="145899"/>
                  <a:pt x="139826" y="143845"/>
                  <a:pt x="143463" y="139738"/>
                </a:cubicBezTo>
                <a:cubicBezTo>
                  <a:pt x="148683" y="133896"/>
                  <a:pt x="153388" y="126751"/>
                  <a:pt x="157579" y="118302"/>
                </a:cubicBezTo>
                <a:cubicBezTo>
                  <a:pt x="165012" y="103455"/>
                  <a:pt x="168729" y="90267"/>
                  <a:pt x="168729" y="78739"/>
                </a:cubicBezTo>
                <a:close/>
                <a:moveTo>
                  <a:pt x="266350" y="0"/>
                </a:moveTo>
                <a:cubicBezTo>
                  <a:pt x="271253" y="0"/>
                  <a:pt x="275385" y="1713"/>
                  <a:pt x="278746" y="5138"/>
                </a:cubicBezTo>
                <a:cubicBezTo>
                  <a:pt x="282107" y="8560"/>
                  <a:pt x="283787" y="12699"/>
                  <a:pt x="283787" y="17555"/>
                </a:cubicBezTo>
                <a:cubicBezTo>
                  <a:pt x="283787" y="22411"/>
                  <a:pt x="282087" y="26552"/>
                  <a:pt x="278686" y="29977"/>
                </a:cubicBezTo>
                <a:cubicBezTo>
                  <a:pt x="275286" y="33399"/>
                  <a:pt x="271174" y="35111"/>
                  <a:pt x="266350" y="35111"/>
                </a:cubicBezTo>
                <a:cubicBezTo>
                  <a:pt x="261606" y="35111"/>
                  <a:pt x="257533" y="33399"/>
                  <a:pt x="254133" y="29977"/>
                </a:cubicBezTo>
                <a:cubicBezTo>
                  <a:pt x="250732" y="26552"/>
                  <a:pt x="249032" y="22411"/>
                  <a:pt x="249032" y="17555"/>
                </a:cubicBezTo>
                <a:cubicBezTo>
                  <a:pt x="249032" y="12699"/>
                  <a:pt x="250713" y="8560"/>
                  <a:pt x="254073" y="5138"/>
                </a:cubicBezTo>
                <a:cubicBezTo>
                  <a:pt x="257434" y="1713"/>
                  <a:pt x="261527" y="0"/>
                  <a:pt x="266350" y="0"/>
                </a:cubicBezTo>
                <a:moveTo>
                  <a:pt x="273705" y="54327"/>
                </a:moveTo>
                <a:lnTo>
                  <a:pt x="249388" y="138089"/>
                </a:lnTo>
                <a:cubicBezTo>
                  <a:pt x="248044" y="142880"/>
                  <a:pt x="247372" y="146022"/>
                  <a:pt x="247372" y="147515"/>
                </a:cubicBezTo>
                <a:cubicBezTo>
                  <a:pt x="247372" y="148419"/>
                  <a:pt x="247727" y="149262"/>
                  <a:pt x="248439" y="150043"/>
                </a:cubicBezTo>
                <a:cubicBezTo>
                  <a:pt x="249151" y="150821"/>
                  <a:pt x="249902" y="151211"/>
                  <a:pt x="250693" y="151211"/>
                </a:cubicBezTo>
                <a:cubicBezTo>
                  <a:pt x="252037" y="151211"/>
                  <a:pt x="253382" y="150594"/>
                  <a:pt x="254726" y="149361"/>
                </a:cubicBezTo>
                <a:cubicBezTo>
                  <a:pt x="258284" y="146321"/>
                  <a:pt x="262555" y="140818"/>
                  <a:pt x="267536" y="132851"/>
                </a:cubicBezTo>
                <a:lnTo>
                  <a:pt x="271569" y="135316"/>
                </a:lnTo>
                <a:cubicBezTo>
                  <a:pt x="259629" y="156922"/>
                  <a:pt x="246937" y="167724"/>
                  <a:pt x="233493" y="167724"/>
                </a:cubicBezTo>
                <a:cubicBezTo>
                  <a:pt x="228353" y="167724"/>
                  <a:pt x="224261" y="166281"/>
                  <a:pt x="221217" y="163395"/>
                </a:cubicBezTo>
                <a:cubicBezTo>
                  <a:pt x="218172" y="160508"/>
                  <a:pt x="216650" y="156851"/>
                  <a:pt x="216650" y="152423"/>
                </a:cubicBezTo>
                <a:cubicBezTo>
                  <a:pt x="216650" y="149497"/>
                  <a:pt x="217322" y="145780"/>
                  <a:pt x="218666" y="141273"/>
                </a:cubicBezTo>
                <a:lnTo>
                  <a:pt x="235154" y="84574"/>
                </a:lnTo>
                <a:cubicBezTo>
                  <a:pt x="236736" y="79117"/>
                  <a:pt x="237526" y="75005"/>
                  <a:pt x="237526" y="72238"/>
                </a:cubicBezTo>
                <a:cubicBezTo>
                  <a:pt x="237526" y="70498"/>
                  <a:pt x="236775" y="68956"/>
                  <a:pt x="235273" y="67612"/>
                </a:cubicBezTo>
                <a:cubicBezTo>
                  <a:pt x="233770" y="66267"/>
                  <a:pt x="231714" y="65595"/>
                  <a:pt x="229105" y="65595"/>
                </a:cubicBezTo>
                <a:cubicBezTo>
                  <a:pt x="227918" y="65595"/>
                  <a:pt x="226495" y="65635"/>
                  <a:pt x="224834" y="65714"/>
                </a:cubicBezTo>
                <a:lnTo>
                  <a:pt x="226376" y="60969"/>
                </a:lnTo>
                <a:lnTo>
                  <a:pt x="266588" y="54327"/>
                </a:lnTo>
                <a:lnTo>
                  <a:pt x="273705" y="54327"/>
                </a:lnTo>
                <a:close/>
                <a:moveTo>
                  <a:pt x="344155" y="54327"/>
                </a:moveTo>
                <a:lnTo>
                  <a:pt x="329447" y="105269"/>
                </a:lnTo>
                <a:cubicBezTo>
                  <a:pt x="339332" y="90385"/>
                  <a:pt x="346725" y="80212"/>
                  <a:pt x="351628" y="74751"/>
                </a:cubicBezTo>
                <a:cubicBezTo>
                  <a:pt x="358824" y="66836"/>
                  <a:pt x="365032" y="61453"/>
                  <a:pt x="370251" y="58604"/>
                </a:cubicBezTo>
                <a:cubicBezTo>
                  <a:pt x="375470" y="55752"/>
                  <a:pt x="380373" y="54327"/>
                  <a:pt x="384960" y="54327"/>
                </a:cubicBezTo>
                <a:cubicBezTo>
                  <a:pt x="389072" y="54327"/>
                  <a:pt x="392591" y="55860"/>
                  <a:pt x="395516" y="58927"/>
                </a:cubicBezTo>
                <a:cubicBezTo>
                  <a:pt x="398442" y="61991"/>
                  <a:pt x="399905" y="65991"/>
                  <a:pt x="399905" y="70926"/>
                </a:cubicBezTo>
                <a:cubicBezTo>
                  <a:pt x="399905" y="75371"/>
                  <a:pt x="398956" y="80769"/>
                  <a:pt x="397058" y="87120"/>
                </a:cubicBezTo>
                <a:lnTo>
                  <a:pt x="381875" y="137970"/>
                </a:lnTo>
                <a:cubicBezTo>
                  <a:pt x="380610" y="142416"/>
                  <a:pt x="379978" y="145313"/>
                  <a:pt x="379978" y="146662"/>
                </a:cubicBezTo>
                <a:cubicBezTo>
                  <a:pt x="379978" y="147453"/>
                  <a:pt x="380274" y="148165"/>
                  <a:pt x="380867" y="148798"/>
                </a:cubicBezTo>
                <a:cubicBezTo>
                  <a:pt x="381460" y="149430"/>
                  <a:pt x="382073" y="149746"/>
                  <a:pt x="382706" y="149746"/>
                </a:cubicBezTo>
                <a:cubicBezTo>
                  <a:pt x="383497" y="149746"/>
                  <a:pt x="384327" y="149430"/>
                  <a:pt x="385197" y="148798"/>
                </a:cubicBezTo>
                <a:cubicBezTo>
                  <a:pt x="387964" y="146517"/>
                  <a:pt x="390772" y="143311"/>
                  <a:pt x="393619" y="139182"/>
                </a:cubicBezTo>
                <a:cubicBezTo>
                  <a:pt x="394330" y="138092"/>
                  <a:pt x="395477" y="136456"/>
                  <a:pt x="397058" y="134274"/>
                </a:cubicBezTo>
                <a:lnTo>
                  <a:pt x="401566" y="136962"/>
                </a:lnTo>
                <a:cubicBezTo>
                  <a:pt x="389941" y="156205"/>
                  <a:pt x="377724" y="165826"/>
                  <a:pt x="364913" y="165826"/>
                </a:cubicBezTo>
                <a:cubicBezTo>
                  <a:pt x="360010" y="165826"/>
                  <a:pt x="356175" y="164561"/>
                  <a:pt x="353407" y="162031"/>
                </a:cubicBezTo>
                <a:cubicBezTo>
                  <a:pt x="350640" y="159500"/>
                  <a:pt x="349256" y="156337"/>
                  <a:pt x="349256" y="152541"/>
                </a:cubicBezTo>
                <a:cubicBezTo>
                  <a:pt x="349256" y="149210"/>
                  <a:pt x="350205" y="144253"/>
                  <a:pt x="352103" y="137670"/>
                </a:cubicBezTo>
                <a:lnTo>
                  <a:pt x="366930" y="86861"/>
                </a:lnTo>
                <a:cubicBezTo>
                  <a:pt x="367958" y="83530"/>
                  <a:pt x="368472" y="81071"/>
                  <a:pt x="368472" y="79484"/>
                </a:cubicBezTo>
                <a:cubicBezTo>
                  <a:pt x="368472" y="78612"/>
                  <a:pt x="368116" y="77839"/>
                  <a:pt x="367404" y="77164"/>
                </a:cubicBezTo>
                <a:cubicBezTo>
                  <a:pt x="366693" y="76489"/>
                  <a:pt x="365862" y="76152"/>
                  <a:pt x="364913" y="76152"/>
                </a:cubicBezTo>
                <a:cubicBezTo>
                  <a:pt x="361908" y="76152"/>
                  <a:pt x="358271" y="78217"/>
                  <a:pt x="354001" y="82346"/>
                </a:cubicBezTo>
                <a:cubicBezTo>
                  <a:pt x="343088" y="92831"/>
                  <a:pt x="332531" y="108441"/>
                  <a:pt x="322330" y="129174"/>
                </a:cubicBezTo>
                <a:lnTo>
                  <a:pt x="312603" y="164403"/>
                </a:lnTo>
                <a:lnTo>
                  <a:pt x="282356" y="164403"/>
                </a:lnTo>
                <a:lnTo>
                  <a:pt x="304537" y="88258"/>
                </a:lnTo>
                <a:cubicBezTo>
                  <a:pt x="306672" y="80729"/>
                  <a:pt x="307740" y="75385"/>
                  <a:pt x="307740" y="72227"/>
                </a:cubicBezTo>
                <a:cubicBezTo>
                  <a:pt x="307740" y="70885"/>
                  <a:pt x="307424" y="69760"/>
                  <a:pt x="306791" y="68853"/>
                </a:cubicBezTo>
                <a:cubicBezTo>
                  <a:pt x="306158" y="67944"/>
                  <a:pt x="305130" y="67234"/>
                  <a:pt x="303707" y="66722"/>
                </a:cubicBezTo>
                <a:cubicBezTo>
                  <a:pt x="302284" y="66208"/>
                  <a:pt x="299595" y="65951"/>
                  <a:pt x="295641" y="65951"/>
                </a:cubicBezTo>
                <a:lnTo>
                  <a:pt x="296946" y="61444"/>
                </a:lnTo>
                <a:lnTo>
                  <a:pt x="336920" y="54327"/>
                </a:lnTo>
                <a:lnTo>
                  <a:pt x="344155" y="54327"/>
                </a:lnTo>
                <a:close/>
                <a:moveTo>
                  <a:pt x="468806" y="0"/>
                </a:moveTo>
                <a:cubicBezTo>
                  <a:pt x="473709" y="0"/>
                  <a:pt x="477841" y="1713"/>
                  <a:pt x="481202" y="5138"/>
                </a:cubicBezTo>
                <a:cubicBezTo>
                  <a:pt x="484563" y="8560"/>
                  <a:pt x="486243" y="12699"/>
                  <a:pt x="486243" y="17555"/>
                </a:cubicBezTo>
                <a:cubicBezTo>
                  <a:pt x="486243" y="22411"/>
                  <a:pt x="484543" y="26552"/>
                  <a:pt x="481143" y="29977"/>
                </a:cubicBezTo>
                <a:cubicBezTo>
                  <a:pt x="477742" y="33399"/>
                  <a:pt x="473630" y="35111"/>
                  <a:pt x="468806" y="35111"/>
                </a:cubicBezTo>
                <a:cubicBezTo>
                  <a:pt x="464062" y="35111"/>
                  <a:pt x="459989" y="33399"/>
                  <a:pt x="456589" y="29977"/>
                </a:cubicBezTo>
                <a:cubicBezTo>
                  <a:pt x="453189" y="26552"/>
                  <a:pt x="451488" y="22411"/>
                  <a:pt x="451488" y="17555"/>
                </a:cubicBezTo>
                <a:cubicBezTo>
                  <a:pt x="451488" y="12699"/>
                  <a:pt x="453169" y="8560"/>
                  <a:pt x="456530" y="5138"/>
                </a:cubicBezTo>
                <a:cubicBezTo>
                  <a:pt x="459890" y="1713"/>
                  <a:pt x="463983" y="0"/>
                  <a:pt x="468806" y="0"/>
                </a:cubicBezTo>
                <a:moveTo>
                  <a:pt x="476161" y="54327"/>
                </a:moveTo>
                <a:lnTo>
                  <a:pt x="451844" y="138089"/>
                </a:lnTo>
                <a:cubicBezTo>
                  <a:pt x="450500" y="142880"/>
                  <a:pt x="449828" y="146022"/>
                  <a:pt x="449828" y="147515"/>
                </a:cubicBezTo>
                <a:cubicBezTo>
                  <a:pt x="449828" y="148419"/>
                  <a:pt x="450184" y="149262"/>
                  <a:pt x="450895" y="150043"/>
                </a:cubicBezTo>
                <a:cubicBezTo>
                  <a:pt x="451607" y="150821"/>
                  <a:pt x="452358" y="151211"/>
                  <a:pt x="453149" y="151211"/>
                </a:cubicBezTo>
                <a:cubicBezTo>
                  <a:pt x="454493" y="151211"/>
                  <a:pt x="455838" y="150594"/>
                  <a:pt x="457182" y="149361"/>
                </a:cubicBezTo>
                <a:cubicBezTo>
                  <a:pt x="460741" y="146321"/>
                  <a:pt x="465011" y="140818"/>
                  <a:pt x="469993" y="132851"/>
                </a:cubicBezTo>
                <a:lnTo>
                  <a:pt x="474026" y="135316"/>
                </a:lnTo>
                <a:cubicBezTo>
                  <a:pt x="462085" y="156922"/>
                  <a:pt x="449393" y="167724"/>
                  <a:pt x="435950" y="167724"/>
                </a:cubicBezTo>
                <a:cubicBezTo>
                  <a:pt x="430810" y="167724"/>
                  <a:pt x="426717" y="166281"/>
                  <a:pt x="423673" y="163395"/>
                </a:cubicBezTo>
                <a:cubicBezTo>
                  <a:pt x="420628" y="160508"/>
                  <a:pt x="419106" y="156851"/>
                  <a:pt x="419106" y="152423"/>
                </a:cubicBezTo>
                <a:cubicBezTo>
                  <a:pt x="419106" y="149497"/>
                  <a:pt x="419778" y="145780"/>
                  <a:pt x="421122" y="141273"/>
                </a:cubicBezTo>
                <a:lnTo>
                  <a:pt x="437610" y="84574"/>
                </a:lnTo>
                <a:cubicBezTo>
                  <a:pt x="439192" y="79117"/>
                  <a:pt x="439983" y="75005"/>
                  <a:pt x="439983" y="72238"/>
                </a:cubicBezTo>
                <a:cubicBezTo>
                  <a:pt x="439983" y="70498"/>
                  <a:pt x="439231" y="68956"/>
                  <a:pt x="437729" y="67612"/>
                </a:cubicBezTo>
                <a:cubicBezTo>
                  <a:pt x="436226" y="66267"/>
                  <a:pt x="434170" y="65595"/>
                  <a:pt x="431561" y="65595"/>
                </a:cubicBezTo>
                <a:cubicBezTo>
                  <a:pt x="430375" y="65595"/>
                  <a:pt x="428951" y="65635"/>
                  <a:pt x="427291" y="65714"/>
                </a:cubicBezTo>
                <a:lnTo>
                  <a:pt x="428833" y="60969"/>
                </a:lnTo>
                <a:lnTo>
                  <a:pt x="469044" y="54327"/>
                </a:lnTo>
                <a:lnTo>
                  <a:pt x="476161" y="54327"/>
                </a:lnTo>
                <a:close/>
                <a:moveTo>
                  <a:pt x="546611" y="54327"/>
                </a:moveTo>
                <a:lnTo>
                  <a:pt x="531903" y="105269"/>
                </a:lnTo>
                <a:cubicBezTo>
                  <a:pt x="541787" y="90385"/>
                  <a:pt x="549181" y="80212"/>
                  <a:pt x="554084" y="74751"/>
                </a:cubicBezTo>
                <a:cubicBezTo>
                  <a:pt x="561280" y="66836"/>
                  <a:pt x="567488" y="61453"/>
                  <a:pt x="572707" y="58604"/>
                </a:cubicBezTo>
                <a:cubicBezTo>
                  <a:pt x="577926" y="55752"/>
                  <a:pt x="582829" y="54327"/>
                  <a:pt x="587415" y="54327"/>
                </a:cubicBezTo>
                <a:cubicBezTo>
                  <a:pt x="591527" y="54327"/>
                  <a:pt x="595046" y="55860"/>
                  <a:pt x="597972" y="58927"/>
                </a:cubicBezTo>
                <a:cubicBezTo>
                  <a:pt x="600898" y="61991"/>
                  <a:pt x="602361" y="65991"/>
                  <a:pt x="602361" y="70926"/>
                </a:cubicBezTo>
                <a:cubicBezTo>
                  <a:pt x="602361" y="75371"/>
                  <a:pt x="601412" y="80769"/>
                  <a:pt x="599514" y="87120"/>
                </a:cubicBezTo>
                <a:lnTo>
                  <a:pt x="584331" y="137970"/>
                </a:lnTo>
                <a:cubicBezTo>
                  <a:pt x="583066" y="142416"/>
                  <a:pt x="582433" y="145313"/>
                  <a:pt x="582433" y="146662"/>
                </a:cubicBezTo>
                <a:cubicBezTo>
                  <a:pt x="582433" y="147453"/>
                  <a:pt x="582730" y="148165"/>
                  <a:pt x="583323" y="148798"/>
                </a:cubicBezTo>
                <a:cubicBezTo>
                  <a:pt x="583916" y="149430"/>
                  <a:pt x="584529" y="149746"/>
                  <a:pt x="585162" y="149746"/>
                </a:cubicBezTo>
                <a:cubicBezTo>
                  <a:pt x="585952" y="149746"/>
                  <a:pt x="586783" y="149430"/>
                  <a:pt x="587653" y="148798"/>
                </a:cubicBezTo>
                <a:cubicBezTo>
                  <a:pt x="590420" y="146517"/>
                  <a:pt x="593228" y="143311"/>
                  <a:pt x="596074" y="139182"/>
                </a:cubicBezTo>
                <a:cubicBezTo>
                  <a:pt x="596786" y="138092"/>
                  <a:pt x="597933" y="136456"/>
                  <a:pt x="599514" y="134274"/>
                </a:cubicBezTo>
                <a:lnTo>
                  <a:pt x="604022" y="136962"/>
                </a:lnTo>
                <a:cubicBezTo>
                  <a:pt x="592397" y="156205"/>
                  <a:pt x="580180" y="165826"/>
                  <a:pt x="567369" y="165826"/>
                </a:cubicBezTo>
                <a:cubicBezTo>
                  <a:pt x="562466" y="165826"/>
                  <a:pt x="558631" y="164561"/>
                  <a:pt x="555863" y="162031"/>
                </a:cubicBezTo>
                <a:cubicBezTo>
                  <a:pt x="553096" y="159500"/>
                  <a:pt x="551712" y="156337"/>
                  <a:pt x="551712" y="152541"/>
                </a:cubicBezTo>
                <a:cubicBezTo>
                  <a:pt x="551712" y="149210"/>
                  <a:pt x="552661" y="144253"/>
                  <a:pt x="554559" y="137670"/>
                </a:cubicBezTo>
                <a:lnTo>
                  <a:pt x="569386" y="86861"/>
                </a:lnTo>
                <a:cubicBezTo>
                  <a:pt x="570414" y="83530"/>
                  <a:pt x="570928" y="81071"/>
                  <a:pt x="570928" y="79484"/>
                </a:cubicBezTo>
                <a:cubicBezTo>
                  <a:pt x="570928" y="78612"/>
                  <a:pt x="570572" y="77839"/>
                  <a:pt x="569860" y="77164"/>
                </a:cubicBezTo>
                <a:cubicBezTo>
                  <a:pt x="569148" y="76489"/>
                  <a:pt x="568318" y="76152"/>
                  <a:pt x="567369" y="76152"/>
                </a:cubicBezTo>
                <a:cubicBezTo>
                  <a:pt x="564364" y="76152"/>
                  <a:pt x="560727" y="78217"/>
                  <a:pt x="556456" y="82346"/>
                </a:cubicBezTo>
                <a:cubicBezTo>
                  <a:pt x="545544" y="92831"/>
                  <a:pt x="534987" y="108441"/>
                  <a:pt x="524786" y="129174"/>
                </a:cubicBezTo>
                <a:lnTo>
                  <a:pt x="515059" y="164403"/>
                </a:lnTo>
                <a:lnTo>
                  <a:pt x="484812" y="164403"/>
                </a:lnTo>
                <a:lnTo>
                  <a:pt x="506993" y="88258"/>
                </a:lnTo>
                <a:cubicBezTo>
                  <a:pt x="509128" y="80729"/>
                  <a:pt x="510196" y="75385"/>
                  <a:pt x="510196" y="72227"/>
                </a:cubicBezTo>
                <a:cubicBezTo>
                  <a:pt x="510196" y="70885"/>
                  <a:pt x="509879" y="69760"/>
                  <a:pt x="509247" y="68853"/>
                </a:cubicBezTo>
                <a:cubicBezTo>
                  <a:pt x="508614" y="67944"/>
                  <a:pt x="507586" y="67234"/>
                  <a:pt x="506163" y="66722"/>
                </a:cubicBezTo>
                <a:cubicBezTo>
                  <a:pt x="504739" y="66208"/>
                  <a:pt x="502051" y="65951"/>
                  <a:pt x="498097" y="65951"/>
                </a:cubicBezTo>
                <a:lnTo>
                  <a:pt x="499402" y="61444"/>
                </a:lnTo>
                <a:lnTo>
                  <a:pt x="539376" y="54327"/>
                </a:lnTo>
                <a:lnTo>
                  <a:pt x="546611" y="54327"/>
                </a:lnTo>
                <a:close/>
                <a:moveTo>
                  <a:pt x="710643" y="61444"/>
                </a:moveTo>
                <a:lnTo>
                  <a:pt x="742195" y="61444"/>
                </a:lnTo>
                <a:lnTo>
                  <a:pt x="738399" y="74491"/>
                </a:lnTo>
                <a:lnTo>
                  <a:pt x="722030" y="74491"/>
                </a:lnTo>
                <a:cubicBezTo>
                  <a:pt x="724560" y="79209"/>
                  <a:pt x="725826" y="83687"/>
                  <a:pt x="725826" y="87925"/>
                </a:cubicBezTo>
                <a:cubicBezTo>
                  <a:pt x="725826" y="95200"/>
                  <a:pt x="723868" y="101917"/>
                  <a:pt x="719954" y="108075"/>
                </a:cubicBezTo>
                <a:cubicBezTo>
                  <a:pt x="716040" y="114231"/>
                  <a:pt x="710267" y="119148"/>
                  <a:pt x="702636" y="122828"/>
                </a:cubicBezTo>
                <a:cubicBezTo>
                  <a:pt x="695005" y="126505"/>
                  <a:pt x="686524" y="128344"/>
                  <a:pt x="677193" y="128344"/>
                </a:cubicBezTo>
                <a:cubicBezTo>
                  <a:pt x="674741" y="128344"/>
                  <a:pt x="672033" y="128156"/>
                  <a:pt x="669067" y="127780"/>
                </a:cubicBezTo>
                <a:cubicBezTo>
                  <a:pt x="666102" y="127402"/>
                  <a:pt x="662880" y="126878"/>
                  <a:pt x="659400" y="126208"/>
                </a:cubicBezTo>
                <a:cubicBezTo>
                  <a:pt x="654181" y="128870"/>
                  <a:pt x="650899" y="130983"/>
                  <a:pt x="649555" y="132547"/>
                </a:cubicBezTo>
                <a:cubicBezTo>
                  <a:pt x="648606" y="133642"/>
                  <a:pt x="648131" y="134776"/>
                  <a:pt x="648131" y="135950"/>
                </a:cubicBezTo>
                <a:cubicBezTo>
                  <a:pt x="648131" y="137358"/>
                  <a:pt x="648725" y="138572"/>
                  <a:pt x="649911" y="139590"/>
                </a:cubicBezTo>
                <a:cubicBezTo>
                  <a:pt x="651967" y="141389"/>
                  <a:pt x="655011" y="142720"/>
                  <a:pt x="659044" y="143582"/>
                </a:cubicBezTo>
                <a:cubicBezTo>
                  <a:pt x="675176" y="147024"/>
                  <a:pt x="685812" y="149813"/>
                  <a:pt x="690952" y="151948"/>
                </a:cubicBezTo>
                <a:cubicBezTo>
                  <a:pt x="697990" y="154874"/>
                  <a:pt x="703308" y="158630"/>
                  <a:pt x="706906" y="163217"/>
                </a:cubicBezTo>
                <a:cubicBezTo>
                  <a:pt x="710504" y="167803"/>
                  <a:pt x="712303" y="173339"/>
                  <a:pt x="712303" y="179823"/>
                </a:cubicBezTo>
                <a:cubicBezTo>
                  <a:pt x="712303" y="189708"/>
                  <a:pt x="707756" y="198347"/>
                  <a:pt x="698662" y="205741"/>
                </a:cubicBezTo>
                <a:cubicBezTo>
                  <a:pt x="689568" y="213135"/>
                  <a:pt x="675492" y="216832"/>
                  <a:pt x="656435" y="216832"/>
                </a:cubicBezTo>
                <a:cubicBezTo>
                  <a:pt x="637219" y="216832"/>
                  <a:pt x="623064" y="213676"/>
                  <a:pt x="613970" y="207365"/>
                </a:cubicBezTo>
                <a:cubicBezTo>
                  <a:pt x="607406" y="202788"/>
                  <a:pt x="604125" y="197344"/>
                  <a:pt x="604125" y="191033"/>
                </a:cubicBezTo>
                <a:cubicBezTo>
                  <a:pt x="604125" y="186221"/>
                  <a:pt x="606279" y="181764"/>
                  <a:pt x="610589" y="177662"/>
                </a:cubicBezTo>
                <a:cubicBezTo>
                  <a:pt x="614899" y="173560"/>
                  <a:pt x="624131" y="169931"/>
                  <a:pt x="638286" y="166775"/>
                </a:cubicBezTo>
                <a:cubicBezTo>
                  <a:pt x="633463" y="164087"/>
                  <a:pt x="630220" y="161635"/>
                  <a:pt x="628560" y="159421"/>
                </a:cubicBezTo>
                <a:cubicBezTo>
                  <a:pt x="626266" y="156416"/>
                  <a:pt x="625120" y="153293"/>
                  <a:pt x="625120" y="150050"/>
                </a:cubicBezTo>
                <a:cubicBezTo>
                  <a:pt x="625120" y="144752"/>
                  <a:pt x="627235" y="140087"/>
                  <a:pt x="631466" y="136054"/>
                </a:cubicBezTo>
                <a:cubicBezTo>
                  <a:pt x="635696" y="132021"/>
                  <a:pt x="642794" y="128027"/>
                  <a:pt x="652758" y="124073"/>
                </a:cubicBezTo>
                <a:cubicBezTo>
                  <a:pt x="645008" y="120979"/>
                  <a:pt x="639413" y="116992"/>
                  <a:pt x="635973" y="112112"/>
                </a:cubicBezTo>
                <a:cubicBezTo>
                  <a:pt x="632533" y="107231"/>
                  <a:pt x="630813" y="101537"/>
                  <a:pt x="630813" y="95031"/>
                </a:cubicBezTo>
                <a:cubicBezTo>
                  <a:pt x="630813" y="88129"/>
                  <a:pt x="632889" y="81564"/>
                  <a:pt x="637041" y="75337"/>
                </a:cubicBezTo>
                <a:cubicBezTo>
                  <a:pt x="641192" y="69107"/>
                  <a:pt x="647321" y="64048"/>
                  <a:pt x="655426" y="60161"/>
                </a:cubicBezTo>
                <a:cubicBezTo>
                  <a:pt x="663532" y="56271"/>
                  <a:pt x="672843" y="54327"/>
                  <a:pt x="683361" y="54327"/>
                </a:cubicBezTo>
                <a:cubicBezTo>
                  <a:pt x="690082" y="54327"/>
                  <a:pt x="696053" y="55065"/>
                  <a:pt x="701272" y="56543"/>
                </a:cubicBezTo>
                <a:cubicBezTo>
                  <a:pt x="703961" y="57322"/>
                  <a:pt x="707084" y="58955"/>
                  <a:pt x="710643" y="61444"/>
                </a:cubicBezTo>
                <a:moveTo>
                  <a:pt x="685852" y="60257"/>
                </a:moveTo>
                <a:cubicBezTo>
                  <a:pt x="681977" y="60257"/>
                  <a:pt x="678695" y="61523"/>
                  <a:pt x="676006" y="64053"/>
                </a:cubicBezTo>
                <a:cubicBezTo>
                  <a:pt x="671736" y="67928"/>
                  <a:pt x="668000" y="74412"/>
                  <a:pt x="664797" y="83506"/>
                </a:cubicBezTo>
                <a:cubicBezTo>
                  <a:pt x="661595" y="92600"/>
                  <a:pt x="659993" y="101220"/>
                  <a:pt x="659993" y="109365"/>
                </a:cubicBezTo>
                <a:cubicBezTo>
                  <a:pt x="659993" y="113240"/>
                  <a:pt x="661120" y="116304"/>
                  <a:pt x="663374" y="118558"/>
                </a:cubicBezTo>
                <a:cubicBezTo>
                  <a:pt x="665627" y="120811"/>
                  <a:pt x="668415" y="121938"/>
                  <a:pt x="671736" y="121938"/>
                </a:cubicBezTo>
                <a:cubicBezTo>
                  <a:pt x="674978" y="121938"/>
                  <a:pt x="677786" y="120831"/>
                  <a:pt x="680158" y="118617"/>
                </a:cubicBezTo>
                <a:cubicBezTo>
                  <a:pt x="684666" y="114268"/>
                  <a:pt x="688580" y="107329"/>
                  <a:pt x="691901" y="97800"/>
                </a:cubicBezTo>
                <a:cubicBezTo>
                  <a:pt x="695222" y="88271"/>
                  <a:pt x="696883" y="79631"/>
                  <a:pt x="696883" y="71882"/>
                </a:cubicBezTo>
                <a:cubicBezTo>
                  <a:pt x="696883" y="68402"/>
                  <a:pt x="695815" y="65595"/>
                  <a:pt x="693680" y="63460"/>
                </a:cubicBezTo>
                <a:cubicBezTo>
                  <a:pt x="691545" y="61325"/>
                  <a:pt x="688936" y="60257"/>
                  <a:pt x="685852" y="60257"/>
                </a:cubicBezTo>
                <a:moveTo>
                  <a:pt x="644929" y="169489"/>
                </a:moveTo>
                <a:cubicBezTo>
                  <a:pt x="637416" y="172400"/>
                  <a:pt x="632296" y="175546"/>
                  <a:pt x="629568" y="178926"/>
                </a:cubicBezTo>
                <a:cubicBezTo>
                  <a:pt x="626840" y="182307"/>
                  <a:pt x="625476" y="185964"/>
                  <a:pt x="625476" y="189898"/>
                </a:cubicBezTo>
                <a:cubicBezTo>
                  <a:pt x="625476" y="195009"/>
                  <a:pt x="628184" y="199629"/>
                  <a:pt x="633601" y="203758"/>
                </a:cubicBezTo>
                <a:cubicBezTo>
                  <a:pt x="639018" y="207887"/>
                  <a:pt x="647657" y="209952"/>
                  <a:pt x="659519" y="209952"/>
                </a:cubicBezTo>
                <a:cubicBezTo>
                  <a:pt x="669403" y="209952"/>
                  <a:pt x="676560" y="208159"/>
                  <a:pt x="680988" y="204573"/>
                </a:cubicBezTo>
                <a:cubicBezTo>
                  <a:pt x="685417" y="200990"/>
                  <a:pt x="687631" y="196795"/>
                  <a:pt x="687631" y="191989"/>
                </a:cubicBezTo>
                <a:cubicBezTo>
                  <a:pt x="687631" y="187734"/>
                  <a:pt x="685595" y="184266"/>
                  <a:pt x="681522" y="181588"/>
                </a:cubicBezTo>
                <a:cubicBezTo>
                  <a:pt x="677450" y="178909"/>
                  <a:pt x="669641" y="176125"/>
                  <a:pt x="658095" y="173236"/>
                </a:cubicBezTo>
                <a:cubicBezTo>
                  <a:pt x="652718" y="171830"/>
                  <a:pt x="648329" y="170581"/>
                  <a:pt x="644929" y="1694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DF8FEE-48AA-4BDE-AEE8-80D83DA4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58" y="1315464"/>
            <a:ext cx="237754" cy="295060"/>
          </a:xfrm>
          <a:custGeom xmlns:a="http://schemas.openxmlformats.org/drawingml/2006/main">
            <a:pathLst>
              <a:path w="237754" h="295060">
                <a:moveTo>
                  <a:pt x="0" y="73765"/>
                </a:moveTo>
                <a:lnTo>
                  <a:pt x="118877" y="73765"/>
                </a:lnTo>
                <a:lnTo>
                  <a:pt x="118877" y="0"/>
                </a:lnTo>
                <a:lnTo>
                  <a:pt x="237754" y="147530"/>
                </a:lnTo>
                <a:lnTo>
                  <a:pt x="118877" y="295060"/>
                </a:lnTo>
                <a:lnTo>
                  <a:pt x="118877" y="221295"/>
                </a:lnTo>
                <a:lnTo>
                  <a:pt x="0" y="221295"/>
                </a:lnTo>
                <a:lnTo>
                  <a:pt x="0" y="73765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D4E984-08E9-47D4-A312-83830D71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58" y="1315465"/>
            <a:ext cx="237753" cy="295060"/>
          </a:xfrm>
          <a:custGeom xmlns:a="http://schemas.openxmlformats.org/drawingml/2006/main">
            <a:pathLst>
              <a:path w="237753" h="295060" fill="none">
                <a:moveTo>
                  <a:pt x="0" y="73765"/>
                </a:moveTo>
                <a:lnTo>
                  <a:pt x="118877" y="73765"/>
                </a:lnTo>
                <a:lnTo>
                  <a:pt x="118877" y="0"/>
                </a:lnTo>
                <a:lnTo>
                  <a:pt x="237753" y="147530"/>
                </a:lnTo>
                <a:lnTo>
                  <a:pt x="118877" y="295060"/>
                </a:lnTo>
                <a:lnTo>
                  <a:pt x="118877" y="221295"/>
                </a:lnTo>
                <a:lnTo>
                  <a:pt x="0" y="221295"/>
                </a:lnTo>
                <a:lnTo>
                  <a:pt x="0" y="737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A6A6A6"/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CBEEB3-4F6D-4721-AF39-62FFBE8B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58" y="2470264"/>
            <a:ext cx="237754" cy="295060"/>
          </a:xfrm>
          <a:custGeom xmlns:a="http://schemas.openxmlformats.org/drawingml/2006/main">
            <a:pathLst>
              <a:path w="237754" h="295060">
                <a:moveTo>
                  <a:pt x="0" y="73765"/>
                </a:moveTo>
                <a:lnTo>
                  <a:pt x="118877" y="73765"/>
                </a:lnTo>
                <a:lnTo>
                  <a:pt x="118877" y="0"/>
                </a:lnTo>
                <a:lnTo>
                  <a:pt x="237754" y="147530"/>
                </a:lnTo>
                <a:lnTo>
                  <a:pt x="118877" y="295060"/>
                </a:lnTo>
                <a:lnTo>
                  <a:pt x="118877" y="221295"/>
                </a:lnTo>
                <a:lnTo>
                  <a:pt x="0" y="221295"/>
                </a:lnTo>
                <a:lnTo>
                  <a:pt x="0" y="73765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60B0BC-9641-4CBE-B722-BC59E213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58" y="2470264"/>
            <a:ext cx="237753" cy="295060"/>
          </a:xfrm>
          <a:custGeom xmlns:a="http://schemas.openxmlformats.org/drawingml/2006/main">
            <a:pathLst>
              <a:path w="237753" h="295060" fill="none">
                <a:moveTo>
                  <a:pt x="0" y="73765"/>
                </a:moveTo>
                <a:lnTo>
                  <a:pt x="118877" y="73765"/>
                </a:lnTo>
                <a:lnTo>
                  <a:pt x="118877" y="0"/>
                </a:lnTo>
                <a:lnTo>
                  <a:pt x="237753" y="147530"/>
                </a:lnTo>
                <a:lnTo>
                  <a:pt x="118877" y="295060"/>
                </a:lnTo>
                <a:lnTo>
                  <a:pt x="118877" y="221295"/>
                </a:lnTo>
                <a:lnTo>
                  <a:pt x="0" y="221295"/>
                </a:lnTo>
                <a:lnTo>
                  <a:pt x="0" y="737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A6A6A6"/>
            </a:solidFill>
            <a:miter/>
          </a:ln>
        </p:spPr>
      </p:sp>
      <p:sp>
        <p:nvSpPr>
          <p:cNvPr id="104" name="Text F">
            <a:extLst xmlns:a="http://schemas.openxmlformats.org/drawingml/2006/main">
              <a:ext uri="{FF2B5EF4-FFF2-40B4-BE49-F238E27FC236}">
                <a16:creationId xmlns:a16="http://schemas.microsoft.com/office/drawing/2014/main" id="{666F9868-B159-40FD-AC40-C226C63F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174" y="869999"/>
            <a:ext cx="112212" cy="107230"/>
          </a:xfrm>
          <a:custGeom xmlns:a="http://schemas.openxmlformats.org/drawingml/2006/main">
            <a:pathLst>
              <a:path w="112212" h="107230">
                <a:moveTo>
                  <a:pt x="56620" y="5694"/>
                </a:moveTo>
                <a:lnTo>
                  <a:pt x="43967" y="48079"/>
                </a:lnTo>
                <a:lnTo>
                  <a:pt x="58043" y="48079"/>
                </a:lnTo>
                <a:cubicBezTo>
                  <a:pt x="64369" y="48079"/>
                  <a:pt x="69101" y="47099"/>
                  <a:pt x="72238" y="45139"/>
                </a:cubicBezTo>
                <a:cubicBezTo>
                  <a:pt x="75374" y="43178"/>
                  <a:pt x="78603" y="38992"/>
                  <a:pt x="81925" y="32580"/>
                </a:cubicBezTo>
                <a:lnTo>
                  <a:pt x="84930" y="32580"/>
                </a:lnTo>
                <a:lnTo>
                  <a:pt x="73780" y="71803"/>
                </a:lnTo>
                <a:lnTo>
                  <a:pt x="70617" y="71803"/>
                </a:lnTo>
                <a:cubicBezTo>
                  <a:pt x="71407" y="68626"/>
                  <a:pt x="71803" y="66005"/>
                  <a:pt x="71803" y="63939"/>
                </a:cubicBezTo>
                <a:cubicBezTo>
                  <a:pt x="71803" y="60709"/>
                  <a:pt x="70735" y="58207"/>
                  <a:pt x="68600" y="56434"/>
                </a:cubicBezTo>
                <a:cubicBezTo>
                  <a:pt x="66465" y="54660"/>
                  <a:pt x="62472" y="53773"/>
                  <a:pt x="56620" y="53773"/>
                </a:cubicBezTo>
                <a:lnTo>
                  <a:pt x="42386" y="53773"/>
                </a:lnTo>
                <a:lnTo>
                  <a:pt x="33055" y="86195"/>
                </a:lnTo>
                <a:cubicBezTo>
                  <a:pt x="31368" y="91966"/>
                  <a:pt x="30524" y="95805"/>
                  <a:pt x="30524" y="97711"/>
                </a:cubicBezTo>
                <a:cubicBezTo>
                  <a:pt x="30524" y="99670"/>
                  <a:pt x="31249" y="101179"/>
                  <a:pt x="32699" y="102238"/>
                </a:cubicBezTo>
                <a:cubicBezTo>
                  <a:pt x="34149" y="103297"/>
                  <a:pt x="37694" y="104012"/>
                  <a:pt x="43335" y="104383"/>
                </a:cubicBezTo>
                <a:lnTo>
                  <a:pt x="42386" y="107230"/>
                </a:lnTo>
                <a:lnTo>
                  <a:pt x="0" y="107230"/>
                </a:lnTo>
                <a:lnTo>
                  <a:pt x="1028" y="104383"/>
                </a:lnTo>
                <a:cubicBezTo>
                  <a:pt x="5140" y="104277"/>
                  <a:pt x="7881" y="103907"/>
                  <a:pt x="9252" y="103271"/>
                </a:cubicBezTo>
                <a:cubicBezTo>
                  <a:pt x="11361" y="102371"/>
                  <a:pt x="12916" y="101154"/>
                  <a:pt x="13918" y="99618"/>
                </a:cubicBezTo>
                <a:cubicBezTo>
                  <a:pt x="15341" y="97447"/>
                  <a:pt x="17028" y="92973"/>
                  <a:pt x="18979" y="86195"/>
                </a:cubicBezTo>
                <a:lnTo>
                  <a:pt x="37878" y="21527"/>
                </a:lnTo>
                <a:cubicBezTo>
                  <a:pt x="39407" y="16302"/>
                  <a:pt x="40172" y="12213"/>
                  <a:pt x="40172" y="9257"/>
                </a:cubicBezTo>
                <a:cubicBezTo>
                  <a:pt x="40172" y="7886"/>
                  <a:pt x="39829" y="6713"/>
                  <a:pt x="39144" y="5738"/>
                </a:cubicBezTo>
                <a:cubicBezTo>
                  <a:pt x="38458" y="4761"/>
                  <a:pt x="37443" y="4035"/>
                  <a:pt x="36099" y="3561"/>
                </a:cubicBezTo>
                <a:cubicBezTo>
                  <a:pt x="34755" y="3085"/>
                  <a:pt x="32079" y="2847"/>
                  <a:pt x="28073" y="2847"/>
                </a:cubicBezTo>
                <a:lnTo>
                  <a:pt x="29022" y="0"/>
                </a:lnTo>
                <a:lnTo>
                  <a:pt x="112212" y="0"/>
                </a:lnTo>
                <a:lnTo>
                  <a:pt x="104304" y="27203"/>
                </a:lnTo>
                <a:lnTo>
                  <a:pt x="101299" y="27203"/>
                </a:lnTo>
                <a:cubicBezTo>
                  <a:pt x="101879" y="23923"/>
                  <a:pt x="102169" y="21224"/>
                  <a:pt x="102169" y="19107"/>
                </a:cubicBezTo>
                <a:cubicBezTo>
                  <a:pt x="102169" y="15615"/>
                  <a:pt x="101207" y="12850"/>
                  <a:pt x="99282" y="10814"/>
                </a:cubicBezTo>
                <a:cubicBezTo>
                  <a:pt x="97358" y="8776"/>
                  <a:pt x="94894" y="7334"/>
                  <a:pt x="91889" y="6487"/>
                </a:cubicBezTo>
                <a:cubicBezTo>
                  <a:pt x="89780" y="5958"/>
                  <a:pt x="85062" y="5694"/>
                  <a:pt x="77734" y="5694"/>
                </a:cubicBezTo>
                <a:lnTo>
                  <a:pt x="56620" y="56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M">
            <a:extLst xmlns:a="http://schemas.openxmlformats.org/drawingml/2006/main">
              <a:ext uri="{FF2B5EF4-FFF2-40B4-BE49-F238E27FC236}">
                <a16:creationId xmlns:a16="http://schemas.microsoft.com/office/drawing/2014/main" id="{38D7B40C-F438-4AE2-909B-63D67843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523" y="869999"/>
            <a:ext cx="154914" cy="107230"/>
          </a:xfrm>
          <a:custGeom xmlns:a="http://schemas.openxmlformats.org/drawingml/2006/main">
            <a:pathLst>
              <a:path w="154914" h="107230">
                <a:moveTo>
                  <a:pt x="56620" y="0"/>
                </a:moveTo>
                <a:lnTo>
                  <a:pt x="66505" y="86823"/>
                </a:lnTo>
                <a:lnTo>
                  <a:pt x="128739" y="0"/>
                </a:lnTo>
                <a:lnTo>
                  <a:pt x="154914" y="0"/>
                </a:lnTo>
                <a:lnTo>
                  <a:pt x="154914" y="2847"/>
                </a:lnTo>
                <a:cubicBezTo>
                  <a:pt x="149220" y="3217"/>
                  <a:pt x="145872" y="3588"/>
                  <a:pt x="144871" y="3959"/>
                </a:cubicBezTo>
                <a:cubicBezTo>
                  <a:pt x="143131" y="4647"/>
                  <a:pt x="141536" y="6026"/>
                  <a:pt x="140087" y="8093"/>
                </a:cubicBezTo>
                <a:cubicBezTo>
                  <a:pt x="138637" y="10159"/>
                  <a:pt x="137068" y="14132"/>
                  <a:pt x="135381" y="20012"/>
                </a:cubicBezTo>
                <a:lnTo>
                  <a:pt x="115533" y="88004"/>
                </a:lnTo>
                <a:cubicBezTo>
                  <a:pt x="114373" y="91979"/>
                  <a:pt x="113793" y="95107"/>
                  <a:pt x="113793" y="97387"/>
                </a:cubicBezTo>
                <a:cubicBezTo>
                  <a:pt x="113793" y="99453"/>
                  <a:pt x="114505" y="101016"/>
                  <a:pt x="115928" y="102077"/>
                </a:cubicBezTo>
                <a:cubicBezTo>
                  <a:pt x="117932" y="103614"/>
                  <a:pt x="121095" y="104383"/>
                  <a:pt x="125418" y="104383"/>
                </a:cubicBezTo>
                <a:lnTo>
                  <a:pt x="127316" y="104383"/>
                </a:lnTo>
                <a:lnTo>
                  <a:pt x="126604" y="107230"/>
                </a:lnTo>
                <a:lnTo>
                  <a:pt x="81450" y="107230"/>
                </a:lnTo>
                <a:lnTo>
                  <a:pt x="82241" y="104383"/>
                </a:lnTo>
                <a:lnTo>
                  <a:pt x="84376" y="104383"/>
                </a:lnTo>
                <a:cubicBezTo>
                  <a:pt x="88383" y="104383"/>
                  <a:pt x="91440" y="103801"/>
                  <a:pt x="93549" y="102636"/>
                </a:cubicBezTo>
                <a:cubicBezTo>
                  <a:pt x="95184" y="101791"/>
                  <a:pt x="96646" y="100191"/>
                  <a:pt x="97938" y="97837"/>
                </a:cubicBezTo>
                <a:cubicBezTo>
                  <a:pt x="99230" y="95481"/>
                  <a:pt x="101035" y="90256"/>
                  <a:pt x="103355" y="82162"/>
                </a:cubicBezTo>
                <a:lnTo>
                  <a:pt x="121068" y="20007"/>
                </a:lnTo>
                <a:lnTo>
                  <a:pt x="58518" y="107230"/>
                </a:lnTo>
                <a:lnTo>
                  <a:pt x="55355" y="107230"/>
                </a:lnTo>
                <a:lnTo>
                  <a:pt x="45312" y="20007"/>
                </a:lnTo>
                <a:lnTo>
                  <a:pt x="26175" y="86353"/>
                </a:lnTo>
                <a:cubicBezTo>
                  <a:pt x="24541" y="92019"/>
                  <a:pt x="23723" y="95831"/>
                  <a:pt x="23723" y="97790"/>
                </a:cubicBezTo>
                <a:cubicBezTo>
                  <a:pt x="23723" y="99750"/>
                  <a:pt x="24435" y="101247"/>
                  <a:pt x="25858" y="102280"/>
                </a:cubicBezTo>
                <a:cubicBezTo>
                  <a:pt x="27282" y="103311"/>
                  <a:pt x="30735" y="104012"/>
                  <a:pt x="36218" y="104383"/>
                </a:cubicBezTo>
                <a:lnTo>
                  <a:pt x="35348" y="107230"/>
                </a:lnTo>
                <a:lnTo>
                  <a:pt x="0" y="107230"/>
                </a:lnTo>
                <a:lnTo>
                  <a:pt x="870" y="104383"/>
                </a:lnTo>
                <a:lnTo>
                  <a:pt x="3005" y="104383"/>
                </a:lnTo>
                <a:cubicBezTo>
                  <a:pt x="8224" y="104383"/>
                  <a:pt x="11993" y="103058"/>
                  <a:pt x="14313" y="100409"/>
                </a:cubicBezTo>
                <a:cubicBezTo>
                  <a:pt x="16000" y="98503"/>
                  <a:pt x="17766" y="94371"/>
                  <a:pt x="19611" y="88014"/>
                </a:cubicBezTo>
                <a:lnTo>
                  <a:pt x="42939" y="8039"/>
                </a:lnTo>
                <a:cubicBezTo>
                  <a:pt x="41200" y="6228"/>
                  <a:pt x="39539" y="5003"/>
                  <a:pt x="37957" y="4364"/>
                </a:cubicBezTo>
                <a:cubicBezTo>
                  <a:pt x="36376" y="3725"/>
                  <a:pt x="33450" y="3219"/>
                  <a:pt x="29180" y="2847"/>
                </a:cubicBezTo>
                <a:lnTo>
                  <a:pt x="29971" y="0"/>
                </a:lnTo>
                <a:lnTo>
                  <a:pt x="5662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s">
            <a:extLst xmlns:a="http://schemas.openxmlformats.org/drawingml/2006/main">
              <a:ext uri="{FF2B5EF4-FFF2-40B4-BE49-F238E27FC236}">
                <a16:creationId xmlns:a16="http://schemas.microsoft.com/office/drawing/2014/main" id="{D58C9FBD-D037-4E47-B09C-9EACF8BD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290" y="905585"/>
            <a:ext cx="60257" cy="73543"/>
          </a:xfrm>
          <a:custGeom xmlns:a="http://schemas.openxmlformats.org/drawingml/2006/main">
            <a:pathLst>
              <a:path w="60257" h="73543">
                <a:moveTo>
                  <a:pt x="60257" y="0"/>
                </a:moveTo>
                <a:lnTo>
                  <a:pt x="55434" y="24356"/>
                </a:lnTo>
                <a:lnTo>
                  <a:pt x="52508" y="24356"/>
                </a:lnTo>
                <a:cubicBezTo>
                  <a:pt x="52244" y="17236"/>
                  <a:pt x="50742" y="12055"/>
                  <a:pt x="48000" y="8815"/>
                </a:cubicBezTo>
                <a:cubicBezTo>
                  <a:pt x="45259" y="5574"/>
                  <a:pt x="41859" y="3954"/>
                  <a:pt x="37799" y="3954"/>
                </a:cubicBezTo>
                <a:cubicBezTo>
                  <a:pt x="34531" y="3954"/>
                  <a:pt x="31934" y="4853"/>
                  <a:pt x="30010" y="6650"/>
                </a:cubicBezTo>
                <a:cubicBezTo>
                  <a:pt x="28086" y="8446"/>
                  <a:pt x="27124" y="10611"/>
                  <a:pt x="27124" y="13147"/>
                </a:cubicBezTo>
                <a:cubicBezTo>
                  <a:pt x="27124" y="14891"/>
                  <a:pt x="27506" y="16556"/>
                  <a:pt x="28270" y="18141"/>
                </a:cubicBezTo>
                <a:cubicBezTo>
                  <a:pt x="29035" y="19726"/>
                  <a:pt x="30709" y="21945"/>
                  <a:pt x="33292" y="24798"/>
                </a:cubicBezTo>
                <a:cubicBezTo>
                  <a:pt x="40145" y="32303"/>
                  <a:pt x="44574" y="37957"/>
                  <a:pt x="46577" y="41761"/>
                </a:cubicBezTo>
                <a:cubicBezTo>
                  <a:pt x="48580" y="45565"/>
                  <a:pt x="49582" y="49158"/>
                  <a:pt x="49582" y="52540"/>
                </a:cubicBezTo>
                <a:cubicBezTo>
                  <a:pt x="49582" y="58034"/>
                  <a:pt x="47302" y="62908"/>
                  <a:pt x="42742" y="67162"/>
                </a:cubicBezTo>
                <a:cubicBezTo>
                  <a:pt x="38181" y="71416"/>
                  <a:pt x="32422" y="73543"/>
                  <a:pt x="25463" y="73543"/>
                </a:cubicBezTo>
                <a:cubicBezTo>
                  <a:pt x="21667" y="73543"/>
                  <a:pt x="17292" y="72646"/>
                  <a:pt x="12336" y="70854"/>
                </a:cubicBezTo>
                <a:cubicBezTo>
                  <a:pt x="10596" y="70221"/>
                  <a:pt x="9252" y="69905"/>
                  <a:pt x="8303" y="69905"/>
                </a:cubicBezTo>
                <a:cubicBezTo>
                  <a:pt x="5931" y="69905"/>
                  <a:pt x="4138" y="71117"/>
                  <a:pt x="2926" y="73543"/>
                </a:cubicBezTo>
                <a:lnTo>
                  <a:pt x="0" y="73543"/>
                </a:lnTo>
                <a:lnTo>
                  <a:pt x="4824" y="47763"/>
                </a:lnTo>
                <a:lnTo>
                  <a:pt x="7750" y="47763"/>
                </a:lnTo>
                <a:cubicBezTo>
                  <a:pt x="8066" y="55834"/>
                  <a:pt x="9727" y="61542"/>
                  <a:pt x="12732" y="64888"/>
                </a:cubicBezTo>
                <a:cubicBezTo>
                  <a:pt x="15737" y="68233"/>
                  <a:pt x="19849" y="69905"/>
                  <a:pt x="25068" y="69905"/>
                </a:cubicBezTo>
                <a:cubicBezTo>
                  <a:pt x="29074" y="69905"/>
                  <a:pt x="32251" y="68784"/>
                  <a:pt x="34597" y="66542"/>
                </a:cubicBezTo>
                <a:cubicBezTo>
                  <a:pt x="36943" y="64298"/>
                  <a:pt x="38116" y="61540"/>
                  <a:pt x="38116" y="58268"/>
                </a:cubicBezTo>
                <a:cubicBezTo>
                  <a:pt x="38116" y="56156"/>
                  <a:pt x="37694" y="54203"/>
                  <a:pt x="36850" y="52409"/>
                </a:cubicBezTo>
                <a:cubicBezTo>
                  <a:pt x="35374" y="49243"/>
                  <a:pt x="32277" y="44862"/>
                  <a:pt x="27559" y="39267"/>
                </a:cubicBezTo>
                <a:cubicBezTo>
                  <a:pt x="22840" y="33672"/>
                  <a:pt x="19809" y="29476"/>
                  <a:pt x="18465" y="26679"/>
                </a:cubicBezTo>
                <a:cubicBezTo>
                  <a:pt x="17120" y="23882"/>
                  <a:pt x="16448" y="21084"/>
                  <a:pt x="16448" y="18287"/>
                </a:cubicBezTo>
                <a:cubicBezTo>
                  <a:pt x="16448" y="13168"/>
                  <a:pt x="18307" y="8841"/>
                  <a:pt x="22023" y="5306"/>
                </a:cubicBezTo>
                <a:cubicBezTo>
                  <a:pt x="25740" y="1769"/>
                  <a:pt x="30524" y="0"/>
                  <a:pt x="36376" y="0"/>
                </a:cubicBezTo>
                <a:cubicBezTo>
                  <a:pt x="38063" y="0"/>
                  <a:pt x="39592" y="134"/>
                  <a:pt x="40962" y="403"/>
                </a:cubicBezTo>
                <a:cubicBezTo>
                  <a:pt x="41700" y="564"/>
                  <a:pt x="43427" y="1171"/>
                  <a:pt x="46142" y="2222"/>
                </a:cubicBezTo>
                <a:cubicBezTo>
                  <a:pt x="48857" y="3271"/>
                  <a:pt x="50663" y="3796"/>
                  <a:pt x="51559" y="3796"/>
                </a:cubicBezTo>
                <a:cubicBezTo>
                  <a:pt x="53826" y="3796"/>
                  <a:pt x="55724" y="2530"/>
                  <a:pt x="57252" y="0"/>
                </a:cubicBezTo>
                <a:lnTo>
                  <a:pt x="6025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5DE123-021E-43AF-9C66-9F35A1F6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89" y="1210645"/>
            <a:ext cx="303491" cy="293164"/>
          </a:xfrm>
          <a:custGeom xmlns:a="http://schemas.openxmlformats.org/drawingml/2006/main">
            <a:pathLst>
              <a:path w="303491" h="293164">
                <a:moveTo>
                  <a:pt x="0" y="0"/>
                </a:moveTo>
                <a:lnTo>
                  <a:pt x="303491" y="0"/>
                </a:lnTo>
                <a:lnTo>
                  <a:pt x="303491" y="293164"/>
                </a:lnTo>
                <a:lnTo>
                  <a:pt x="0" y="2931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8CD9AD-5B5D-47F8-9C32-7DF1372D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89" y="1210645"/>
            <a:ext cx="303491" cy="293164"/>
          </a:xfrm>
          <a:custGeom xmlns:a="http://schemas.openxmlformats.org/drawingml/2006/main">
            <a:pathLst>
              <a:path w="303491" h="293164" fill="none">
                <a:moveTo>
                  <a:pt x="0" y="0"/>
                </a:moveTo>
                <a:lnTo>
                  <a:pt x="303491" y="0"/>
                </a:lnTo>
                <a:lnTo>
                  <a:pt x="303491" y="293164"/>
                </a:lnTo>
                <a:lnTo>
                  <a:pt x="0" y="2931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2F528F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340600-3DF1-4DD2-978C-69333030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151" y="1262276"/>
            <a:ext cx="303491" cy="293164"/>
          </a:xfrm>
          <a:custGeom xmlns:a="http://schemas.openxmlformats.org/drawingml/2006/main">
            <a:pathLst>
              <a:path w="303491" h="293164">
                <a:moveTo>
                  <a:pt x="0" y="0"/>
                </a:moveTo>
                <a:lnTo>
                  <a:pt x="303491" y="0"/>
                </a:lnTo>
                <a:lnTo>
                  <a:pt x="303491" y="293164"/>
                </a:lnTo>
                <a:lnTo>
                  <a:pt x="0" y="2931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DC7005-982D-4699-BF3E-F58A45B8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151" y="1262276"/>
            <a:ext cx="303491" cy="293164"/>
          </a:xfrm>
          <a:custGeom xmlns:a="http://schemas.openxmlformats.org/drawingml/2006/main">
            <a:pathLst>
              <a:path w="303491" h="293164" fill="none">
                <a:moveTo>
                  <a:pt x="0" y="0"/>
                </a:moveTo>
                <a:lnTo>
                  <a:pt x="303491" y="0"/>
                </a:lnTo>
                <a:lnTo>
                  <a:pt x="303491" y="293164"/>
                </a:lnTo>
                <a:lnTo>
                  <a:pt x="0" y="2931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2F528F"/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920402-1033-4577-8AFB-2D2BB46C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012" y="1313906"/>
            <a:ext cx="303491" cy="293164"/>
          </a:xfrm>
          <a:custGeom xmlns:a="http://schemas.openxmlformats.org/drawingml/2006/main">
            <a:pathLst>
              <a:path w="303491" h="293164">
                <a:moveTo>
                  <a:pt x="0" y="0"/>
                </a:moveTo>
                <a:lnTo>
                  <a:pt x="303491" y="0"/>
                </a:lnTo>
                <a:lnTo>
                  <a:pt x="303491" y="293164"/>
                </a:lnTo>
                <a:lnTo>
                  <a:pt x="0" y="2931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7BF6EB-002D-46B1-9179-5D82C64B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012" y="1313906"/>
            <a:ext cx="303491" cy="293164"/>
          </a:xfrm>
          <a:custGeom xmlns:a="http://schemas.openxmlformats.org/drawingml/2006/main">
            <a:pathLst>
              <a:path w="303491" h="293164" fill="none">
                <a:moveTo>
                  <a:pt x="0" y="0"/>
                </a:moveTo>
                <a:lnTo>
                  <a:pt x="303491" y="0"/>
                </a:lnTo>
                <a:lnTo>
                  <a:pt x="303491" y="293164"/>
                </a:lnTo>
                <a:lnTo>
                  <a:pt x="0" y="2931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2F528F"/>
            </a:solidFill>
            <a:miter/>
          </a:ln>
        </p:spPr>
      </p:sp>
      <p:sp>
        <p:nvSpPr>
          <p:cNvPr id="113" name="Text Thef">
            <a:extLst xmlns:a="http://schemas.openxmlformats.org/drawingml/2006/main">
              <a:ext uri="{FF2B5EF4-FFF2-40B4-BE49-F238E27FC236}">
                <a16:creationId xmlns:a16="http://schemas.microsoft.com/office/drawing/2014/main" id="{4716EC9A-5C5B-40F5-948A-A1046D4A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56" y="3385441"/>
            <a:ext cx="417168" cy="133774"/>
          </a:xfrm>
          <a:custGeom xmlns:a="http://schemas.openxmlformats.org/drawingml/2006/main">
            <a:pathLst>
              <a:path w="417168" h="133774">
                <a:moveTo>
                  <a:pt x="103605" y="6089"/>
                </a:moveTo>
                <a:lnTo>
                  <a:pt x="104989" y="35427"/>
                </a:lnTo>
                <a:lnTo>
                  <a:pt x="101483" y="35427"/>
                </a:lnTo>
                <a:cubicBezTo>
                  <a:pt x="100807" y="30261"/>
                  <a:pt x="99884" y="26570"/>
                  <a:pt x="98716" y="24356"/>
                </a:cubicBezTo>
                <a:cubicBezTo>
                  <a:pt x="96809" y="20789"/>
                  <a:pt x="94272" y="18159"/>
                  <a:pt x="91104" y="16468"/>
                </a:cubicBezTo>
                <a:cubicBezTo>
                  <a:pt x="87937" y="14777"/>
                  <a:pt x="83770" y="13931"/>
                  <a:pt x="78604" y="13931"/>
                </a:cubicBezTo>
                <a:lnTo>
                  <a:pt x="60982" y="13931"/>
                </a:lnTo>
                <a:lnTo>
                  <a:pt x="60982" y="109510"/>
                </a:lnTo>
                <a:cubicBezTo>
                  <a:pt x="60982" y="117198"/>
                  <a:pt x="61813" y="121995"/>
                  <a:pt x="63473" y="123902"/>
                </a:cubicBezTo>
                <a:cubicBezTo>
                  <a:pt x="65810" y="126485"/>
                  <a:pt x="69409" y="127777"/>
                  <a:pt x="74267" y="127777"/>
                </a:cubicBezTo>
                <a:lnTo>
                  <a:pt x="78604" y="127777"/>
                </a:lnTo>
                <a:lnTo>
                  <a:pt x="78604" y="131190"/>
                </a:lnTo>
                <a:lnTo>
                  <a:pt x="25555" y="131190"/>
                </a:lnTo>
                <a:lnTo>
                  <a:pt x="25555" y="127777"/>
                </a:lnTo>
                <a:lnTo>
                  <a:pt x="29984" y="127777"/>
                </a:lnTo>
                <a:cubicBezTo>
                  <a:pt x="35273" y="127777"/>
                  <a:pt x="39025" y="126178"/>
                  <a:pt x="41239" y="122979"/>
                </a:cubicBezTo>
                <a:cubicBezTo>
                  <a:pt x="42592" y="121011"/>
                  <a:pt x="43269" y="116521"/>
                  <a:pt x="43269" y="109510"/>
                </a:cubicBezTo>
                <a:lnTo>
                  <a:pt x="43269" y="13931"/>
                </a:lnTo>
                <a:lnTo>
                  <a:pt x="28231" y="13931"/>
                </a:lnTo>
                <a:cubicBezTo>
                  <a:pt x="22388" y="13931"/>
                  <a:pt x="18236" y="14361"/>
                  <a:pt x="15776" y="15223"/>
                </a:cubicBezTo>
                <a:cubicBezTo>
                  <a:pt x="12578" y="16391"/>
                  <a:pt x="9841" y="18636"/>
                  <a:pt x="7565" y="21957"/>
                </a:cubicBezTo>
                <a:cubicBezTo>
                  <a:pt x="5289" y="25279"/>
                  <a:pt x="3936" y="29768"/>
                  <a:pt x="3506" y="35427"/>
                </a:cubicBezTo>
                <a:lnTo>
                  <a:pt x="0" y="35427"/>
                </a:lnTo>
                <a:lnTo>
                  <a:pt x="1476" y="6089"/>
                </a:lnTo>
                <a:lnTo>
                  <a:pt x="103605" y="6089"/>
                </a:lnTo>
                <a:close/>
                <a:moveTo>
                  <a:pt x="140560" y="0"/>
                </a:moveTo>
                <a:lnTo>
                  <a:pt x="140560" y="61905"/>
                </a:lnTo>
                <a:cubicBezTo>
                  <a:pt x="147387" y="54401"/>
                  <a:pt x="152799" y="49588"/>
                  <a:pt x="156797" y="47467"/>
                </a:cubicBezTo>
                <a:cubicBezTo>
                  <a:pt x="160795" y="45345"/>
                  <a:pt x="164793" y="44284"/>
                  <a:pt x="168791" y="44284"/>
                </a:cubicBezTo>
                <a:cubicBezTo>
                  <a:pt x="173588" y="44284"/>
                  <a:pt x="177709" y="45603"/>
                  <a:pt x="181153" y="48242"/>
                </a:cubicBezTo>
                <a:cubicBezTo>
                  <a:pt x="184597" y="50881"/>
                  <a:pt x="187150" y="55023"/>
                  <a:pt x="188811" y="60668"/>
                </a:cubicBezTo>
                <a:cubicBezTo>
                  <a:pt x="189979" y="64597"/>
                  <a:pt x="190563" y="71777"/>
                  <a:pt x="190563" y="82210"/>
                </a:cubicBezTo>
                <a:lnTo>
                  <a:pt x="190563" y="112035"/>
                </a:lnTo>
                <a:cubicBezTo>
                  <a:pt x="190563" y="117375"/>
                  <a:pt x="190994" y="121027"/>
                  <a:pt x="191855" y="122991"/>
                </a:cubicBezTo>
                <a:cubicBezTo>
                  <a:pt x="192470" y="124463"/>
                  <a:pt x="193516" y="125629"/>
                  <a:pt x="194992" y="126488"/>
                </a:cubicBezTo>
                <a:cubicBezTo>
                  <a:pt x="196468" y="127347"/>
                  <a:pt x="199174" y="127777"/>
                  <a:pt x="203111" y="127777"/>
                </a:cubicBezTo>
                <a:lnTo>
                  <a:pt x="203111" y="131190"/>
                </a:lnTo>
                <a:lnTo>
                  <a:pt x="161595" y="131190"/>
                </a:lnTo>
                <a:lnTo>
                  <a:pt x="161595" y="127777"/>
                </a:lnTo>
                <a:lnTo>
                  <a:pt x="163532" y="127777"/>
                </a:lnTo>
                <a:cubicBezTo>
                  <a:pt x="167468" y="127777"/>
                  <a:pt x="170205" y="127177"/>
                  <a:pt x="171743" y="125978"/>
                </a:cubicBezTo>
                <a:cubicBezTo>
                  <a:pt x="173281" y="124778"/>
                  <a:pt x="174357" y="123010"/>
                  <a:pt x="174972" y="120673"/>
                </a:cubicBezTo>
                <a:cubicBezTo>
                  <a:pt x="175156" y="119689"/>
                  <a:pt x="175249" y="116798"/>
                  <a:pt x="175249" y="112001"/>
                </a:cubicBezTo>
                <a:lnTo>
                  <a:pt x="175249" y="82109"/>
                </a:lnTo>
                <a:cubicBezTo>
                  <a:pt x="175249" y="72884"/>
                  <a:pt x="174772" y="66825"/>
                  <a:pt x="173819" y="63935"/>
                </a:cubicBezTo>
                <a:cubicBezTo>
                  <a:pt x="172865" y="61044"/>
                  <a:pt x="171343" y="58876"/>
                  <a:pt x="169252" y="57430"/>
                </a:cubicBezTo>
                <a:cubicBezTo>
                  <a:pt x="167161" y="55985"/>
                  <a:pt x="164639" y="55262"/>
                  <a:pt x="161687" y="55262"/>
                </a:cubicBezTo>
                <a:cubicBezTo>
                  <a:pt x="158673" y="55262"/>
                  <a:pt x="155536" y="56062"/>
                  <a:pt x="152277" y="57661"/>
                </a:cubicBezTo>
                <a:cubicBezTo>
                  <a:pt x="149017" y="59260"/>
                  <a:pt x="145111" y="62489"/>
                  <a:pt x="140560" y="67348"/>
                </a:cubicBezTo>
                <a:lnTo>
                  <a:pt x="140560" y="112001"/>
                </a:lnTo>
                <a:cubicBezTo>
                  <a:pt x="140560" y="117782"/>
                  <a:pt x="140883" y="121380"/>
                  <a:pt x="141529" y="122795"/>
                </a:cubicBezTo>
                <a:cubicBezTo>
                  <a:pt x="142174" y="124210"/>
                  <a:pt x="143374" y="125394"/>
                  <a:pt x="145127" y="126347"/>
                </a:cubicBezTo>
                <a:cubicBezTo>
                  <a:pt x="146879" y="127300"/>
                  <a:pt x="149909" y="127777"/>
                  <a:pt x="154214" y="127777"/>
                </a:cubicBezTo>
                <a:lnTo>
                  <a:pt x="154214" y="131190"/>
                </a:lnTo>
                <a:lnTo>
                  <a:pt x="112329" y="131190"/>
                </a:lnTo>
                <a:lnTo>
                  <a:pt x="112329" y="127777"/>
                </a:lnTo>
                <a:cubicBezTo>
                  <a:pt x="116081" y="127777"/>
                  <a:pt x="119033" y="127193"/>
                  <a:pt x="121186" y="126024"/>
                </a:cubicBezTo>
                <a:cubicBezTo>
                  <a:pt x="122416" y="125411"/>
                  <a:pt x="123400" y="124244"/>
                  <a:pt x="124138" y="122524"/>
                </a:cubicBezTo>
                <a:cubicBezTo>
                  <a:pt x="124876" y="120802"/>
                  <a:pt x="125245" y="117298"/>
                  <a:pt x="125245" y="112012"/>
                </a:cubicBezTo>
                <a:lnTo>
                  <a:pt x="125245" y="35586"/>
                </a:lnTo>
                <a:cubicBezTo>
                  <a:pt x="125245" y="25937"/>
                  <a:pt x="125014" y="20006"/>
                  <a:pt x="124553" y="17794"/>
                </a:cubicBezTo>
                <a:cubicBezTo>
                  <a:pt x="124092" y="15580"/>
                  <a:pt x="123385" y="14074"/>
                  <a:pt x="122431" y="13276"/>
                </a:cubicBezTo>
                <a:cubicBezTo>
                  <a:pt x="121478" y="12477"/>
                  <a:pt x="120202" y="12077"/>
                  <a:pt x="118603" y="12077"/>
                </a:cubicBezTo>
                <a:cubicBezTo>
                  <a:pt x="117311" y="12077"/>
                  <a:pt x="115220" y="12569"/>
                  <a:pt x="112329" y="13553"/>
                </a:cubicBezTo>
                <a:lnTo>
                  <a:pt x="111037" y="10324"/>
                </a:lnTo>
                <a:lnTo>
                  <a:pt x="136316" y="0"/>
                </a:lnTo>
                <a:lnTo>
                  <a:pt x="140560" y="0"/>
                </a:lnTo>
                <a:close/>
                <a:moveTo>
                  <a:pt x="224422" y="78604"/>
                </a:moveTo>
                <a:cubicBezTo>
                  <a:pt x="224361" y="91122"/>
                  <a:pt x="227405" y="100940"/>
                  <a:pt x="233556" y="108060"/>
                </a:cubicBezTo>
                <a:cubicBezTo>
                  <a:pt x="239706" y="115177"/>
                  <a:pt x="246933" y="118736"/>
                  <a:pt x="255236" y="118736"/>
                </a:cubicBezTo>
                <a:cubicBezTo>
                  <a:pt x="260772" y="118736"/>
                  <a:pt x="265584" y="117213"/>
                  <a:pt x="269674" y="114169"/>
                </a:cubicBezTo>
                <a:cubicBezTo>
                  <a:pt x="273765" y="111124"/>
                  <a:pt x="277193" y="105912"/>
                  <a:pt x="279961" y="98531"/>
                </a:cubicBezTo>
                <a:lnTo>
                  <a:pt x="282821" y="100376"/>
                </a:lnTo>
                <a:cubicBezTo>
                  <a:pt x="281530" y="108803"/>
                  <a:pt x="277778" y="116475"/>
                  <a:pt x="271566" y="123395"/>
                </a:cubicBezTo>
                <a:cubicBezTo>
                  <a:pt x="265354" y="130314"/>
                  <a:pt x="257573" y="133774"/>
                  <a:pt x="248225" y="133774"/>
                </a:cubicBezTo>
                <a:cubicBezTo>
                  <a:pt x="238076" y="133774"/>
                  <a:pt x="229389" y="129831"/>
                  <a:pt x="222162" y="121944"/>
                </a:cubicBezTo>
                <a:cubicBezTo>
                  <a:pt x="214935" y="114056"/>
                  <a:pt x="211322" y="103453"/>
                  <a:pt x="211322" y="90133"/>
                </a:cubicBezTo>
                <a:cubicBezTo>
                  <a:pt x="211322" y="75710"/>
                  <a:pt x="215027" y="64463"/>
                  <a:pt x="222439" y="56392"/>
                </a:cubicBezTo>
                <a:cubicBezTo>
                  <a:pt x="229850" y="48320"/>
                  <a:pt x="239153" y="44284"/>
                  <a:pt x="250347" y="44284"/>
                </a:cubicBezTo>
                <a:cubicBezTo>
                  <a:pt x="259818" y="44284"/>
                  <a:pt x="267599" y="47397"/>
                  <a:pt x="273688" y="53625"/>
                </a:cubicBezTo>
                <a:cubicBezTo>
                  <a:pt x="279777" y="59850"/>
                  <a:pt x="282821" y="68176"/>
                  <a:pt x="282821" y="78604"/>
                </a:cubicBezTo>
                <a:lnTo>
                  <a:pt x="224422" y="78604"/>
                </a:lnTo>
                <a:moveTo>
                  <a:pt x="224422" y="73253"/>
                </a:moveTo>
                <a:lnTo>
                  <a:pt x="263539" y="73253"/>
                </a:lnTo>
                <a:cubicBezTo>
                  <a:pt x="263232" y="67840"/>
                  <a:pt x="262586" y="64027"/>
                  <a:pt x="261602" y="61813"/>
                </a:cubicBezTo>
                <a:cubicBezTo>
                  <a:pt x="260064" y="58368"/>
                  <a:pt x="257773" y="55662"/>
                  <a:pt x="254729" y="53694"/>
                </a:cubicBezTo>
                <a:cubicBezTo>
                  <a:pt x="251684" y="51726"/>
                  <a:pt x="248501" y="50742"/>
                  <a:pt x="245180" y="50742"/>
                </a:cubicBezTo>
                <a:cubicBezTo>
                  <a:pt x="240075" y="50742"/>
                  <a:pt x="235508" y="52725"/>
                  <a:pt x="231480" y="56692"/>
                </a:cubicBezTo>
                <a:cubicBezTo>
                  <a:pt x="227451" y="60659"/>
                  <a:pt x="225099" y="66179"/>
                  <a:pt x="224422" y="73253"/>
                </a:cubicBezTo>
                <a:close/>
                <a:moveTo>
                  <a:pt x="373992" y="53140"/>
                </a:moveTo>
                <a:lnTo>
                  <a:pt x="373992" y="108749"/>
                </a:lnTo>
                <a:cubicBezTo>
                  <a:pt x="373992" y="116631"/>
                  <a:pt x="374853" y="121619"/>
                  <a:pt x="376575" y="123712"/>
                </a:cubicBezTo>
                <a:cubicBezTo>
                  <a:pt x="378851" y="126422"/>
                  <a:pt x="381895" y="127777"/>
                  <a:pt x="385708" y="127777"/>
                </a:cubicBezTo>
                <a:lnTo>
                  <a:pt x="393366" y="127777"/>
                </a:lnTo>
                <a:lnTo>
                  <a:pt x="393366" y="131190"/>
                </a:lnTo>
                <a:lnTo>
                  <a:pt x="342901" y="131190"/>
                </a:lnTo>
                <a:lnTo>
                  <a:pt x="342901" y="127777"/>
                </a:lnTo>
                <a:lnTo>
                  <a:pt x="346683" y="127777"/>
                </a:lnTo>
                <a:cubicBezTo>
                  <a:pt x="349144" y="127777"/>
                  <a:pt x="351388" y="127161"/>
                  <a:pt x="353418" y="125929"/>
                </a:cubicBezTo>
                <a:cubicBezTo>
                  <a:pt x="355448" y="124697"/>
                  <a:pt x="356847" y="123034"/>
                  <a:pt x="357616" y="120941"/>
                </a:cubicBezTo>
                <a:cubicBezTo>
                  <a:pt x="358385" y="118848"/>
                  <a:pt x="358769" y="114784"/>
                  <a:pt x="358769" y="108749"/>
                </a:cubicBezTo>
                <a:lnTo>
                  <a:pt x="358769" y="53140"/>
                </a:lnTo>
                <a:lnTo>
                  <a:pt x="342347" y="53140"/>
                </a:lnTo>
                <a:lnTo>
                  <a:pt x="342347" y="46682"/>
                </a:lnTo>
                <a:lnTo>
                  <a:pt x="358769" y="46682"/>
                </a:lnTo>
                <a:lnTo>
                  <a:pt x="358769" y="41124"/>
                </a:lnTo>
                <a:cubicBezTo>
                  <a:pt x="358769" y="32665"/>
                  <a:pt x="360122" y="25503"/>
                  <a:pt x="362828" y="19636"/>
                </a:cubicBezTo>
                <a:cubicBezTo>
                  <a:pt x="365535" y="13770"/>
                  <a:pt x="369671" y="9032"/>
                  <a:pt x="375237" y="5420"/>
                </a:cubicBezTo>
                <a:cubicBezTo>
                  <a:pt x="380803" y="1807"/>
                  <a:pt x="387061" y="0"/>
                  <a:pt x="394012" y="0"/>
                </a:cubicBezTo>
                <a:cubicBezTo>
                  <a:pt x="400470" y="0"/>
                  <a:pt x="406405" y="2091"/>
                  <a:pt x="411817" y="6274"/>
                </a:cubicBezTo>
                <a:cubicBezTo>
                  <a:pt x="415385" y="9041"/>
                  <a:pt x="417168" y="12147"/>
                  <a:pt x="417168" y="15592"/>
                </a:cubicBezTo>
                <a:cubicBezTo>
                  <a:pt x="417168" y="17437"/>
                  <a:pt x="416369" y="19174"/>
                  <a:pt x="414769" y="20804"/>
                </a:cubicBezTo>
                <a:cubicBezTo>
                  <a:pt x="413170" y="22434"/>
                  <a:pt x="411448" y="23249"/>
                  <a:pt x="409603" y="23249"/>
                </a:cubicBezTo>
                <a:cubicBezTo>
                  <a:pt x="408188" y="23249"/>
                  <a:pt x="406697" y="22736"/>
                  <a:pt x="405129" y="21709"/>
                </a:cubicBezTo>
                <a:cubicBezTo>
                  <a:pt x="403560" y="20683"/>
                  <a:pt x="401638" y="18476"/>
                  <a:pt x="399362" y="15087"/>
                </a:cubicBezTo>
                <a:cubicBezTo>
                  <a:pt x="397087" y="11698"/>
                  <a:pt x="394996" y="9413"/>
                  <a:pt x="393089" y="8231"/>
                </a:cubicBezTo>
                <a:cubicBezTo>
                  <a:pt x="391182" y="7049"/>
                  <a:pt x="389060" y="6458"/>
                  <a:pt x="386723" y="6458"/>
                </a:cubicBezTo>
                <a:cubicBezTo>
                  <a:pt x="383894" y="6458"/>
                  <a:pt x="381495" y="7219"/>
                  <a:pt x="379527" y="8741"/>
                </a:cubicBezTo>
                <a:cubicBezTo>
                  <a:pt x="377559" y="10262"/>
                  <a:pt x="376144" y="12620"/>
                  <a:pt x="375283" y="15816"/>
                </a:cubicBezTo>
                <a:cubicBezTo>
                  <a:pt x="374422" y="19013"/>
                  <a:pt x="373992" y="27253"/>
                  <a:pt x="373992" y="40536"/>
                </a:cubicBezTo>
                <a:lnTo>
                  <a:pt x="373992" y="46682"/>
                </a:lnTo>
                <a:lnTo>
                  <a:pt x="395764" y="46682"/>
                </a:lnTo>
                <a:lnTo>
                  <a:pt x="395764" y="53140"/>
                </a:lnTo>
                <a:lnTo>
                  <a:pt x="373992" y="531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orwardpropagationdetailsf">
            <a:extLst xmlns:a="http://schemas.openxmlformats.org/drawingml/2006/main">
              <a:ext uri="{FF2B5EF4-FFF2-40B4-BE49-F238E27FC236}">
                <a16:creationId xmlns:a16="http://schemas.microsoft.com/office/drawing/2014/main" id="{8309EE30-10B7-40A9-8E1F-313A6379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539" y="3385441"/>
            <a:ext cx="2146566" cy="171968"/>
          </a:xfrm>
          <a:custGeom xmlns:a="http://schemas.openxmlformats.org/drawingml/2006/main">
            <a:pathLst>
              <a:path w="2146566" h="171968">
                <a:moveTo>
                  <a:pt x="40870" y="44284"/>
                </a:moveTo>
                <a:cubicBezTo>
                  <a:pt x="53663" y="44284"/>
                  <a:pt x="63935" y="49138"/>
                  <a:pt x="71684" y="58846"/>
                </a:cubicBezTo>
                <a:cubicBezTo>
                  <a:pt x="78265" y="67140"/>
                  <a:pt x="81556" y="76663"/>
                  <a:pt x="81556" y="87417"/>
                </a:cubicBezTo>
                <a:cubicBezTo>
                  <a:pt x="81556" y="94974"/>
                  <a:pt x="79741" y="102624"/>
                  <a:pt x="76113" y="110366"/>
                </a:cubicBezTo>
                <a:cubicBezTo>
                  <a:pt x="72484" y="118106"/>
                  <a:pt x="67486" y="123942"/>
                  <a:pt x="61121" y="127875"/>
                </a:cubicBezTo>
                <a:cubicBezTo>
                  <a:pt x="54755" y="131807"/>
                  <a:pt x="47666" y="133774"/>
                  <a:pt x="39855" y="133774"/>
                </a:cubicBezTo>
                <a:cubicBezTo>
                  <a:pt x="27124" y="133774"/>
                  <a:pt x="17006" y="128704"/>
                  <a:pt x="9503" y="118566"/>
                </a:cubicBezTo>
                <a:cubicBezTo>
                  <a:pt x="3168" y="110026"/>
                  <a:pt x="0" y="100442"/>
                  <a:pt x="0" y="89813"/>
                </a:cubicBezTo>
                <a:cubicBezTo>
                  <a:pt x="0" y="82071"/>
                  <a:pt x="1922" y="74375"/>
                  <a:pt x="5766" y="66725"/>
                </a:cubicBezTo>
                <a:cubicBezTo>
                  <a:pt x="9610" y="59076"/>
                  <a:pt x="14669" y="53423"/>
                  <a:pt x="20942" y="49767"/>
                </a:cubicBezTo>
                <a:cubicBezTo>
                  <a:pt x="27216" y="46112"/>
                  <a:pt x="33859" y="44284"/>
                  <a:pt x="40870" y="44284"/>
                </a:cubicBezTo>
                <a:moveTo>
                  <a:pt x="38010" y="50373"/>
                </a:moveTo>
                <a:cubicBezTo>
                  <a:pt x="34750" y="50373"/>
                  <a:pt x="31475" y="51340"/>
                  <a:pt x="28185" y="53276"/>
                </a:cubicBezTo>
                <a:cubicBezTo>
                  <a:pt x="24894" y="55211"/>
                  <a:pt x="22234" y="58606"/>
                  <a:pt x="20204" y="63459"/>
                </a:cubicBezTo>
                <a:cubicBezTo>
                  <a:pt x="18175" y="68312"/>
                  <a:pt x="17160" y="74547"/>
                  <a:pt x="17160" y="82164"/>
                </a:cubicBezTo>
                <a:cubicBezTo>
                  <a:pt x="17160" y="94450"/>
                  <a:pt x="19605" y="105047"/>
                  <a:pt x="24494" y="113956"/>
                </a:cubicBezTo>
                <a:cubicBezTo>
                  <a:pt x="29384" y="122862"/>
                  <a:pt x="35827" y="127316"/>
                  <a:pt x="43822" y="127316"/>
                </a:cubicBezTo>
                <a:cubicBezTo>
                  <a:pt x="49788" y="127316"/>
                  <a:pt x="54709" y="124858"/>
                  <a:pt x="58584" y="119944"/>
                </a:cubicBezTo>
                <a:cubicBezTo>
                  <a:pt x="62458" y="115029"/>
                  <a:pt x="64396" y="106583"/>
                  <a:pt x="64396" y="94604"/>
                </a:cubicBezTo>
                <a:cubicBezTo>
                  <a:pt x="64396" y="79615"/>
                  <a:pt x="61167" y="67819"/>
                  <a:pt x="54709" y="59218"/>
                </a:cubicBezTo>
                <a:cubicBezTo>
                  <a:pt x="50342" y="53321"/>
                  <a:pt x="44776" y="50373"/>
                  <a:pt x="38010" y="50373"/>
                </a:cubicBezTo>
                <a:close/>
                <a:moveTo>
                  <a:pt x="118736" y="44284"/>
                </a:moveTo>
                <a:lnTo>
                  <a:pt x="118736" y="63289"/>
                </a:lnTo>
                <a:cubicBezTo>
                  <a:pt x="125809" y="50619"/>
                  <a:pt x="133066" y="44284"/>
                  <a:pt x="140508" y="44284"/>
                </a:cubicBezTo>
                <a:cubicBezTo>
                  <a:pt x="143891" y="44284"/>
                  <a:pt x="146690" y="45314"/>
                  <a:pt x="148904" y="47374"/>
                </a:cubicBezTo>
                <a:cubicBezTo>
                  <a:pt x="151118" y="49435"/>
                  <a:pt x="152225" y="51818"/>
                  <a:pt x="152225" y="54524"/>
                </a:cubicBezTo>
                <a:cubicBezTo>
                  <a:pt x="152225" y="56923"/>
                  <a:pt x="151426" y="58953"/>
                  <a:pt x="149826" y="60613"/>
                </a:cubicBezTo>
                <a:cubicBezTo>
                  <a:pt x="148227" y="62274"/>
                  <a:pt x="146321" y="63104"/>
                  <a:pt x="144107" y="63104"/>
                </a:cubicBezTo>
                <a:cubicBezTo>
                  <a:pt x="141954" y="63104"/>
                  <a:pt x="139540" y="62043"/>
                  <a:pt x="136864" y="59921"/>
                </a:cubicBezTo>
                <a:cubicBezTo>
                  <a:pt x="134189" y="57799"/>
                  <a:pt x="132205" y="56738"/>
                  <a:pt x="130914" y="56738"/>
                </a:cubicBezTo>
                <a:cubicBezTo>
                  <a:pt x="129807" y="56738"/>
                  <a:pt x="128607" y="57352"/>
                  <a:pt x="127316" y="58578"/>
                </a:cubicBezTo>
                <a:cubicBezTo>
                  <a:pt x="124548" y="61094"/>
                  <a:pt x="121688" y="65235"/>
                  <a:pt x="118736" y="71001"/>
                </a:cubicBezTo>
                <a:lnTo>
                  <a:pt x="118736" y="111398"/>
                </a:lnTo>
                <a:cubicBezTo>
                  <a:pt x="118736" y="116059"/>
                  <a:pt x="119320" y="119586"/>
                  <a:pt x="120489" y="121979"/>
                </a:cubicBezTo>
                <a:cubicBezTo>
                  <a:pt x="121288" y="123636"/>
                  <a:pt x="122703" y="125017"/>
                  <a:pt x="124732" y="126122"/>
                </a:cubicBezTo>
                <a:cubicBezTo>
                  <a:pt x="126762" y="127225"/>
                  <a:pt x="129684" y="127777"/>
                  <a:pt x="133497" y="127777"/>
                </a:cubicBezTo>
                <a:lnTo>
                  <a:pt x="133497" y="131190"/>
                </a:lnTo>
                <a:lnTo>
                  <a:pt x="90228" y="131190"/>
                </a:lnTo>
                <a:lnTo>
                  <a:pt x="90228" y="127777"/>
                </a:lnTo>
                <a:cubicBezTo>
                  <a:pt x="94533" y="127777"/>
                  <a:pt x="97732" y="127102"/>
                  <a:pt x="99823" y="125753"/>
                </a:cubicBezTo>
                <a:cubicBezTo>
                  <a:pt x="101360" y="124771"/>
                  <a:pt x="102437" y="123205"/>
                  <a:pt x="103052" y="121056"/>
                </a:cubicBezTo>
                <a:cubicBezTo>
                  <a:pt x="103359" y="120013"/>
                  <a:pt x="103513" y="117037"/>
                  <a:pt x="103513" y="112128"/>
                </a:cubicBezTo>
                <a:lnTo>
                  <a:pt x="103513" y="79448"/>
                </a:lnTo>
                <a:cubicBezTo>
                  <a:pt x="103513" y="69629"/>
                  <a:pt x="103313" y="63784"/>
                  <a:pt x="102913" y="61914"/>
                </a:cubicBezTo>
                <a:cubicBezTo>
                  <a:pt x="102514" y="60041"/>
                  <a:pt x="101776" y="58676"/>
                  <a:pt x="100699" y="57817"/>
                </a:cubicBezTo>
                <a:cubicBezTo>
                  <a:pt x="99623" y="56958"/>
                  <a:pt x="98285" y="56528"/>
                  <a:pt x="96686" y="56528"/>
                </a:cubicBezTo>
                <a:cubicBezTo>
                  <a:pt x="94779" y="56528"/>
                  <a:pt x="92627" y="56988"/>
                  <a:pt x="90228" y="57909"/>
                </a:cubicBezTo>
                <a:lnTo>
                  <a:pt x="89305" y="54593"/>
                </a:lnTo>
                <a:lnTo>
                  <a:pt x="114861" y="44284"/>
                </a:lnTo>
                <a:lnTo>
                  <a:pt x="118736" y="44284"/>
                </a:lnTo>
                <a:close/>
                <a:moveTo>
                  <a:pt x="152564" y="46682"/>
                </a:moveTo>
                <a:lnTo>
                  <a:pt x="187991" y="46682"/>
                </a:lnTo>
                <a:lnTo>
                  <a:pt x="187991" y="50096"/>
                </a:lnTo>
                <a:cubicBezTo>
                  <a:pt x="184731" y="50342"/>
                  <a:pt x="182594" y="50926"/>
                  <a:pt x="181579" y="51849"/>
                </a:cubicBezTo>
                <a:cubicBezTo>
                  <a:pt x="180564" y="52771"/>
                  <a:pt x="180056" y="54094"/>
                  <a:pt x="180056" y="55816"/>
                </a:cubicBezTo>
                <a:cubicBezTo>
                  <a:pt x="180056" y="57723"/>
                  <a:pt x="180579" y="60029"/>
                  <a:pt x="181625" y="62735"/>
                </a:cubicBezTo>
                <a:lnTo>
                  <a:pt x="199707" y="111355"/>
                </a:lnTo>
                <a:lnTo>
                  <a:pt x="217882" y="71776"/>
                </a:lnTo>
                <a:lnTo>
                  <a:pt x="213085" y="59322"/>
                </a:lnTo>
                <a:cubicBezTo>
                  <a:pt x="211609" y="55631"/>
                  <a:pt x="209671" y="53079"/>
                  <a:pt x="207272" y="51664"/>
                </a:cubicBezTo>
                <a:cubicBezTo>
                  <a:pt x="205919" y="50803"/>
                  <a:pt x="203398" y="50280"/>
                  <a:pt x="199707" y="50096"/>
                </a:cubicBezTo>
                <a:lnTo>
                  <a:pt x="199707" y="46682"/>
                </a:lnTo>
                <a:lnTo>
                  <a:pt x="239932" y="46682"/>
                </a:lnTo>
                <a:lnTo>
                  <a:pt x="239932" y="50096"/>
                </a:lnTo>
                <a:cubicBezTo>
                  <a:pt x="235503" y="50280"/>
                  <a:pt x="232367" y="51080"/>
                  <a:pt x="230521" y="52495"/>
                </a:cubicBezTo>
                <a:cubicBezTo>
                  <a:pt x="229291" y="53479"/>
                  <a:pt x="228676" y="55047"/>
                  <a:pt x="228676" y="57200"/>
                </a:cubicBezTo>
                <a:cubicBezTo>
                  <a:pt x="228676" y="58430"/>
                  <a:pt x="228922" y="59691"/>
                  <a:pt x="229414" y="60982"/>
                </a:cubicBezTo>
                <a:lnTo>
                  <a:pt x="248604" y="109510"/>
                </a:lnTo>
                <a:lnTo>
                  <a:pt x="266410" y="62735"/>
                </a:lnTo>
                <a:cubicBezTo>
                  <a:pt x="267640" y="59414"/>
                  <a:pt x="268255" y="56769"/>
                  <a:pt x="268255" y="54801"/>
                </a:cubicBezTo>
                <a:cubicBezTo>
                  <a:pt x="268255" y="53632"/>
                  <a:pt x="267655" y="52587"/>
                  <a:pt x="266456" y="51664"/>
                </a:cubicBezTo>
                <a:cubicBezTo>
                  <a:pt x="265256" y="50742"/>
                  <a:pt x="262904" y="50219"/>
                  <a:pt x="259398" y="50096"/>
                </a:cubicBezTo>
                <a:lnTo>
                  <a:pt x="259398" y="46682"/>
                </a:lnTo>
                <a:lnTo>
                  <a:pt x="286060" y="46682"/>
                </a:lnTo>
                <a:lnTo>
                  <a:pt x="286060" y="50096"/>
                </a:lnTo>
                <a:cubicBezTo>
                  <a:pt x="280710" y="50895"/>
                  <a:pt x="276773" y="54524"/>
                  <a:pt x="274251" y="60982"/>
                </a:cubicBezTo>
                <a:lnTo>
                  <a:pt x="246021" y="133774"/>
                </a:lnTo>
                <a:lnTo>
                  <a:pt x="242238" y="133774"/>
                </a:lnTo>
                <a:lnTo>
                  <a:pt x="221111" y="79803"/>
                </a:lnTo>
                <a:lnTo>
                  <a:pt x="196478" y="133774"/>
                </a:lnTo>
                <a:lnTo>
                  <a:pt x="193065" y="133774"/>
                </a:lnTo>
                <a:lnTo>
                  <a:pt x="165941" y="62735"/>
                </a:lnTo>
                <a:cubicBezTo>
                  <a:pt x="164157" y="58245"/>
                  <a:pt x="162404" y="55216"/>
                  <a:pt x="160682" y="53648"/>
                </a:cubicBezTo>
                <a:cubicBezTo>
                  <a:pt x="158960" y="52079"/>
                  <a:pt x="156254" y="50895"/>
                  <a:pt x="152564" y="50096"/>
                </a:cubicBezTo>
                <a:lnTo>
                  <a:pt x="152564" y="46682"/>
                </a:lnTo>
                <a:close/>
                <a:moveTo>
                  <a:pt x="341794" y="119012"/>
                </a:moveTo>
                <a:cubicBezTo>
                  <a:pt x="333122" y="125716"/>
                  <a:pt x="327679" y="129591"/>
                  <a:pt x="325465" y="130637"/>
                </a:cubicBezTo>
                <a:cubicBezTo>
                  <a:pt x="322144" y="132236"/>
                  <a:pt x="318607" y="133036"/>
                  <a:pt x="314855" y="133036"/>
                </a:cubicBezTo>
                <a:cubicBezTo>
                  <a:pt x="309012" y="133036"/>
                  <a:pt x="304199" y="131037"/>
                  <a:pt x="300417" y="127039"/>
                </a:cubicBezTo>
                <a:cubicBezTo>
                  <a:pt x="296634" y="123041"/>
                  <a:pt x="294743" y="117782"/>
                  <a:pt x="294743" y="111263"/>
                </a:cubicBezTo>
                <a:cubicBezTo>
                  <a:pt x="294743" y="107142"/>
                  <a:pt x="295666" y="103575"/>
                  <a:pt x="297511" y="100561"/>
                </a:cubicBezTo>
                <a:cubicBezTo>
                  <a:pt x="300032" y="96378"/>
                  <a:pt x="304415" y="92442"/>
                  <a:pt x="310657" y="88752"/>
                </a:cubicBezTo>
                <a:cubicBezTo>
                  <a:pt x="316900" y="85062"/>
                  <a:pt x="327279" y="80572"/>
                  <a:pt x="341794" y="75282"/>
                </a:cubicBezTo>
                <a:lnTo>
                  <a:pt x="341794" y="71961"/>
                </a:lnTo>
                <a:cubicBezTo>
                  <a:pt x="341794" y="63535"/>
                  <a:pt x="340457" y="57753"/>
                  <a:pt x="337781" y="54617"/>
                </a:cubicBezTo>
                <a:cubicBezTo>
                  <a:pt x="335106" y="51480"/>
                  <a:pt x="331216" y="49911"/>
                  <a:pt x="326111" y="49911"/>
                </a:cubicBezTo>
                <a:cubicBezTo>
                  <a:pt x="322236" y="49911"/>
                  <a:pt x="319161" y="50953"/>
                  <a:pt x="316885" y="53037"/>
                </a:cubicBezTo>
                <a:cubicBezTo>
                  <a:pt x="314548" y="55120"/>
                  <a:pt x="313379" y="57510"/>
                  <a:pt x="313379" y="60207"/>
                </a:cubicBezTo>
                <a:lnTo>
                  <a:pt x="313564" y="65538"/>
                </a:lnTo>
                <a:cubicBezTo>
                  <a:pt x="313564" y="68355"/>
                  <a:pt x="312841" y="70530"/>
                  <a:pt x="311396" y="72062"/>
                </a:cubicBezTo>
                <a:cubicBezTo>
                  <a:pt x="309950" y="73594"/>
                  <a:pt x="308059" y="74360"/>
                  <a:pt x="305722" y="74360"/>
                </a:cubicBezTo>
                <a:cubicBezTo>
                  <a:pt x="303446" y="74360"/>
                  <a:pt x="301585" y="73563"/>
                  <a:pt x="300140" y="71970"/>
                </a:cubicBezTo>
                <a:cubicBezTo>
                  <a:pt x="298695" y="70374"/>
                  <a:pt x="297972" y="68197"/>
                  <a:pt x="297972" y="65437"/>
                </a:cubicBezTo>
                <a:cubicBezTo>
                  <a:pt x="297972" y="60164"/>
                  <a:pt x="300678" y="55321"/>
                  <a:pt x="306091" y="50906"/>
                </a:cubicBezTo>
                <a:cubicBezTo>
                  <a:pt x="311503" y="46491"/>
                  <a:pt x="319099" y="44284"/>
                  <a:pt x="328878" y="44284"/>
                </a:cubicBezTo>
                <a:cubicBezTo>
                  <a:pt x="336382" y="44284"/>
                  <a:pt x="342533" y="45543"/>
                  <a:pt x="347330" y="48060"/>
                </a:cubicBezTo>
                <a:cubicBezTo>
                  <a:pt x="350959" y="49965"/>
                  <a:pt x="353634" y="52945"/>
                  <a:pt x="355356" y="57001"/>
                </a:cubicBezTo>
                <a:cubicBezTo>
                  <a:pt x="356463" y="59642"/>
                  <a:pt x="357017" y="65047"/>
                  <a:pt x="357017" y="73218"/>
                </a:cubicBezTo>
                <a:lnTo>
                  <a:pt x="357017" y="101876"/>
                </a:lnTo>
                <a:cubicBezTo>
                  <a:pt x="357017" y="109923"/>
                  <a:pt x="357171" y="114853"/>
                  <a:pt x="357478" y="116666"/>
                </a:cubicBezTo>
                <a:cubicBezTo>
                  <a:pt x="357786" y="118478"/>
                  <a:pt x="358293" y="119692"/>
                  <a:pt x="359001" y="120307"/>
                </a:cubicBezTo>
                <a:cubicBezTo>
                  <a:pt x="359708" y="120920"/>
                  <a:pt x="360523" y="121227"/>
                  <a:pt x="361445" y="121227"/>
                </a:cubicBezTo>
                <a:cubicBezTo>
                  <a:pt x="362429" y="121227"/>
                  <a:pt x="363290" y="121011"/>
                  <a:pt x="364029" y="120581"/>
                </a:cubicBezTo>
                <a:cubicBezTo>
                  <a:pt x="365320" y="119781"/>
                  <a:pt x="367811" y="117536"/>
                  <a:pt x="371501" y="113846"/>
                </a:cubicBezTo>
                <a:lnTo>
                  <a:pt x="371501" y="119012"/>
                </a:lnTo>
                <a:cubicBezTo>
                  <a:pt x="364613" y="128238"/>
                  <a:pt x="358032" y="132851"/>
                  <a:pt x="351758" y="132851"/>
                </a:cubicBezTo>
                <a:cubicBezTo>
                  <a:pt x="348745" y="132851"/>
                  <a:pt x="346346" y="131805"/>
                  <a:pt x="344562" y="129714"/>
                </a:cubicBezTo>
                <a:cubicBezTo>
                  <a:pt x="342779" y="127623"/>
                  <a:pt x="341856" y="124056"/>
                  <a:pt x="341794" y="119012"/>
                </a:cubicBezTo>
                <a:moveTo>
                  <a:pt x="341794" y="112964"/>
                </a:moveTo>
                <a:lnTo>
                  <a:pt x="341794" y="80910"/>
                </a:lnTo>
                <a:cubicBezTo>
                  <a:pt x="332507" y="84583"/>
                  <a:pt x="326510" y="87185"/>
                  <a:pt x="323804" y="88717"/>
                </a:cubicBezTo>
                <a:cubicBezTo>
                  <a:pt x="318945" y="91412"/>
                  <a:pt x="315470" y="94229"/>
                  <a:pt x="313379" y="97167"/>
                </a:cubicBezTo>
                <a:cubicBezTo>
                  <a:pt x="311288" y="100106"/>
                  <a:pt x="310242" y="103321"/>
                  <a:pt x="310242" y="106811"/>
                </a:cubicBezTo>
                <a:cubicBezTo>
                  <a:pt x="310242" y="111220"/>
                  <a:pt x="311565" y="114879"/>
                  <a:pt x="314209" y="117787"/>
                </a:cubicBezTo>
                <a:cubicBezTo>
                  <a:pt x="316854" y="120695"/>
                  <a:pt x="319899" y="122149"/>
                  <a:pt x="323343" y="122149"/>
                </a:cubicBezTo>
                <a:cubicBezTo>
                  <a:pt x="328017" y="122149"/>
                  <a:pt x="334168" y="119087"/>
                  <a:pt x="341794" y="112964"/>
                </a:cubicBezTo>
                <a:close/>
                <a:moveTo>
                  <a:pt x="402151" y="44284"/>
                </a:moveTo>
                <a:lnTo>
                  <a:pt x="402151" y="63289"/>
                </a:lnTo>
                <a:cubicBezTo>
                  <a:pt x="409224" y="50619"/>
                  <a:pt x="416482" y="44284"/>
                  <a:pt x="423924" y="44284"/>
                </a:cubicBezTo>
                <a:cubicBezTo>
                  <a:pt x="427307" y="44284"/>
                  <a:pt x="430105" y="45314"/>
                  <a:pt x="432319" y="47374"/>
                </a:cubicBezTo>
                <a:cubicBezTo>
                  <a:pt x="434534" y="49435"/>
                  <a:pt x="435641" y="51818"/>
                  <a:pt x="435641" y="54524"/>
                </a:cubicBezTo>
                <a:cubicBezTo>
                  <a:pt x="435641" y="56923"/>
                  <a:pt x="434841" y="58953"/>
                  <a:pt x="433242" y="60613"/>
                </a:cubicBezTo>
                <a:cubicBezTo>
                  <a:pt x="431643" y="62274"/>
                  <a:pt x="429736" y="63104"/>
                  <a:pt x="427522" y="63104"/>
                </a:cubicBezTo>
                <a:cubicBezTo>
                  <a:pt x="425369" y="63104"/>
                  <a:pt x="422955" y="62043"/>
                  <a:pt x="420280" y="59921"/>
                </a:cubicBezTo>
                <a:cubicBezTo>
                  <a:pt x="417604" y="57799"/>
                  <a:pt x="415621" y="56738"/>
                  <a:pt x="414329" y="56738"/>
                </a:cubicBezTo>
                <a:cubicBezTo>
                  <a:pt x="413222" y="56738"/>
                  <a:pt x="412023" y="57352"/>
                  <a:pt x="410731" y="58578"/>
                </a:cubicBezTo>
                <a:cubicBezTo>
                  <a:pt x="407963" y="61094"/>
                  <a:pt x="405103" y="65235"/>
                  <a:pt x="402151" y="71001"/>
                </a:cubicBezTo>
                <a:lnTo>
                  <a:pt x="402151" y="111398"/>
                </a:lnTo>
                <a:cubicBezTo>
                  <a:pt x="402151" y="116059"/>
                  <a:pt x="402735" y="119586"/>
                  <a:pt x="403904" y="121979"/>
                </a:cubicBezTo>
                <a:cubicBezTo>
                  <a:pt x="404704" y="123636"/>
                  <a:pt x="406118" y="125017"/>
                  <a:pt x="408148" y="126122"/>
                </a:cubicBezTo>
                <a:cubicBezTo>
                  <a:pt x="410177" y="127225"/>
                  <a:pt x="413099" y="127777"/>
                  <a:pt x="416912" y="127777"/>
                </a:cubicBezTo>
                <a:lnTo>
                  <a:pt x="416912" y="131190"/>
                </a:lnTo>
                <a:lnTo>
                  <a:pt x="373643" y="131190"/>
                </a:lnTo>
                <a:lnTo>
                  <a:pt x="373643" y="127777"/>
                </a:lnTo>
                <a:cubicBezTo>
                  <a:pt x="377949" y="127777"/>
                  <a:pt x="381147" y="127102"/>
                  <a:pt x="383238" y="125753"/>
                </a:cubicBezTo>
                <a:cubicBezTo>
                  <a:pt x="384776" y="124771"/>
                  <a:pt x="385852" y="123205"/>
                  <a:pt x="386467" y="121056"/>
                </a:cubicBezTo>
                <a:cubicBezTo>
                  <a:pt x="386775" y="120013"/>
                  <a:pt x="386929" y="117037"/>
                  <a:pt x="386929" y="112128"/>
                </a:cubicBezTo>
                <a:lnTo>
                  <a:pt x="386929" y="79448"/>
                </a:lnTo>
                <a:cubicBezTo>
                  <a:pt x="386929" y="69629"/>
                  <a:pt x="386729" y="63784"/>
                  <a:pt x="386329" y="61914"/>
                </a:cubicBezTo>
                <a:cubicBezTo>
                  <a:pt x="385929" y="60041"/>
                  <a:pt x="385191" y="58676"/>
                  <a:pt x="384115" y="57817"/>
                </a:cubicBezTo>
                <a:cubicBezTo>
                  <a:pt x="383038" y="56958"/>
                  <a:pt x="381701" y="56528"/>
                  <a:pt x="380101" y="56528"/>
                </a:cubicBezTo>
                <a:cubicBezTo>
                  <a:pt x="378195" y="56528"/>
                  <a:pt x="376042" y="56988"/>
                  <a:pt x="373643" y="57909"/>
                </a:cubicBezTo>
                <a:lnTo>
                  <a:pt x="372721" y="54593"/>
                </a:lnTo>
                <a:lnTo>
                  <a:pt x="398276" y="44284"/>
                </a:lnTo>
                <a:lnTo>
                  <a:pt x="402151" y="44284"/>
                </a:lnTo>
                <a:close/>
                <a:moveTo>
                  <a:pt x="500375" y="121688"/>
                </a:moveTo>
                <a:cubicBezTo>
                  <a:pt x="496254" y="125993"/>
                  <a:pt x="492225" y="129084"/>
                  <a:pt x="488289" y="130960"/>
                </a:cubicBezTo>
                <a:cubicBezTo>
                  <a:pt x="484353" y="132836"/>
                  <a:pt x="480109" y="133774"/>
                  <a:pt x="475558" y="133774"/>
                </a:cubicBezTo>
                <a:cubicBezTo>
                  <a:pt x="466332" y="133774"/>
                  <a:pt x="458275" y="129923"/>
                  <a:pt x="451386" y="122221"/>
                </a:cubicBezTo>
                <a:cubicBezTo>
                  <a:pt x="444498" y="114518"/>
                  <a:pt x="441053" y="104619"/>
                  <a:pt x="441053" y="92526"/>
                </a:cubicBezTo>
                <a:cubicBezTo>
                  <a:pt x="441053" y="80434"/>
                  <a:pt x="444867" y="69371"/>
                  <a:pt x="452493" y="59336"/>
                </a:cubicBezTo>
                <a:cubicBezTo>
                  <a:pt x="460120" y="49301"/>
                  <a:pt x="469930" y="44284"/>
                  <a:pt x="481923" y="44284"/>
                </a:cubicBezTo>
                <a:cubicBezTo>
                  <a:pt x="489366" y="44284"/>
                  <a:pt x="495516" y="46652"/>
                  <a:pt x="500375" y="51388"/>
                </a:cubicBezTo>
                <a:lnTo>
                  <a:pt x="500375" y="35761"/>
                </a:lnTo>
                <a:cubicBezTo>
                  <a:pt x="500375" y="26065"/>
                  <a:pt x="500144" y="20104"/>
                  <a:pt x="499683" y="17881"/>
                </a:cubicBezTo>
                <a:cubicBezTo>
                  <a:pt x="499222" y="15657"/>
                  <a:pt x="498499" y="14144"/>
                  <a:pt x="497515" y="13343"/>
                </a:cubicBezTo>
                <a:cubicBezTo>
                  <a:pt x="496531" y="12539"/>
                  <a:pt x="495301" y="12138"/>
                  <a:pt x="493825" y="12138"/>
                </a:cubicBezTo>
                <a:cubicBezTo>
                  <a:pt x="492225" y="12138"/>
                  <a:pt x="490104" y="12632"/>
                  <a:pt x="487459" y="13620"/>
                </a:cubicBezTo>
                <a:lnTo>
                  <a:pt x="486260" y="10376"/>
                </a:lnTo>
                <a:lnTo>
                  <a:pt x="511446" y="0"/>
                </a:lnTo>
                <a:lnTo>
                  <a:pt x="515597" y="0"/>
                </a:lnTo>
                <a:lnTo>
                  <a:pt x="515597" y="97701"/>
                </a:lnTo>
                <a:cubicBezTo>
                  <a:pt x="515597" y="107603"/>
                  <a:pt x="515828" y="113646"/>
                  <a:pt x="516289" y="115829"/>
                </a:cubicBezTo>
                <a:cubicBezTo>
                  <a:pt x="516751" y="118013"/>
                  <a:pt x="517489" y="119535"/>
                  <a:pt x="518504" y="120396"/>
                </a:cubicBezTo>
                <a:cubicBezTo>
                  <a:pt x="519518" y="121257"/>
                  <a:pt x="520702" y="121688"/>
                  <a:pt x="522055" y="121688"/>
                </a:cubicBezTo>
                <a:cubicBezTo>
                  <a:pt x="523716" y="121688"/>
                  <a:pt x="525930" y="121165"/>
                  <a:pt x="528698" y="120119"/>
                </a:cubicBezTo>
                <a:lnTo>
                  <a:pt x="529713" y="123348"/>
                </a:lnTo>
                <a:lnTo>
                  <a:pt x="504619" y="133774"/>
                </a:lnTo>
                <a:lnTo>
                  <a:pt x="500375" y="133774"/>
                </a:lnTo>
                <a:lnTo>
                  <a:pt x="500375" y="121688"/>
                </a:lnTo>
                <a:moveTo>
                  <a:pt x="500375" y="115250"/>
                </a:moveTo>
                <a:lnTo>
                  <a:pt x="500375" y="71814"/>
                </a:lnTo>
                <a:cubicBezTo>
                  <a:pt x="500006" y="67641"/>
                  <a:pt x="498899" y="63837"/>
                  <a:pt x="497054" y="60403"/>
                </a:cubicBezTo>
                <a:cubicBezTo>
                  <a:pt x="495208" y="56966"/>
                  <a:pt x="492764" y="54374"/>
                  <a:pt x="489719" y="52627"/>
                </a:cubicBezTo>
                <a:cubicBezTo>
                  <a:pt x="486675" y="50878"/>
                  <a:pt x="483707" y="50004"/>
                  <a:pt x="480816" y="50004"/>
                </a:cubicBezTo>
                <a:cubicBezTo>
                  <a:pt x="475404" y="50004"/>
                  <a:pt x="470576" y="52427"/>
                  <a:pt x="466332" y="57275"/>
                </a:cubicBezTo>
                <a:cubicBezTo>
                  <a:pt x="460735" y="63654"/>
                  <a:pt x="457936" y="72979"/>
                  <a:pt x="457936" y="85249"/>
                </a:cubicBezTo>
                <a:cubicBezTo>
                  <a:pt x="457936" y="97642"/>
                  <a:pt x="460643" y="107137"/>
                  <a:pt x="466055" y="113734"/>
                </a:cubicBezTo>
                <a:cubicBezTo>
                  <a:pt x="471468" y="120328"/>
                  <a:pt x="477495" y="123625"/>
                  <a:pt x="484138" y="123625"/>
                </a:cubicBezTo>
                <a:cubicBezTo>
                  <a:pt x="489735" y="123625"/>
                  <a:pt x="495147" y="120834"/>
                  <a:pt x="500375" y="115250"/>
                </a:cubicBezTo>
                <a:close/>
                <a:moveTo>
                  <a:pt x="576303" y="54994"/>
                </a:moveTo>
                <a:lnTo>
                  <a:pt x="602320" y="44468"/>
                </a:lnTo>
                <a:lnTo>
                  <a:pt x="605826" y="44468"/>
                </a:lnTo>
                <a:lnTo>
                  <a:pt x="605826" y="64211"/>
                </a:lnTo>
                <a:cubicBezTo>
                  <a:pt x="610192" y="56769"/>
                  <a:pt x="614575" y="51587"/>
                  <a:pt x="618972" y="48666"/>
                </a:cubicBezTo>
                <a:cubicBezTo>
                  <a:pt x="623370" y="45744"/>
                  <a:pt x="627998" y="44284"/>
                  <a:pt x="632857" y="44284"/>
                </a:cubicBezTo>
                <a:cubicBezTo>
                  <a:pt x="641345" y="44284"/>
                  <a:pt x="648418" y="47601"/>
                  <a:pt x="654076" y="54236"/>
                </a:cubicBezTo>
                <a:cubicBezTo>
                  <a:pt x="661026" y="62347"/>
                  <a:pt x="664501" y="72915"/>
                  <a:pt x="664501" y="85941"/>
                </a:cubicBezTo>
                <a:cubicBezTo>
                  <a:pt x="664501" y="100502"/>
                  <a:pt x="660319" y="112545"/>
                  <a:pt x="651954" y="122068"/>
                </a:cubicBezTo>
                <a:cubicBezTo>
                  <a:pt x="645066" y="129872"/>
                  <a:pt x="636394" y="133774"/>
                  <a:pt x="625938" y="133774"/>
                </a:cubicBezTo>
                <a:cubicBezTo>
                  <a:pt x="621386" y="133774"/>
                  <a:pt x="617450" y="133128"/>
                  <a:pt x="614129" y="131836"/>
                </a:cubicBezTo>
                <a:cubicBezTo>
                  <a:pt x="611669" y="130914"/>
                  <a:pt x="608901" y="129068"/>
                  <a:pt x="605826" y="126301"/>
                </a:cubicBezTo>
                <a:lnTo>
                  <a:pt x="605826" y="152041"/>
                </a:lnTo>
                <a:cubicBezTo>
                  <a:pt x="605826" y="157822"/>
                  <a:pt x="606179" y="161497"/>
                  <a:pt x="606887" y="163065"/>
                </a:cubicBezTo>
                <a:cubicBezTo>
                  <a:pt x="607594" y="164634"/>
                  <a:pt x="608824" y="165879"/>
                  <a:pt x="610577" y="166802"/>
                </a:cubicBezTo>
                <a:cubicBezTo>
                  <a:pt x="612330" y="167724"/>
                  <a:pt x="615513" y="168186"/>
                  <a:pt x="620126" y="168186"/>
                </a:cubicBezTo>
                <a:lnTo>
                  <a:pt x="620126" y="171599"/>
                </a:lnTo>
                <a:lnTo>
                  <a:pt x="575842" y="171599"/>
                </a:lnTo>
                <a:lnTo>
                  <a:pt x="575842" y="168186"/>
                </a:lnTo>
                <a:lnTo>
                  <a:pt x="578148" y="168186"/>
                </a:lnTo>
                <a:cubicBezTo>
                  <a:pt x="581531" y="168247"/>
                  <a:pt x="584422" y="167600"/>
                  <a:pt x="586821" y="166245"/>
                </a:cubicBezTo>
                <a:cubicBezTo>
                  <a:pt x="587989" y="165569"/>
                  <a:pt x="588896" y="164476"/>
                  <a:pt x="589542" y="162967"/>
                </a:cubicBezTo>
                <a:cubicBezTo>
                  <a:pt x="590188" y="161461"/>
                  <a:pt x="590511" y="157630"/>
                  <a:pt x="590511" y="151476"/>
                </a:cubicBezTo>
                <a:lnTo>
                  <a:pt x="590511" y="71520"/>
                </a:lnTo>
                <a:cubicBezTo>
                  <a:pt x="590511" y="66042"/>
                  <a:pt x="590265" y="62565"/>
                  <a:pt x="589773" y="61089"/>
                </a:cubicBezTo>
                <a:cubicBezTo>
                  <a:pt x="589281" y="59611"/>
                  <a:pt x="588497" y="58503"/>
                  <a:pt x="587420" y="57765"/>
                </a:cubicBezTo>
                <a:cubicBezTo>
                  <a:pt x="586344" y="57025"/>
                  <a:pt x="584883" y="56655"/>
                  <a:pt x="583038" y="56655"/>
                </a:cubicBezTo>
                <a:cubicBezTo>
                  <a:pt x="581562" y="56655"/>
                  <a:pt x="579686" y="57085"/>
                  <a:pt x="577410" y="57946"/>
                </a:cubicBezTo>
                <a:lnTo>
                  <a:pt x="576303" y="54994"/>
                </a:lnTo>
                <a:moveTo>
                  <a:pt x="605826" y="69822"/>
                </a:moveTo>
                <a:lnTo>
                  <a:pt x="605826" y="101334"/>
                </a:lnTo>
                <a:cubicBezTo>
                  <a:pt x="605826" y="108153"/>
                  <a:pt x="606102" y="112637"/>
                  <a:pt x="606656" y="114786"/>
                </a:cubicBezTo>
                <a:cubicBezTo>
                  <a:pt x="607517" y="118349"/>
                  <a:pt x="609624" y="121482"/>
                  <a:pt x="612976" y="124185"/>
                </a:cubicBezTo>
                <a:cubicBezTo>
                  <a:pt x="616328" y="126887"/>
                  <a:pt x="620556" y="128238"/>
                  <a:pt x="625661" y="128238"/>
                </a:cubicBezTo>
                <a:cubicBezTo>
                  <a:pt x="631812" y="128238"/>
                  <a:pt x="636793" y="125842"/>
                  <a:pt x="640607" y="121051"/>
                </a:cubicBezTo>
                <a:cubicBezTo>
                  <a:pt x="645589" y="114787"/>
                  <a:pt x="648080" y="105972"/>
                  <a:pt x="648080" y="94607"/>
                </a:cubicBezTo>
                <a:cubicBezTo>
                  <a:pt x="648080" y="81709"/>
                  <a:pt x="645250" y="71789"/>
                  <a:pt x="639592" y="64848"/>
                </a:cubicBezTo>
                <a:cubicBezTo>
                  <a:pt x="635656" y="60057"/>
                  <a:pt x="630981" y="57661"/>
                  <a:pt x="625569" y="57661"/>
                </a:cubicBezTo>
                <a:cubicBezTo>
                  <a:pt x="622617" y="57661"/>
                  <a:pt x="619695" y="58398"/>
                  <a:pt x="616804" y="59872"/>
                </a:cubicBezTo>
                <a:cubicBezTo>
                  <a:pt x="614590" y="60978"/>
                  <a:pt x="610931" y="64294"/>
                  <a:pt x="605826" y="69822"/>
                </a:cubicBezTo>
                <a:close/>
                <a:moveTo>
                  <a:pt x="701589" y="44284"/>
                </a:moveTo>
                <a:lnTo>
                  <a:pt x="701589" y="63289"/>
                </a:lnTo>
                <a:cubicBezTo>
                  <a:pt x="708662" y="50619"/>
                  <a:pt x="715920" y="44284"/>
                  <a:pt x="723362" y="44284"/>
                </a:cubicBezTo>
                <a:cubicBezTo>
                  <a:pt x="726745" y="44284"/>
                  <a:pt x="729543" y="45314"/>
                  <a:pt x="731757" y="47374"/>
                </a:cubicBezTo>
                <a:cubicBezTo>
                  <a:pt x="733972" y="49435"/>
                  <a:pt x="735079" y="51818"/>
                  <a:pt x="735079" y="54524"/>
                </a:cubicBezTo>
                <a:cubicBezTo>
                  <a:pt x="735079" y="56923"/>
                  <a:pt x="734279" y="58953"/>
                  <a:pt x="732680" y="60613"/>
                </a:cubicBezTo>
                <a:cubicBezTo>
                  <a:pt x="731081" y="62274"/>
                  <a:pt x="729174" y="63104"/>
                  <a:pt x="726960" y="63104"/>
                </a:cubicBezTo>
                <a:cubicBezTo>
                  <a:pt x="724807" y="63104"/>
                  <a:pt x="722393" y="62043"/>
                  <a:pt x="719718" y="59921"/>
                </a:cubicBezTo>
                <a:cubicBezTo>
                  <a:pt x="717042" y="57799"/>
                  <a:pt x="715059" y="56738"/>
                  <a:pt x="713767" y="56738"/>
                </a:cubicBezTo>
                <a:cubicBezTo>
                  <a:pt x="712660" y="56738"/>
                  <a:pt x="711461" y="57352"/>
                  <a:pt x="710169" y="58578"/>
                </a:cubicBezTo>
                <a:cubicBezTo>
                  <a:pt x="707401" y="61094"/>
                  <a:pt x="704541" y="65235"/>
                  <a:pt x="701589" y="71001"/>
                </a:cubicBezTo>
                <a:lnTo>
                  <a:pt x="701589" y="111398"/>
                </a:lnTo>
                <a:cubicBezTo>
                  <a:pt x="701589" y="116059"/>
                  <a:pt x="702173" y="119586"/>
                  <a:pt x="703342" y="121979"/>
                </a:cubicBezTo>
                <a:cubicBezTo>
                  <a:pt x="704142" y="123636"/>
                  <a:pt x="705556" y="125017"/>
                  <a:pt x="707586" y="126122"/>
                </a:cubicBezTo>
                <a:cubicBezTo>
                  <a:pt x="709615" y="127225"/>
                  <a:pt x="712537" y="127777"/>
                  <a:pt x="716350" y="127777"/>
                </a:cubicBezTo>
                <a:lnTo>
                  <a:pt x="716350" y="131190"/>
                </a:lnTo>
                <a:lnTo>
                  <a:pt x="673081" y="131190"/>
                </a:lnTo>
                <a:lnTo>
                  <a:pt x="673081" y="127777"/>
                </a:lnTo>
                <a:cubicBezTo>
                  <a:pt x="677387" y="127777"/>
                  <a:pt x="680585" y="127102"/>
                  <a:pt x="682676" y="125753"/>
                </a:cubicBezTo>
                <a:cubicBezTo>
                  <a:pt x="684214" y="124771"/>
                  <a:pt x="685290" y="123205"/>
                  <a:pt x="685905" y="121056"/>
                </a:cubicBezTo>
                <a:cubicBezTo>
                  <a:pt x="686213" y="120013"/>
                  <a:pt x="686367" y="117037"/>
                  <a:pt x="686367" y="112128"/>
                </a:cubicBezTo>
                <a:lnTo>
                  <a:pt x="686367" y="79448"/>
                </a:lnTo>
                <a:cubicBezTo>
                  <a:pt x="686367" y="69629"/>
                  <a:pt x="686167" y="63784"/>
                  <a:pt x="685767" y="61914"/>
                </a:cubicBezTo>
                <a:cubicBezTo>
                  <a:pt x="685367" y="60041"/>
                  <a:pt x="684629" y="58676"/>
                  <a:pt x="683553" y="57817"/>
                </a:cubicBezTo>
                <a:cubicBezTo>
                  <a:pt x="682476" y="56958"/>
                  <a:pt x="681139" y="56528"/>
                  <a:pt x="679539" y="56528"/>
                </a:cubicBezTo>
                <a:cubicBezTo>
                  <a:pt x="677633" y="56528"/>
                  <a:pt x="675480" y="56988"/>
                  <a:pt x="673081" y="57909"/>
                </a:cubicBezTo>
                <a:lnTo>
                  <a:pt x="672159" y="54593"/>
                </a:lnTo>
                <a:lnTo>
                  <a:pt x="697714" y="44284"/>
                </a:lnTo>
                <a:lnTo>
                  <a:pt x="701589" y="44284"/>
                </a:lnTo>
                <a:close/>
                <a:moveTo>
                  <a:pt x="781454" y="44284"/>
                </a:moveTo>
                <a:cubicBezTo>
                  <a:pt x="794247" y="44284"/>
                  <a:pt x="804518" y="49138"/>
                  <a:pt x="812268" y="58846"/>
                </a:cubicBezTo>
                <a:cubicBezTo>
                  <a:pt x="818849" y="67140"/>
                  <a:pt x="822139" y="76663"/>
                  <a:pt x="822139" y="87417"/>
                </a:cubicBezTo>
                <a:cubicBezTo>
                  <a:pt x="822139" y="94974"/>
                  <a:pt x="820325" y="102624"/>
                  <a:pt x="816696" y="110366"/>
                </a:cubicBezTo>
                <a:cubicBezTo>
                  <a:pt x="813067" y="118106"/>
                  <a:pt x="808070" y="123942"/>
                  <a:pt x="801704" y="127875"/>
                </a:cubicBezTo>
                <a:cubicBezTo>
                  <a:pt x="795338" y="131807"/>
                  <a:pt x="788250" y="133774"/>
                  <a:pt x="780439" y="133774"/>
                </a:cubicBezTo>
                <a:cubicBezTo>
                  <a:pt x="767707" y="133774"/>
                  <a:pt x="757590" y="128704"/>
                  <a:pt x="750086" y="118566"/>
                </a:cubicBezTo>
                <a:cubicBezTo>
                  <a:pt x="743751" y="110026"/>
                  <a:pt x="740584" y="100442"/>
                  <a:pt x="740584" y="89813"/>
                </a:cubicBezTo>
                <a:cubicBezTo>
                  <a:pt x="740584" y="82071"/>
                  <a:pt x="742506" y="74375"/>
                  <a:pt x="746350" y="66725"/>
                </a:cubicBezTo>
                <a:cubicBezTo>
                  <a:pt x="750194" y="59076"/>
                  <a:pt x="755252" y="53423"/>
                  <a:pt x="761526" y="49767"/>
                </a:cubicBezTo>
                <a:cubicBezTo>
                  <a:pt x="767800" y="46112"/>
                  <a:pt x="774442" y="44284"/>
                  <a:pt x="781454" y="44284"/>
                </a:cubicBezTo>
                <a:moveTo>
                  <a:pt x="778594" y="50373"/>
                </a:moveTo>
                <a:cubicBezTo>
                  <a:pt x="775334" y="50373"/>
                  <a:pt x="772059" y="51340"/>
                  <a:pt x="768768" y="53276"/>
                </a:cubicBezTo>
                <a:cubicBezTo>
                  <a:pt x="765478" y="55211"/>
                  <a:pt x="762818" y="58606"/>
                  <a:pt x="760788" y="63459"/>
                </a:cubicBezTo>
                <a:cubicBezTo>
                  <a:pt x="758758" y="68312"/>
                  <a:pt x="757743" y="74547"/>
                  <a:pt x="757743" y="82164"/>
                </a:cubicBezTo>
                <a:cubicBezTo>
                  <a:pt x="757743" y="94450"/>
                  <a:pt x="760188" y="105047"/>
                  <a:pt x="765078" y="113956"/>
                </a:cubicBezTo>
                <a:cubicBezTo>
                  <a:pt x="769968" y="122862"/>
                  <a:pt x="776410" y="127316"/>
                  <a:pt x="784406" y="127316"/>
                </a:cubicBezTo>
                <a:cubicBezTo>
                  <a:pt x="790372" y="127316"/>
                  <a:pt x="795292" y="124858"/>
                  <a:pt x="799167" y="119944"/>
                </a:cubicBezTo>
                <a:cubicBezTo>
                  <a:pt x="803042" y="115029"/>
                  <a:pt x="804979" y="106583"/>
                  <a:pt x="804979" y="94604"/>
                </a:cubicBezTo>
                <a:cubicBezTo>
                  <a:pt x="804979" y="79615"/>
                  <a:pt x="801750" y="67819"/>
                  <a:pt x="795292" y="59218"/>
                </a:cubicBezTo>
                <a:cubicBezTo>
                  <a:pt x="790925" y="53321"/>
                  <a:pt x="785359" y="50373"/>
                  <a:pt x="778594" y="50373"/>
                </a:cubicBezTo>
                <a:close/>
                <a:moveTo>
                  <a:pt x="828505" y="54994"/>
                </a:moveTo>
                <a:lnTo>
                  <a:pt x="854522" y="44468"/>
                </a:lnTo>
                <a:lnTo>
                  <a:pt x="858028" y="44468"/>
                </a:lnTo>
                <a:lnTo>
                  <a:pt x="858028" y="64211"/>
                </a:lnTo>
                <a:cubicBezTo>
                  <a:pt x="862395" y="56769"/>
                  <a:pt x="866777" y="51587"/>
                  <a:pt x="871174" y="48666"/>
                </a:cubicBezTo>
                <a:cubicBezTo>
                  <a:pt x="875572" y="45744"/>
                  <a:pt x="880200" y="44284"/>
                  <a:pt x="885059" y="44284"/>
                </a:cubicBezTo>
                <a:cubicBezTo>
                  <a:pt x="893547" y="44284"/>
                  <a:pt x="900620" y="47601"/>
                  <a:pt x="906279" y="54236"/>
                </a:cubicBezTo>
                <a:cubicBezTo>
                  <a:pt x="913229" y="62347"/>
                  <a:pt x="916704" y="72915"/>
                  <a:pt x="916704" y="85941"/>
                </a:cubicBezTo>
                <a:cubicBezTo>
                  <a:pt x="916704" y="100502"/>
                  <a:pt x="912521" y="112545"/>
                  <a:pt x="904157" y="122068"/>
                </a:cubicBezTo>
                <a:cubicBezTo>
                  <a:pt x="897268" y="129872"/>
                  <a:pt x="888596" y="133774"/>
                  <a:pt x="878140" y="133774"/>
                </a:cubicBezTo>
                <a:cubicBezTo>
                  <a:pt x="873589" y="133774"/>
                  <a:pt x="869652" y="133128"/>
                  <a:pt x="866331" y="131836"/>
                </a:cubicBezTo>
                <a:cubicBezTo>
                  <a:pt x="863871" y="130914"/>
                  <a:pt x="861103" y="129068"/>
                  <a:pt x="858028" y="126301"/>
                </a:cubicBezTo>
                <a:lnTo>
                  <a:pt x="858028" y="152041"/>
                </a:lnTo>
                <a:cubicBezTo>
                  <a:pt x="858028" y="157822"/>
                  <a:pt x="858381" y="161497"/>
                  <a:pt x="859089" y="163065"/>
                </a:cubicBezTo>
                <a:cubicBezTo>
                  <a:pt x="859796" y="164634"/>
                  <a:pt x="861026" y="165879"/>
                  <a:pt x="862779" y="166802"/>
                </a:cubicBezTo>
                <a:cubicBezTo>
                  <a:pt x="864532" y="167724"/>
                  <a:pt x="867715" y="168186"/>
                  <a:pt x="872328" y="168186"/>
                </a:cubicBezTo>
                <a:lnTo>
                  <a:pt x="872328" y="171599"/>
                </a:lnTo>
                <a:lnTo>
                  <a:pt x="828044" y="171599"/>
                </a:lnTo>
                <a:lnTo>
                  <a:pt x="828044" y="168186"/>
                </a:lnTo>
                <a:lnTo>
                  <a:pt x="830350" y="168186"/>
                </a:lnTo>
                <a:cubicBezTo>
                  <a:pt x="833733" y="168247"/>
                  <a:pt x="836624" y="167600"/>
                  <a:pt x="839023" y="166245"/>
                </a:cubicBezTo>
                <a:cubicBezTo>
                  <a:pt x="840191" y="165569"/>
                  <a:pt x="841098" y="164476"/>
                  <a:pt x="841744" y="162967"/>
                </a:cubicBezTo>
                <a:cubicBezTo>
                  <a:pt x="842390" y="161461"/>
                  <a:pt x="842713" y="157630"/>
                  <a:pt x="842713" y="151476"/>
                </a:cubicBezTo>
                <a:lnTo>
                  <a:pt x="842713" y="71520"/>
                </a:lnTo>
                <a:cubicBezTo>
                  <a:pt x="842713" y="66042"/>
                  <a:pt x="842467" y="62565"/>
                  <a:pt x="841975" y="61089"/>
                </a:cubicBezTo>
                <a:cubicBezTo>
                  <a:pt x="841483" y="59611"/>
                  <a:pt x="840699" y="58503"/>
                  <a:pt x="839622" y="57765"/>
                </a:cubicBezTo>
                <a:cubicBezTo>
                  <a:pt x="838546" y="57025"/>
                  <a:pt x="837085" y="56655"/>
                  <a:pt x="835240" y="56655"/>
                </a:cubicBezTo>
                <a:cubicBezTo>
                  <a:pt x="833764" y="56655"/>
                  <a:pt x="831888" y="57085"/>
                  <a:pt x="829612" y="57946"/>
                </a:cubicBezTo>
                <a:lnTo>
                  <a:pt x="828505" y="54994"/>
                </a:lnTo>
                <a:moveTo>
                  <a:pt x="858028" y="69822"/>
                </a:moveTo>
                <a:lnTo>
                  <a:pt x="858028" y="101334"/>
                </a:lnTo>
                <a:cubicBezTo>
                  <a:pt x="858028" y="108153"/>
                  <a:pt x="858305" y="112637"/>
                  <a:pt x="858858" y="114786"/>
                </a:cubicBezTo>
                <a:cubicBezTo>
                  <a:pt x="859719" y="118349"/>
                  <a:pt x="861826" y="121482"/>
                  <a:pt x="865178" y="124185"/>
                </a:cubicBezTo>
                <a:cubicBezTo>
                  <a:pt x="868530" y="126887"/>
                  <a:pt x="872758" y="128238"/>
                  <a:pt x="877863" y="128238"/>
                </a:cubicBezTo>
                <a:cubicBezTo>
                  <a:pt x="884014" y="128238"/>
                  <a:pt x="888996" y="125842"/>
                  <a:pt x="892809" y="121051"/>
                </a:cubicBezTo>
                <a:cubicBezTo>
                  <a:pt x="897791" y="114787"/>
                  <a:pt x="900282" y="105972"/>
                  <a:pt x="900282" y="94607"/>
                </a:cubicBezTo>
                <a:cubicBezTo>
                  <a:pt x="900282" y="81709"/>
                  <a:pt x="897453" y="71789"/>
                  <a:pt x="891794" y="64848"/>
                </a:cubicBezTo>
                <a:cubicBezTo>
                  <a:pt x="887858" y="60057"/>
                  <a:pt x="883183" y="57661"/>
                  <a:pt x="877771" y="57661"/>
                </a:cubicBezTo>
                <a:cubicBezTo>
                  <a:pt x="874819" y="57661"/>
                  <a:pt x="871897" y="58398"/>
                  <a:pt x="869006" y="59872"/>
                </a:cubicBezTo>
                <a:cubicBezTo>
                  <a:pt x="866792" y="60978"/>
                  <a:pt x="863133" y="64294"/>
                  <a:pt x="858028" y="69822"/>
                </a:cubicBezTo>
                <a:close/>
                <a:moveTo>
                  <a:pt x="976948" y="119012"/>
                </a:moveTo>
                <a:cubicBezTo>
                  <a:pt x="968276" y="125716"/>
                  <a:pt x="962833" y="129591"/>
                  <a:pt x="960618" y="130637"/>
                </a:cubicBezTo>
                <a:cubicBezTo>
                  <a:pt x="957297" y="132236"/>
                  <a:pt x="953761" y="133036"/>
                  <a:pt x="950009" y="133036"/>
                </a:cubicBezTo>
                <a:cubicBezTo>
                  <a:pt x="944166" y="133036"/>
                  <a:pt x="939353" y="131037"/>
                  <a:pt x="935571" y="127039"/>
                </a:cubicBezTo>
                <a:cubicBezTo>
                  <a:pt x="931788" y="123041"/>
                  <a:pt x="929897" y="117782"/>
                  <a:pt x="929897" y="111263"/>
                </a:cubicBezTo>
                <a:cubicBezTo>
                  <a:pt x="929897" y="107142"/>
                  <a:pt x="930819" y="103575"/>
                  <a:pt x="932664" y="100561"/>
                </a:cubicBezTo>
                <a:cubicBezTo>
                  <a:pt x="935186" y="96378"/>
                  <a:pt x="939568" y="92442"/>
                  <a:pt x="945811" y="88752"/>
                </a:cubicBezTo>
                <a:cubicBezTo>
                  <a:pt x="952054" y="85062"/>
                  <a:pt x="962433" y="80572"/>
                  <a:pt x="976948" y="75282"/>
                </a:cubicBezTo>
                <a:lnTo>
                  <a:pt x="976948" y="71961"/>
                </a:lnTo>
                <a:cubicBezTo>
                  <a:pt x="976948" y="63535"/>
                  <a:pt x="975610" y="57753"/>
                  <a:pt x="972935" y="54617"/>
                </a:cubicBezTo>
                <a:cubicBezTo>
                  <a:pt x="970259" y="51480"/>
                  <a:pt x="966369" y="49911"/>
                  <a:pt x="961264" y="49911"/>
                </a:cubicBezTo>
                <a:cubicBezTo>
                  <a:pt x="957389" y="49911"/>
                  <a:pt x="954314" y="50953"/>
                  <a:pt x="952039" y="53037"/>
                </a:cubicBezTo>
                <a:cubicBezTo>
                  <a:pt x="949701" y="55120"/>
                  <a:pt x="948533" y="57510"/>
                  <a:pt x="948533" y="60207"/>
                </a:cubicBezTo>
                <a:lnTo>
                  <a:pt x="948717" y="65538"/>
                </a:lnTo>
                <a:cubicBezTo>
                  <a:pt x="948717" y="68355"/>
                  <a:pt x="947995" y="70530"/>
                  <a:pt x="946549" y="72062"/>
                </a:cubicBezTo>
                <a:cubicBezTo>
                  <a:pt x="945104" y="73594"/>
                  <a:pt x="943213" y="74360"/>
                  <a:pt x="940875" y="74360"/>
                </a:cubicBezTo>
                <a:cubicBezTo>
                  <a:pt x="938600" y="74360"/>
                  <a:pt x="936739" y="73563"/>
                  <a:pt x="935294" y="71970"/>
                </a:cubicBezTo>
                <a:cubicBezTo>
                  <a:pt x="933848" y="70374"/>
                  <a:pt x="933126" y="68197"/>
                  <a:pt x="933126" y="65437"/>
                </a:cubicBezTo>
                <a:cubicBezTo>
                  <a:pt x="933126" y="60164"/>
                  <a:pt x="935832" y="55321"/>
                  <a:pt x="941244" y="50906"/>
                </a:cubicBezTo>
                <a:cubicBezTo>
                  <a:pt x="946657" y="46491"/>
                  <a:pt x="954253" y="44284"/>
                  <a:pt x="964032" y="44284"/>
                </a:cubicBezTo>
                <a:cubicBezTo>
                  <a:pt x="971536" y="44284"/>
                  <a:pt x="977686" y="45543"/>
                  <a:pt x="982484" y="48060"/>
                </a:cubicBezTo>
                <a:cubicBezTo>
                  <a:pt x="986112" y="49965"/>
                  <a:pt x="988788" y="52945"/>
                  <a:pt x="990510" y="57001"/>
                </a:cubicBezTo>
                <a:cubicBezTo>
                  <a:pt x="991617" y="59642"/>
                  <a:pt x="992171" y="65047"/>
                  <a:pt x="992171" y="73218"/>
                </a:cubicBezTo>
                <a:lnTo>
                  <a:pt x="992171" y="101876"/>
                </a:lnTo>
                <a:cubicBezTo>
                  <a:pt x="992171" y="109923"/>
                  <a:pt x="992324" y="114853"/>
                  <a:pt x="992632" y="116666"/>
                </a:cubicBezTo>
                <a:cubicBezTo>
                  <a:pt x="992939" y="118478"/>
                  <a:pt x="993447" y="119692"/>
                  <a:pt x="994154" y="120307"/>
                </a:cubicBezTo>
                <a:cubicBezTo>
                  <a:pt x="994861" y="120920"/>
                  <a:pt x="995676" y="121227"/>
                  <a:pt x="996599" y="121227"/>
                </a:cubicBezTo>
                <a:cubicBezTo>
                  <a:pt x="997583" y="121227"/>
                  <a:pt x="998444" y="121011"/>
                  <a:pt x="999182" y="120581"/>
                </a:cubicBezTo>
                <a:cubicBezTo>
                  <a:pt x="1000474" y="119781"/>
                  <a:pt x="1002965" y="117536"/>
                  <a:pt x="1006655" y="113846"/>
                </a:cubicBezTo>
                <a:lnTo>
                  <a:pt x="1006655" y="119012"/>
                </a:lnTo>
                <a:cubicBezTo>
                  <a:pt x="999766" y="128238"/>
                  <a:pt x="993185" y="132851"/>
                  <a:pt x="986912" y="132851"/>
                </a:cubicBezTo>
                <a:cubicBezTo>
                  <a:pt x="983898" y="132851"/>
                  <a:pt x="981499" y="131805"/>
                  <a:pt x="979716" y="129714"/>
                </a:cubicBezTo>
                <a:cubicBezTo>
                  <a:pt x="977932" y="127623"/>
                  <a:pt x="977010" y="124056"/>
                  <a:pt x="976948" y="119012"/>
                </a:cubicBezTo>
                <a:moveTo>
                  <a:pt x="976948" y="112964"/>
                </a:moveTo>
                <a:lnTo>
                  <a:pt x="976948" y="80910"/>
                </a:lnTo>
                <a:cubicBezTo>
                  <a:pt x="967661" y="84583"/>
                  <a:pt x="961664" y="87185"/>
                  <a:pt x="958958" y="88717"/>
                </a:cubicBezTo>
                <a:cubicBezTo>
                  <a:pt x="954099" y="91412"/>
                  <a:pt x="950624" y="94229"/>
                  <a:pt x="948533" y="97167"/>
                </a:cubicBezTo>
                <a:cubicBezTo>
                  <a:pt x="946442" y="100106"/>
                  <a:pt x="945396" y="103321"/>
                  <a:pt x="945396" y="106811"/>
                </a:cubicBezTo>
                <a:cubicBezTo>
                  <a:pt x="945396" y="111220"/>
                  <a:pt x="946718" y="114879"/>
                  <a:pt x="949363" y="117787"/>
                </a:cubicBezTo>
                <a:cubicBezTo>
                  <a:pt x="952008" y="120695"/>
                  <a:pt x="955052" y="122149"/>
                  <a:pt x="958497" y="122149"/>
                </a:cubicBezTo>
                <a:cubicBezTo>
                  <a:pt x="963171" y="122149"/>
                  <a:pt x="969321" y="119087"/>
                  <a:pt x="976948" y="112964"/>
                </a:cubicBezTo>
                <a:close/>
                <a:moveTo>
                  <a:pt x="1035183" y="100397"/>
                </a:moveTo>
                <a:cubicBezTo>
                  <a:pt x="1030016" y="97879"/>
                  <a:pt x="1026049" y="94362"/>
                  <a:pt x="1023281" y="89847"/>
                </a:cubicBezTo>
                <a:cubicBezTo>
                  <a:pt x="1020514" y="85333"/>
                  <a:pt x="1019130" y="80341"/>
                  <a:pt x="1019130" y="74873"/>
                </a:cubicBezTo>
                <a:cubicBezTo>
                  <a:pt x="1019130" y="66520"/>
                  <a:pt x="1022282" y="59333"/>
                  <a:pt x="1028586" y="53313"/>
                </a:cubicBezTo>
                <a:cubicBezTo>
                  <a:pt x="1034890" y="47294"/>
                  <a:pt x="1042963" y="44284"/>
                  <a:pt x="1052804" y="44284"/>
                </a:cubicBezTo>
                <a:cubicBezTo>
                  <a:pt x="1060861" y="44284"/>
                  <a:pt x="1067842" y="46252"/>
                  <a:pt x="1073746" y="50188"/>
                </a:cubicBezTo>
                <a:lnTo>
                  <a:pt x="1091644" y="50188"/>
                </a:lnTo>
                <a:cubicBezTo>
                  <a:pt x="1094289" y="50188"/>
                  <a:pt x="1095827" y="50264"/>
                  <a:pt x="1096257" y="50416"/>
                </a:cubicBezTo>
                <a:cubicBezTo>
                  <a:pt x="1096688" y="50568"/>
                  <a:pt x="1096995" y="50826"/>
                  <a:pt x="1097180" y="51191"/>
                </a:cubicBezTo>
                <a:cubicBezTo>
                  <a:pt x="1097549" y="51739"/>
                  <a:pt x="1097733" y="52713"/>
                  <a:pt x="1097733" y="54112"/>
                </a:cubicBezTo>
                <a:cubicBezTo>
                  <a:pt x="1097733" y="55692"/>
                  <a:pt x="1097579" y="56787"/>
                  <a:pt x="1097272" y="57396"/>
                </a:cubicBezTo>
                <a:cubicBezTo>
                  <a:pt x="1097087" y="57699"/>
                  <a:pt x="1096765" y="57943"/>
                  <a:pt x="1096303" y="58125"/>
                </a:cubicBezTo>
                <a:cubicBezTo>
                  <a:pt x="1095842" y="58308"/>
                  <a:pt x="1094289" y="58399"/>
                  <a:pt x="1091644" y="58399"/>
                </a:cubicBezTo>
                <a:lnTo>
                  <a:pt x="1080666" y="58399"/>
                </a:lnTo>
                <a:cubicBezTo>
                  <a:pt x="1084110" y="62837"/>
                  <a:pt x="1085832" y="68507"/>
                  <a:pt x="1085832" y="75409"/>
                </a:cubicBezTo>
                <a:cubicBezTo>
                  <a:pt x="1085832" y="83297"/>
                  <a:pt x="1082818" y="90045"/>
                  <a:pt x="1076791" y="95654"/>
                </a:cubicBezTo>
                <a:cubicBezTo>
                  <a:pt x="1070763" y="101262"/>
                  <a:pt x="1062675" y="104067"/>
                  <a:pt x="1052527" y="104067"/>
                </a:cubicBezTo>
                <a:cubicBezTo>
                  <a:pt x="1048345" y="104067"/>
                  <a:pt x="1044070" y="103439"/>
                  <a:pt x="1039703" y="102184"/>
                </a:cubicBezTo>
                <a:cubicBezTo>
                  <a:pt x="1036997" y="104519"/>
                  <a:pt x="1035167" y="106563"/>
                  <a:pt x="1034214" y="108316"/>
                </a:cubicBezTo>
                <a:cubicBezTo>
                  <a:pt x="1033261" y="110067"/>
                  <a:pt x="1032784" y="111557"/>
                  <a:pt x="1032784" y="112785"/>
                </a:cubicBezTo>
                <a:cubicBezTo>
                  <a:pt x="1032784" y="113831"/>
                  <a:pt x="1033291" y="114845"/>
                  <a:pt x="1034306" y="115829"/>
                </a:cubicBezTo>
                <a:cubicBezTo>
                  <a:pt x="1035321" y="116812"/>
                  <a:pt x="1037304" y="117518"/>
                  <a:pt x="1040257" y="117949"/>
                </a:cubicBezTo>
                <a:cubicBezTo>
                  <a:pt x="1041979" y="118195"/>
                  <a:pt x="1046284" y="118410"/>
                  <a:pt x="1053173" y="118594"/>
                </a:cubicBezTo>
                <a:cubicBezTo>
                  <a:pt x="1065843" y="118900"/>
                  <a:pt x="1074054" y="119330"/>
                  <a:pt x="1077806" y="119883"/>
                </a:cubicBezTo>
                <a:cubicBezTo>
                  <a:pt x="1083526" y="120683"/>
                  <a:pt x="1088092" y="122804"/>
                  <a:pt x="1091506" y="126246"/>
                </a:cubicBezTo>
                <a:cubicBezTo>
                  <a:pt x="1094919" y="129686"/>
                  <a:pt x="1096626" y="133926"/>
                  <a:pt x="1096626" y="138966"/>
                </a:cubicBezTo>
                <a:cubicBezTo>
                  <a:pt x="1096626" y="145910"/>
                  <a:pt x="1093366" y="152425"/>
                  <a:pt x="1086847" y="158510"/>
                </a:cubicBezTo>
                <a:cubicBezTo>
                  <a:pt x="1077252" y="167482"/>
                  <a:pt x="1064736" y="171968"/>
                  <a:pt x="1049298" y="171968"/>
                </a:cubicBezTo>
                <a:cubicBezTo>
                  <a:pt x="1037427" y="171968"/>
                  <a:pt x="1027402" y="169297"/>
                  <a:pt x="1019222" y="163953"/>
                </a:cubicBezTo>
                <a:cubicBezTo>
                  <a:pt x="1014609" y="160882"/>
                  <a:pt x="1012303" y="157688"/>
                  <a:pt x="1012303" y="154370"/>
                </a:cubicBezTo>
                <a:cubicBezTo>
                  <a:pt x="1012303" y="152898"/>
                  <a:pt x="1012641" y="151425"/>
                  <a:pt x="1013317" y="149950"/>
                </a:cubicBezTo>
                <a:cubicBezTo>
                  <a:pt x="1014363" y="147677"/>
                  <a:pt x="1016516" y="144513"/>
                  <a:pt x="1019776" y="140459"/>
                </a:cubicBezTo>
                <a:cubicBezTo>
                  <a:pt x="1020206" y="139908"/>
                  <a:pt x="1023343" y="136591"/>
                  <a:pt x="1029186" y="130510"/>
                </a:cubicBezTo>
                <a:cubicBezTo>
                  <a:pt x="1025988" y="128601"/>
                  <a:pt x="1023727" y="126893"/>
                  <a:pt x="1022405" y="125384"/>
                </a:cubicBezTo>
                <a:cubicBezTo>
                  <a:pt x="1021082" y="123875"/>
                  <a:pt x="1020421" y="122166"/>
                  <a:pt x="1020421" y="120258"/>
                </a:cubicBezTo>
                <a:cubicBezTo>
                  <a:pt x="1020421" y="118101"/>
                  <a:pt x="1021298" y="115576"/>
                  <a:pt x="1023051" y="112681"/>
                </a:cubicBezTo>
                <a:cubicBezTo>
                  <a:pt x="1024804" y="109787"/>
                  <a:pt x="1028848" y="105692"/>
                  <a:pt x="1035183" y="100397"/>
                </a:cubicBezTo>
                <a:moveTo>
                  <a:pt x="1051235" y="48897"/>
                </a:moveTo>
                <a:cubicBezTo>
                  <a:pt x="1046684" y="48897"/>
                  <a:pt x="1042871" y="50701"/>
                  <a:pt x="1039795" y="54311"/>
                </a:cubicBezTo>
                <a:cubicBezTo>
                  <a:pt x="1036720" y="57919"/>
                  <a:pt x="1035183" y="63454"/>
                  <a:pt x="1035183" y="70917"/>
                </a:cubicBezTo>
                <a:cubicBezTo>
                  <a:pt x="1035183" y="80583"/>
                  <a:pt x="1037274" y="88076"/>
                  <a:pt x="1041456" y="93396"/>
                </a:cubicBezTo>
                <a:cubicBezTo>
                  <a:pt x="1044654" y="97435"/>
                  <a:pt x="1048714" y="99454"/>
                  <a:pt x="1053634" y="99454"/>
                </a:cubicBezTo>
                <a:cubicBezTo>
                  <a:pt x="1058308" y="99454"/>
                  <a:pt x="1062153" y="97710"/>
                  <a:pt x="1065166" y="94224"/>
                </a:cubicBezTo>
                <a:cubicBezTo>
                  <a:pt x="1068180" y="90737"/>
                  <a:pt x="1069687" y="85262"/>
                  <a:pt x="1069687" y="77799"/>
                </a:cubicBezTo>
                <a:cubicBezTo>
                  <a:pt x="1069687" y="68074"/>
                  <a:pt x="1067565" y="60458"/>
                  <a:pt x="1063321" y="54951"/>
                </a:cubicBezTo>
                <a:cubicBezTo>
                  <a:pt x="1060184" y="50915"/>
                  <a:pt x="1056156" y="48897"/>
                  <a:pt x="1051235" y="48897"/>
                </a:cubicBezTo>
                <a:moveTo>
                  <a:pt x="1034260" y="131245"/>
                </a:moveTo>
                <a:cubicBezTo>
                  <a:pt x="1031369" y="134376"/>
                  <a:pt x="1029186" y="137292"/>
                  <a:pt x="1027710" y="139992"/>
                </a:cubicBezTo>
                <a:cubicBezTo>
                  <a:pt x="1026234" y="142695"/>
                  <a:pt x="1025495" y="145182"/>
                  <a:pt x="1025495" y="147454"/>
                </a:cubicBezTo>
                <a:cubicBezTo>
                  <a:pt x="1025495" y="150400"/>
                  <a:pt x="1027279" y="152979"/>
                  <a:pt x="1030846" y="155189"/>
                </a:cubicBezTo>
                <a:cubicBezTo>
                  <a:pt x="1036997" y="158995"/>
                  <a:pt x="1045884" y="160897"/>
                  <a:pt x="1057509" y="160897"/>
                </a:cubicBezTo>
                <a:cubicBezTo>
                  <a:pt x="1068580" y="160897"/>
                  <a:pt x="1076745" y="158947"/>
                  <a:pt x="1082003" y="155048"/>
                </a:cubicBezTo>
                <a:cubicBezTo>
                  <a:pt x="1087262" y="151150"/>
                  <a:pt x="1089891" y="146991"/>
                  <a:pt x="1089891" y="142573"/>
                </a:cubicBezTo>
                <a:cubicBezTo>
                  <a:pt x="1089891" y="139380"/>
                  <a:pt x="1088323" y="137108"/>
                  <a:pt x="1085186" y="135757"/>
                </a:cubicBezTo>
                <a:cubicBezTo>
                  <a:pt x="1081988" y="134406"/>
                  <a:pt x="1075653" y="133608"/>
                  <a:pt x="1066181" y="133364"/>
                </a:cubicBezTo>
                <a:cubicBezTo>
                  <a:pt x="1052342" y="132995"/>
                  <a:pt x="1041702" y="132289"/>
                  <a:pt x="1034260" y="131245"/>
                </a:cubicBezTo>
                <a:close/>
                <a:moveTo>
                  <a:pt x="1154933" y="119012"/>
                </a:moveTo>
                <a:cubicBezTo>
                  <a:pt x="1146261" y="125716"/>
                  <a:pt x="1140818" y="129591"/>
                  <a:pt x="1138603" y="130637"/>
                </a:cubicBezTo>
                <a:cubicBezTo>
                  <a:pt x="1135282" y="132236"/>
                  <a:pt x="1131746" y="133036"/>
                  <a:pt x="1127994" y="133036"/>
                </a:cubicBezTo>
                <a:cubicBezTo>
                  <a:pt x="1122151" y="133036"/>
                  <a:pt x="1117338" y="131037"/>
                  <a:pt x="1113555" y="127039"/>
                </a:cubicBezTo>
                <a:cubicBezTo>
                  <a:pt x="1109773" y="123041"/>
                  <a:pt x="1107882" y="117782"/>
                  <a:pt x="1107882" y="111263"/>
                </a:cubicBezTo>
                <a:cubicBezTo>
                  <a:pt x="1107882" y="107142"/>
                  <a:pt x="1108804" y="103575"/>
                  <a:pt x="1110649" y="100561"/>
                </a:cubicBezTo>
                <a:cubicBezTo>
                  <a:pt x="1113171" y="96378"/>
                  <a:pt x="1117553" y="92442"/>
                  <a:pt x="1123796" y="88752"/>
                </a:cubicBezTo>
                <a:cubicBezTo>
                  <a:pt x="1130039" y="85062"/>
                  <a:pt x="1140418" y="80572"/>
                  <a:pt x="1154933" y="75282"/>
                </a:cubicBezTo>
                <a:lnTo>
                  <a:pt x="1154933" y="71961"/>
                </a:lnTo>
                <a:cubicBezTo>
                  <a:pt x="1154933" y="63535"/>
                  <a:pt x="1153595" y="57753"/>
                  <a:pt x="1150920" y="54617"/>
                </a:cubicBezTo>
                <a:cubicBezTo>
                  <a:pt x="1148244" y="51480"/>
                  <a:pt x="1144354" y="49911"/>
                  <a:pt x="1139249" y="49911"/>
                </a:cubicBezTo>
                <a:cubicBezTo>
                  <a:pt x="1135374" y="49911"/>
                  <a:pt x="1132299" y="50953"/>
                  <a:pt x="1130023" y="53037"/>
                </a:cubicBezTo>
                <a:cubicBezTo>
                  <a:pt x="1127686" y="55120"/>
                  <a:pt x="1126518" y="57510"/>
                  <a:pt x="1126518" y="60207"/>
                </a:cubicBezTo>
                <a:lnTo>
                  <a:pt x="1126702" y="65538"/>
                </a:lnTo>
                <a:cubicBezTo>
                  <a:pt x="1126702" y="68355"/>
                  <a:pt x="1125979" y="70530"/>
                  <a:pt x="1124534" y="72062"/>
                </a:cubicBezTo>
                <a:cubicBezTo>
                  <a:pt x="1123089" y="73594"/>
                  <a:pt x="1121197" y="74360"/>
                  <a:pt x="1118860" y="74360"/>
                </a:cubicBezTo>
                <a:cubicBezTo>
                  <a:pt x="1116585" y="74360"/>
                  <a:pt x="1114724" y="73563"/>
                  <a:pt x="1113279" y="71970"/>
                </a:cubicBezTo>
                <a:cubicBezTo>
                  <a:pt x="1111833" y="70374"/>
                  <a:pt x="1111111" y="68197"/>
                  <a:pt x="1111111" y="65437"/>
                </a:cubicBezTo>
                <a:cubicBezTo>
                  <a:pt x="1111111" y="60164"/>
                  <a:pt x="1113817" y="55321"/>
                  <a:pt x="1119229" y="50906"/>
                </a:cubicBezTo>
                <a:cubicBezTo>
                  <a:pt x="1124642" y="46491"/>
                  <a:pt x="1132238" y="44284"/>
                  <a:pt x="1142017" y="44284"/>
                </a:cubicBezTo>
                <a:cubicBezTo>
                  <a:pt x="1149520" y="44284"/>
                  <a:pt x="1155671" y="45543"/>
                  <a:pt x="1160468" y="48060"/>
                </a:cubicBezTo>
                <a:cubicBezTo>
                  <a:pt x="1164097" y="49965"/>
                  <a:pt x="1166773" y="52945"/>
                  <a:pt x="1168495" y="57001"/>
                </a:cubicBezTo>
                <a:cubicBezTo>
                  <a:pt x="1169602" y="59642"/>
                  <a:pt x="1170155" y="65047"/>
                  <a:pt x="1170155" y="73218"/>
                </a:cubicBezTo>
                <a:lnTo>
                  <a:pt x="1170155" y="101876"/>
                </a:lnTo>
                <a:cubicBezTo>
                  <a:pt x="1170155" y="109923"/>
                  <a:pt x="1170309" y="114853"/>
                  <a:pt x="1170617" y="116666"/>
                </a:cubicBezTo>
                <a:cubicBezTo>
                  <a:pt x="1170924" y="118478"/>
                  <a:pt x="1171432" y="119692"/>
                  <a:pt x="1172139" y="120307"/>
                </a:cubicBezTo>
                <a:cubicBezTo>
                  <a:pt x="1172846" y="120920"/>
                  <a:pt x="1173661" y="121227"/>
                  <a:pt x="1174584" y="121227"/>
                </a:cubicBezTo>
                <a:cubicBezTo>
                  <a:pt x="1175568" y="121227"/>
                  <a:pt x="1176429" y="121011"/>
                  <a:pt x="1177167" y="120581"/>
                </a:cubicBezTo>
                <a:cubicBezTo>
                  <a:pt x="1178459" y="119781"/>
                  <a:pt x="1180950" y="117536"/>
                  <a:pt x="1184640" y="113846"/>
                </a:cubicBezTo>
                <a:lnTo>
                  <a:pt x="1184640" y="119012"/>
                </a:lnTo>
                <a:cubicBezTo>
                  <a:pt x="1177751" y="128238"/>
                  <a:pt x="1171170" y="132851"/>
                  <a:pt x="1164897" y="132851"/>
                </a:cubicBezTo>
                <a:cubicBezTo>
                  <a:pt x="1161883" y="132851"/>
                  <a:pt x="1159484" y="131805"/>
                  <a:pt x="1157701" y="129714"/>
                </a:cubicBezTo>
                <a:cubicBezTo>
                  <a:pt x="1155917" y="127623"/>
                  <a:pt x="1154994" y="124056"/>
                  <a:pt x="1154933" y="119012"/>
                </a:cubicBezTo>
                <a:moveTo>
                  <a:pt x="1154933" y="112964"/>
                </a:moveTo>
                <a:lnTo>
                  <a:pt x="1154933" y="80910"/>
                </a:lnTo>
                <a:cubicBezTo>
                  <a:pt x="1145646" y="84583"/>
                  <a:pt x="1139649" y="87185"/>
                  <a:pt x="1136943" y="88717"/>
                </a:cubicBezTo>
                <a:cubicBezTo>
                  <a:pt x="1132084" y="91412"/>
                  <a:pt x="1128609" y="94229"/>
                  <a:pt x="1126518" y="97167"/>
                </a:cubicBezTo>
                <a:cubicBezTo>
                  <a:pt x="1124426" y="100106"/>
                  <a:pt x="1123381" y="103321"/>
                  <a:pt x="1123381" y="106811"/>
                </a:cubicBezTo>
                <a:cubicBezTo>
                  <a:pt x="1123381" y="111220"/>
                  <a:pt x="1124703" y="114879"/>
                  <a:pt x="1127348" y="117787"/>
                </a:cubicBezTo>
                <a:cubicBezTo>
                  <a:pt x="1129993" y="120695"/>
                  <a:pt x="1133037" y="122149"/>
                  <a:pt x="1136481" y="122149"/>
                </a:cubicBezTo>
                <a:cubicBezTo>
                  <a:pt x="1141156" y="122149"/>
                  <a:pt x="1147306" y="119087"/>
                  <a:pt x="1154933" y="112964"/>
                </a:cubicBezTo>
                <a:close/>
                <a:moveTo>
                  <a:pt x="1215104" y="18821"/>
                </a:moveTo>
                <a:lnTo>
                  <a:pt x="1215104" y="46682"/>
                </a:lnTo>
                <a:lnTo>
                  <a:pt x="1234848" y="46682"/>
                </a:lnTo>
                <a:lnTo>
                  <a:pt x="1234848" y="53140"/>
                </a:lnTo>
                <a:lnTo>
                  <a:pt x="1215104" y="53140"/>
                </a:lnTo>
                <a:lnTo>
                  <a:pt x="1215104" y="107866"/>
                </a:lnTo>
                <a:cubicBezTo>
                  <a:pt x="1215104" y="113335"/>
                  <a:pt x="1215889" y="117021"/>
                  <a:pt x="1217457" y="118926"/>
                </a:cubicBezTo>
                <a:cubicBezTo>
                  <a:pt x="1219025" y="120829"/>
                  <a:pt x="1221040" y="121780"/>
                  <a:pt x="1223500" y="121780"/>
                </a:cubicBezTo>
                <a:cubicBezTo>
                  <a:pt x="1225530" y="121780"/>
                  <a:pt x="1227498" y="121150"/>
                  <a:pt x="1229404" y="119889"/>
                </a:cubicBezTo>
                <a:cubicBezTo>
                  <a:pt x="1231311" y="118628"/>
                  <a:pt x="1232787" y="116767"/>
                  <a:pt x="1233833" y="114307"/>
                </a:cubicBezTo>
                <a:lnTo>
                  <a:pt x="1237431" y="114307"/>
                </a:lnTo>
                <a:cubicBezTo>
                  <a:pt x="1235278" y="120352"/>
                  <a:pt x="1232234" y="124924"/>
                  <a:pt x="1228297" y="128022"/>
                </a:cubicBezTo>
                <a:cubicBezTo>
                  <a:pt x="1224361" y="131118"/>
                  <a:pt x="1220302" y="132667"/>
                  <a:pt x="1216119" y="132667"/>
                </a:cubicBezTo>
                <a:cubicBezTo>
                  <a:pt x="1213290" y="132667"/>
                  <a:pt x="1210522" y="131881"/>
                  <a:pt x="1207816" y="130311"/>
                </a:cubicBezTo>
                <a:cubicBezTo>
                  <a:pt x="1205110" y="128741"/>
                  <a:pt x="1203111" y="126494"/>
                  <a:pt x="1201819" y="123570"/>
                </a:cubicBezTo>
                <a:cubicBezTo>
                  <a:pt x="1200528" y="120645"/>
                  <a:pt x="1199882" y="116134"/>
                  <a:pt x="1199882" y="110037"/>
                </a:cubicBezTo>
                <a:lnTo>
                  <a:pt x="1199882" y="53140"/>
                </a:lnTo>
                <a:lnTo>
                  <a:pt x="1186505" y="53140"/>
                </a:lnTo>
                <a:lnTo>
                  <a:pt x="1186505" y="50096"/>
                </a:lnTo>
                <a:cubicBezTo>
                  <a:pt x="1189887" y="48739"/>
                  <a:pt x="1193347" y="46441"/>
                  <a:pt x="1196884" y="43203"/>
                </a:cubicBezTo>
                <a:cubicBezTo>
                  <a:pt x="1200420" y="39964"/>
                  <a:pt x="1203572" y="36124"/>
                  <a:pt x="1206340" y="31682"/>
                </a:cubicBezTo>
                <a:cubicBezTo>
                  <a:pt x="1207755" y="29339"/>
                  <a:pt x="1209723" y="25052"/>
                  <a:pt x="1212244" y="18821"/>
                </a:cubicBezTo>
                <a:lnTo>
                  <a:pt x="1215104" y="18821"/>
                </a:lnTo>
                <a:close/>
                <a:moveTo>
                  <a:pt x="1264360" y="0"/>
                </a:moveTo>
                <a:cubicBezTo>
                  <a:pt x="1266943" y="0"/>
                  <a:pt x="1269142" y="912"/>
                  <a:pt x="1270956" y="2736"/>
                </a:cubicBezTo>
                <a:cubicBezTo>
                  <a:pt x="1272770" y="4558"/>
                  <a:pt x="1273678" y="6767"/>
                  <a:pt x="1273678" y="9364"/>
                </a:cubicBezTo>
                <a:cubicBezTo>
                  <a:pt x="1273678" y="11961"/>
                  <a:pt x="1272770" y="14187"/>
                  <a:pt x="1270956" y="16041"/>
                </a:cubicBezTo>
                <a:cubicBezTo>
                  <a:pt x="1269142" y="17894"/>
                  <a:pt x="1266943" y="18821"/>
                  <a:pt x="1264360" y="18821"/>
                </a:cubicBezTo>
                <a:cubicBezTo>
                  <a:pt x="1261776" y="18821"/>
                  <a:pt x="1259562" y="17894"/>
                  <a:pt x="1257717" y="16041"/>
                </a:cubicBezTo>
                <a:cubicBezTo>
                  <a:pt x="1255872" y="14187"/>
                  <a:pt x="1254949" y="11961"/>
                  <a:pt x="1254949" y="9364"/>
                </a:cubicBezTo>
                <a:cubicBezTo>
                  <a:pt x="1254949" y="6767"/>
                  <a:pt x="1255857" y="4558"/>
                  <a:pt x="1257671" y="2736"/>
                </a:cubicBezTo>
                <a:cubicBezTo>
                  <a:pt x="1259485" y="912"/>
                  <a:pt x="1261715" y="0"/>
                  <a:pt x="1264360" y="0"/>
                </a:cubicBezTo>
                <a:moveTo>
                  <a:pt x="1272017" y="44284"/>
                </a:moveTo>
                <a:lnTo>
                  <a:pt x="1272017" y="112035"/>
                </a:lnTo>
                <a:cubicBezTo>
                  <a:pt x="1272017" y="117313"/>
                  <a:pt x="1272401" y="120827"/>
                  <a:pt x="1273170" y="122576"/>
                </a:cubicBezTo>
                <a:cubicBezTo>
                  <a:pt x="1273939" y="124325"/>
                  <a:pt x="1275077" y="125629"/>
                  <a:pt x="1276584" y="126488"/>
                </a:cubicBezTo>
                <a:cubicBezTo>
                  <a:pt x="1278091" y="127347"/>
                  <a:pt x="1280843" y="127777"/>
                  <a:pt x="1284841" y="127777"/>
                </a:cubicBezTo>
                <a:lnTo>
                  <a:pt x="1284841" y="131190"/>
                </a:lnTo>
                <a:lnTo>
                  <a:pt x="1243786" y="131190"/>
                </a:lnTo>
                <a:lnTo>
                  <a:pt x="1243786" y="127777"/>
                </a:lnTo>
                <a:cubicBezTo>
                  <a:pt x="1247907" y="127777"/>
                  <a:pt x="1250675" y="127378"/>
                  <a:pt x="1252089" y="126580"/>
                </a:cubicBezTo>
                <a:cubicBezTo>
                  <a:pt x="1253504" y="125783"/>
                  <a:pt x="1254626" y="124463"/>
                  <a:pt x="1255457" y="122622"/>
                </a:cubicBezTo>
                <a:cubicBezTo>
                  <a:pt x="1256287" y="120781"/>
                  <a:pt x="1256702" y="117252"/>
                  <a:pt x="1256702" y="112035"/>
                </a:cubicBezTo>
                <a:lnTo>
                  <a:pt x="1256702" y="79541"/>
                </a:lnTo>
                <a:cubicBezTo>
                  <a:pt x="1256702" y="70395"/>
                  <a:pt x="1256425" y="64474"/>
                  <a:pt x="1255872" y="61775"/>
                </a:cubicBezTo>
                <a:cubicBezTo>
                  <a:pt x="1255441" y="59811"/>
                  <a:pt x="1254765" y="58445"/>
                  <a:pt x="1253842" y="57678"/>
                </a:cubicBezTo>
                <a:cubicBezTo>
                  <a:pt x="1252920" y="56911"/>
                  <a:pt x="1251659" y="56528"/>
                  <a:pt x="1250060" y="56528"/>
                </a:cubicBezTo>
                <a:cubicBezTo>
                  <a:pt x="1248338" y="56528"/>
                  <a:pt x="1246246" y="56988"/>
                  <a:pt x="1243786" y="57909"/>
                </a:cubicBezTo>
                <a:lnTo>
                  <a:pt x="1242495" y="54593"/>
                </a:lnTo>
                <a:lnTo>
                  <a:pt x="1267958" y="44284"/>
                </a:lnTo>
                <a:lnTo>
                  <a:pt x="1272017" y="44284"/>
                </a:lnTo>
                <a:close/>
                <a:moveTo>
                  <a:pt x="1336495" y="44284"/>
                </a:moveTo>
                <a:cubicBezTo>
                  <a:pt x="1349288" y="44284"/>
                  <a:pt x="1359559" y="49138"/>
                  <a:pt x="1367309" y="58846"/>
                </a:cubicBezTo>
                <a:cubicBezTo>
                  <a:pt x="1373890" y="67140"/>
                  <a:pt x="1377180" y="76663"/>
                  <a:pt x="1377180" y="87417"/>
                </a:cubicBezTo>
                <a:cubicBezTo>
                  <a:pt x="1377180" y="94974"/>
                  <a:pt x="1375366" y="102624"/>
                  <a:pt x="1371737" y="110366"/>
                </a:cubicBezTo>
                <a:cubicBezTo>
                  <a:pt x="1368108" y="118106"/>
                  <a:pt x="1363111" y="123942"/>
                  <a:pt x="1356745" y="127875"/>
                </a:cubicBezTo>
                <a:cubicBezTo>
                  <a:pt x="1350379" y="131807"/>
                  <a:pt x="1343291" y="133774"/>
                  <a:pt x="1335480" y="133774"/>
                </a:cubicBezTo>
                <a:cubicBezTo>
                  <a:pt x="1322748" y="133774"/>
                  <a:pt x="1312631" y="128704"/>
                  <a:pt x="1305127" y="118566"/>
                </a:cubicBezTo>
                <a:cubicBezTo>
                  <a:pt x="1298792" y="110026"/>
                  <a:pt x="1295625" y="100442"/>
                  <a:pt x="1295625" y="89813"/>
                </a:cubicBezTo>
                <a:cubicBezTo>
                  <a:pt x="1295625" y="82071"/>
                  <a:pt x="1297547" y="74375"/>
                  <a:pt x="1301391" y="66725"/>
                </a:cubicBezTo>
                <a:cubicBezTo>
                  <a:pt x="1305235" y="59076"/>
                  <a:pt x="1310294" y="53423"/>
                  <a:pt x="1316567" y="49767"/>
                </a:cubicBezTo>
                <a:cubicBezTo>
                  <a:pt x="1322841" y="46112"/>
                  <a:pt x="1329483" y="44284"/>
                  <a:pt x="1336495" y="44284"/>
                </a:cubicBezTo>
                <a:moveTo>
                  <a:pt x="1333635" y="50373"/>
                </a:moveTo>
                <a:cubicBezTo>
                  <a:pt x="1330375" y="50373"/>
                  <a:pt x="1327100" y="51340"/>
                  <a:pt x="1323809" y="53276"/>
                </a:cubicBezTo>
                <a:cubicBezTo>
                  <a:pt x="1320519" y="55211"/>
                  <a:pt x="1317859" y="58606"/>
                  <a:pt x="1315829" y="63459"/>
                </a:cubicBezTo>
                <a:cubicBezTo>
                  <a:pt x="1313799" y="68312"/>
                  <a:pt x="1312784" y="74547"/>
                  <a:pt x="1312784" y="82164"/>
                </a:cubicBezTo>
                <a:cubicBezTo>
                  <a:pt x="1312784" y="94450"/>
                  <a:pt x="1315229" y="105047"/>
                  <a:pt x="1320119" y="113956"/>
                </a:cubicBezTo>
                <a:cubicBezTo>
                  <a:pt x="1325009" y="122862"/>
                  <a:pt x="1331451" y="127316"/>
                  <a:pt x="1339447" y="127316"/>
                </a:cubicBezTo>
                <a:cubicBezTo>
                  <a:pt x="1345413" y="127316"/>
                  <a:pt x="1350333" y="124858"/>
                  <a:pt x="1354208" y="119944"/>
                </a:cubicBezTo>
                <a:cubicBezTo>
                  <a:pt x="1358083" y="115029"/>
                  <a:pt x="1360020" y="106583"/>
                  <a:pt x="1360020" y="94604"/>
                </a:cubicBezTo>
                <a:cubicBezTo>
                  <a:pt x="1360020" y="79615"/>
                  <a:pt x="1356791" y="67819"/>
                  <a:pt x="1350333" y="59218"/>
                </a:cubicBezTo>
                <a:cubicBezTo>
                  <a:pt x="1345966" y="53321"/>
                  <a:pt x="1340400" y="50373"/>
                  <a:pt x="1333635" y="50373"/>
                </a:cubicBezTo>
                <a:close/>
                <a:moveTo>
                  <a:pt x="1414268" y="62182"/>
                </a:moveTo>
                <a:cubicBezTo>
                  <a:pt x="1424170" y="50250"/>
                  <a:pt x="1433611" y="44284"/>
                  <a:pt x="1442591" y="44284"/>
                </a:cubicBezTo>
                <a:cubicBezTo>
                  <a:pt x="1447204" y="44284"/>
                  <a:pt x="1451171" y="45435"/>
                  <a:pt x="1454492" y="47738"/>
                </a:cubicBezTo>
                <a:cubicBezTo>
                  <a:pt x="1457813" y="50038"/>
                  <a:pt x="1460458" y="53828"/>
                  <a:pt x="1462426" y="59105"/>
                </a:cubicBezTo>
                <a:cubicBezTo>
                  <a:pt x="1463779" y="62786"/>
                  <a:pt x="1464456" y="68432"/>
                  <a:pt x="1464456" y="76043"/>
                </a:cubicBezTo>
                <a:lnTo>
                  <a:pt x="1464456" y="112035"/>
                </a:lnTo>
                <a:cubicBezTo>
                  <a:pt x="1464456" y="117375"/>
                  <a:pt x="1464887" y="120996"/>
                  <a:pt x="1465748" y="122899"/>
                </a:cubicBezTo>
                <a:cubicBezTo>
                  <a:pt x="1466424" y="124433"/>
                  <a:pt x="1467516" y="125629"/>
                  <a:pt x="1469023" y="126488"/>
                </a:cubicBezTo>
                <a:cubicBezTo>
                  <a:pt x="1470530" y="127347"/>
                  <a:pt x="1473313" y="127777"/>
                  <a:pt x="1477372" y="127777"/>
                </a:cubicBezTo>
                <a:lnTo>
                  <a:pt x="1477372" y="131190"/>
                </a:lnTo>
                <a:lnTo>
                  <a:pt x="1435579" y="131190"/>
                </a:lnTo>
                <a:lnTo>
                  <a:pt x="1435579" y="127777"/>
                </a:lnTo>
                <a:lnTo>
                  <a:pt x="1437332" y="127777"/>
                </a:lnTo>
                <a:cubicBezTo>
                  <a:pt x="1441269" y="127777"/>
                  <a:pt x="1444021" y="127180"/>
                  <a:pt x="1445589" y="125986"/>
                </a:cubicBezTo>
                <a:cubicBezTo>
                  <a:pt x="1447158" y="124793"/>
                  <a:pt x="1448249" y="123034"/>
                  <a:pt x="1448864" y="120710"/>
                </a:cubicBezTo>
                <a:cubicBezTo>
                  <a:pt x="1449110" y="119792"/>
                  <a:pt x="1449233" y="116915"/>
                  <a:pt x="1449233" y="112082"/>
                </a:cubicBezTo>
                <a:lnTo>
                  <a:pt x="1449233" y="77661"/>
                </a:lnTo>
                <a:cubicBezTo>
                  <a:pt x="1449233" y="70013"/>
                  <a:pt x="1448234" y="64460"/>
                  <a:pt x="1446235" y="61002"/>
                </a:cubicBezTo>
                <a:cubicBezTo>
                  <a:pt x="1444236" y="57545"/>
                  <a:pt x="1440869" y="55816"/>
                  <a:pt x="1436133" y="55816"/>
                </a:cubicBezTo>
                <a:cubicBezTo>
                  <a:pt x="1428814" y="55816"/>
                  <a:pt x="1421525" y="59794"/>
                  <a:pt x="1414268" y="67749"/>
                </a:cubicBezTo>
                <a:lnTo>
                  <a:pt x="1414268" y="112082"/>
                </a:lnTo>
                <a:cubicBezTo>
                  <a:pt x="1414268" y="117773"/>
                  <a:pt x="1414606" y="121291"/>
                  <a:pt x="1415283" y="122636"/>
                </a:cubicBezTo>
                <a:cubicBezTo>
                  <a:pt x="1416144" y="124410"/>
                  <a:pt x="1417328" y="125711"/>
                  <a:pt x="1418835" y="126537"/>
                </a:cubicBezTo>
                <a:cubicBezTo>
                  <a:pt x="1420341" y="127364"/>
                  <a:pt x="1423401" y="127777"/>
                  <a:pt x="1428014" y="127777"/>
                </a:cubicBezTo>
                <a:lnTo>
                  <a:pt x="1428014" y="131190"/>
                </a:lnTo>
                <a:lnTo>
                  <a:pt x="1386222" y="131190"/>
                </a:lnTo>
                <a:lnTo>
                  <a:pt x="1386222" y="127777"/>
                </a:lnTo>
                <a:lnTo>
                  <a:pt x="1388067" y="127777"/>
                </a:lnTo>
                <a:cubicBezTo>
                  <a:pt x="1392372" y="127777"/>
                  <a:pt x="1395278" y="126688"/>
                  <a:pt x="1396785" y="124510"/>
                </a:cubicBezTo>
                <a:cubicBezTo>
                  <a:pt x="1398292" y="122331"/>
                  <a:pt x="1399045" y="118172"/>
                  <a:pt x="1399045" y="112035"/>
                </a:cubicBezTo>
                <a:lnTo>
                  <a:pt x="1399045" y="80737"/>
                </a:lnTo>
                <a:cubicBezTo>
                  <a:pt x="1399045" y="70612"/>
                  <a:pt x="1398815" y="64445"/>
                  <a:pt x="1398353" y="62236"/>
                </a:cubicBezTo>
                <a:cubicBezTo>
                  <a:pt x="1397892" y="60026"/>
                  <a:pt x="1397185" y="58522"/>
                  <a:pt x="1396231" y="57724"/>
                </a:cubicBezTo>
                <a:cubicBezTo>
                  <a:pt x="1395278" y="56927"/>
                  <a:pt x="1394002" y="56528"/>
                  <a:pt x="1392403" y="56528"/>
                </a:cubicBezTo>
                <a:cubicBezTo>
                  <a:pt x="1390681" y="56528"/>
                  <a:pt x="1388620" y="56988"/>
                  <a:pt x="1386222" y="57909"/>
                </a:cubicBezTo>
                <a:lnTo>
                  <a:pt x="1384838" y="54593"/>
                </a:lnTo>
                <a:lnTo>
                  <a:pt x="1410301" y="44284"/>
                </a:lnTo>
                <a:lnTo>
                  <a:pt x="1414268" y="44284"/>
                </a:lnTo>
                <a:lnTo>
                  <a:pt x="1414268" y="62182"/>
                </a:lnTo>
                <a:close/>
                <a:moveTo>
                  <a:pt x="1591034" y="121688"/>
                </a:moveTo>
                <a:cubicBezTo>
                  <a:pt x="1586913" y="125993"/>
                  <a:pt x="1582884" y="129084"/>
                  <a:pt x="1578948" y="130960"/>
                </a:cubicBezTo>
                <a:cubicBezTo>
                  <a:pt x="1575011" y="132836"/>
                  <a:pt x="1570768" y="133774"/>
                  <a:pt x="1566216" y="133774"/>
                </a:cubicBezTo>
                <a:cubicBezTo>
                  <a:pt x="1556990" y="133774"/>
                  <a:pt x="1548933" y="129923"/>
                  <a:pt x="1542045" y="122221"/>
                </a:cubicBezTo>
                <a:cubicBezTo>
                  <a:pt x="1535156" y="114518"/>
                  <a:pt x="1531712" y="104619"/>
                  <a:pt x="1531712" y="92526"/>
                </a:cubicBezTo>
                <a:cubicBezTo>
                  <a:pt x="1531712" y="80434"/>
                  <a:pt x="1535525" y="69371"/>
                  <a:pt x="1543152" y="59336"/>
                </a:cubicBezTo>
                <a:cubicBezTo>
                  <a:pt x="1550778" y="49301"/>
                  <a:pt x="1560588" y="44284"/>
                  <a:pt x="1572582" y="44284"/>
                </a:cubicBezTo>
                <a:cubicBezTo>
                  <a:pt x="1580024" y="44284"/>
                  <a:pt x="1586175" y="46652"/>
                  <a:pt x="1591034" y="51388"/>
                </a:cubicBezTo>
                <a:lnTo>
                  <a:pt x="1591034" y="35761"/>
                </a:lnTo>
                <a:cubicBezTo>
                  <a:pt x="1591034" y="26065"/>
                  <a:pt x="1590803" y="20104"/>
                  <a:pt x="1590342" y="17881"/>
                </a:cubicBezTo>
                <a:cubicBezTo>
                  <a:pt x="1589880" y="15657"/>
                  <a:pt x="1589158" y="14144"/>
                  <a:pt x="1588174" y="13343"/>
                </a:cubicBezTo>
                <a:cubicBezTo>
                  <a:pt x="1587189" y="12539"/>
                  <a:pt x="1585959" y="12138"/>
                  <a:pt x="1584483" y="12138"/>
                </a:cubicBezTo>
                <a:cubicBezTo>
                  <a:pt x="1582884" y="12138"/>
                  <a:pt x="1580762" y="12632"/>
                  <a:pt x="1578117" y="13620"/>
                </a:cubicBezTo>
                <a:lnTo>
                  <a:pt x="1576918" y="10376"/>
                </a:lnTo>
                <a:lnTo>
                  <a:pt x="1602104" y="0"/>
                </a:lnTo>
                <a:lnTo>
                  <a:pt x="1606256" y="0"/>
                </a:lnTo>
                <a:lnTo>
                  <a:pt x="1606256" y="97701"/>
                </a:lnTo>
                <a:cubicBezTo>
                  <a:pt x="1606256" y="107603"/>
                  <a:pt x="1606487" y="113646"/>
                  <a:pt x="1606948" y="115829"/>
                </a:cubicBezTo>
                <a:cubicBezTo>
                  <a:pt x="1607409" y="118013"/>
                  <a:pt x="1608147" y="119535"/>
                  <a:pt x="1609162" y="120396"/>
                </a:cubicBezTo>
                <a:cubicBezTo>
                  <a:pt x="1610177" y="121257"/>
                  <a:pt x="1611361" y="121688"/>
                  <a:pt x="1612714" y="121688"/>
                </a:cubicBezTo>
                <a:cubicBezTo>
                  <a:pt x="1614375" y="121688"/>
                  <a:pt x="1616589" y="121165"/>
                  <a:pt x="1619357" y="120119"/>
                </a:cubicBezTo>
                <a:lnTo>
                  <a:pt x="1620371" y="123348"/>
                </a:lnTo>
                <a:lnTo>
                  <a:pt x="1595277" y="133774"/>
                </a:lnTo>
                <a:lnTo>
                  <a:pt x="1591034" y="133774"/>
                </a:lnTo>
                <a:lnTo>
                  <a:pt x="1591034" y="121688"/>
                </a:lnTo>
                <a:moveTo>
                  <a:pt x="1591034" y="115250"/>
                </a:moveTo>
                <a:lnTo>
                  <a:pt x="1591034" y="71814"/>
                </a:lnTo>
                <a:cubicBezTo>
                  <a:pt x="1590664" y="67641"/>
                  <a:pt x="1589557" y="63837"/>
                  <a:pt x="1587712" y="60403"/>
                </a:cubicBezTo>
                <a:cubicBezTo>
                  <a:pt x="1585867" y="56966"/>
                  <a:pt x="1583422" y="54374"/>
                  <a:pt x="1580378" y="52627"/>
                </a:cubicBezTo>
                <a:cubicBezTo>
                  <a:pt x="1577333" y="50878"/>
                  <a:pt x="1574366" y="50004"/>
                  <a:pt x="1571475" y="50004"/>
                </a:cubicBezTo>
                <a:cubicBezTo>
                  <a:pt x="1566062" y="50004"/>
                  <a:pt x="1561234" y="52427"/>
                  <a:pt x="1556990" y="57275"/>
                </a:cubicBezTo>
                <a:cubicBezTo>
                  <a:pt x="1551393" y="63654"/>
                  <a:pt x="1548595" y="72979"/>
                  <a:pt x="1548595" y="85249"/>
                </a:cubicBezTo>
                <a:cubicBezTo>
                  <a:pt x="1548595" y="97642"/>
                  <a:pt x="1551301" y="107137"/>
                  <a:pt x="1556714" y="113734"/>
                </a:cubicBezTo>
                <a:cubicBezTo>
                  <a:pt x="1562126" y="120328"/>
                  <a:pt x="1568154" y="123625"/>
                  <a:pt x="1574796" y="123625"/>
                </a:cubicBezTo>
                <a:cubicBezTo>
                  <a:pt x="1580393" y="123625"/>
                  <a:pt x="1585806" y="120834"/>
                  <a:pt x="1591034" y="115250"/>
                </a:cubicBezTo>
                <a:close/>
                <a:moveTo>
                  <a:pt x="1640023" y="78604"/>
                </a:moveTo>
                <a:cubicBezTo>
                  <a:pt x="1639961" y="91122"/>
                  <a:pt x="1643006" y="100940"/>
                  <a:pt x="1649156" y="108060"/>
                </a:cubicBezTo>
                <a:cubicBezTo>
                  <a:pt x="1655307" y="115177"/>
                  <a:pt x="1662533" y="118736"/>
                  <a:pt x="1670837" y="118736"/>
                </a:cubicBezTo>
                <a:cubicBezTo>
                  <a:pt x="1676372" y="118736"/>
                  <a:pt x="1681185" y="117213"/>
                  <a:pt x="1685275" y="114169"/>
                </a:cubicBezTo>
                <a:cubicBezTo>
                  <a:pt x="1689365" y="111124"/>
                  <a:pt x="1692794" y="105912"/>
                  <a:pt x="1695562" y="98531"/>
                </a:cubicBezTo>
                <a:lnTo>
                  <a:pt x="1698422" y="100376"/>
                </a:lnTo>
                <a:cubicBezTo>
                  <a:pt x="1697130" y="108803"/>
                  <a:pt x="1693378" y="116475"/>
                  <a:pt x="1687166" y="123395"/>
                </a:cubicBezTo>
                <a:cubicBezTo>
                  <a:pt x="1680954" y="130314"/>
                  <a:pt x="1673174" y="133774"/>
                  <a:pt x="1663825" y="133774"/>
                </a:cubicBezTo>
                <a:cubicBezTo>
                  <a:pt x="1653677" y="133774"/>
                  <a:pt x="1644989" y="129831"/>
                  <a:pt x="1637762" y="121944"/>
                </a:cubicBezTo>
                <a:cubicBezTo>
                  <a:pt x="1630535" y="114056"/>
                  <a:pt x="1626922" y="103453"/>
                  <a:pt x="1626922" y="90133"/>
                </a:cubicBezTo>
                <a:cubicBezTo>
                  <a:pt x="1626922" y="75710"/>
                  <a:pt x="1630628" y="64463"/>
                  <a:pt x="1638039" y="56392"/>
                </a:cubicBezTo>
                <a:cubicBezTo>
                  <a:pt x="1645450" y="48320"/>
                  <a:pt x="1654753" y="44284"/>
                  <a:pt x="1665947" y="44284"/>
                </a:cubicBezTo>
                <a:cubicBezTo>
                  <a:pt x="1675419" y="44284"/>
                  <a:pt x="1683199" y="47397"/>
                  <a:pt x="1689288" y="53625"/>
                </a:cubicBezTo>
                <a:cubicBezTo>
                  <a:pt x="1695377" y="59850"/>
                  <a:pt x="1698422" y="68176"/>
                  <a:pt x="1698422" y="78604"/>
                </a:cubicBezTo>
                <a:lnTo>
                  <a:pt x="1640023" y="78604"/>
                </a:lnTo>
                <a:moveTo>
                  <a:pt x="1640023" y="73253"/>
                </a:moveTo>
                <a:lnTo>
                  <a:pt x="1679140" y="73253"/>
                </a:lnTo>
                <a:cubicBezTo>
                  <a:pt x="1678832" y="67840"/>
                  <a:pt x="1678186" y="64027"/>
                  <a:pt x="1677202" y="61813"/>
                </a:cubicBezTo>
                <a:cubicBezTo>
                  <a:pt x="1675665" y="58368"/>
                  <a:pt x="1673374" y="55662"/>
                  <a:pt x="1670329" y="53694"/>
                </a:cubicBezTo>
                <a:cubicBezTo>
                  <a:pt x="1667285" y="51726"/>
                  <a:pt x="1664102" y="50742"/>
                  <a:pt x="1660780" y="50742"/>
                </a:cubicBezTo>
                <a:cubicBezTo>
                  <a:pt x="1655676" y="50742"/>
                  <a:pt x="1651109" y="52725"/>
                  <a:pt x="1647080" y="56692"/>
                </a:cubicBezTo>
                <a:cubicBezTo>
                  <a:pt x="1643052" y="60659"/>
                  <a:pt x="1640699" y="66179"/>
                  <a:pt x="1640023" y="73253"/>
                </a:cubicBezTo>
                <a:close/>
                <a:moveTo>
                  <a:pt x="1733868" y="18821"/>
                </a:moveTo>
                <a:lnTo>
                  <a:pt x="1733868" y="46682"/>
                </a:lnTo>
                <a:lnTo>
                  <a:pt x="1753612" y="46682"/>
                </a:lnTo>
                <a:lnTo>
                  <a:pt x="1753612" y="53140"/>
                </a:lnTo>
                <a:lnTo>
                  <a:pt x="1733868" y="53140"/>
                </a:lnTo>
                <a:lnTo>
                  <a:pt x="1733868" y="107866"/>
                </a:lnTo>
                <a:cubicBezTo>
                  <a:pt x="1733868" y="113335"/>
                  <a:pt x="1734653" y="117021"/>
                  <a:pt x="1736221" y="118926"/>
                </a:cubicBezTo>
                <a:cubicBezTo>
                  <a:pt x="1737789" y="120829"/>
                  <a:pt x="1739804" y="121780"/>
                  <a:pt x="1742264" y="121780"/>
                </a:cubicBezTo>
                <a:cubicBezTo>
                  <a:pt x="1744294" y="121780"/>
                  <a:pt x="1746262" y="121150"/>
                  <a:pt x="1748168" y="119889"/>
                </a:cubicBezTo>
                <a:cubicBezTo>
                  <a:pt x="1750075" y="118628"/>
                  <a:pt x="1751551" y="116767"/>
                  <a:pt x="1752597" y="114307"/>
                </a:cubicBezTo>
                <a:lnTo>
                  <a:pt x="1756195" y="114307"/>
                </a:lnTo>
                <a:cubicBezTo>
                  <a:pt x="1754042" y="120352"/>
                  <a:pt x="1750998" y="124924"/>
                  <a:pt x="1747061" y="128022"/>
                </a:cubicBezTo>
                <a:cubicBezTo>
                  <a:pt x="1743125" y="131118"/>
                  <a:pt x="1739066" y="132667"/>
                  <a:pt x="1734883" y="132667"/>
                </a:cubicBezTo>
                <a:cubicBezTo>
                  <a:pt x="1732054" y="132667"/>
                  <a:pt x="1729286" y="131881"/>
                  <a:pt x="1726580" y="130311"/>
                </a:cubicBezTo>
                <a:cubicBezTo>
                  <a:pt x="1723874" y="128741"/>
                  <a:pt x="1721875" y="126494"/>
                  <a:pt x="1720583" y="123570"/>
                </a:cubicBezTo>
                <a:cubicBezTo>
                  <a:pt x="1719292" y="120645"/>
                  <a:pt x="1718646" y="116134"/>
                  <a:pt x="1718646" y="110037"/>
                </a:cubicBezTo>
                <a:lnTo>
                  <a:pt x="1718646" y="53140"/>
                </a:lnTo>
                <a:lnTo>
                  <a:pt x="1705269" y="53140"/>
                </a:lnTo>
                <a:lnTo>
                  <a:pt x="1705269" y="50096"/>
                </a:lnTo>
                <a:cubicBezTo>
                  <a:pt x="1708651" y="48739"/>
                  <a:pt x="1712111" y="46441"/>
                  <a:pt x="1715648" y="43203"/>
                </a:cubicBezTo>
                <a:cubicBezTo>
                  <a:pt x="1719184" y="39964"/>
                  <a:pt x="1722336" y="36124"/>
                  <a:pt x="1725104" y="31682"/>
                </a:cubicBezTo>
                <a:cubicBezTo>
                  <a:pt x="1726519" y="29339"/>
                  <a:pt x="1728487" y="25052"/>
                  <a:pt x="1731008" y="18821"/>
                </a:cubicBezTo>
                <a:lnTo>
                  <a:pt x="1733868" y="18821"/>
                </a:lnTo>
                <a:close/>
                <a:moveTo>
                  <a:pt x="1809509" y="119012"/>
                </a:moveTo>
                <a:cubicBezTo>
                  <a:pt x="1800837" y="125716"/>
                  <a:pt x="1795394" y="129591"/>
                  <a:pt x="1793180" y="130637"/>
                </a:cubicBezTo>
                <a:cubicBezTo>
                  <a:pt x="1789858" y="132236"/>
                  <a:pt x="1786322" y="133036"/>
                  <a:pt x="1782570" y="133036"/>
                </a:cubicBezTo>
                <a:cubicBezTo>
                  <a:pt x="1776727" y="133036"/>
                  <a:pt x="1771914" y="131037"/>
                  <a:pt x="1768132" y="127039"/>
                </a:cubicBezTo>
                <a:cubicBezTo>
                  <a:pt x="1764349" y="123041"/>
                  <a:pt x="1762458" y="117782"/>
                  <a:pt x="1762458" y="111263"/>
                </a:cubicBezTo>
                <a:cubicBezTo>
                  <a:pt x="1762458" y="107142"/>
                  <a:pt x="1763380" y="103575"/>
                  <a:pt x="1765226" y="100561"/>
                </a:cubicBezTo>
                <a:cubicBezTo>
                  <a:pt x="1767747" y="96378"/>
                  <a:pt x="1772130" y="92442"/>
                  <a:pt x="1778372" y="88752"/>
                </a:cubicBezTo>
                <a:cubicBezTo>
                  <a:pt x="1784615" y="85062"/>
                  <a:pt x="1794994" y="80572"/>
                  <a:pt x="1809509" y="75282"/>
                </a:cubicBezTo>
                <a:lnTo>
                  <a:pt x="1809509" y="71961"/>
                </a:lnTo>
                <a:cubicBezTo>
                  <a:pt x="1809509" y="63535"/>
                  <a:pt x="1808172" y="57753"/>
                  <a:pt x="1805496" y="54617"/>
                </a:cubicBezTo>
                <a:cubicBezTo>
                  <a:pt x="1802821" y="51480"/>
                  <a:pt x="1798930" y="49911"/>
                  <a:pt x="1793826" y="49911"/>
                </a:cubicBezTo>
                <a:cubicBezTo>
                  <a:pt x="1789951" y="49911"/>
                  <a:pt x="1786875" y="50953"/>
                  <a:pt x="1784600" y="53037"/>
                </a:cubicBezTo>
                <a:cubicBezTo>
                  <a:pt x="1782263" y="55120"/>
                  <a:pt x="1781094" y="57510"/>
                  <a:pt x="1781094" y="60207"/>
                </a:cubicBezTo>
                <a:lnTo>
                  <a:pt x="1781278" y="65538"/>
                </a:lnTo>
                <a:cubicBezTo>
                  <a:pt x="1781278" y="68355"/>
                  <a:pt x="1780556" y="70530"/>
                  <a:pt x="1779110" y="72062"/>
                </a:cubicBezTo>
                <a:cubicBezTo>
                  <a:pt x="1777665" y="73594"/>
                  <a:pt x="1775774" y="74360"/>
                  <a:pt x="1773437" y="74360"/>
                </a:cubicBezTo>
                <a:cubicBezTo>
                  <a:pt x="1771161" y="74360"/>
                  <a:pt x="1769300" y="73563"/>
                  <a:pt x="1767855" y="71970"/>
                </a:cubicBezTo>
                <a:cubicBezTo>
                  <a:pt x="1766410" y="70374"/>
                  <a:pt x="1765687" y="68197"/>
                  <a:pt x="1765687" y="65437"/>
                </a:cubicBezTo>
                <a:cubicBezTo>
                  <a:pt x="1765687" y="60164"/>
                  <a:pt x="1768393" y="55321"/>
                  <a:pt x="1773806" y="50906"/>
                </a:cubicBezTo>
                <a:cubicBezTo>
                  <a:pt x="1779218" y="46491"/>
                  <a:pt x="1786814" y="44284"/>
                  <a:pt x="1796593" y="44284"/>
                </a:cubicBezTo>
                <a:cubicBezTo>
                  <a:pt x="1804097" y="44284"/>
                  <a:pt x="1810247" y="45543"/>
                  <a:pt x="1815045" y="48060"/>
                </a:cubicBezTo>
                <a:cubicBezTo>
                  <a:pt x="1818674" y="49965"/>
                  <a:pt x="1821349" y="52945"/>
                  <a:pt x="1823071" y="57001"/>
                </a:cubicBezTo>
                <a:cubicBezTo>
                  <a:pt x="1824178" y="59642"/>
                  <a:pt x="1824732" y="65047"/>
                  <a:pt x="1824732" y="73218"/>
                </a:cubicBezTo>
                <a:lnTo>
                  <a:pt x="1824732" y="101876"/>
                </a:lnTo>
                <a:cubicBezTo>
                  <a:pt x="1824732" y="109923"/>
                  <a:pt x="1824886" y="114853"/>
                  <a:pt x="1825193" y="116666"/>
                </a:cubicBezTo>
                <a:cubicBezTo>
                  <a:pt x="1825501" y="118478"/>
                  <a:pt x="1826008" y="119692"/>
                  <a:pt x="1826715" y="120307"/>
                </a:cubicBezTo>
                <a:cubicBezTo>
                  <a:pt x="1827423" y="120920"/>
                  <a:pt x="1828238" y="121227"/>
                  <a:pt x="1829160" y="121227"/>
                </a:cubicBezTo>
                <a:cubicBezTo>
                  <a:pt x="1830144" y="121227"/>
                  <a:pt x="1831005" y="121011"/>
                  <a:pt x="1831743" y="120581"/>
                </a:cubicBezTo>
                <a:cubicBezTo>
                  <a:pt x="1833035" y="119781"/>
                  <a:pt x="1835526" y="117536"/>
                  <a:pt x="1839216" y="113846"/>
                </a:cubicBezTo>
                <a:lnTo>
                  <a:pt x="1839216" y="119012"/>
                </a:lnTo>
                <a:cubicBezTo>
                  <a:pt x="1832328" y="128238"/>
                  <a:pt x="1825747" y="132851"/>
                  <a:pt x="1819473" y="132851"/>
                </a:cubicBezTo>
                <a:cubicBezTo>
                  <a:pt x="1816459" y="132851"/>
                  <a:pt x="1814061" y="131805"/>
                  <a:pt x="1812277" y="129714"/>
                </a:cubicBezTo>
                <a:cubicBezTo>
                  <a:pt x="1810493" y="127623"/>
                  <a:pt x="1809571" y="124056"/>
                  <a:pt x="1809509" y="119012"/>
                </a:cubicBezTo>
                <a:moveTo>
                  <a:pt x="1809509" y="112964"/>
                </a:moveTo>
                <a:lnTo>
                  <a:pt x="1809509" y="80910"/>
                </a:lnTo>
                <a:cubicBezTo>
                  <a:pt x="1800222" y="84583"/>
                  <a:pt x="1794225" y="87185"/>
                  <a:pt x="1791519" y="88717"/>
                </a:cubicBezTo>
                <a:cubicBezTo>
                  <a:pt x="1786660" y="91412"/>
                  <a:pt x="1783185" y="94229"/>
                  <a:pt x="1781094" y="97167"/>
                </a:cubicBezTo>
                <a:cubicBezTo>
                  <a:pt x="1779003" y="100106"/>
                  <a:pt x="1777957" y="103321"/>
                  <a:pt x="1777957" y="106811"/>
                </a:cubicBezTo>
                <a:cubicBezTo>
                  <a:pt x="1777957" y="111220"/>
                  <a:pt x="1779280" y="114879"/>
                  <a:pt x="1781924" y="117787"/>
                </a:cubicBezTo>
                <a:cubicBezTo>
                  <a:pt x="1784569" y="120695"/>
                  <a:pt x="1787614" y="122149"/>
                  <a:pt x="1791058" y="122149"/>
                </a:cubicBezTo>
                <a:cubicBezTo>
                  <a:pt x="1795732" y="122149"/>
                  <a:pt x="1801883" y="119087"/>
                  <a:pt x="1809509" y="112964"/>
                </a:cubicBezTo>
                <a:close/>
                <a:moveTo>
                  <a:pt x="1866637" y="0"/>
                </a:moveTo>
                <a:cubicBezTo>
                  <a:pt x="1869220" y="0"/>
                  <a:pt x="1871419" y="912"/>
                  <a:pt x="1873233" y="2736"/>
                </a:cubicBezTo>
                <a:cubicBezTo>
                  <a:pt x="1875047" y="4558"/>
                  <a:pt x="1875955" y="6767"/>
                  <a:pt x="1875955" y="9364"/>
                </a:cubicBezTo>
                <a:cubicBezTo>
                  <a:pt x="1875955" y="11961"/>
                  <a:pt x="1875047" y="14187"/>
                  <a:pt x="1873233" y="16041"/>
                </a:cubicBezTo>
                <a:cubicBezTo>
                  <a:pt x="1871419" y="17894"/>
                  <a:pt x="1869220" y="18821"/>
                  <a:pt x="1866637" y="18821"/>
                </a:cubicBezTo>
                <a:cubicBezTo>
                  <a:pt x="1864053" y="18821"/>
                  <a:pt x="1861839" y="17894"/>
                  <a:pt x="1859994" y="16041"/>
                </a:cubicBezTo>
                <a:cubicBezTo>
                  <a:pt x="1858149" y="14187"/>
                  <a:pt x="1857226" y="11961"/>
                  <a:pt x="1857226" y="9364"/>
                </a:cubicBezTo>
                <a:cubicBezTo>
                  <a:pt x="1857226" y="6767"/>
                  <a:pt x="1858134" y="4558"/>
                  <a:pt x="1859948" y="2736"/>
                </a:cubicBezTo>
                <a:cubicBezTo>
                  <a:pt x="1861762" y="912"/>
                  <a:pt x="1863992" y="0"/>
                  <a:pt x="1866637" y="0"/>
                </a:cubicBezTo>
                <a:moveTo>
                  <a:pt x="1874294" y="44284"/>
                </a:moveTo>
                <a:lnTo>
                  <a:pt x="1874294" y="112035"/>
                </a:lnTo>
                <a:cubicBezTo>
                  <a:pt x="1874294" y="117313"/>
                  <a:pt x="1874678" y="120827"/>
                  <a:pt x="1875447" y="122576"/>
                </a:cubicBezTo>
                <a:cubicBezTo>
                  <a:pt x="1876216" y="124325"/>
                  <a:pt x="1877354" y="125629"/>
                  <a:pt x="1878861" y="126488"/>
                </a:cubicBezTo>
                <a:cubicBezTo>
                  <a:pt x="1880368" y="127347"/>
                  <a:pt x="1883120" y="127777"/>
                  <a:pt x="1887118" y="127777"/>
                </a:cubicBezTo>
                <a:lnTo>
                  <a:pt x="1887118" y="131190"/>
                </a:lnTo>
                <a:lnTo>
                  <a:pt x="1846063" y="131190"/>
                </a:lnTo>
                <a:lnTo>
                  <a:pt x="1846063" y="127777"/>
                </a:lnTo>
                <a:cubicBezTo>
                  <a:pt x="1850184" y="127777"/>
                  <a:pt x="1852952" y="127378"/>
                  <a:pt x="1854366" y="126580"/>
                </a:cubicBezTo>
                <a:cubicBezTo>
                  <a:pt x="1855781" y="125783"/>
                  <a:pt x="1856903" y="124463"/>
                  <a:pt x="1857734" y="122622"/>
                </a:cubicBezTo>
                <a:cubicBezTo>
                  <a:pt x="1858564" y="120781"/>
                  <a:pt x="1858979" y="117252"/>
                  <a:pt x="1858979" y="112035"/>
                </a:cubicBezTo>
                <a:lnTo>
                  <a:pt x="1858979" y="79541"/>
                </a:lnTo>
                <a:cubicBezTo>
                  <a:pt x="1858979" y="70395"/>
                  <a:pt x="1858702" y="64474"/>
                  <a:pt x="1858149" y="61775"/>
                </a:cubicBezTo>
                <a:cubicBezTo>
                  <a:pt x="1857718" y="59811"/>
                  <a:pt x="1857042" y="58445"/>
                  <a:pt x="1856119" y="57678"/>
                </a:cubicBezTo>
                <a:cubicBezTo>
                  <a:pt x="1855197" y="56911"/>
                  <a:pt x="1853936" y="56528"/>
                  <a:pt x="1852337" y="56528"/>
                </a:cubicBezTo>
                <a:cubicBezTo>
                  <a:pt x="1850615" y="56528"/>
                  <a:pt x="1848523" y="56988"/>
                  <a:pt x="1846063" y="57909"/>
                </a:cubicBezTo>
                <a:lnTo>
                  <a:pt x="1844772" y="54593"/>
                </a:lnTo>
                <a:lnTo>
                  <a:pt x="1870235" y="44284"/>
                </a:lnTo>
                <a:lnTo>
                  <a:pt x="1874294" y="44284"/>
                </a:lnTo>
                <a:close/>
                <a:moveTo>
                  <a:pt x="1926501" y="0"/>
                </a:moveTo>
                <a:lnTo>
                  <a:pt x="1926501" y="112012"/>
                </a:lnTo>
                <a:cubicBezTo>
                  <a:pt x="1926501" y="117298"/>
                  <a:pt x="1926886" y="120802"/>
                  <a:pt x="1927655" y="122524"/>
                </a:cubicBezTo>
                <a:cubicBezTo>
                  <a:pt x="1928423" y="124244"/>
                  <a:pt x="1929607" y="125550"/>
                  <a:pt x="1931207" y="126442"/>
                </a:cubicBezTo>
                <a:cubicBezTo>
                  <a:pt x="1932806" y="127332"/>
                  <a:pt x="1935789" y="127777"/>
                  <a:pt x="1940156" y="127777"/>
                </a:cubicBezTo>
                <a:lnTo>
                  <a:pt x="1940156" y="131190"/>
                </a:lnTo>
                <a:lnTo>
                  <a:pt x="1898732" y="131190"/>
                </a:lnTo>
                <a:lnTo>
                  <a:pt x="1898732" y="127777"/>
                </a:lnTo>
                <a:cubicBezTo>
                  <a:pt x="1902607" y="127777"/>
                  <a:pt x="1905251" y="127378"/>
                  <a:pt x="1906666" y="126580"/>
                </a:cubicBezTo>
                <a:cubicBezTo>
                  <a:pt x="1908081" y="125781"/>
                  <a:pt x="1909188" y="124459"/>
                  <a:pt x="1909987" y="122616"/>
                </a:cubicBezTo>
                <a:cubicBezTo>
                  <a:pt x="1910787" y="120771"/>
                  <a:pt x="1911187" y="117236"/>
                  <a:pt x="1911187" y="112012"/>
                </a:cubicBezTo>
                <a:lnTo>
                  <a:pt x="1911187" y="35309"/>
                </a:lnTo>
                <a:cubicBezTo>
                  <a:pt x="1911187" y="25783"/>
                  <a:pt x="1910971" y="19930"/>
                  <a:pt x="1910541" y="17748"/>
                </a:cubicBezTo>
                <a:cubicBezTo>
                  <a:pt x="1910110" y="15565"/>
                  <a:pt x="1909418" y="14074"/>
                  <a:pt x="1908465" y="13276"/>
                </a:cubicBezTo>
                <a:cubicBezTo>
                  <a:pt x="1907512" y="12477"/>
                  <a:pt x="1906297" y="12077"/>
                  <a:pt x="1904821" y="12077"/>
                </a:cubicBezTo>
                <a:cubicBezTo>
                  <a:pt x="1903222" y="12077"/>
                  <a:pt x="1901192" y="12569"/>
                  <a:pt x="1898732" y="13553"/>
                </a:cubicBezTo>
                <a:lnTo>
                  <a:pt x="1897164" y="10324"/>
                </a:lnTo>
                <a:lnTo>
                  <a:pt x="1922350" y="0"/>
                </a:lnTo>
                <a:lnTo>
                  <a:pt x="1926501" y="0"/>
                </a:lnTo>
                <a:close/>
                <a:moveTo>
                  <a:pt x="2004356" y="44284"/>
                </a:moveTo>
                <a:lnTo>
                  <a:pt x="2004356" y="72884"/>
                </a:lnTo>
                <a:lnTo>
                  <a:pt x="2001312" y="72884"/>
                </a:lnTo>
                <a:cubicBezTo>
                  <a:pt x="1998975" y="63913"/>
                  <a:pt x="1995976" y="57812"/>
                  <a:pt x="1992317" y="54579"/>
                </a:cubicBezTo>
                <a:cubicBezTo>
                  <a:pt x="1988657" y="51344"/>
                  <a:pt x="1983998" y="49727"/>
                  <a:pt x="1978340" y="49727"/>
                </a:cubicBezTo>
                <a:cubicBezTo>
                  <a:pt x="1974034" y="49727"/>
                  <a:pt x="1970559" y="50864"/>
                  <a:pt x="1967915" y="53138"/>
                </a:cubicBezTo>
                <a:cubicBezTo>
                  <a:pt x="1965270" y="55409"/>
                  <a:pt x="1963948" y="57928"/>
                  <a:pt x="1963948" y="60694"/>
                </a:cubicBezTo>
                <a:cubicBezTo>
                  <a:pt x="1963948" y="64134"/>
                  <a:pt x="1964932" y="67083"/>
                  <a:pt x="1966900" y="69539"/>
                </a:cubicBezTo>
                <a:cubicBezTo>
                  <a:pt x="1968807" y="72059"/>
                  <a:pt x="1972681" y="74732"/>
                  <a:pt x="1978524" y="77557"/>
                </a:cubicBezTo>
                <a:lnTo>
                  <a:pt x="1991994" y="84102"/>
                </a:lnTo>
                <a:cubicBezTo>
                  <a:pt x="2004480" y="90183"/>
                  <a:pt x="2010722" y="98201"/>
                  <a:pt x="2010722" y="108155"/>
                </a:cubicBezTo>
                <a:cubicBezTo>
                  <a:pt x="2010722" y="115833"/>
                  <a:pt x="2007816" y="122023"/>
                  <a:pt x="2002004" y="126725"/>
                </a:cubicBezTo>
                <a:cubicBezTo>
                  <a:pt x="1996192" y="131424"/>
                  <a:pt x="1989688" y="133774"/>
                  <a:pt x="1982491" y="133774"/>
                </a:cubicBezTo>
                <a:cubicBezTo>
                  <a:pt x="1977325" y="133774"/>
                  <a:pt x="1971421" y="132851"/>
                  <a:pt x="1964778" y="131006"/>
                </a:cubicBezTo>
                <a:cubicBezTo>
                  <a:pt x="1962748" y="130391"/>
                  <a:pt x="1961088" y="130083"/>
                  <a:pt x="1959796" y="130083"/>
                </a:cubicBezTo>
                <a:cubicBezTo>
                  <a:pt x="1958381" y="130083"/>
                  <a:pt x="1957274" y="130883"/>
                  <a:pt x="1956475" y="132482"/>
                </a:cubicBezTo>
                <a:lnTo>
                  <a:pt x="1953430" y="132482"/>
                </a:lnTo>
                <a:lnTo>
                  <a:pt x="1953430" y="102221"/>
                </a:lnTo>
                <a:lnTo>
                  <a:pt x="1956475" y="102221"/>
                </a:lnTo>
                <a:cubicBezTo>
                  <a:pt x="1958197" y="110863"/>
                  <a:pt x="1961487" y="117375"/>
                  <a:pt x="1966346" y="121757"/>
                </a:cubicBezTo>
                <a:cubicBezTo>
                  <a:pt x="1971205" y="126139"/>
                  <a:pt x="1976648" y="128330"/>
                  <a:pt x="1982676" y="128330"/>
                </a:cubicBezTo>
                <a:cubicBezTo>
                  <a:pt x="1986920" y="128330"/>
                  <a:pt x="1990379" y="127087"/>
                  <a:pt x="1993055" y="124600"/>
                </a:cubicBezTo>
                <a:cubicBezTo>
                  <a:pt x="1995730" y="122111"/>
                  <a:pt x="1997068" y="119115"/>
                  <a:pt x="1997068" y="115613"/>
                </a:cubicBezTo>
                <a:cubicBezTo>
                  <a:pt x="1997068" y="111373"/>
                  <a:pt x="1995577" y="107810"/>
                  <a:pt x="1992594" y="104923"/>
                </a:cubicBezTo>
                <a:cubicBezTo>
                  <a:pt x="1989611" y="102036"/>
                  <a:pt x="1983660" y="98381"/>
                  <a:pt x="1974742" y="93959"/>
                </a:cubicBezTo>
                <a:cubicBezTo>
                  <a:pt x="1965824" y="89534"/>
                  <a:pt x="1959981" y="85540"/>
                  <a:pt x="1957213" y="81977"/>
                </a:cubicBezTo>
                <a:cubicBezTo>
                  <a:pt x="1954445" y="78475"/>
                  <a:pt x="1953061" y="74051"/>
                  <a:pt x="1953061" y="68706"/>
                </a:cubicBezTo>
                <a:cubicBezTo>
                  <a:pt x="1953061" y="61764"/>
                  <a:pt x="1955445" y="55958"/>
                  <a:pt x="1960211" y="51289"/>
                </a:cubicBezTo>
                <a:cubicBezTo>
                  <a:pt x="1964978" y="46619"/>
                  <a:pt x="1971144" y="44284"/>
                  <a:pt x="1978709" y="44284"/>
                </a:cubicBezTo>
                <a:cubicBezTo>
                  <a:pt x="1982030" y="44284"/>
                  <a:pt x="1986059" y="44991"/>
                  <a:pt x="1990795" y="46406"/>
                </a:cubicBezTo>
                <a:cubicBezTo>
                  <a:pt x="1993931" y="47328"/>
                  <a:pt x="1996023" y="47789"/>
                  <a:pt x="1997068" y="47789"/>
                </a:cubicBezTo>
                <a:cubicBezTo>
                  <a:pt x="1998052" y="47789"/>
                  <a:pt x="1998821" y="47574"/>
                  <a:pt x="1999375" y="47144"/>
                </a:cubicBezTo>
                <a:cubicBezTo>
                  <a:pt x="1999928" y="46713"/>
                  <a:pt x="2000574" y="45760"/>
                  <a:pt x="2001312" y="44284"/>
                </a:cubicBezTo>
                <a:lnTo>
                  <a:pt x="2004356" y="44284"/>
                </a:lnTo>
                <a:close/>
                <a:moveTo>
                  <a:pt x="2103390" y="53140"/>
                </a:moveTo>
                <a:lnTo>
                  <a:pt x="2103390" y="108749"/>
                </a:lnTo>
                <a:cubicBezTo>
                  <a:pt x="2103390" y="116631"/>
                  <a:pt x="2104251" y="121619"/>
                  <a:pt x="2105973" y="123712"/>
                </a:cubicBezTo>
                <a:cubicBezTo>
                  <a:pt x="2108249" y="126422"/>
                  <a:pt x="2111293" y="127777"/>
                  <a:pt x="2115107" y="127777"/>
                </a:cubicBezTo>
                <a:lnTo>
                  <a:pt x="2122764" y="127777"/>
                </a:lnTo>
                <a:lnTo>
                  <a:pt x="2122764" y="131190"/>
                </a:lnTo>
                <a:lnTo>
                  <a:pt x="2072299" y="131190"/>
                </a:lnTo>
                <a:lnTo>
                  <a:pt x="2072299" y="127777"/>
                </a:lnTo>
                <a:lnTo>
                  <a:pt x="2076082" y="127777"/>
                </a:lnTo>
                <a:cubicBezTo>
                  <a:pt x="2078542" y="127777"/>
                  <a:pt x="2080787" y="127161"/>
                  <a:pt x="2082816" y="125929"/>
                </a:cubicBezTo>
                <a:cubicBezTo>
                  <a:pt x="2084846" y="124697"/>
                  <a:pt x="2086245" y="123034"/>
                  <a:pt x="2087014" y="120941"/>
                </a:cubicBezTo>
                <a:cubicBezTo>
                  <a:pt x="2087783" y="118848"/>
                  <a:pt x="2088167" y="114784"/>
                  <a:pt x="2088167" y="108749"/>
                </a:cubicBezTo>
                <a:lnTo>
                  <a:pt x="2088167" y="53140"/>
                </a:lnTo>
                <a:lnTo>
                  <a:pt x="2071745" y="53140"/>
                </a:lnTo>
                <a:lnTo>
                  <a:pt x="2071745" y="46682"/>
                </a:lnTo>
                <a:lnTo>
                  <a:pt x="2088167" y="46682"/>
                </a:lnTo>
                <a:lnTo>
                  <a:pt x="2088167" y="41124"/>
                </a:lnTo>
                <a:cubicBezTo>
                  <a:pt x="2088167" y="32665"/>
                  <a:pt x="2089520" y="25503"/>
                  <a:pt x="2092227" y="19636"/>
                </a:cubicBezTo>
                <a:cubicBezTo>
                  <a:pt x="2094933" y="13770"/>
                  <a:pt x="2099069" y="9032"/>
                  <a:pt x="2104635" y="5420"/>
                </a:cubicBezTo>
                <a:cubicBezTo>
                  <a:pt x="2110202" y="1807"/>
                  <a:pt x="2116460" y="0"/>
                  <a:pt x="2123410" y="0"/>
                </a:cubicBezTo>
                <a:cubicBezTo>
                  <a:pt x="2129868" y="0"/>
                  <a:pt x="2135803" y="2091"/>
                  <a:pt x="2141215" y="6274"/>
                </a:cubicBezTo>
                <a:cubicBezTo>
                  <a:pt x="2144783" y="9041"/>
                  <a:pt x="2146566" y="12147"/>
                  <a:pt x="2146566" y="15592"/>
                </a:cubicBezTo>
                <a:cubicBezTo>
                  <a:pt x="2146566" y="17437"/>
                  <a:pt x="2145767" y="19174"/>
                  <a:pt x="2144168" y="20804"/>
                </a:cubicBezTo>
                <a:cubicBezTo>
                  <a:pt x="2142569" y="22434"/>
                  <a:pt x="2140846" y="23249"/>
                  <a:pt x="2139001" y="23249"/>
                </a:cubicBezTo>
                <a:cubicBezTo>
                  <a:pt x="2137587" y="23249"/>
                  <a:pt x="2136095" y="22736"/>
                  <a:pt x="2134527" y="21709"/>
                </a:cubicBezTo>
                <a:cubicBezTo>
                  <a:pt x="2132958" y="20683"/>
                  <a:pt x="2131036" y="18476"/>
                  <a:pt x="2128761" y="15087"/>
                </a:cubicBezTo>
                <a:cubicBezTo>
                  <a:pt x="2126485" y="11698"/>
                  <a:pt x="2124394" y="9413"/>
                  <a:pt x="2122487" y="8231"/>
                </a:cubicBezTo>
                <a:cubicBezTo>
                  <a:pt x="2120581" y="7049"/>
                  <a:pt x="2118459" y="6458"/>
                  <a:pt x="2116121" y="6458"/>
                </a:cubicBezTo>
                <a:cubicBezTo>
                  <a:pt x="2113292" y="6458"/>
                  <a:pt x="2110893" y="7219"/>
                  <a:pt x="2108925" y="8741"/>
                </a:cubicBezTo>
                <a:cubicBezTo>
                  <a:pt x="2106957" y="10262"/>
                  <a:pt x="2105543" y="12620"/>
                  <a:pt x="2104681" y="15816"/>
                </a:cubicBezTo>
                <a:cubicBezTo>
                  <a:pt x="2103820" y="19013"/>
                  <a:pt x="2103390" y="27253"/>
                  <a:pt x="2103390" y="40536"/>
                </a:cubicBezTo>
                <a:lnTo>
                  <a:pt x="2103390" y="46682"/>
                </a:lnTo>
                <a:lnTo>
                  <a:pt x="2125163" y="46682"/>
                </a:lnTo>
                <a:lnTo>
                  <a:pt x="2125163" y="53140"/>
                </a:lnTo>
                <a:lnTo>
                  <a:pt x="2103390" y="531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oronesample.">
            <a:extLst xmlns:a="http://schemas.openxmlformats.org/drawingml/2006/main">
              <a:ext uri="{FF2B5EF4-FFF2-40B4-BE49-F238E27FC236}">
                <a16:creationId xmlns:a16="http://schemas.microsoft.com/office/drawing/2014/main" id="{490064E4-0BCB-4585-B5FE-49B92596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620" y="3385441"/>
            <a:ext cx="1086107" cy="171599"/>
          </a:xfrm>
          <a:custGeom xmlns:a="http://schemas.openxmlformats.org/drawingml/2006/main">
            <a:pathLst>
              <a:path w="1086107" h="171599">
                <a:moveTo>
                  <a:pt x="40870" y="44284"/>
                </a:moveTo>
                <a:cubicBezTo>
                  <a:pt x="53663" y="44284"/>
                  <a:pt x="63935" y="49138"/>
                  <a:pt x="71684" y="58846"/>
                </a:cubicBezTo>
                <a:cubicBezTo>
                  <a:pt x="78265" y="67140"/>
                  <a:pt x="81556" y="76663"/>
                  <a:pt x="81556" y="87417"/>
                </a:cubicBezTo>
                <a:cubicBezTo>
                  <a:pt x="81556" y="94974"/>
                  <a:pt x="79741" y="102624"/>
                  <a:pt x="76113" y="110366"/>
                </a:cubicBezTo>
                <a:cubicBezTo>
                  <a:pt x="72484" y="118106"/>
                  <a:pt x="67486" y="123942"/>
                  <a:pt x="61121" y="127875"/>
                </a:cubicBezTo>
                <a:cubicBezTo>
                  <a:pt x="54755" y="131807"/>
                  <a:pt x="47666" y="133774"/>
                  <a:pt x="39855" y="133774"/>
                </a:cubicBezTo>
                <a:cubicBezTo>
                  <a:pt x="27124" y="133774"/>
                  <a:pt x="17006" y="128704"/>
                  <a:pt x="9503" y="118566"/>
                </a:cubicBezTo>
                <a:cubicBezTo>
                  <a:pt x="3168" y="110026"/>
                  <a:pt x="0" y="100442"/>
                  <a:pt x="0" y="89813"/>
                </a:cubicBezTo>
                <a:cubicBezTo>
                  <a:pt x="0" y="82071"/>
                  <a:pt x="1922" y="74375"/>
                  <a:pt x="5766" y="66725"/>
                </a:cubicBezTo>
                <a:cubicBezTo>
                  <a:pt x="9610" y="59076"/>
                  <a:pt x="14669" y="53423"/>
                  <a:pt x="20942" y="49767"/>
                </a:cubicBezTo>
                <a:cubicBezTo>
                  <a:pt x="27216" y="46112"/>
                  <a:pt x="33859" y="44284"/>
                  <a:pt x="40870" y="44284"/>
                </a:cubicBezTo>
                <a:moveTo>
                  <a:pt x="38010" y="50373"/>
                </a:moveTo>
                <a:cubicBezTo>
                  <a:pt x="34750" y="50373"/>
                  <a:pt x="31475" y="51340"/>
                  <a:pt x="28185" y="53276"/>
                </a:cubicBezTo>
                <a:cubicBezTo>
                  <a:pt x="24894" y="55211"/>
                  <a:pt x="22234" y="58606"/>
                  <a:pt x="20204" y="63459"/>
                </a:cubicBezTo>
                <a:cubicBezTo>
                  <a:pt x="18175" y="68312"/>
                  <a:pt x="17160" y="74547"/>
                  <a:pt x="17160" y="82164"/>
                </a:cubicBezTo>
                <a:cubicBezTo>
                  <a:pt x="17160" y="94450"/>
                  <a:pt x="19605" y="105047"/>
                  <a:pt x="24494" y="113956"/>
                </a:cubicBezTo>
                <a:cubicBezTo>
                  <a:pt x="29384" y="122862"/>
                  <a:pt x="35827" y="127316"/>
                  <a:pt x="43822" y="127316"/>
                </a:cubicBezTo>
                <a:cubicBezTo>
                  <a:pt x="49788" y="127316"/>
                  <a:pt x="54709" y="124858"/>
                  <a:pt x="58584" y="119944"/>
                </a:cubicBezTo>
                <a:cubicBezTo>
                  <a:pt x="62458" y="115029"/>
                  <a:pt x="64396" y="106583"/>
                  <a:pt x="64396" y="94604"/>
                </a:cubicBezTo>
                <a:cubicBezTo>
                  <a:pt x="64396" y="79615"/>
                  <a:pt x="61167" y="67819"/>
                  <a:pt x="54709" y="59218"/>
                </a:cubicBezTo>
                <a:cubicBezTo>
                  <a:pt x="50342" y="53321"/>
                  <a:pt x="44776" y="50373"/>
                  <a:pt x="38010" y="50373"/>
                </a:cubicBezTo>
                <a:close/>
                <a:moveTo>
                  <a:pt x="118736" y="44284"/>
                </a:moveTo>
                <a:lnTo>
                  <a:pt x="118736" y="63289"/>
                </a:lnTo>
                <a:cubicBezTo>
                  <a:pt x="125809" y="50619"/>
                  <a:pt x="133066" y="44284"/>
                  <a:pt x="140508" y="44284"/>
                </a:cubicBezTo>
                <a:cubicBezTo>
                  <a:pt x="143891" y="44284"/>
                  <a:pt x="146690" y="45314"/>
                  <a:pt x="148904" y="47374"/>
                </a:cubicBezTo>
                <a:cubicBezTo>
                  <a:pt x="151118" y="49435"/>
                  <a:pt x="152225" y="51818"/>
                  <a:pt x="152225" y="54524"/>
                </a:cubicBezTo>
                <a:cubicBezTo>
                  <a:pt x="152225" y="56923"/>
                  <a:pt x="151426" y="58953"/>
                  <a:pt x="149826" y="60613"/>
                </a:cubicBezTo>
                <a:cubicBezTo>
                  <a:pt x="148227" y="62274"/>
                  <a:pt x="146321" y="63104"/>
                  <a:pt x="144106" y="63104"/>
                </a:cubicBezTo>
                <a:cubicBezTo>
                  <a:pt x="141954" y="63104"/>
                  <a:pt x="139540" y="62043"/>
                  <a:pt x="136864" y="59921"/>
                </a:cubicBezTo>
                <a:cubicBezTo>
                  <a:pt x="134189" y="57799"/>
                  <a:pt x="132205" y="56738"/>
                  <a:pt x="130914" y="56738"/>
                </a:cubicBezTo>
                <a:cubicBezTo>
                  <a:pt x="129806" y="56738"/>
                  <a:pt x="128607" y="57352"/>
                  <a:pt x="127316" y="58578"/>
                </a:cubicBezTo>
                <a:cubicBezTo>
                  <a:pt x="124548" y="61094"/>
                  <a:pt x="121688" y="65235"/>
                  <a:pt x="118736" y="71001"/>
                </a:cubicBezTo>
                <a:lnTo>
                  <a:pt x="118736" y="111398"/>
                </a:lnTo>
                <a:cubicBezTo>
                  <a:pt x="118736" y="116059"/>
                  <a:pt x="119320" y="119586"/>
                  <a:pt x="120488" y="121979"/>
                </a:cubicBezTo>
                <a:cubicBezTo>
                  <a:pt x="121288" y="123636"/>
                  <a:pt x="122703" y="125017"/>
                  <a:pt x="124732" y="126122"/>
                </a:cubicBezTo>
                <a:cubicBezTo>
                  <a:pt x="126762" y="127225"/>
                  <a:pt x="129683" y="127777"/>
                  <a:pt x="133497" y="127777"/>
                </a:cubicBezTo>
                <a:lnTo>
                  <a:pt x="133497" y="131190"/>
                </a:lnTo>
                <a:lnTo>
                  <a:pt x="90228" y="131190"/>
                </a:lnTo>
                <a:lnTo>
                  <a:pt x="90228" y="127777"/>
                </a:lnTo>
                <a:cubicBezTo>
                  <a:pt x="94533" y="127777"/>
                  <a:pt x="97732" y="127102"/>
                  <a:pt x="99823" y="125753"/>
                </a:cubicBezTo>
                <a:cubicBezTo>
                  <a:pt x="101360" y="124771"/>
                  <a:pt x="102437" y="123205"/>
                  <a:pt x="103052" y="121056"/>
                </a:cubicBezTo>
                <a:cubicBezTo>
                  <a:pt x="103359" y="120013"/>
                  <a:pt x="103513" y="117037"/>
                  <a:pt x="103513" y="112128"/>
                </a:cubicBezTo>
                <a:lnTo>
                  <a:pt x="103513" y="79448"/>
                </a:lnTo>
                <a:cubicBezTo>
                  <a:pt x="103513" y="69629"/>
                  <a:pt x="103313" y="63784"/>
                  <a:pt x="102913" y="61914"/>
                </a:cubicBezTo>
                <a:cubicBezTo>
                  <a:pt x="102514" y="60041"/>
                  <a:pt x="101776" y="58676"/>
                  <a:pt x="100699" y="57817"/>
                </a:cubicBezTo>
                <a:cubicBezTo>
                  <a:pt x="99623" y="56958"/>
                  <a:pt x="98285" y="56528"/>
                  <a:pt x="96686" y="56528"/>
                </a:cubicBezTo>
                <a:cubicBezTo>
                  <a:pt x="94779" y="56528"/>
                  <a:pt x="92627" y="56988"/>
                  <a:pt x="90228" y="57909"/>
                </a:cubicBezTo>
                <a:lnTo>
                  <a:pt x="89305" y="54593"/>
                </a:lnTo>
                <a:lnTo>
                  <a:pt x="114861" y="44284"/>
                </a:lnTo>
                <a:lnTo>
                  <a:pt x="118736" y="44284"/>
                </a:lnTo>
                <a:close/>
                <a:moveTo>
                  <a:pt x="245836" y="44284"/>
                </a:moveTo>
                <a:cubicBezTo>
                  <a:pt x="258629" y="44284"/>
                  <a:pt x="268900" y="49138"/>
                  <a:pt x="276650" y="58846"/>
                </a:cubicBezTo>
                <a:cubicBezTo>
                  <a:pt x="283231" y="67140"/>
                  <a:pt x="286522" y="76663"/>
                  <a:pt x="286522" y="87417"/>
                </a:cubicBezTo>
                <a:cubicBezTo>
                  <a:pt x="286522" y="94974"/>
                  <a:pt x="284707" y="102624"/>
                  <a:pt x="281078" y="110366"/>
                </a:cubicBezTo>
                <a:cubicBezTo>
                  <a:pt x="277450" y="118106"/>
                  <a:pt x="272452" y="123942"/>
                  <a:pt x="266087" y="127875"/>
                </a:cubicBezTo>
                <a:cubicBezTo>
                  <a:pt x="259721" y="131807"/>
                  <a:pt x="252632" y="133774"/>
                  <a:pt x="244821" y="133774"/>
                </a:cubicBezTo>
                <a:cubicBezTo>
                  <a:pt x="232090" y="133774"/>
                  <a:pt x="221972" y="128704"/>
                  <a:pt x="214468" y="118566"/>
                </a:cubicBezTo>
                <a:cubicBezTo>
                  <a:pt x="208133" y="110026"/>
                  <a:pt x="204966" y="100442"/>
                  <a:pt x="204966" y="89813"/>
                </a:cubicBezTo>
                <a:cubicBezTo>
                  <a:pt x="204966" y="82071"/>
                  <a:pt x="206888" y="74375"/>
                  <a:pt x="210732" y="66725"/>
                </a:cubicBezTo>
                <a:cubicBezTo>
                  <a:pt x="214576" y="59076"/>
                  <a:pt x="219635" y="53423"/>
                  <a:pt x="225908" y="49767"/>
                </a:cubicBezTo>
                <a:cubicBezTo>
                  <a:pt x="232182" y="46112"/>
                  <a:pt x="238824" y="44284"/>
                  <a:pt x="245836" y="44284"/>
                </a:cubicBezTo>
                <a:moveTo>
                  <a:pt x="242976" y="50373"/>
                </a:moveTo>
                <a:cubicBezTo>
                  <a:pt x="239716" y="50373"/>
                  <a:pt x="236441" y="51340"/>
                  <a:pt x="233151" y="53276"/>
                </a:cubicBezTo>
                <a:cubicBezTo>
                  <a:pt x="229860" y="55211"/>
                  <a:pt x="227200" y="58606"/>
                  <a:pt x="225170" y="63459"/>
                </a:cubicBezTo>
                <a:cubicBezTo>
                  <a:pt x="223141" y="68312"/>
                  <a:pt x="222126" y="74547"/>
                  <a:pt x="222126" y="82164"/>
                </a:cubicBezTo>
                <a:cubicBezTo>
                  <a:pt x="222126" y="94450"/>
                  <a:pt x="224571" y="105047"/>
                  <a:pt x="229460" y="113956"/>
                </a:cubicBezTo>
                <a:cubicBezTo>
                  <a:pt x="234350" y="122862"/>
                  <a:pt x="240793" y="127316"/>
                  <a:pt x="248788" y="127316"/>
                </a:cubicBezTo>
                <a:cubicBezTo>
                  <a:pt x="254754" y="127316"/>
                  <a:pt x="259675" y="124858"/>
                  <a:pt x="263550" y="119944"/>
                </a:cubicBezTo>
                <a:cubicBezTo>
                  <a:pt x="267424" y="115029"/>
                  <a:pt x="269362" y="106583"/>
                  <a:pt x="269362" y="94604"/>
                </a:cubicBezTo>
                <a:cubicBezTo>
                  <a:pt x="269362" y="79615"/>
                  <a:pt x="266133" y="67819"/>
                  <a:pt x="259675" y="59218"/>
                </a:cubicBezTo>
                <a:cubicBezTo>
                  <a:pt x="255308" y="53321"/>
                  <a:pt x="249742" y="50373"/>
                  <a:pt x="242976" y="50373"/>
                </a:cubicBezTo>
                <a:close/>
                <a:moveTo>
                  <a:pt x="323610" y="62182"/>
                </a:moveTo>
                <a:cubicBezTo>
                  <a:pt x="333512" y="50250"/>
                  <a:pt x="342953" y="44284"/>
                  <a:pt x="351933" y="44284"/>
                </a:cubicBezTo>
                <a:cubicBezTo>
                  <a:pt x="356545" y="44284"/>
                  <a:pt x="360513" y="45435"/>
                  <a:pt x="363834" y="47738"/>
                </a:cubicBezTo>
                <a:cubicBezTo>
                  <a:pt x="367155" y="50038"/>
                  <a:pt x="369800" y="53828"/>
                  <a:pt x="371768" y="59105"/>
                </a:cubicBezTo>
                <a:cubicBezTo>
                  <a:pt x="373121" y="62786"/>
                  <a:pt x="373798" y="68432"/>
                  <a:pt x="373798" y="76043"/>
                </a:cubicBezTo>
                <a:lnTo>
                  <a:pt x="373798" y="112035"/>
                </a:lnTo>
                <a:cubicBezTo>
                  <a:pt x="373798" y="117375"/>
                  <a:pt x="374228" y="120996"/>
                  <a:pt x="375089" y="122899"/>
                </a:cubicBezTo>
                <a:cubicBezTo>
                  <a:pt x="375766" y="124433"/>
                  <a:pt x="376858" y="125629"/>
                  <a:pt x="378364" y="126488"/>
                </a:cubicBezTo>
                <a:cubicBezTo>
                  <a:pt x="379871" y="127347"/>
                  <a:pt x="382654" y="127777"/>
                  <a:pt x="386714" y="127777"/>
                </a:cubicBezTo>
                <a:lnTo>
                  <a:pt x="386714" y="131190"/>
                </a:lnTo>
                <a:lnTo>
                  <a:pt x="344921" y="131190"/>
                </a:lnTo>
                <a:lnTo>
                  <a:pt x="344921" y="127777"/>
                </a:lnTo>
                <a:lnTo>
                  <a:pt x="346674" y="127777"/>
                </a:lnTo>
                <a:cubicBezTo>
                  <a:pt x="350610" y="127777"/>
                  <a:pt x="353363" y="127180"/>
                  <a:pt x="354931" y="125986"/>
                </a:cubicBezTo>
                <a:cubicBezTo>
                  <a:pt x="356499" y="124793"/>
                  <a:pt x="357591" y="123034"/>
                  <a:pt x="358206" y="120710"/>
                </a:cubicBezTo>
                <a:cubicBezTo>
                  <a:pt x="358452" y="119792"/>
                  <a:pt x="358575" y="116915"/>
                  <a:pt x="358575" y="112082"/>
                </a:cubicBezTo>
                <a:lnTo>
                  <a:pt x="358575" y="77661"/>
                </a:lnTo>
                <a:cubicBezTo>
                  <a:pt x="358575" y="70013"/>
                  <a:pt x="357576" y="64460"/>
                  <a:pt x="355577" y="61002"/>
                </a:cubicBezTo>
                <a:cubicBezTo>
                  <a:pt x="353578" y="57545"/>
                  <a:pt x="350210" y="55816"/>
                  <a:pt x="345475" y="55816"/>
                </a:cubicBezTo>
                <a:cubicBezTo>
                  <a:pt x="338155" y="55816"/>
                  <a:pt x="330867" y="59794"/>
                  <a:pt x="323610" y="67749"/>
                </a:cubicBezTo>
                <a:lnTo>
                  <a:pt x="323610" y="112082"/>
                </a:lnTo>
                <a:cubicBezTo>
                  <a:pt x="323610" y="117773"/>
                  <a:pt x="323948" y="121291"/>
                  <a:pt x="324624" y="122636"/>
                </a:cubicBezTo>
                <a:cubicBezTo>
                  <a:pt x="325485" y="124410"/>
                  <a:pt x="326669" y="125711"/>
                  <a:pt x="328176" y="126537"/>
                </a:cubicBezTo>
                <a:cubicBezTo>
                  <a:pt x="329683" y="127364"/>
                  <a:pt x="332743" y="127777"/>
                  <a:pt x="337356" y="127777"/>
                </a:cubicBezTo>
                <a:lnTo>
                  <a:pt x="337356" y="131190"/>
                </a:lnTo>
                <a:lnTo>
                  <a:pt x="295563" y="131190"/>
                </a:lnTo>
                <a:lnTo>
                  <a:pt x="295563" y="127777"/>
                </a:lnTo>
                <a:lnTo>
                  <a:pt x="297408" y="127777"/>
                </a:lnTo>
                <a:cubicBezTo>
                  <a:pt x="301714" y="127777"/>
                  <a:pt x="304620" y="126688"/>
                  <a:pt x="306127" y="124510"/>
                </a:cubicBezTo>
                <a:cubicBezTo>
                  <a:pt x="307634" y="122331"/>
                  <a:pt x="308387" y="118172"/>
                  <a:pt x="308387" y="112035"/>
                </a:cubicBezTo>
                <a:lnTo>
                  <a:pt x="308387" y="80737"/>
                </a:lnTo>
                <a:cubicBezTo>
                  <a:pt x="308387" y="70612"/>
                  <a:pt x="308156" y="64445"/>
                  <a:pt x="307695" y="62236"/>
                </a:cubicBezTo>
                <a:cubicBezTo>
                  <a:pt x="307234" y="60026"/>
                  <a:pt x="306526" y="58522"/>
                  <a:pt x="305573" y="57724"/>
                </a:cubicBezTo>
                <a:cubicBezTo>
                  <a:pt x="304620" y="56927"/>
                  <a:pt x="303344" y="56528"/>
                  <a:pt x="301744" y="56528"/>
                </a:cubicBezTo>
                <a:cubicBezTo>
                  <a:pt x="300022" y="56528"/>
                  <a:pt x="297962" y="56988"/>
                  <a:pt x="295563" y="57909"/>
                </a:cubicBezTo>
                <a:lnTo>
                  <a:pt x="294179" y="54593"/>
                </a:lnTo>
                <a:lnTo>
                  <a:pt x="319642" y="44284"/>
                </a:lnTo>
                <a:lnTo>
                  <a:pt x="323610" y="44284"/>
                </a:lnTo>
                <a:lnTo>
                  <a:pt x="323610" y="62182"/>
                </a:lnTo>
                <a:close/>
                <a:moveTo>
                  <a:pt x="407656" y="78604"/>
                </a:moveTo>
                <a:cubicBezTo>
                  <a:pt x="407594" y="91122"/>
                  <a:pt x="410639" y="100940"/>
                  <a:pt x="416789" y="108060"/>
                </a:cubicBezTo>
                <a:cubicBezTo>
                  <a:pt x="422940" y="115177"/>
                  <a:pt x="430167" y="118736"/>
                  <a:pt x="438470" y="118736"/>
                </a:cubicBezTo>
                <a:cubicBezTo>
                  <a:pt x="444005" y="118736"/>
                  <a:pt x="448818" y="117213"/>
                  <a:pt x="452908" y="114169"/>
                </a:cubicBezTo>
                <a:cubicBezTo>
                  <a:pt x="456998" y="111124"/>
                  <a:pt x="460427" y="105912"/>
                  <a:pt x="463195" y="98531"/>
                </a:cubicBezTo>
                <a:lnTo>
                  <a:pt x="466055" y="100376"/>
                </a:lnTo>
                <a:cubicBezTo>
                  <a:pt x="464763" y="108803"/>
                  <a:pt x="461012" y="116475"/>
                  <a:pt x="454800" y="123395"/>
                </a:cubicBezTo>
                <a:cubicBezTo>
                  <a:pt x="448588" y="130314"/>
                  <a:pt x="440807" y="133774"/>
                  <a:pt x="431458" y="133774"/>
                </a:cubicBezTo>
                <a:cubicBezTo>
                  <a:pt x="421310" y="133774"/>
                  <a:pt x="412622" y="129831"/>
                  <a:pt x="405396" y="121944"/>
                </a:cubicBezTo>
                <a:cubicBezTo>
                  <a:pt x="398169" y="114056"/>
                  <a:pt x="394555" y="103453"/>
                  <a:pt x="394555" y="90133"/>
                </a:cubicBezTo>
                <a:cubicBezTo>
                  <a:pt x="394555" y="75710"/>
                  <a:pt x="398261" y="64463"/>
                  <a:pt x="405672" y="56392"/>
                </a:cubicBezTo>
                <a:cubicBezTo>
                  <a:pt x="413084" y="48320"/>
                  <a:pt x="422386" y="44284"/>
                  <a:pt x="433580" y="44284"/>
                </a:cubicBezTo>
                <a:cubicBezTo>
                  <a:pt x="443052" y="44284"/>
                  <a:pt x="450832" y="47397"/>
                  <a:pt x="456921" y="53625"/>
                </a:cubicBezTo>
                <a:cubicBezTo>
                  <a:pt x="463010" y="59850"/>
                  <a:pt x="466055" y="68176"/>
                  <a:pt x="466055" y="78604"/>
                </a:cubicBezTo>
                <a:lnTo>
                  <a:pt x="407656" y="78604"/>
                </a:lnTo>
                <a:moveTo>
                  <a:pt x="407656" y="73253"/>
                </a:moveTo>
                <a:lnTo>
                  <a:pt x="446773" y="73253"/>
                </a:lnTo>
                <a:cubicBezTo>
                  <a:pt x="446466" y="67840"/>
                  <a:pt x="445820" y="64027"/>
                  <a:pt x="444836" y="61813"/>
                </a:cubicBezTo>
                <a:cubicBezTo>
                  <a:pt x="443298" y="58368"/>
                  <a:pt x="441007" y="55662"/>
                  <a:pt x="437963" y="53694"/>
                </a:cubicBezTo>
                <a:cubicBezTo>
                  <a:pt x="434918" y="51726"/>
                  <a:pt x="431735" y="50742"/>
                  <a:pt x="428414" y="50742"/>
                </a:cubicBezTo>
                <a:cubicBezTo>
                  <a:pt x="423309" y="50742"/>
                  <a:pt x="418742" y="52725"/>
                  <a:pt x="414714" y="56692"/>
                </a:cubicBezTo>
                <a:cubicBezTo>
                  <a:pt x="410685" y="60659"/>
                  <a:pt x="408332" y="66179"/>
                  <a:pt x="407656" y="73253"/>
                </a:cubicBezTo>
                <a:close/>
                <a:moveTo>
                  <a:pt x="578814" y="44284"/>
                </a:moveTo>
                <a:lnTo>
                  <a:pt x="578814" y="72884"/>
                </a:lnTo>
                <a:lnTo>
                  <a:pt x="575769" y="72884"/>
                </a:lnTo>
                <a:cubicBezTo>
                  <a:pt x="573432" y="63913"/>
                  <a:pt x="570434" y="57812"/>
                  <a:pt x="566774" y="54579"/>
                </a:cubicBezTo>
                <a:cubicBezTo>
                  <a:pt x="563115" y="51344"/>
                  <a:pt x="558456" y="49727"/>
                  <a:pt x="552797" y="49727"/>
                </a:cubicBezTo>
                <a:cubicBezTo>
                  <a:pt x="548492" y="49727"/>
                  <a:pt x="545017" y="50864"/>
                  <a:pt x="542372" y="53138"/>
                </a:cubicBezTo>
                <a:cubicBezTo>
                  <a:pt x="539727" y="55409"/>
                  <a:pt x="538405" y="57928"/>
                  <a:pt x="538405" y="60694"/>
                </a:cubicBezTo>
                <a:cubicBezTo>
                  <a:pt x="538405" y="64134"/>
                  <a:pt x="539389" y="67083"/>
                  <a:pt x="541357" y="69539"/>
                </a:cubicBezTo>
                <a:cubicBezTo>
                  <a:pt x="543264" y="72059"/>
                  <a:pt x="547139" y="74732"/>
                  <a:pt x="552982" y="77557"/>
                </a:cubicBezTo>
                <a:lnTo>
                  <a:pt x="566451" y="84102"/>
                </a:lnTo>
                <a:cubicBezTo>
                  <a:pt x="578937" y="90183"/>
                  <a:pt x="585180" y="98201"/>
                  <a:pt x="585180" y="108155"/>
                </a:cubicBezTo>
                <a:cubicBezTo>
                  <a:pt x="585180" y="115833"/>
                  <a:pt x="582274" y="122023"/>
                  <a:pt x="576461" y="126725"/>
                </a:cubicBezTo>
                <a:cubicBezTo>
                  <a:pt x="570649" y="131424"/>
                  <a:pt x="564145" y="133774"/>
                  <a:pt x="556949" y="133774"/>
                </a:cubicBezTo>
                <a:cubicBezTo>
                  <a:pt x="551782" y="133774"/>
                  <a:pt x="545878" y="132851"/>
                  <a:pt x="539235" y="131006"/>
                </a:cubicBezTo>
                <a:cubicBezTo>
                  <a:pt x="537206" y="130391"/>
                  <a:pt x="535545" y="130083"/>
                  <a:pt x="534254" y="130083"/>
                </a:cubicBezTo>
                <a:cubicBezTo>
                  <a:pt x="532839" y="130083"/>
                  <a:pt x="531732" y="130883"/>
                  <a:pt x="530932" y="132482"/>
                </a:cubicBezTo>
                <a:lnTo>
                  <a:pt x="527888" y="132482"/>
                </a:lnTo>
                <a:lnTo>
                  <a:pt x="527888" y="102221"/>
                </a:lnTo>
                <a:lnTo>
                  <a:pt x="530932" y="102221"/>
                </a:lnTo>
                <a:cubicBezTo>
                  <a:pt x="532654" y="110863"/>
                  <a:pt x="535945" y="117375"/>
                  <a:pt x="540804" y="121757"/>
                </a:cubicBezTo>
                <a:cubicBezTo>
                  <a:pt x="545663" y="126139"/>
                  <a:pt x="551106" y="128330"/>
                  <a:pt x="557133" y="128330"/>
                </a:cubicBezTo>
                <a:cubicBezTo>
                  <a:pt x="561377" y="128330"/>
                  <a:pt x="564837" y="127087"/>
                  <a:pt x="567512" y="124600"/>
                </a:cubicBezTo>
                <a:cubicBezTo>
                  <a:pt x="570188" y="122111"/>
                  <a:pt x="571526" y="119115"/>
                  <a:pt x="571526" y="115613"/>
                </a:cubicBezTo>
                <a:cubicBezTo>
                  <a:pt x="571526" y="111373"/>
                  <a:pt x="570034" y="107810"/>
                  <a:pt x="567051" y="104923"/>
                </a:cubicBezTo>
                <a:cubicBezTo>
                  <a:pt x="564068" y="102036"/>
                  <a:pt x="558117" y="98381"/>
                  <a:pt x="549199" y="93959"/>
                </a:cubicBezTo>
                <a:cubicBezTo>
                  <a:pt x="540281" y="89534"/>
                  <a:pt x="534438" y="85540"/>
                  <a:pt x="531670" y="81977"/>
                </a:cubicBezTo>
                <a:cubicBezTo>
                  <a:pt x="528903" y="78475"/>
                  <a:pt x="527519" y="74051"/>
                  <a:pt x="527519" y="68706"/>
                </a:cubicBezTo>
                <a:cubicBezTo>
                  <a:pt x="527519" y="61764"/>
                  <a:pt x="529902" y="55958"/>
                  <a:pt x="534669" y="51289"/>
                </a:cubicBezTo>
                <a:cubicBezTo>
                  <a:pt x="539435" y="46619"/>
                  <a:pt x="545601" y="44284"/>
                  <a:pt x="553166" y="44284"/>
                </a:cubicBezTo>
                <a:cubicBezTo>
                  <a:pt x="556488" y="44284"/>
                  <a:pt x="560516" y="44991"/>
                  <a:pt x="565252" y="46406"/>
                </a:cubicBezTo>
                <a:cubicBezTo>
                  <a:pt x="568389" y="47328"/>
                  <a:pt x="570480" y="47789"/>
                  <a:pt x="571526" y="47789"/>
                </a:cubicBezTo>
                <a:cubicBezTo>
                  <a:pt x="572510" y="47789"/>
                  <a:pt x="573278" y="47574"/>
                  <a:pt x="573832" y="47144"/>
                </a:cubicBezTo>
                <a:cubicBezTo>
                  <a:pt x="574386" y="46713"/>
                  <a:pt x="575031" y="45760"/>
                  <a:pt x="575769" y="44284"/>
                </a:cubicBezTo>
                <a:lnTo>
                  <a:pt x="578814" y="44284"/>
                </a:lnTo>
                <a:close/>
                <a:moveTo>
                  <a:pt x="645465" y="119012"/>
                </a:moveTo>
                <a:cubicBezTo>
                  <a:pt x="636793" y="125716"/>
                  <a:pt x="631349" y="129591"/>
                  <a:pt x="629135" y="130637"/>
                </a:cubicBezTo>
                <a:cubicBezTo>
                  <a:pt x="625814" y="132236"/>
                  <a:pt x="622277" y="133036"/>
                  <a:pt x="618526" y="133036"/>
                </a:cubicBezTo>
                <a:cubicBezTo>
                  <a:pt x="612683" y="133036"/>
                  <a:pt x="607870" y="131037"/>
                  <a:pt x="604087" y="127039"/>
                </a:cubicBezTo>
                <a:cubicBezTo>
                  <a:pt x="600305" y="123041"/>
                  <a:pt x="598413" y="117782"/>
                  <a:pt x="598413" y="111263"/>
                </a:cubicBezTo>
                <a:cubicBezTo>
                  <a:pt x="598413" y="107142"/>
                  <a:pt x="599336" y="103575"/>
                  <a:pt x="601181" y="100561"/>
                </a:cubicBezTo>
                <a:cubicBezTo>
                  <a:pt x="603703" y="96378"/>
                  <a:pt x="608085" y="92442"/>
                  <a:pt x="614328" y="88752"/>
                </a:cubicBezTo>
                <a:cubicBezTo>
                  <a:pt x="620571" y="85062"/>
                  <a:pt x="630950" y="80572"/>
                  <a:pt x="645465" y="75282"/>
                </a:cubicBezTo>
                <a:lnTo>
                  <a:pt x="645465" y="71961"/>
                </a:lnTo>
                <a:cubicBezTo>
                  <a:pt x="645465" y="63535"/>
                  <a:pt x="644127" y="57753"/>
                  <a:pt x="641452" y="54617"/>
                </a:cubicBezTo>
                <a:cubicBezTo>
                  <a:pt x="638776" y="51480"/>
                  <a:pt x="634886" y="49911"/>
                  <a:pt x="629781" y="49911"/>
                </a:cubicBezTo>
                <a:cubicBezTo>
                  <a:pt x="625906" y="49911"/>
                  <a:pt x="622831" y="50953"/>
                  <a:pt x="620555" y="53037"/>
                </a:cubicBezTo>
                <a:cubicBezTo>
                  <a:pt x="618218" y="55120"/>
                  <a:pt x="617050" y="57510"/>
                  <a:pt x="617050" y="60207"/>
                </a:cubicBezTo>
                <a:lnTo>
                  <a:pt x="617234" y="65538"/>
                </a:lnTo>
                <a:cubicBezTo>
                  <a:pt x="617234" y="68355"/>
                  <a:pt x="616511" y="70530"/>
                  <a:pt x="615066" y="72062"/>
                </a:cubicBezTo>
                <a:cubicBezTo>
                  <a:pt x="613621" y="73594"/>
                  <a:pt x="611729" y="74360"/>
                  <a:pt x="609392" y="74360"/>
                </a:cubicBezTo>
                <a:cubicBezTo>
                  <a:pt x="607116" y="74360"/>
                  <a:pt x="605256" y="73563"/>
                  <a:pt x="603811" y="71970"/>
                </a:cubicBezTo>
                <a:cubicBezTo>
                  <a:pt x="602365" y="70374"/>
                  <a:pt x="601643" y="68197"/>
                  <a:pt x="601643" y="65437"/>
                </a:cubicBezTo>
                <a:cubicBezTo>
                  <a:pt x="601643" y="60164"/>
                  <a:pt x="604349" y="55321"/>
                  <a:pt x="609761" y="50906"/>
                </a:cubicBezTo>
                <a:cubicBezTo>
                  <a:pt x="615174" y="46491"/>
                  <a:pt x="622770" y="44284"/>
                  <a:pt x="632549" y="44284"/>
                </a:cubicBezTo>
                <a:cubicBezTo>
                  <a:pt x="640052" y="44284"/>
                  <a:pt x="646203" y="45543"/>
                  <a:pt x="651000" y="48060"/>
                </a:cubicBezTo>
                <a:cubicBezTo>
                  <a:pt x="654629" y="49965"/>
                  <a:pt x="657305" y="52945"/>
                  <a:pt x="659027" y="57001"/>
                </a:cubicBezTo>
                <a:cubicBezTo>
                  <a:pt x="660134" y="59642"/>
                  <a:pt x="660687" y="65047"/>
                  <a:pt x="660687" y="73218"/>
                </a:cubicBezTo>
                <a:lnTo>
                  <a:pt x="660687" y="101876"/>
                </a:lnTo>
                <a:cubicBezTo>
                  <a:pt x="660687" y="109923"/>
                  <a:pt x="660841" y="114853"/>
                  <a:pt x="661149" y="116666"/>
                </a:cubicBezTo>
                <a:cubicBezTo>
                  <a:pt x="661456" y="118478"/>
                  <a:pt x="661964" y="119692"/>
                  <a:pt x="662671" y="120307"/>
                </a:cubicBezTo>
                <a:cubicBezTo>
                  <a:pt x="663378" y="120920"/>
                  <a:pt x="664193" y="121227"/>
                  <a:pt x="665116" y="121227"/>
                </a:cubicBezTo>
                <a:cubicBezTo>
                  <a:pt x="666100" y="121227"/>
                  <a:pt x="666961" y="121011"/>
                  <a:pt x="667699" y="120581"/>
                </a:cubicBezTo>
                <a:cubicBezTo>
                  <a:pt x="668991" y="119781"/>
                  <a:pt x="671482" y="117536"/>
                  <a:pt x="675172" y="113846"/>
                </a:cubicBezTo>
                <a:lnTo>
                  <a:pt x="675172" y="119012"/>
                </a:lnTo>
                <a:cubicBezTo>
                  <a:pt x="668283" y="128238"/>
                  <a:pt x="661702" y="132851"/>
                  <a:pt x="655429" y="132851"/>
                </a:cubicBezTo>
                <a:cubicBezTo>
                  <a:pt x="652415" y="132851"/>
                  <a:pt x="650016" y="131805"/>
                  <a:pt x="648233" y="129714"/>
                </a:cubicBezTo>
                <a:cubicBezTo>
                  <a:pt x="646449" y="127623"/>
                  <a:pt x="645526" y="124056"/>
                  <a:pt x="645465" y="119012"/>
                </a:cubicBezTo>
                <a:moveTo>
                  <a:pt x="645465" y="112964"/>
                </a:moveTo>
                <a:lnTo>
                  <a:pt x="645465" y="80910"/>
                </a:lnTo>
                <a:cubicBezTo>
                  <a:pt x="636178" y="84583"/>
                  <a:pt x="630181" y="87185"/>
                  <a:pt x="627475" y="88717"/>
                </a:cubicBezTo>
                <a:cubicBezTo>
                  <a:pt x="622616" y="91412"/>
                  <a:pt x="619141" y="94229"/>
                  <a:pt x="617050" y="97167"/>
                </a:cubicBezTo>
                <a:cubicBezTo>
                  <a:pt x="614958" y="100106"/>
                  <a:pt x="613913" y="103321"/>
                  <a:pt x="613913" y="106811"/>
                </a:cubicBezTo>
                <a:cubicBezTo>
                  <a:pt x="613913" y="111220"/>
                  <a:pt x="615235" y="114879"/>
                  <a:pt x="617880" y="117787"/>
                </a:cubicBezTo>
                <a:cubicBezTo>
                  <a:pt x="620525" y="120695"/>
                  <a:pt x="623569" y="122149"/>
                  <a:pt x="627013" y="122149"/>
                </a:cubicBezTo>
                <a:cubicBezTo>
                  <a:pt x="631688" y="122149"/>
                  <a:pt x="637838" y="119087"/>
                  <a:pt x="645465" y="112964"/>
                </a:cubicBezTo>
                <a:close/>
                <a:moveTo>
                  <a:pt x="706191" y="62274"/>
                </a:moveTo>
                <a:cubicBezTo>
                  <a:pt x="712341" y="56123"/>
                  <a:pt x="715970" y="52587"/>
                  <a:pt x="717077" y="51664"/>
                </a:cubicBezTo>
                <a:cubicBezTo>
                  <a:pt x="719845" y="49327"/>
                  <a:pt x="722828" y="47513"/>
                  <a:pt x="726026" y="46221"/>
                </a:cubicBezTo>
                <a:cubicBezTo>
                  <a:pt x="729224" y="44929"/>
                  <a:pt x="732392" y="44284"/>
                  <a:pt x="735528" y="44284"/>
                </a:cubicBezTo>
                <a:cubicBezTo>
                  <a:pt x="740818" y="44284"/>
                  <a:pt x="745369" y="45821"/>
                  <a:pt x="749183" y="48897"/>
                </a:cubicBezTo>
                <a:cubicBezTo>
                  <a:pt x="752996" y="51972"/>
                  <a:pt x="755548" y="56431"/>
                  <a:pt x="756840" y="62274"/>
                </a:cubicBezTo>
                <a:cubicBezTo>
                  <a:pt x="763175" y="54893"/>
                  <a:pt x="768526" y="50050"/>
                  <a:pt x="772893" y="47743"/>
                </a:cubicBezTo>
                <a:cubicBezTo>
                  <a:pt x="777260" y="45437"/>
                  <a:pt x="781750" y="44284"/>
                  <a:pt x="786362" y="44284"/>
                </a:cubicBezTo>
                <a:cubicBezTo>
                  <a:pt x="790852" y="44284"/>
                  <a:pt x="794835" y="45435"/>
                  <a:pt x="798310" y="47738"/>
                </a:cubicBezTo>
                <a:cubicBezTo>
                  <a:pt x="801785" y="50038"/>
                  <a:pt x="804537" y="53797"/>
                  <a:pt x="806567" y="59013"/>
                </a:cubicBezTo>
                <a:cubicBezTo>
                  <a:pt x="807920" y="62573"/>
                  <a:pt x="808597" y="68157"/>
                  <a:pt x="808597" y="75767"/>
                </a:cubicBezTo>
                <a:lnTo>
                  <a:pt x="808597" y="112035"/>
                </a:lnTo>
                <a:cubicBezTo>
                  <a:pt x="808597" y="117313"/>
                  <a:pt x="808996" y="120934"/>
                  <a:pt x="809796" y="122899"/>
                </a:cubicBezTo>
                <a:cubicBezTo>
                  <a:pt x="810411" y="124248"/>
                  <a:pt x="811549" y="125398"/>
                  <a:pt x="813209" y="126350"/>
                </a:cubicBezTo>
                <a:cubicBezTo>
                  <a:pt x="814870" y="127301"/>
                  <a:pt x="817576" y="127777"/>
                  <a:pt x="821328" y="127777"/>
                </a:cubicBezTo>
                <a:lnTo>
                  <a:pt x="821328" y="131190"/>
                </a:lnTo>
                <a:lnTo>
                  <a:pt x="779628" y="131190"/>
                </a:lnTo>
                <a:lnTo>
                  <a:pt x="779628" y="127777"/>
                </a:lnTo>
                <a:lnTo>
                  <a:pt x="781381" y="127777"/>
                </a:lnTo>
                <a:cubicBezTo>
                  <a:pt x="785009" y="127777"/>
                  <a:pt x="787839" y="127073"/>
                  <a:pt x="789868" y="125666"/>
                </a:cubicBezTo>
                <a:cubicBezTo>
                  <a:pt x="791283" y="124686"/>
                  <a:pt x="792298" y="123126"/>
                  <a:pt x="792913" y="120984"/>
                </a:cubicBezTo>
                <a:cubicBezTo>
                  <a:pt x="793159" y="119945"/>
                  <a:pt x="793282" y="116977"/>
                  <a:pt x="793282" y="112082"/>
                </a:cubicBezTo>
                <a:lnTo>
                  <a:pt x="793282" y="75917"/>
                </a:lnTo>
                <a:cubicBezTo>
                  <a:pt x="793282" y="69063"/>
                  <a:pt x="792451" y="64229"/>
                  <a:pt x="790791" y="61415"/>
                </a:cubicBezTo>
                <a:cubicBezTo>
                  <a:pt x="788392" y="57498"/>
                  <a:pt x="784548" y="55539"/>
                  <a:pt x="779259" y="55539"/>
                </a:cubicBezTo>
                <a:cubicBezTo>
                  <a:pt x="775999" y="55539"/>
                  <a:pt x="772724" y="56350"/>
                  <a:pt x="769433" y="57972"/>
                </a:cubicBezTo>
                <a:cubicBezTo>
                  <a:pt x="766143" y="59593"/>
                  <a:pt x="762160" y="62606"/>
                  <a:pt x="757486" y="67014"/>
                </a:cubicBezTo>
                <a:lnTo>
                  <a:pt x="757301" y="68023"/>
                </a:lnTo>
                <a:lnTo>
                  <a:pt x="757486" y="71970"/>
                </a:lnTo>
                <a:lnTo>
                  <a:pt x="757486" y="112082"/>
                </a:lnTo>
                <a:cubicBezTo>
                  <a:pt x="757486" y="117834"/>
                  <a:pt x="757809" y="121414"/>
                  <a:pt x="758455" y="122821"/>
                </a:cubicBezTo>
                <a:cubicBezTo>
                  <a:pt x="759100" y="124228"/>
                  <a:pt x="760315" y="125406"/>
                  <a:pt x="762099" y="126356"/>
                </a:cubicBezTo>
                <a:cubicBezTo>
                  <a:pt x="763882" y="127303"/>
                  <a:pt x="766927" y="127777"/>
                  <a:pt x="771232" y="127777"/>
                </a:cubicBezTo>
                <a:lnTo>
                  <a:pt x="771232" y="131190"/>
                </a:lnTo>
                <a:lnTo>
                  <a:pt x="728517" y="131190"/>
                </a:lnTo>
                <a:lnTo>
                  <a:pt x="728517" y="127777"/>
                </a:lnTo>
                <a:cubicBezTo>
                  <a:pt x="733191" y="127777"/>
                  <a:pt x="736405" y="127226"/>
                  <a:pt x="738158" y="126125"/>
                </a:cubicBezTo>
                <a:cubicBezTo>
                  <a:pt x="739911" y="125024"/>
                  <a:pt x="741125" y="123372"/>
                  <a:pt x="741802" y="121169"/>
                </a:cubicBezTo>
                <a:cubicBezTo>
                  <a:pt x="742110" y="120127"/>
                  <a:pt x="742263" y="117098"/>
                  <a:pt x="742263" y="112082"/>
                </a:cubicBezTo>
                <a:lnTo>
                  <a:pt x="742263" y="75917"/>
                </a:lnTo>
                <a:cubicBezTo>
                  <a:pt x="742263" y="69063"/>
                  <a:pt x="741248" y="64136"/>
                  <a:pt x="739219" y="61138"/>
                </a:cubicBezTo>
                <a:cubicBezTo>
                  <a:pt x="736513" y="57221"/>
                  <a:pt x="732730" y="55262"/>
                  <a:pt x="727871" y="55262"/>
                </a:cubicBezTo>
                <a:cubicBezTo>
                  <a:pt x="724550" y="55262"/>
                  <a:pt x="721259" y="56149"/>
                  <a:pt x="718000" y="57923"/>
                </a:cubicBezTo>
                <a:cubicBezTo>
                  <a:pt x="712895" y="60616"/>
                  <a:pt x="708958" y="63645"/>
                  <a:pt x="706191" y="67011"/>
                </a:cubicBezTo>
                <a:lnTo>
                  <a:pt x="706191" y="112082"/>
                </a:lnTo>
                <a:cubicBezTo>
                  <a:pt x="706191" y="117588"/>
                  <a:pt x="706575" y="121168"/>
                  <a:pt x="707344" y="122821"/>
                </a:cubicBezTo>
                <a:cubicBezTo>
                  <a:pt x="708113" y="124472"/>
                  <a:pt x="709250" y="125711"/>
                  <a:pt x="710757" y="126537"/>
                </a:cubicBezTo>
                <a:cubicBezTo>
                  <a:pt x="712264" y="127364"/>
                  <a:pt x="715324" y="127777"/>
                  <a:pt x="719937" y="127777"/>
                </a:cubicBezTo>
                <a:lnTo>
                  <a:pt x="719937" y="131190"/>
                </a:lnTo>
                <a:lnTo>
                  <a:pt x="678144" y="131190"/>
                </a:lnTo>
                <a:lnTo>
                  <a:pt x="678144" y="127777"/>
                </a:lnTo>
                <a:cubicBezTo>
                  <a:pt x="682019" y="127777"/>
                  <a:pt x="684725" y="127363"/>
                  <a:pt x="686263" y="126534"/>
                </a:cubicBezTo>
                <a:cubicBezTo>
                  <a:pt x="687801" y="125706"/>
                  <a:pt x="688969" y="124386"/>
                  <a:pt x="689769" y="122576"/>
                </a:cubicBezTo>
                <a:cubicBezTo>
                  <a:pt x="690568" y="120765"/>
                  <a:pt x="690968" y="117252"/>
                  <a:pt x="690968" y="112035"/>
                </a:cubicBezTo>
                <a:lnTo>
                  <a:pt x="690968" y="79817"/>
                </a:lnTo>
                <a:cubicBezTo>
                  <a:pt x="690968" y="70549"/>
                  <a:pt x="690691" y="64566"/>
                  <a:pt x="690138" y="61867"/>
                </a:cubicBezTo>
                <a:cubicBezTo>
                  <a:pt x="689707" y="59842"/>
                  <a:pt x="689031" y="58445"/>
                  <a:pt x="688108" y="57678"/>
                </a:cubicBezTo>
                <a:cubicBezTo>
                  <a:pt x="687185" y="56911"/>
                  <a:pt x="685925" y="56528"/>
                  <a:pt x="684325" y="56528"/>
                </a:cubicBezTo>
                <a:cubicBezTo>
                  <a:pt x="682603" y="56528"/>
                  <a:pt x="680543" y="56988"/>
                  <a:pt x="678144" y="57909"/>
                </a:cubicBezTo>
                <a:lnTo>
                  <a:pt x="676760" y="54593"/>
                </a:lnTo>
                <a:lnTo>
                  <a:pt x="702223" y="44284"/>
                </a:lnTo>
                <a:lnTo>
                  <a:pt x="706191" y="44284"/>
                </a:lnTo>
                <a:lnTo>
                  <a:pt x="706191" y="62274"/>
                </a:lnTo>
                <a:close/>
                <a:moveTo>
                  <a:pt x="821779" y="54994"/>
                </a:moveTo>
                <a:lnTo>
                  <a:pt x="847796" y="44468"/>
                </a:lnTo>
                <a:lnTo>
                  <a:pt x="851301" y="44468"/>
                </a:lnTo>
                <a:lnTo>
                  <a:pt x="851301" y="64211"/>
                </a:lnTo>
                <a:cubicBezTo>
                  <a:pt x="855668" y="56769"/>
                  <a:pt x="860050" y="51587"/>
                  <a:pt x="864448" y="48666"/>
                </a:cubicBezTo>
                <a:cubicBezTo>
                  <a:pt x="868846" y="45744"/>
                  <a:pt x="873474" y="44284"/>
                  <a:pt x="878333" y="44284"/>
                </a:cubicBezTo>
                <a:cubicBezTo>
                  <a:pt x="886821" y="44284"/>
                  <a:pt x="893894" y="47601"/>
                  <a:pt x="899552" y="54236"/>
                </a:cubicBezTo>
                <a:cubicBezTo>
                  <a:pt x="906502" y="62347"/>
                  <a:pt x="909977" y="72915"/>
                  <a:pt x="909977" y="85941"/>
                </a:cubicBezTo>
                <a:cubicBezTo>
                  <a:pt x="909977" y="100502"/>
                  <a:pt x="905795" y="112545"/>
                  <a:pt x="897430" y="122068"/>
                </a:cubicBezTo>
                <a:cubicBezTo>
                  <a:pt x="890542" y="129872"/>
                  <a:pt x="881869" y="133774"/>
                  <a:pt x="871414" y="133774"/>
                </a:cubicBezTo>
                <a:cubicBezTo>
                  <a:pt x="866862" y="133774"/>
                  <a:pt x="862926" y="133128"/>
                  <a:pt x="859605" y="131836"/>
                </a:cubicBezTo>
                <a:cubicBezTo>
                  <a:pt x="857144" y="130914"/>
                  <a:pt x="854377" y="129068"/>
                  <a:pt x="851301" y="126301"/>
                </a:cubicBezTo>
                <a:lnTo>
                  <a:pt x="851301" y="152041"/>
                </a:lnTo>
                <a:cubicBezTo>
                  <a:pt x="851301" y="157822"/>
                  <a:pt x="851655" y="161497"/>
                  <a:pt x="852362" y="163065"/>
                </a:cubicBezTo>
                <a:cubicBezTo>
                  <a:pt x="853070" y="164634"/>
                  <a:pt x="854300" y="165879"/>
                  <a:pt x="856053" y="166802"/>
                </a:cubicBezTo>
                <a:cubicBezTo>
                  <a:pt x="857806" y="167724"/>
                  <a:pt x="860988" y="168186"/>
                  <a:pt x="865601" y="168186"/>
                </a:cubicBezTo>
                <a:lnTo>
                  <a:pt x="865601" y="171599"/>
                </a:lnTo>
                <a:lnTo>
                  <a:pt x="821318" y="171599"/>
                </a:lnTo>
                <a:lnTo>
                  <a:pt x="821318" y="168186"/>
                </a:lnTo>
                <a:lnTo>
                  <a:pt x="823624" y="168186"/>
                </a:lnTo>
                <a:cubicBezTo>
                  <a:pt x="827007" y="168247"/>
                  <a:pt x="829898" y="167600"/>
                  <a:pt x="832296" y="166245"/>
                </a:cubicBezTo>
                <a:cubicBezTo>
                  <a:pt x="833465" y="165569"/>
                  <a:pt x="834372" y="164476"/>
                  <a:pt x="835018" y="162967"/>
                </a:cubicBezTo>
                <a:cubicBezTo>
                  <a:pt x="835664" y="161461"/>
                  <a:pt x="835987" y="157630"/>
                  <a:pt x="835987" y="151476"/>
                </a:cubicBezTo>
                <a:lnTo>
                  <a:pt x="835987" y="71520"/>
                </a:lnTo>
                <a:cubicBezTo>
                  <a:pt x="835987" y="66042"/>
                  <a:pt x="835741" y="62565"/>
                  <a:pt x="835249" y="61089"/>
                </a:cubicBezTo>
                <a:cubicBezTo>
                  <a:pt x="834757" y="59611"/>
                  <a:pt x="833972" y="58503"/>
                  <a:pt x="832896" y="57765"/>
                </a:cubicBezTo>
                <a:cubicBezTo>
                  <a:pt x="831820" y="57025"/>
                  <a:pt x="830359" y="56655"/>
                  <a:pt x="828514" y="56655"/>
                </a:cubicBezTo>
                <a:cubicBezTo>
                  <a:pt x="827038" y="56655"/>
                  <a:pt x="825162" y="57085"/>
                  <a:pt x="822886" y="57946"/>
                </a:cubicBezTo>
                <a:lnTo>
                  <a:pt x="821779" y="54994"/>
                </a:lnTo>
                <a:moveTo>
                  <a:pt x="851301" y="69822"/>
                </a:moveTo>
                <a:lnTo>
                  <a:pt x="851301" y="101334"/>
                </a:lnTo>
                <a:cubicBezTo>
                  <a:pt x="851301" y="108153"/>
                  <a:pt x="851578" y="112637"/>
                  <a:pt x="852132" y="114786"/>
                </a:cubicBezTo>
                <a:cubicBezTo>
                  <a:pt x="852993" y="118349"/>
                  <a:pt x="855099" y="121482"/>
                  <a:pt x="858451" y="124185"/>
                </a:cubicBezTo>
                <a:cubicBezTo>
                  <a:pt x="861803" y="126887"/>
                  <a:pt x="866032" y="128238"/>
                  <a:pt x="871137" y="128238"/>
                </a:cubicBezTo>
                <a:cubicBezTo>
                  <a:pt x="877287" y="128238"/>
                  <a:pt x="882269" y="125842"/>
                  <a:pt x="886083" y="121051"/>
                </a:cubicBezTo>
                <a:cubicBezTo>
                  <a:pt x="891064" y="114787"/>
                  <a:pt x="893555" y="105972"/>
                  <a:pt x="893555" y="94607"/>
                </a:cubicBezTo>
                <a:cubicBezTo>
                  <a:pt x="893555" y="81709"/>
                  <a:pt x="890726" y="71789"/>
                  <a:pt x="885068" y="64848"/>
                </a:cubicBezTo>
                <a:cubicBezTo>
                  <a:pt x="881131" y="60057"/>
                  <a:pt x="876457" y="57661"/>
                  <a:pt x="871045" y="57661"/>
                </a:cubicBezTo>
                <a:cubicBezTo>
                  <a:pt x="868092" y="57661"/>
                  <a:pt x="865171" y="58398"/>
                  <a:pt x="862280" y="59872"/>
                </a:cubicBezTo>
                <a:cubicBezTo>
                  <a:pt x="860066" y="60978"/>
                  <a:pt x="856406" y="64294"/>
                  <a:pt x="851301" y="69822"/>
                </a:cubicBezTo>
                <a:close/>
                <a:moveTo>
                  <a:pt x="951401" y="0"/>
                </a:moveTo>
                <a:lnTo>
                  <a:pt x="951401" y="112012"/>
                </a:lnTo>
                <a:cubicBezTo>
                  <a:pt x="951401" y="117298"/>
                  <a:pt x="951785" y="120802"/>
                  <a:pt x="952554" y="122524"/>
                </a:cubicBezTo>
                <a:cubicBezTo>
                  <a:pt x="953323" y="124244"/>
                  <a:pt x="954507" y="125550"/>
                  <a:pt x="956106" y="126442"/>
                </a:cubicBezTo>
                <a:cubicBezTo>
                  <a:pt x="957705" y="127332"/>
                  <a:pt x="960688" y="127777"/>
                  <a:pt x="965055" y="127777"/>
                </a:cubicBezTo>
                <a:lnTo>
                  <a:pt x="965055" y="131190"/>
                </a:lnTo>
                <a:lnTo>
                  <a:pt x="923631" y="131190"/>
                </a:lnTo>
                <a:lnTo>
                  <a:pt x="923631" y="127777"/>
                </a:lnTo>
                <a:cubicBezTo>
                  <a:pt x="927506" y="127777"/>
                  <a:pt x="930151" y="127378"/>
                  <a:pt x="931566" y="126580"/>
                </a:cubicBezTo>
                <a:cubicBezTo>
                  <a:pt x="932980" y="125781"/>
                  <a:pt x="934087" y="124459"/>
                  <a:pt x="934887" y="122616"/>
                </a:cubicBezTo>
                <a:cubicBezTo>
                  <a:pt x="935686" y="120771"/>
                  <a:pt x="936086" y="117236"/>
                  <a:pt x="936086" y="112012"/>
                </a:cubicBezTo>
                <a:lnTo>
                  <a:pt x="936086" y="35309"/>
                </a:lnTo>
                <a:cubicBezTo>
                  <a:pt x="936086" y="25783"/>
                  <a:pt x="935871" y="19930"/>
                  <a:pt x="935440" y="17748"/>
                </a:cubicBezTo>
                <a:cubicBezTo>
                  <a:pt x="935010" y="15565"/>
                  <a:pt x="934318" y="14074"/>
                  <a:pt x="933365" y="13276"/>
                </a:cubicBezTo>
                <a:cubicBezTo>
                  <a:pt x="932411" y="12477"/>
                  <a:pt x="931196" y="12077"/>
                  <a:pt x="929720" y="12077"/>
                </a:cubicBezTo>
                <a:cubicBezTo>
                  <a:pt x="928121" y="12077"/>
                  <a:pt x="926092" y="12569"/>
                  <a:pt x="923631" y="13553"/>
                </a:cubicBezTo>
                <a:lnTo>
                  <a:pt x="922063" y="10324"/>
                </a:lnTo>
                <a:lnTo>
                  <a:pt x="947249" y="0"/>
                </a:lnTo>
                <a:lnTo>
                  <a:pt x="951401" y="0"/>
                </a:lnTo>
                <a:close/>
                <a:moveTo>
                  <a:pt x="988847" y="78604"/>
                </a:moveTo>
                <a:cubicBezTo>
                  <a:pt x="988786" y="91122"/>
                  <a:pt x="991830" y="100940"/>
                  <a:pt x="997981" y="108060"/>
                </a:cubicBezTo>
                <a:cubicBezTo>
                  <a:pt x="1004131" y="115177"/>
                  <a:pt x="1011358" y="118736"/>
                  <a:pt x="1019661" y="118736"/>
                </a:cubicBezTo>
                <a:cubicBezTo>
                  <a:pt x="1025197" y="118736"/>
                  <a:pt x="1030009" y="117213"/>
                  <a:pt x="1034099" y="114169"/>
                </a:cubicBezTo>
                <a:cubicBezTo>
                  <a:pt x="1038190" y="111124"/>
                  <a:pt x="1041618" y="105912"/>
                  <a:pt x="1044386" y="98531"/>
                </a:cubicBezTo>
                <a:lnTo>
                  <a:pt x="1047246" y="100376"/>
                </a:lnTo>
                <a:cubicBezTo>
                  <a:pt x="1045955" y="108803"/>
                  <a:pt x="1042203" y="116475"/>
                  <a:pt x="1035991" y="123395"/>
                </a:cubicBezTo>
                <a:cubicBezTo>
                  <a:pt x="1029779" y="130314"/>
                  <a:pt x="1021998" y="133774"/>
                  <a:pt x="1012650" y="133774"/>
                </a:cubicBezTo>
                <a:cubicBezTo>
                  <a:pt x="1002501" y="133774"/>
                  <a:pt x="993814" y="129831"/>
                  <a:pt x="986587" y="121944"/>
                </a:cubicBezTo>
                <a:cubicBezTo>
                  <a:pt x="979360" y="114056"/>
                  <a:pt x="975747" y="103453"/>
                  <a:pt x="975747" y="90133"/>
                </a:cubicBezTo>
                <a:cubicBezTo>
                  <a:pt x="975747" y="75710"/>
                  <a:pt x="979452" y="64463"/>
                  <a:pt x="986864" y="56392"/>
                </a:cubicBezTo>
                <a:cubicBezTo>
                  <a:pt x="994275" y="48320"/>
                  <a:pt x="1003578" y="44284"/>
                  <a:pt x="1014772" y="44284"/>
                </a:cubicBezTo>
                <a:cubicBezTo>
                  <a:pt x="1024243" y="44284"/>
                  <a:pt x="1032024" y="47397"/>
                  <a:pt x="1038113" y="53625"/>
                </a:cubicBezTo>
                <a:cubicBezTo>
                  <a:pt x="1044202" y="59850"/>
                  <a:pt x="1047246" y="68176"/>
                  <a:pt x="1047246" y="78604"/>
                </a:cubicBezTo>
                <a:lnTo>
                  <a:pt x="988847" y="78604"/>
                </a:lnTo>
                <a:moveTo>
                  <a:pt x="988847" y="73253"/>
                </a:moveTo>
                <a:lnTo>
                  <a:pt x="1027964" y="73253"/>
                </a:lnTo>
                <a:cubicBezTo>
                  <a:pt x="1027657" y="67840"/>
                  <a:pt x="1027011" y="64027"/>
                  <a:pt x="1026027" y="61813"/>
                </a:cubicBezTo>
                <a:cubicBezTo>
                  <a:pt x="1024489" y="58368"/>
                  <a:pt x="1022198" y="55662"/>
                  <a:pt x="1019154" y="53694"/>
                </a:cubicBezTo>
                <a:cubicBezTo>
                  <a:pt x="1016109" y="51726"/>
                  <a:pt x="1012926" y="50742"/>
                  <a:pt x="1009605" y="50742"/>
                </a:cubicBezTo>
                <a:cubicBezTo>
                  <a:pt x="1004500" y="50742"/>
                  <a:pt x="999933" y="52725"/>
                  <a:pt x="995905" y="56692"/>
                </a:cubicBezTo>
                <a:cubicBezTo>
                  <a:pt x="991876" y="60659"/>
                  <a:pt x="989524" y="66179"/>
                  <a:pt x="988847" y="73253"/>
                </a:cubicBezTo>
                <a:close/>
                <a:moveTo>
                  <a:pt x="1075866" y="113292"/>
                </a:moveTo>
                <a:cubicBezTo>
                  <a:pt x="1078757" y="113292"/>
                  <a:pt x="1081186" y="114292"/>
                  <a:pt x="1083155" y="116291"/>
                </a:cubicBezTo>
                <a:cubicBezTo>
                  <a:pt x="1085123" y="118290"/>
                  <a:pt x="1086107" y="120704"/>
                  <a:pt x="1086107" y="123533"/>
                </a:cubicBezTo>
                <a:cubicBezTo>
                  <a:pt x="1086107" y="126362"/>
                  <a:pt x="1085107" y="128776"/>
                  <a:pt x="1083108" y="130775"/>
                </a:cubicBezTo>
                <a:cubicBezTo>
                  <a:pt x="1081110" y="132774"/>
                  <a:pt x="1078695" y="133774"/>
                  <a:pt x="1075866" y="133774"/>
                </a:cubicBezTo>
                <a:cubicBezTo>
                  <a:pt x="1073037" y="133774"/>
                  <a:pt x="1070623" y="132774"/>
                  <a:pt x="1068624" y="130775"/>
                </a:cubicBezTo>
                <a:cubicBezTo>
                  <a:pt x="1066625" y="128776"/>
                  <a:pt x="1065626" y="126362"/>
                  <a:pt x="1065626" y="123533"/>
                </a:cubicBezTo>
                <a:cubicBezTo>
                  <a:pt x="1065626" y="120642"/>
                  <a:pt x="1066625" y="118213"/>
                  <a:pt x="1068624" y="116245"/>
                </a:cubicBezTo>
                <a:cubicBezTo>
                  <a:pt x="1070623" y="114276"/>
                  <a:pt x="1073037" y="113292"/>
                  <a:pt x="1075866" y="1132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1DD1D3-E20E-4990-870F-C6F7B4C5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769" y="1234298"/>
            <a:ext cx="48150" cy="56386"/>
          </a:xfrm>
          <a:custGeom xmlns:a="http://schemas.openxmlformats.org/drawingml/2006/main">
            <a:pathLst>
              <a:path w="48150" h="56386">
                <a:moveTo>
                  <a:pt x="0" y="0"/>
                </a:moveTo>
                <a:lnTo>
                  <a:pt x="48150" y="0"/>
                </a:lnTo>
                <a:lnTo>
                  <a:pt x="48150" y="56386"/>
                </a:lnTo>
                <a:lnTo>
                  <a:pt x="0" y="56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000CF5-FE8E-4E53-B76A-C825E1BD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769" y="1300684"/>
            <a:ext cx="48150" cy="56385"/>
          </a:xfrm>
          <a:custGeom xmlns:a="http://schemas.openxmlformats.org/drawingml/2006/main">
            <a:pathLst>
              <a:path w="48150" h="56385">
                <a:moveTo>
                  <a:pt x="0" y="0"/>
                </a:moveTo>
                <a:lnTo>
                  <a:pt x="48150" y="0"/>
                </a:lnTo>
                <a:lnTo>
                  <a:pt x="48150" y="56385"/>
                </a:lnTo>
                <a:lnTo>
                  <a:pt x="0" y="563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BD40E6-5F0E-4C37-9B24-6B79A88C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769" y="1367068"/>
            <a:ext cx="48149" cy="56386"/>
          </a:xfrm>
          <a:custGeom xmlns:a="http://schemas.openxmlformats.org/drawingml/2006/main">
            <a:pathLst>
              <a:path w="48149" h="56386">
                <a:moveTo>
                  <a:pt x="0" y="0"/>
                </a:moveTo>
                <a:lnTo>
                  <a:pt x="48149" y="0"/>
                </a:lnTo>
                <a:lnTo>
                  <a:pt x="48149" y="56386"/>
                </a:lnTo>
                <a:lnTo>
                  <a:pt x="0" y="56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49555E-4375-4A0F-9015-AFF0B1DE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769" y="1433453"/>
            <a:ext cx="48149" cy="56386"/>
          </a:xfrm>
          <a:custGeom xmlns:a="http://schemas.openxmlformats.org/drawingml/2006/main">
            <a:pathLst>
              <a:path w="48149" h="56386">
                <a:moveTo>
                  <a:pt x="0" y="0"/>
                </a:moveTo>
                <a:lnTo>
                  <a:pt x="48149" y="0"/>
                </a:lnTo>
                <a:lnTo>
                  <a:pt x="48149" y="56386"/>
                </a:lnTo>
                <a:lnTo>
                  <a:pt x="0" y="56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287AD-F91A-453F-A184-53EDE79D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768" y="1499838"/>
            <a:ext cx="48149" cy="56386"/>
          </a:xfrm>
          <a:custGeom xmlns:a="http://schemas.openxmlformats.org/drawingml/2006/main">
            <a:pathLst>
              <a:path w="48149" h="56386">
                <a:moveTo>
                  <a:pt x="0" y="0"/>
                </a:moveTo>
                <a:lnTo>
                  <a:pt x="48149" y="0"/>
                </a:lnTo>
                <a:lnTo>
                  <a:pt x="48149" y="56386"/>
                </a:lnTo>
                <a:lnTo>
                  <a:pt x="0" y="56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153EC2-0706-4939-8CF2-1598BC64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768" y="1566222"/>
            <a:ext cx="48149" cy="56386"/>
          </a:xfrm>
          <a:custGeom xmlns:a="http://schemas.openxmlformats.org/drawingml/2006/main">
            <a:pathLst>
              <a:path w="48149" h="56386">
                <a:moveTo>
                  <a:pt x="0" y="0"/>
                </a:moveTo>
                <a:lnTo>
                  <a:pt x="48149" y="0"/>
                </a:lnTo>
                <a:lnTo>
                  <a:pt x="48149" y="56386"/>
                </a:lnTo>
                <a:lnTo>
                  <a:pt x="0" y="56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5863A8-3E20-4151-BEC4-9DCD986B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720" y="1234298"/>
            <a:ext cx="48150" cy="56386"/>
          </a:xfrm>
          <a:custGeom xmlns:a="http://schemas.openxmlformats.org/drawingml/2006/main">
            <a:pathLst>
              <a:path w="48150" h="56386">
                <a:moveTo>
                  <a:pt x="0" y="0"/>
                </a:moveTo>
                <a:lnTo>
                  <a:pt x="48150" y="0"/>
                </a:lnTo>
                <a:lnTo>
                  <a:pt x="48150" y="56386"/>
                </a:lnTo>
                <a:lnTo>
                  <a:pt x="0" y="56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151C5C-030B-4C0E-9802-65B7E181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720" y="1300684"/>
            <a:ext cx="48150" cy="56385"/>
          </a:xfrm>
          <a:custGeom xmlns:a="http://schemas.openxmlformats.org/drawingml/2006/main">
            <a:pathLst>
              <a:path w="48150" h="56385">
                <a:moveTo>
                  <a:pt x="0" y="0"/>
                </a:moveTo>
                <a:lnTo>
                  <a:pt x="48150" y="0"/>
                </a:lnTo>
                <a:lnTo>
                  <a:pt x="48150" y="56385"/>
                </a:lnTo>
                <a:lnTo>
                  <a:pt x="0" y="563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6DC47-7EB1-48B9-9D69-6C44E035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719" y="1367068"/>
            <a:ext cx="48149" cy="56386"/>
          </a:xfrm>
          <a:custGeom xmlns:a="http://schemas.openxmlformats.org/drawingml/2006/main">
            <a:pathLst>
              <a:path w="48149" h="56386">
                <a:moveTo>
                  <a:pt x="0" y="0"/>
                </a:moveTo>
                <a:lnTo>
                  <a:pt x="48149" y="0"/>
                </a:lnTo>
                <a:lnTo>
                  <a:pt x="48149" y="56386"/>
                </a:lnTo>
                <a:lnTo>
                  <a:pt x="0" y="56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6377F9-7007-4008-9F23-B7BF40CE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719" y="1433453"/>
            <a:ext cx="48149" cy="56386"/>
          </a:xfrm>
          <a:custGeom xmlns:a="http://schemas.openxmlformats.org/drawingml/2006/main">
            <a:pathLst>
              <a:path w="48149" h="56386">
                <a:moveTo>
                  <a:pt x="0" y="0"/>
                </a:moveTo>
                <a:lnTo>
                  <a:pt x="48149" y="0"/>
                </a:lnTo>
                <a:lnTo>
                  <a:pt x="48149" y="56386"/>
                </a:lnTo>
                <a:lnTo>
                  <a:pt x="0" y="56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BB19C3-1933-48AD-844F-9B5990D5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718" y="1499838"/>
            <a:ext cx="48150" cy="56386"/>
          </a:xfrm>
          <a:custGeom xmlns:a="http://schemas.openxmlformats.org/drawingml/2006/main">
            <a:pathLst>
              <a:path w="48150" h="56386">
                <a:moveTo>
                  <a:pt x="0" y="0"/>
                </a:moveTo>
                <a:lnTo>
                  <a:pt x="48150" y="0"/>
                </a:lnTo>
                <a:lnTo>
                  <a:pt x="48150" y="56386"/>
                </a:lnTo>
                <a:lnTo>
                  <a:pt x="0" y="56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A5870B-327E-4614-95CD-492F7219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718" y="1566222"/>
            <a:ext cx="48150" cy="56386"/>
          </a:xfrm>
          <a:custGeom xmlns:a="http://schemas.openxmlformats.org/drawingml/2006/main">
            <a:pathLst>
              <a:path w="48150" h="56386">
                <a:moveTo>
                  <a:pt x="0" y="0"/>
                </a:moveTo>
                <a:lnTo>
                  <a:pt x="48150" y="0"/>
                </a:lnTo>
                <a:lnTo>
                  <a:pt x="48150" y="56386"/>
                </a:lnTo>
                <a:lnTo>
                  <a:pt x="0" y="56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F3BA90-5361-42D4-A71D-65A0CD84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8670" y="1234298"/>
            <a:ext cx="48149" cy="56386"/>
          </a:xfrm>
          <a:custGeom xmlns:a="http://schemas.openxmlformats.org/drawingml/2006/main">
            <a:pathLst>
              <a:path w="48149" h="56386">
                <a:moveTo>
                  <a:pt x="0" y="0"/>
                </a:moveTo>
                <a:lnTo>
                  <a:pt x="48149" y="0"/>
                </a:lnTo>
                <a:lnTo>
                  <a:pt x="48149" y="56386"/>
                </a:lnTo>
                <a:lnTo>
                  <a:pt x="0" y="56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70B50E-BF28-4860-8012-E33D5DCB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8670" y="1300684"/>
            <a:ext cx="48149" cy="56385"/>
          </a:xfrm>
          <a:custGeom xmlns:a="http://schemas.openxmlformats.org/drawingml/2006/main">
            <a:pathLst>
              <a:path w="48149" h="56385">
                <a:moveTo>
                  <a:pt x="0" y="0"/>
                </a:moveTo>
                <a:lnTo>
                  <a:pt x="48149" y="0"/>
                </a:lnTo>
                <a:lnTo>
                  <a:pt x="48149" y="56385"/>
                </a:lnTo>
                <a:lnTo>
                  <a:pt x="0" y="563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9754EE-F869-447D-8DD2-B3251C3A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8668" y="1367068"/>
            <a:ext cx="48150" cy="56386"/>
          </a:xfrm>
          <a:custGeom xmlns:a="http://schemas.openxmlformats.org/drawingml/2006/main">
            <a:pathLst>
              <a:path w="48150" h="56386">
                <a:moveTo>
                  <a:pt x="0" y="0"/>
                </a:moveTo>
                <a:lnTo>
                  <a:pt x="48150" y="0"/>
                </a:lnTo>
                <a:lnTo>
                  <a:pt x="48150" y="56386"/>
                </a:lnTo>
                <a:lnTo>
                  <a:pt x="0" y="56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6657D0-7620-4E53-AFCA-BC1B45B4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8668" y="1433453"/>
            <a:ext cx="48150" cy="56386"/>
          </a:xfrm>
          <a:custGeom xmlns:a="http://schemas.openxmlformats.org/drawingml/2006/main">
            <a:pathLst>
              <a:path w="48150" h="56386">
                <a:moveTo>
                  <a:pt x="0" y="0"/>
                </a:moveTo>
                <a:lnTo>
                  <a:pt x="48150" y="0"/>
                </a:lnTo>
                <a:lnTo>
                  <a:pt x="48150" y="56386"/>
                </a:lnTo>
                <a:lnTo>
                  <a:pt x="0" y="56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89A72A-6162-4E5F-9559-075C0720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8668" y="1499838"/>
            <a:ext cx="48149" cy="56386"/>
          </a:xfrm>
          <a:custGeom xmlns:a="http://schemas.openxmlformats.org/drawingml/2006/main">
            <a:pathLst>
              <a:path w="48149" h="56386">
                <a:moveTo>
                  <a:pt x="0" y="0"/>
                </a:moveTo>
                <a:lnTo>
                  <a:pt x="48149" y="0"/>
                </a:lnTo>
                <a:lnTo>
                  <a:pt x="48149" y="56386"/>
                </a:lnTo>
                <a:lnTo>
                  <a:pt x="0" y="56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516DCF-E802-4732-9681-5C5D485B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8668" y="1566222"/>
            <a:ext cx="48149" cy="56386"/>
          </a:xfrm>
          <a:custGeom xmlns:a="http://schemas.openxmlformats.org/drawingml/2006/main">
            <a:pathLst>
              <a:path w="48149" h="56386">
                <a:moveTo>
                  <a:pt x="0" y="0"/>
                </a:moveTo>
                <a:lnTo>
                  <a:pt x="48149" y="0"/>
                </a:lnTo>
                <a:lnTo>
                  <a:pt x="48149" y="56386"/>
                </a:lnTo>
                <a:lnTo>
                  <a:pt x="0" y="56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CA09CB-D5DE-4E9D-839A-44C0D5A6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245" y="2198632"/>
            <a:ext cx="43560" cy="91028"/>
          </a:xfrm>
          <a:custGeom xmlns:a="http://schemas.openxmlformats.org/drawingml/2006/main">
            <a:pathLst>
              <a:path w="43560" h="91028">
                <a:moveTo>
                  <a:pt x="0" y="0"/>
                </a:moveTo>
                <a:lnTo>
                  <a:pt x="43560" y="0"/>
                </a:lnTo>
                <a:lnTo>
                  <a:pt x="43560" y="91028"/>
                </a:lnTo>
                <a:lnTo>
                  <a:pt x="0" y="91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A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851D25-FDE4-4595-9D00-3A422FFE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244" y="2385041"/>
            <a:ext cx="43560" cy="91028"/>
          </a:xfrm>
          <a:custGeom xmlns:a="http://schemas.openxmlformats.org/drawingml/2006/main">
            <a:pathLst>
              <a:path w="43560" h="91028">
                <a:moveTo>
                  <a:pt x="0" y="0"/>
                </a:moveTo>
                <a:lnTo>
                  <a:pt x="43560" y="0"/>
                </a:lnTo>
                <a:lnTo>
                  <a:pt x="43560" y="91028"/>
                </a:lnTo>
                <a:lnTo>
                  <a:pt x="0" y="91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C5C827-BAA2-4AF4-A4EB-5AC7A3EA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244" y="2571450"/>
            <a:ext cx="43560" cy="91028"/>
          </a:xfrm>
          <a:custGeom xmlns:a="http://schemas.openxmlformats.org/drawingml/2006/main">
            <a:pathLst>
              <a:path w="43560" h="91028">
                <a:moveTo>
                  <a:pt x="0" y="0"/>
                </a:moveTo>
                <a:lnTo>
                  <a:pt x="43560" y="0"/>
                </a:lnTo>
                <a:lnTo>
                  <a:pt x="43560" y="91028"/>
                </a:lnTo>
                <a:lnTo>
                  <a:pt x="0" y="91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EE20A2-AB71-44D7-96E6-8691927C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244" y="2664654"/>
            <a:ext cx="43560" cy="91028"/>
          </a:xfrm>
          <a:custGeom xmlns:a="http://schemas.openxmlformats.org/drawingml/2006/main">
            <a:pathLst>
              <a:path w="43560" h="91028">
                <a:moveTo>
                  <a:pt x="0" y="0"/>
                </a:moveTo>
                <a:lnTo>
                  <a:pt x="43560" y="0"/>
                </a:lnTo>
                <a:lnTo>
                  <a:pt x="43560" y="91028"/>
                </a:lnTo>
                <a:lnTo>
                  <a:pt x="0" y="91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951799-B41F-4426-8BC4-E1E53717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244" y="3044842"/>
            <a:ext cx="43560" cy="91028"/>
          </a:xfrm>
          <a:custGeom xmlns:a="http://schemas.openxmlformats.org/drawingml/2006/main">
            <a:pathLst>
              <a:path w="43560" h="91028">
                <a:moveTo>
                  <a:pt x="0" y="0"/>
                </a:moveTo>
                <a:lnTo>
                  <a:pt x="43560" y="0"/>
                </a:lnTo>
                <a:lnTo>
                  <a:pt x="43560" y="91028"/>
                </a:lnTo>
                <a:lnTo>
                  <a:pt x="0" y="91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A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82D1F1-D2FF-4CC6-8E39-F6B6240C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244" y="3138047"/>
            <a:ext cx="43560" cy="91028"/>
          </a:xfrm>
          <a:custGeom xmlns:a="http://schemas.openxmlformats.org/drawingml/2006/main">
            <a:pathLst>
              <a:path w="43560" h="91028">
                <a:moveTo>
                  <a:pt x="0" y="0"/>
                </a:moveTo>
                <a:lnTo>
                  <a:pt x="43560" y="0"/>
                </a:lnTo>
                <a:lnTo>
                  <a:pt x="43560" y="91028"/>
                </a:lnTo>
                <a:lnTo>
                  <a:pt x="0" y="91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…">
            <a:extLst xmlns:a="http://schemas.openxmlformats.org/drawingml/2006/main">
              <a:ext uri="{FF2B5EF4-FFF2-40B4-BE49-F238E27FC236}">
                <a16:creationId xmlns:a16="http://schemas.microsoft.com/office/drawing/2014/main" id="{C7238714-AFB9-43F9-800C-3489878F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043" y="2861389"/>
            <a:ext cx="19928" cy="100706"/>
          </a:xfrm>
          <a:custGeom xmlns:a="http://schemas.openxmlformats.org/drawingml/2006/main">
            <a:pathLst>
              <a:path w="19928" h="100706">
                <a:moveTo>
                  <a:pt x="19928" y="9845"/>
                </a:moveTo>
                <a:cubicBezTo>
                  <a:pt x="19928" y="12613"/>
                  <a:pt x="18956" y="14956"/>
                  <a:pt x="17012" y="16873"/>
                </a:cubicBezTo>
                <a:cubicBezTo>
                  <a:pt x="15070" y="18791"/>
                  <a:pt x="12730" y="19750"/>
                  <a:pt x="9993" y="19750"/>
                </a:cubicBezTo>
                <a:cubicBezTo>
                  <a:pt x="7257" y="19750"/>
                  <a:pt x="4926" y="18781"/>
                  <a:pt x="3002" y="16844"/>
                </a:cubicBezTo>
                <a:cubicBezTo>
                  <a:pt x="1080" y="14906"/>
                  <a:pt x="119" y="12573"/>
                  <a:pt x="119" y="9845"/>
                </a:cubicBezTo>
                <a:cubicBezTo>
                  <a:pt x="119" y="7117"/>
                  <a:pt x="1080" y="4794"/>
                  <a:pt x="3002" y="2876"/>
                </a:cubicBezTo>
                <a:cubicBezTo>
                  <a:pt x="4926" y="959"/>
                  <a:pt x="7257" y="0"/>
                  <a:pt x="9993" y="0"/>
                </a:cubicBezTo>
                <a:cubicBezTo>
                  <a:pt x="12730" y="0"/>
                  <a:pt x="15070" y="959"/>
                  <a:pt x="17012" y="2876"/>
                </a:cubicBezTo>
                <a:cubicBezTo>
                  <a:pt x="18956" y="4794"/>
                  <a:pt x="19928" y="7117"/>
                  <a:pt x="19928" y="9845"/>
                </a:cubicBezTo>
                <a:moveTo>
                  <a:pt x="19809" y="50353"/>
                </a:moveTo>
                <a:cubicBezTo>
                  <a:pt x="19809" y="53081"/>
                  <a:pt x="18850" y="55404"/>
                  <a:pt x="16933" y="57322"/>
                </a:cubicBezTo>
                <a:cubicBezTo>
                  <a:pt x="15015" y="59239"/>
                  <a:pt x="12692" y="60198"/>
                  <a:pt x="9964" y="60198"/>
                </a:cubicBezTo>
                <a:cubicBezTo>
                  <a:pt x="7236" y="60198"/>
                  <a:pt x="4913" y="59239"/>
                  <a:pt x="2995" y="57322"/>
                </a:cubicBezTo>
                <a:cubicBezTo>
                  <a:pt x="1077" y="55404"/>
                  <a:pt x="119" y="53081"/>
                  <a:pt x="119" y="50353"/>
                </a:cubicBezTo>
                <a:cubicBezTo>
                  <a:pt x="119" y="47625"/>
                  <a:pt x="1077" y="45302"/>
                  <a:pt x="2995" y="43384"/>
                </a:cubicBezTo>
                <a:cubicBezTo>
                  <a:pt x="4913" y="41467"/>
                  <a:pt x="7236" y="40508"/>
                  <a:pt x="9964" y="40508"/>
                </a:cubicBezTo>
                <a:cubicBezTo>
                  <a:pt x="12692" y="40508"/>
                  <a:pt x="15015" y="41467"/>
                  <a:pt x="16933" y="43384"/>
                </a:cubicBezTo>
                <a:cubicBezTo>
                  <a:pt x="18850" y="45302"/>
                  <a:pt x="19809" y="47625"/>
                  <a:pt x="19809" y="50353"/>
                </a:cubicBezTo>
                <a:moveTo>
                  <a:pt x="19690" y="90861"/>
                </a:moveTo>
                <a:cubicBezTo>
                  <a:pt x="19690" y="93628"/>
                  <a:pt x="18732" y="95961"/>
                  <a:pt x="16814" y="97859"/>
                </a:cubicBezTo>
                <a:cubicBezTo>
                  <a:pt x="14896" y="99757"/>
                  <a:pt x="12573" y="100706"/>
                  <a:pt x="9845" y="100706"/>
                </a:cubicBezTo>
                <a:cubicBezTo>
                  <a:pt x="7117" y="100706"/>
                  <a:pt x="4794" y="99747"/>
                  <a:pt x="2876" y="97829"/>
                </a:cubicBezTo>
                <a:cubicBezTo>
                  <a:pt x="959" y="95912"/>
                  <a:pt x="0" y="93589"/>
                  <a:pt x="0" y="90861"/>
                </a:cubicBezTo>
                <a:cubicBezTo>
                  <a:pt x="0" y="88132"/>
                  <a:pt x="959" y="85809"/>
                  <a:pt x="2876" y="83892"/>
                </a:cubicBezTo>
                <a:cubicBezTo>
                  <a:pt x="4794" y="81974"/>
                  <a:pt x="7117" y="81015"/>
                  <a:pt x="9845" y="81015"/>
                </a:cubicBezTo>
                <a:cubicBezTo>
                  <a:pt x="12573" y="81015"/>
                  <a:pt x="14896" y="81974"/>
                  <a:pt x="16814" y="83892"/>
                </a:cubicBezTo>
                <a:cubicBezTo>
                  <a:pt x="18732" y="85809"/>
                  <a:pt x="19690" y="88132"/>
                  <a:pt x="19690" y="908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2CEA1-E213-4562-A8E0-D93E2A09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634" y="2200444"/>
            <a:ext cx="43560" cy="91028"/>
          </a:xfrm>
          <a:custGeom xmlns:a="http://schemas.openxmlformats.org/drawingml/2006/main">
            <a:pathLst>
              <a:path w="43560" h="91028">
                <a:moveTo>
                  <a:pt x="0" y="0"/>
                </a:moveTo>
                <a:lnTo>
                  <a:pt x="43560" y="0"/>
                </a:lnTo>
                <a:lnTo>
                  <a:pt x="43560" y="91028"/>
                </a:lnTo>
                <a:lnTo>
                  <a:pt x="0" y="91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36EA4D-1167-44CD-AA75-2B2416C0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633" y="2480057"/>
            <a:ext cx="43560" cy="91028"/>
          </a:xfrm>
          <a:custGeom xmlns:a="http://schemas.openxmlformats.org/drawingml/2006/main">
            <a:pathLst>
              <a:path w="43560" h="91028">
                <a:moveTo>
                  <a:pt x="0" y="0"/>
                </a:moveTo>
                <a:lnTo>
                  <a:pt x="43560" y="0"/>
                </a:lnTo>
                <a:lnTo>
                  <a:pt x="43560" y="91028"/>
                </a:lnTo>
                <a:lnTo>
                  <a:pt x="0" y="91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A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93FDCE-3178-4379-AA8F-8308CC35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632" y="2666466"/>
            <a:ext cx="43560" cy="91028"/>
          </a:xfrm>
          <a:custGeom xmlns:a="http://schemas.openxmlformats.org/drawingml/2006/main">
            <a:pathLst>
              <a:path w="43560" h="91028">
                <a:moveTo>
                  <a:pt x="0" y="0"/>
                </a:moveTo>
                <a:lnTo>
                  <a:pt x="43560" y="0"/>
                </a:lnTo>
                <a:lnTo>
                  <a:pt x="43560" y="91028"/>
                </a:lnTo>
                <a:lnTo>
                  <a:pt x="0" y="91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A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B32283-1A21-40D7-AE39-1EE79B8C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699" y="3043031"/>
            <a:ext cx="43560" cy="91028"/>
          </a:xfrm>
          <a:custGeom xmlns:a="http://schemas.openxmlformats.org/drawingml/2006/main">
            <a:pathLst>
              <a:path w="43560" h="91028">
                <a:moveTo>
                  <a:pt x="0" y="0"/>
                </a:moveTo>
                <a:lnTo>
                  <a:pt x="43560" y="0"/>
                </a:lnTo>
                <a:lnTo>
                  <a:pt x="43560" y="91028"/>
                </a:lnTo>
                <a:lnTo>
                  <a:pt x="0" y="91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186012-29D2-4B2E-8A1C-5F37967D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698" y="3136235"/>
            <a:ext cx="43560" cy="91028"/>
          </a:xfrm>
          <a:custGeom xmlns:a="http://schemas.openxmlformats.org/drawingml/2006/main">
            <a:pathLst>
              <a:path w="43560" h="91028">
                <a:moveTo>
                  <a:pt x="0" y="0"/>
                </a:moveTo>
                <a:lnTo>
                  <a:pt x="43560" y="0"/>
                </a:lnTo>
                <a:lnTo>
                  <a:pt x="43560" y="91028"/>
                </a:lnTo>
                <a:lnTo>
                  <a:pt x="0" y="91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…">
            <a:extLst xmlns:a="http://schemas.openxmlformats.org/drawingml/2006/main">
              <a:ext uri="{FF2B5EF4-FFF2-40B4-BE49-F238E27FC236}">
                <a16:creationId xmlns:a16="http://schemas.microsoft.com/office/drawing/2014/main" id="{942CDCA1-A6A3-4CBF-8741-1CA6EC6C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848" y="2859769"/>
            <a:ext cx="19928" cy="100706"/>
          </a:xfrm>
          <a:custGeom xmlns:a="http://schemas.openxmlformats.org/drawingml/2006/main">
            <a:pathLst>
              <a:path w="19928" h="100706">
                <a:moveTo>
                  <a:pt x="19928" y="9845"/>
                </a:moveTo>
                <a:cubicBezTo>
                  <a:pt x="19928" y="12613"/>
                  <a:pt x="18956" y="14956"/>
                  <a:pt x="17012" y="16873"/>
                </a:cubicBezTo>
                <a:cubicBezTo>
                  <a:pt x="15070" y="18791"/>
                  <a:pt x="12730" y="19750"/>
                  <a:pt x="9993" y="19750"/>
                </a:cubicBezTo>
                <a:cubicBezTo>
                  <a:pt x="7257" y="19750"/>
                  <a:pt x="4926" y="18781"/>
                  <a:pt x="3002" y="16844"/>
                </a:cubicBezTo>
                <a:cubicBezTo>
                  <a:pt x="1080" y="14906"/>
                  <a:pt x="119" y="12573"/>
                  <a:pt x="119" y="9845"/>
                </a:cubicBezTo>
                <a:cubicBezTo>
                  <a:pt x="119" y="7117"/>
                  <a:pt x="1080" y="4794"/>
                  <a:pt x="3002" y="2876"/>
                </a:cubicBezTo>
                <a:cubicBezTo>
                  <a:pt x="4926" y="959"/>
                  <a:pt x="7257" y="0"/>
                  <a:pt x="9993" y="0"/>
                </a:cubicBezTo>
                <a:cubicBezTo>
                  <a:pt x="12730" y="0"/>
                  <a:pt x="15070" y="959"/>
                  <a:pt x="17012" y="2876"/>
                </a:cubicBezTo>
                <a:cubicBezTo>
                  <a:pt x="18956" y="4794"/>
                  <a:pt x="19928" y="7117"/>
                  <a:pt x="19928" y="9845"/>
                </a:cubicBezTo>
                <a:moveTo>
                  <a:pt x="19809" y="50353"/>
                </a:moveTo>
                <a:cubicBezTo>
                  <a:pt x="19809" y="53081"/>
                  <a:pt x="18850" y="55404"/>
                  <a:pt x="16933" y="57322"/>
                </a:cubicBezTo>
                <a:cubicBezTo>
                  <a:pt x="15015" y="59239"/>
                  <a:pt x="12692" y="60198"/>
                  <a:pt x="9964" y="60198"/>
                </a:cubicBezTo>
                <a:cubicBezTo>
                  <a:pt x="7236" y="60198"/>
                  <a:pt x="4913" y="59239"/>
                  <a:pt x="2995" y="57322"/>
                </a:cubicBezTo>
                <a:cubicBezTo>
                  <a:pt x="1077" y="55404"/>
                  <a:pt x="119" y="53081"/>
                  <a:pt x="119" y="50353"/>
                </a:cubicBezTo>
                <a:cubicBezTo>
                  <a:pt x="119" y="47625"/>
                  <a:pt x="1077" y="45302"/>
                  <a:pt x="2995" y="43384"/>
                </a:cubicBezTo>
                <a:cubicBezTo>
                  <a:pt x="4913" y="41467"/>
                  <a:pt x="7236" y="40508"/>
                  <a:pt x="9964" y="40508"/>
                </a:cubicBezTo>
                <a:cubicBezTo>
                  <a:pt x="12692" y="40508"/>
                  <a:pt x="15015" y="41467"/>
                  <a:pt x="16933" y="43384"/>
                </a:cubicBezTo>
                <a:cubicBezTo>
                  <a:pt x="18850" y="45302"/>
                  <a:pt x="19809" y="47625"/>
                  <a:pt x="19809" y="50353"/>
                </a:cubicBezTo>
                <a:moveTo>
                  <a:pt x="19690" y="90861"/>
                </a:moveTo>
                <a:cubicBezTo>
                  <a:pt x="19690" y="93628"/>
                  <a:pt x="18732" y="95961"/>
                  <a:pt x="16814" y="97859"/>
                </a:cubicBezTo>
                <a:cubicBezTo>
                  <a:pt x="14896" y="99757"/>
                  <a:pt x="12573" y="100706"/>
                  <a:pt x="9845" y="100706"/>
                </a:cubicBezTo>
                <a:cubicBezTo>
                  <a:pt x="7117" y="100706"/>
                  <a:pt x="4794" y="99747"/>
                  <a:pt x="2876" y="97829"/>
                </a:cubicBezTo>
                <a:cubicBezTo>
                  <a:pt x="959" y="95912"/>
                  <a:pt x="0" y="93589"/>
                  <a:pt x="0" y="90861"/>
                </a:cubicBezTo>
                <a:cubicBezTo>
                  <a:pt x="0" y="88132"/>
                  <a:pt x="959" y="85809"/>
                  <a:pt x="2876" y="83892"/>
                </a:cubicBezTo>
                <a:cubicBezTo>
                  <a:pt x="4794" y="81974"/>
                  <a:pt x="7117" y="81015"/>
                  <a:pt x="9845" y="81015"/>
                </a:cubicBezTo>
                <a:cubicBezTo>
                  <a:pt x="12573" y="81015"/>
                  <a:pt x="14896" y="81974"/>
                  <a:pt x="16814" y="83892"/>
                </a:cubicBezTo>
                <a:cubicBezTo>
                  <a:pt x="18732" y="85809"/>
                  <a:pt x="19690" y="88132"/>
                  <a:pt x="19690" y="908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8C1225-5B9D-47EA-B2A5-727900D7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556" y="2200444"/>
            <a:ext cx="43560" cy="91028"/>
          </a:xfrm>
          <a:custGeom xmlns:a="http://schemas.openxmlformats.org/drawingml/2006/main">
            <a:pathLst>
              <a:path w="43560" h="91028">
                <a:moveTo>
                  <a:pt x="0" y="0"/>
                </a:moveTo>
                <a:lnTo>
                  <a:pt x="43560" y="0"/>
                </a:lnTo>
                <a:lnTo>
                  <a:pt x="43560" y="91028"/>
                </a:lnTo>
                <a:lnTo>
                  <a:pt x="0" y="91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1AE87-5D72-4371-9EA0-5FB85E76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556" y="2386852"/>
            <a:ext cx="43560" cy="91028"/>
          </a:xfrm>
          <a:custGeom xmlns:a="http://schemas.openxmlformats.org/drawingml/2006/main">
            <a:pathLst>
              <a:path w="43560" h="91028">
                <a:moveTo>
                  <a:pt x="0" y="0"/>
                </a:moveTo>
                <a:lnTo>
                  <a:pt x="43560" y="0"/>
                </a:lnTo>
                <a:lnTo>
                  <a:pt x="43560" y="91028"/>
                </a:lnTo>
                <a:lnTo>
                  <a:pt x="0" y="91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A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58A321-5045-448C-9DB6-652AC04F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555" y="2573261"/>
            <a:ext cx="43560" cy="91028"/>
          </a:xfrm>
          <a:custGeom xmlns:a="http://schemas.openxmlformats.org/drawingml/2006/main">
            <a:pathLst>
              <a:path w="43560" h="91028">
                <a:moveTo>
                  <a:pt x="0" y="0"/>
                </a:moveTo>
                <a:lnTo>
                  <a:pt x="43560" y="0"/>
                </a:lnTo>
                <a:lnTo>
                  <a:pt x="43560" y="91028"/>
                </a:lnTo>
                <a:lnTo>
                  <a:pt x="0" y="91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848C3D-465F-415F-9C9A-73D22933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555" y="2666466"/>
            <a:ext cx="43560" cy="91028"/>
          </a:xfrm>
          <a:custGeom xmlns:a="http://schemas.openxmlformats.org/drawingml/2006/main">
            <a:pathLst>
              <a:path w="43560" h="91028">
                <a:moveTo>
                  <a:pt x="0" y="0"/>
                </a:moveTo>
                <a:lnTo>
                  <a:pt x="43560" y="0"/>
                </a:lnTo>
                <a:lnTo>
                  <a:pt x="43560" y="91028"/>
                </a:lnTo>
                <a:lnTo>
                  <a:pt x="0" y="91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17A729-2628-4FC0-A59F-4FF00CAF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620" y="3043031"/>
            <a:ext cx="43560" cy="91028"/>
          </a:xfrm>
          <a:custGeom xmlns:a="http://schemas.openxmlformats.org/drawingml/2006/main">
            <a:pathLst>
              <a:path w="43560" h="91028">
                <a:moveTo>
                  <a:pt x="0" y="0"/>
                </a:moveTo>
                <a:lnTo>
                  <a:pt x="43560" y="0"/>
                </a:lnTo>
                <a:lnTo>
                  <a:pt x="43560" y="91028"/>
                </a:lnTo>
                <a:lnTo>
                  <a:pt x="0" y="91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3FDEFC-AD4A-4E76-8C11-4DB2842D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620" y="3136235"/>
            <a:ext cx="43560" cy="91028"/>
          </a:xfrm>
          <a:custGeom xmlns:a="http://schemas.openxmlformats.org/drawingml/2006/main">
            <a:pathLst>
              <a:path w="43560" h="91028">
                <a:moveTo>
                  <a:pt x="0" y="0"/>
                </a:moveTo>
                <a:lnTo>
                  <a:pt x="43560" y="0"/>
                </a:lnTo>
                <a:lnTo>
                  <a:pt x="43560" y="91028"/>
                </a:lnTo>
                <a:lnTo>
                  <a:pt x="0" y="91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…">
            <a:extLst xmlns:a="http://schemas.openxmlformats.org/drawingml/2006/main">
              <a:ext uri="{FF2B5EF4-FFF2-40B4-BE49-F238E27FC236}">
                <a16:creationId xmlns:a16="http://schemas.microsoft.com/office/drawing/2014/main" id="{0D7B3145-7797-42DB-B851-C063AB2E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4878" y="2863008"/>
            <a:ext cx="19928" cy="100706"/>
          </a:xfrm>
          <a:custGeom xmlns:a="http://schemas.openxmlformats.org/drawingml/2006/main">
            <a:pathLst>
              <a:path w="19928" h="100706">
                <a:moveTo>
                  <a:pt x="19928" y="9845"/>
                </a:moveTo>
                <a:cubicBezTo>
                  <a:pt x="19928" y="12613"/>
                  <a:pt x="18956" y="14956"/>
                  <a:pt x="17012" y="16873"/>
                </a:cubicBezTo>
                <a:cubicBezTo>
                  <a:pt x="15070" y="18791"/>
                  <a:pt x="12730" y="19750"/>
                  <a:pt x="9993" y="19750"/>
                </a:cubicBezTo>
                <a:cubicBezTo>
                  <a:pt x="7257" y="19750"/>
                  <a:pt x="4926" y="18781"/>
                  <a:pt x="3002" y="16844"/>
                </a:cubicBezTo>
                <a:cubicBezTo>
                  <a:pt x="1080" y="14906"/>
                  <a:pt x="119" y="12573"/>
                  <a:pt x="119" y="9845"/>
                </a:cubicBezTo>
                <a:cubicBezTo>
                  <a:pt x="119" y="7117"/>
                  <a:pt x="1080" y="4794"/>
                  <a:pt x="3002" y="2876"/>
                </a:cubicBezTo>
                <a:cubicBezTo>
                  <a:pt x="4926" y="959"/>
                  <a:pt x="7257" y="0"/>
                  <a:pt x="9993" y="0"/>
                </a:cubicBezTo>
                <a:cubicBezTo>
                  <a:pt x="12730" y="0"/>
                  <a:pt x="15070" y="959"/>
                  <a:pt x="17012" y="2876"/>
                </a:cubicBezTo>
                <a:cubicBezTo>
                  <a:pt x="18956" y="4794"/>
                  <a:pt x="19928" y="7117"/>
                  <a:pt x="19928" y="9845"/>
                </a:cubicBezTo>
                <a:moveTo>
                  <a:pt x="19809" y="50353"/>
                </a:moveTo>
                <a:cubicBezTo>
                  <a:pt x="19809" y="53081"/>
                  <a:pt x="18850" y="55404"/>
                  <a:pt x="16933" y="57322"/>
                </a:cubicBezTo>
                <a:cubicBezTo>
                  <a:pt x="15015" y="59239"/>
                  <a:pt x="12692" y="60198"/>
                  <a:pt x="9964" y="60198"/>
                </a:cubicBezTo>
                <a:cubicBezTo>
                  <a:pt x="7236" y="60198"/>
                  <a:pt x="4913" y="59239"/>
                  <a:pt x="2995" y="57322"/>
                </a:cubicBezTo>
                <a:cubicBezTo>
                  <a:pt x="1077" y="55404"/>
                  <a:pt x="119" y="53081"/>
                  <a:pt x="119" y="50353"/>
                </a:cubicBezTo>
                <a:cubicBezTo>
                  <a:pt x="119" y="47625"/>
                  <a:pt x="1077" y="45302"/>
                  <a:pt x="2995" y="43384"/>
                </a:cubicBezTo>
                <a:cubicBezTo>
                  <a:pt x="4913" y="41467"/>
                  <a:pt x="7236" y="40508"/>
                  <a:pt x="9964" y="40508"/>
                </a:cubicBezTo>
                <a:cubicBezTo>
                  <a:pt x="12692" y="40508"/>
                  <a:pt x="15015" y="41467"/>
                  <a:pt x="16933" y="43384"/>
                </a:cubicBezTo>
                <a:cubicBezTo>
                  <a:pt x="18850" y="45302"/>
                  <a:pt x="19809" y="47625"/>
                  <a:pt x="19809" y="50353"/>
                </a:cubicBezTo>
                <a:moveTo>
                  <a:pt x="19690" y="90861"/>
                </a:moveTo>
                <a:cubicBezTo>
                  <a:pt x="19690" y="93628"/>
                  <a:pt x="18732" y="95961"/>
                  <a:pt x="16814" y="97859"/>
                </a:cubicBezTo>
                <a:cubicBezTo>
                  <a:pt x="14896" y="99757"/>
                  <a:pt x="12573" y="100706"/>
                  <a:pt x="9845" y="100706"/>
                </a:cubicBezTo>
                <a:cubicBezTo>
                  <a:pt x="7117" y="100706"/>
                  <a:pt x="4794" y="99747"/>
                  <a:pt x="2876" y="97829"/>
                </a:cubicBezTo>
                <a:cubicBezTo>
                  <a:pt x="959" y="95912"/>
                  <a:pt x="0" y="93589"/>
                  <a:pt x="0" y="90861"/>
                </a:cubicBezTo>
                <a:cubicBezTo>
                  <a:pt x="0" y="88132"/>
                  <a:pt x="959" y="85809"/>
                  <a:pt x="2876" y="83892"/>
                </a:cubicBezTo>
                <a:cubicBezTo>
                  <a:pt x="4794" y="81974"/>
                  <a:pt x="7117" y="81015"/>
                  <a:pt x="9845" y="81015"/>
                </a:cubicBezTo>
                <a:cubicBezTo>
                  <a:pt x="12573" y="81015"/>
                  <a:pt x="14896" y="81974"/>
                  <a:pt x="16814" y="83892"/>
                </a:cubicBezTo>
                <a:cubicBezTo>
                  <a:pt x="18732" y="85809"/>
                  <a:pt x="19690" y="88132"/>
                  <a:pt x="19690" y="908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SampleMasks">
            <a:extLst xmlns:a="http://schemas.openxmlformats.org/drawingml/2006/main">
              <a:ext uri="{FF2B5EF4-FFF2-40B4-BE49-F238E27FC236}">
                <a16:creationId xmlns:a16="http://schemas.microsoft.com/office/drawing/2014/main" id="{D3CF4EFE-A7B8-4023-8171-3CB57BEF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914" y="3386368"/>
            <a:ext cx="932859" cy="147085"/>
          </a:xfrm>
          <a:custGeom xmlns:a="http://schemas.openxmlformats.org/drawingml/2006/main">
            <a:pathLst>
              <a:path w="932859" h="147085">
                <a:moveTo>
                  <a:pt x="64132" y="2847"/>
                </a:moveTo>
                <a:lnTo>
                  <a:pt x="64132" y="39855"/>
                </a:lnTo>
                <a:lnTo>
                  <a:pt x="61206" y="39855"/>
                </a:lnTo>
                <a:cubicBezTo>
                  <a:pt x="60257" y="32738"/>
                  <a:pt x="58557" y="27071"/>
                  <a:pt x="56106" y="22854"/>
                </a:cubicBezTo>
                <a:cubicBezTo>
                  <a:pt x="53654" y="18636"/>
                  <a:pt x="50162" y="15288"/>
                  <a:pt x="45628" y="12811"/>
                </a:cubicBezTo>
                <a:cubicBezTo>
                  <a:pt x="41094" y="10333"/>
                  <a:pt x="36402" y="9094"/>
                  <a:pt x="31552" y="9094"/>
                </a:cubicBezTo>
                <a:cubicBezTo>
                  <a:pt x="26069" y="9094"/>
                  <a:pt x="21536" y="10767"/>
                  <a:pt x="17951" y="14113"/>
                </a:cubicBezTo>
                <a:cubicBezTo>
                  <a:pt x="14366" y="17457"/>
                  <a:pt x="12573" y="21263"/>
                  <a:pt x="12573" y="25530"/>
                </a:cubicBezTo>
                <a:cubicBezTo>
                  <a:pt x="12573" y="28797"/>
                  <a:pt x="13707" y="31773"/>
                  <a:pt x="15974" y="34458"/>
                </a:cubicBezTo>
                <a:cubicBezTo>
                  <a:pt x="19242" y="38410"/>
                  <a:pt x="27018" y="43679"/>
                  <a:pt x="39302" y="50264"/>
                </a:cubicBezTo>
                <a:cubicBezTo>
                  <a:pt x="49318" y="55636"/>
                  <a:pt x="56159" y="59758"/>
                  <a:pt x="59822" y="62630"/>
                </a:cubicBezTo>
                <a:cubicBezTo>
                  <a:pt x="63486" y="65500"/>
                  <a:pt x="66307" y="68884"/>
                  <a:pt x="68284" y="72784"/>
                </a:cubicBezTo>
                <a:cubicBezTo>
                  <a:pt x="70261" y="76682"/>
                  <a:pt x="71249" y="80764"/>
                  <a:pt x="71249" y="85031"/>
                </a:cubicBezTo>
                <a:cubicBezTo>
                  <a:pt x="71249" y="93143"/>
                  <a:pt x="68099" y="100137"/>
                  <a:pt x="61799" y="106011"/>
                </a:cubicBezTo>
                <a:cubicBezTo>
                  <a:pt x="55500" y="111885"/>
                  <a:pt x="47394" y="114821"/>
                  <a:pt x="37483" y="114821"/>
                </a:cubicBezTo>
                <a:cubicBezTo>
                  <a:pt x="34373" y="114821"/>
                  <a:pt x="31447" y="114587"/>
                  <a:pt x="28705" y="114119"/>
                </a:cubicBezTo>
                <a:cubicBezTo>
                  <a:pt x="27071" y="113859"/>
                  <a:pt x="23684" y="112909"/>
                  <a:pt x="18544" y="111270"/>
                </a:cubicBezTo>
                <a:cubicBezTo>
                  <a:pt x="13404" y="109631"/>
                  <a:pt x="10148" y="108811"/>
                  <a:pt x="8778" y="108811"/>
                </a:cubicBezTo>
                <a:cubicBezTo>
                  <a:pt x="7460" y="108811"/>
                  <a:pt x="6418" y="109202"/>
                  <a:pt x="5654" y="109983"/>
                </a:cubicBezTo>
                <a:cubicBezTo>
                  <a:pt x="4890" y="110764"/>
                  <a:pt x="4323" y="112376"/>
                  <a:pt x="3954" y="114821"/>
                </a:cubicBezTo>
                <a:lnTo>
                  <a:pt x="1028" y="114821"/>
                </a:lnTo>
                <a:lnTo>
                  <a:pt x="1028" y="78129"/>
                </a:lnTo>
                <a:lnTo>
                  <a:pt x="3954" y="78129"/>
                </a:lnTo>
                <a:cubicBezTo>
                  <a:pt x="5325" y="85826"/>
                  <a:pt x="7170" y="91585"/>
                  <a:pt x="9489" y="95408"/>
                </a:cubicBezTo>
                <a:cubicBezTo>
                  <a:pt x="11809" y="99230"/>
                  <a:pt x="15354" y="102406"/>
                  <a:pt x="20125" y="104936"/>
                </a:cubicBezTo>
                <a:cubicBezTo>
                  <a:pt x="24896" y="107467"/>
                  <a:pt x="30129" y="108732"/>
                  <a:pt x="35822" y="108732"/>
                </a:cubicBezTo>
                <a:cubicBezTo>
                  <a:pt x="42412" y="108732"/>
                  <a:pt x="47618" y="106994"/>
                  <a:pt x="51440" y="103518"/>
                </a:cubicBezTo>
                <a:cubicBezTo>
                  <a:pt x="55262" y="100040"/>
                  <a:pt x="57173" y="95931"/>
                  <a:pt x="57173" y="91189"/>
                </a:cubicBezTo>
                <a:cubicBezTo>
                  <a:pt x="57173" y="88555"/>
                  <a:pt x="56448" y="85895"/>
                  <a:pt x="54999" y="83210"/>
                </a:cubicBezTo>
                <a:cubicBezTo>
                  <a:pt x="53549" y="80523"/>
                  <a:pt x="51295" y="78020"/>
                  <a:pt x="48238" y="75702"/>
                </a:cubicBezTo>
                <a:cubicBezTo>
                  <a:pt x="46182" y="74122"/>
                  <a:pt x="40567" y="70764"/>
                  <a:pt x="31394" y="65627"/>
                </a:cubicBezTo>
                <a:cubicBezTo>
                  <a:pt x="22221" y="60491"/>
                  <a:pt x="15697" y="56395"/>
                  <a:pt x="11822" y="53341"/>
                </a:cubicBezTo>
                <a:cubicBezTo>
                  <a:pt x="7947" y="50285"/>
                  <a:pt x="5008" y="46913"/>
                  <a:pt x="3005" y="43226"/>
                </a:cubicBezTo>
                <a:cubicBezTo>
                  <a:pt x="1002" y="39537"/>
                  <a:pt x="0" y="35480"/>
                  <a:pt x="0" y="31055"/>
                </a:cubicBezTo>
                <a:cubicBezTo>
                  <a:pt x="0" y="23365"/>
                  <a:pt x="2952" y="16741"/>
                  <a:pt x="8857" y="11185"/>
                </a:cubicBezTo>
                <a:cubicBezTo>
                  <a:pt x="14761" y="5626"/>
                  <a:pt x="22274" y="2847"/>
                  <a:pt x="31394" y="2847"/>
                </a:cubicBezTo>
                <a:cubicBezTo>
                  <a:pt x="37088" y="2847"/>
                  <a:pt x="43124" y="4244"/>
                  <a:pt x="49503" y="7038"/>
                </a:cubicBezTo>
                <a:cubicBezTo>
                  <a:pt x="52455" y="8356"/>
                  <a:pt x="54537" y="9015"/>
                  <a:pt x="55750" y="9015"/>
                </a:cubicBezTo>
                <a:cubicBezTo>
                  <a:pt x="57121" y="9015"/>
                  <a:pt x="58241" y="8606"/>
                  <a:pt x="59111" y="7789"/>
                </a:cubicBezTo>
                <a:cubicBezTo>
                  <a:pt x="59981" y="6972"/>
                  <a:pt x="60679" y="5325"/>
                  <a:pt x="61206" y="2847"/>
                </a:cubicBezTo>
                <a:lnTo>
                  <a:pt x="64132" y="2847"/>
                </a:lnTo>
                <a:close/>
                <a:moveTo>
                  <a:pt x="126236" y="102011"/>
                </a:moveTo>
                <a:cubicBezTo>
                  <a:pt x="118803" y="107757"/>
                  <a:pt x="114137" y="111078"/>
                  <a:pt x="112240" y="111974"/>
                </a:cubicBezTo>
                <a:cubicBezTo>
                  <a:pt x="109393" y="113345"/>
                  <a:pt x="106361" y="114030"/>
                  <a:pt x="103146" y="114030"/>
                </a:cubicBezTo>
                <a:cubicBezTo>
                  <a:pt x="98137" y="114030"/>
                  <a:pt x="94012" y="112317"/>
                  <a:pt x="90770" y="108890"/>
                </a:cubicBezTo>
                <a:cubicBezTo>
                  <a:pt x="87528" y="105464"/>
                  <a:pt x="85907" y="100956"/>
                  <a:pt x="85907" y="95368"/>
                </a:cubicBezTo>
                <a:cubicBezTo>
                  <a:pt x="85907" y="91836"/>
                  <a:pt x="86697" y="88778"/>
                  <a:pt x="88279" y="86195"/>
                </a:cubicBezTo>
                <a:cubicBezTo>
                  <a:pt x="90440" y="82610"/>
                  <a:pt x="94197" y="79236"/>
                  <a:pt x="99548" y="76073"/>
                </a:cubicBezTo>
                <a:cubicBezTo>
                  <a:pt x="104898" y="72910"/>
                  <a:pt x="113795" y="69061"/>
                  <a:pt x="126236" y="64528"/>
                </a:cubicBezTo>
                <a:lnTo>
                  <a:pt x="126236" y="61681"/>
                </a:lnTo>
                <a:cubicBezTo>
                  <a:pt x="126236" y="54458"/>
                  <a:pt x="125090" y="49503"/>
                  <a:pt x="122796" y="46814"/>
                </a:cubicBezTo>
                <a:cubicBezTo>
                  <a:pt x="120503" y="44126"/>
                  <a:pt x="117169" y="42781"/>
                  <a:pt x="112793" y="42781"/>
                </a:cubicBezTo>
                <a:cubicBezTo>
                  <a:pt x="109472" y="42781"/>
                  <a:pt x="106836" y="43674"/>
                  <a:pt x="104885" y="45460"/>
                </a:cubicBezTo>
                <a:cubicBezTo>
                  <a:pt x="102882" y="47246"/>
                  <a:pt x="101880" y="49294"/>
                  <a:pt x="101880" y="51606"/>
                </a:cubicBezTo>
                <a:lnTo>
                  <a:pt x="102038" y="56175"/>
                </a:lnTo>
                <a:cubicBezTo>
                  <a:pt x="102038" y="58590"/>
                  <a:pt x="101419" y="60454"/>
                  <a:pt x="100180" y="61767"/>
                </a:cubicBezTo>
                <a:cubicBezTo>
                  <a:pt x="98941" y="63080"/>
                  <a:pt x="97320" y="63737"/>
                  <a:pt x="95317" y="63737"/>
                </a:cubicBezTo>
                <a:cubicBezTo>
                  <a:pt x="93366" y="63737"/>
                  <a:pt x="91772" y="63054"/>
                  <a:pt x="90533" y="61688"/>
                </a:cubicBezTo>
                <a:cubicBezTo>
                  <a:pt x="89294" y="60321"/>
                  <a:pt x="88674" y="58454"/>
                  <a:pt x="88674" y="56089"/>
                </a:cubicBezTo>
                <a:cubicBezTo>
                  <a:pt x="88674" y="51570"/>
                  <a:pt x="90994" y="47418"/>
                  <a:pt x="95633" y="43634"/>
                </a:cubicBezTo>
                <a:cubicBezTo>
                  <a:pt x="100272" y="39850"/>
                  <a:pt x="106783" y="37957"/>
                  <a:pt x="115165" y="37957"/>
                </a:cubicBezTo>
                <a:cubicBezTo>
                  <a:pt x="121597" y="37957"/>
                  <a:pt x="126869" y="39037"/>
                  <a:pt x="130981" y="41195"/>
                </a:cubicBezTo>
                <a:cubicBezTo>
                  <a:pt x="134091" y="42827"/>
                  <a:pt x="136385" y="45382"/>
                  <a:pt x="137861" y="48858"/>
                </a:cubicBezTo>
                <a:cubicBezTo>
                  <a:pt x="138810" y="51121"/>
                  <a:pt x="139284" y="55755"/>
                  <a:pt x="139284" y="62758"/>
                </a:cubicBezTo>
                <a:lnTo>
                  <a:pt x="139284" y="87322"/>
                </a:lnTo>
                <a:cubicBezTo>
                  <a:pt x="139284" y="94220"/>
                  <a:pt x="139416" y="98445"/>
                  <a:pt x="139680" y="99999"/>
                </a:cubicBezTo>
                <a:cubicBezTo>
                  <a:pt x="139943" y="101553"/>
                  <a:pt x="140378" y="102593"/>
                  <a:pt x="140984" y="103120"/>
                </a:cubicBezTo>
                <a:cubicBezTo>
                  <a:pt x="141591" y="103646"/>
                  <a:pt x="142289" y="103908"/>
                  <a:pt x="143080" y="103908"/>
                </a:cubicBezTo>
                <a:cubicBezTo>
                  <a:pt x="143923" y="103908"/>
                  <a:pt x="144661" y="103724"/>
                  <a:pt x="145294" y="103355"/>
                </a:cubicBezTo>
                <a:cubicBezTo>
                  <a:pt x="146401" y="102670"/>
                  <a:pt x="148536" y="100745"/>
                  <a:pt x="151699" y="97582"/>
                </a:cubicBezTo>
                <a:lnTo>
                  <a:pt x="151699" y="102011"/>
                </a:lnTo>
                <a:cubicBezTo>
                  <a:pt x="145795" y="109918"/>
                  <a:pt x="140154" y="113872"/>
                  <a:pt x="134777" y="113872"/>
                </a:cubicBezTo>
                <a:cubicBezTo>
                  <a:pt x="132194" y="113872"/>
                  <a:pt x="130138" y="112976"/>
                  <a:pt x="128609" y="111184"/>
                </a:cubicBezTo>
                <a:cubicBezTo>
                  <a:pt x="127080" y="109391"/>
                  <a:pt x="126289" y="106334"/>
                  <a:pt x="126236" y="102011"/>
                </a:cubicBezTo>
                <a:moveTo>
                  <a:pt x="126236" y="96826"/>
                </a:moveTo>
                <a:lnTo>
                  <a:pt x="126236" y="69351"/>
                </a:lnTo>
                <a:cubicBezTo>
                  <a:pt x="118276" y="72500"/>
                  <a:pt x="113136" y="74730"/>
                  <a:pt x="110816" y="76043"/>
                </a:cubicBezTo>
                <a:cubicBezTo>
                  <a:pt x="106651" y="78353"/>
                  <a:pt x="103673" y="80767"/>
                  <a:pt x="101880" y="83286"/>
                </a:cubicBezTo>
                <a:cubicBezTo>
                  <a:pt x="100088" y="85805"/>
                  <a:pt x="99192" y="88561"/>
                  <a:pt x="99192" y="91553"/>
                </a:cubicBezTo>
                <a:cubicBezTo>
                  <a:pt x="99192" y="95332"/>
                  <a:pt x="100325" y="98468"/>
                  <a:pt x="102592" y="100960"/>
                </a:cubicBezTo>
                <a:cubicBezTo>
                  <a:pt x="104859" y="103453"/>
                  <a:pt x="107468" y="104699"/>
                  <a:pt x="110421" y="104699"/>
                </a:cubicBezTo>
                <a:cubicBezTo>
                  <a:pt x="114427" y="104699"/>
                  <a:pt x="119699" y="102075"/>
                  <a:pt x="126236" y="96826"/>
                </a:cubicBezTo>
                <a:close/>
                <a:moveTo>
                  <a:pt x="178400" y="53378"/>
                </a:moveTo>
                <a:cubicBezTo>
                  <a:pt x="183672" y="48106"/>
                  <a:pt x="186782" y="45074"/>
                  <a:pt x="187731" y="44284"/>
                </a:cubicBezTo>
                <a:cubicBezTo>
                  <a:pt x="190103" y="42280"/>
                  <a:pt x="192660" y="40725"/>
                  <a:pt x="195402" y="39618"/>
                </a:cubicBezTo>
                <a:cubicBezTo>
                  <a:pt x="198143" y="38511"/>
                  <a:pt x="200858" y="37957"/>
                  <a:pt x="203547" y="37957"/>
                </a:cubicBezTo>
                <a:cubicBezTo>
                  <a:pt x="208080" y="37957"/>
                  <a:pt x="211982" y="39275"/>
                  <a:pt x="215250" y="41911"/>
                </a:cubicBezTo>
                <a:cubicBezTo>
                  <a:pt x="218519" y="44547"/>
                  <a:pt x="220707" y="48369"/>
                  <a:pt x="221814" y="53378"/>
                </a:cubicBezTo>
                <a:cubicBezTo>
                  <a:pt x="227244" y="47051"/>
                  <a:pt x="231830" y="42900"/>
                  <a:pt x="235573" y="40923"/>
                </a:cubicBezTo>
                <a:cubicBezTo>
                  <a:pt x="239316" y="38946"/>
                  <a:pt x="243165" y="37957"/>
                  <a:pt x="247119" y="37957"/>
                </a:cubicBezTo>
                <a:cubicBezTo>
                  <a:pt x="250967" y="37957"/>
                  <a:pt x="254381" y="38944"/>
                  <a:pt x="257359" y="40918"/>
                </a:cubicBezTo>
                <a:cubicBezTo>
                  <a:pt x="260338" y="42890"/>
                  <a:pt x="262697" y="46112"/>
                  <a:pt x="264437" y="50583"/>
                </a:cubicBezTo>
                <a:cubicBezTo>
                  <a:pt x="265597" y="53634"/>
                  <a:pt x="266176" y="58420"/>
                  <a:pt x="266176" y="64943"/>
                </a:cubicBezTo>
                <a:lnTo>
                  <a:pt x="266176" y="96030"/>
                </a:lnTo>
                <a:cubicBezTo>
                  <a:pt x="266176" y="100554"/>
                  <a:pt x="266519" y="103658"/>
                  <a:pt x="267204" y="105342"/>
                </a:cubicBezTo>
                <a:cubicBezTo>
                  <a:pt x="267732" y="106498"/>
                  <a:pt x="268707" y="107484"/>
                  <a:pt x="270130" y="108300"/>
                </a:cubicBezTo>
                <a:cubicBezTo>
                  <a:pt x="271554" y="109115"/>
                  <a:pt x="273873" y="109523"/>
                  <a:pt x="277089" y="109523"/>
                </a:cubicBezTo>
                <a:lnTo>
                  <a:pt x="277089" y="112449"/>
                </a:lnTo>
                <a:lnTo>
                  <a:pt x="241346" y="112449"/>
                </a:lnTo>
                <a:lnTo>
                  <a:pt x="241346" y="109523"/>
                </a:lnTo>
                <a:lnTo>
                  <a:pt x="242848" y="109523"/>
                </a:lnTo>
                <a:cubicBezTo>
                  <a:pt x="245959" y="109523"/>
                  <a:pt x="248384" y="108920"/>
                  <a:pt x="250124" y="107714"/>
                </a:cubicBezTo>
                <a:cubicBezTo>
                  <a:pt x="251336" y="106874"/>
                  <a:pt x="252206" y="105536"/>
                  <a:pt x="252733" y="103701"/>
                </a:cubicBezTo>
                <a:cubicBezTo>
                  <a:pt x="252944" y="102810"/>
                  <a:pt x="253049" y="100266"/>
                  <a:pt x="253049" y="96070"/>
                </a:cubicBezTo>
                <a:lnTo>
                  <a:pt x="253049" y="65071"/>
                </a:lnTo>
                <a:cubicBezTo>
                  <a:pt x="253049" y="59196"/>
                  <a:pt x="252338" y="55053"/>
                  <a:pt x="250914" y="52641"/>
                </a:cubicBezTo>
                <a:cubicBezTo>
                  <a:pt x="248858" y="49284"/>
                  <a:pt x="245563" y="47605"/>
                  <a:pt x="241030" y="47605"/>
                </a:cubicBezTo>
                <a:cubicBezTo>
                  <a:pt x="238236" y="47605"/>
                  <a:pt x="235428" y="48300"/>
                  <a:pt x="232608" y="49691"/>
                </a:cubicBezTo>
                <a:cubicBezTo>
                  <a:pt x="229787" y="51079"/>
                  <a:pt x="226374" y="53663"/>
                  <a:pt x="222367" y="57440"/>
                </a:cubicBezTo>
                <a:lnTo>
                  <a:pt x="222209" y="58305"/>
                </a:lnTo>
                <a:lnTo>
                  <a:pt x="222367" y="61688"/>
                </a:lnTo>
                <a:lnTo>
                  <a:pt x="222367" y="96070"/>
                </a:lnTo>
                <a:cubicBezTo>
                  <a:pt x="222367" y="101001"/>
                  <a:pt x="222644" y="104069"/>
                  <a:pt x="223198" y="105275"/>
                </a:cubicBezTo>
                <a:cubicBezTo>
                  <a:pt x="223751" y="106481"/>
                  <a:pt x="224792" y="107491"/>
                  <a:pt x="226321" y="108305"/>
                </a:cubicBezTo>
                <a:cubicBezTo>
                  <a:pt x="227850" y="109117"/>
                  <a:pt x="230460" y="109523"/>
                  <a:pt x="234150" y="109523"/>
                </a:cubicBezTo>
                <a:lnTo>
                  <a:pt x="234150" y="112449"/>
                </a:lnTo>
                <a:lnTo>
                  <a:pt x="197537" y="112449"/>
                </a:lnTo>
                <a:lnTo>
                  <a:pt x="197537" y="109523"/>
                </a:lnTo>
                <a:cubicBezTo>
                  <a:pt x="201543" y="109523"/>
                  <a:pt x="204298" y="109051"/>
                  <a:pt x="205800" y="108107"/>
                </a:cubicBezTo>
                <a:cubicBezTo>
                  <a:pt x="207303" y="107163"/>
                  <a:pt x="208344" y="105747"/>
                  <a:pt x="208924" y="103859"/>
                </a:cubicBezTo>
                <a:cubicBezTo>
                  <a:pt x="209188" y="102966"/>
                  <a:pt x="209319" y="100370"/>
                  <a:pt x="209319" y="96070"/>
                </a:cubicBezTo>
                <a:lnTo>
                  <a:pt x="209319" y="65071"/>
                </a:lnTo>
                <a:cubicBezTo>
                  <a:pt x="209319" y="59196"/>
                  <a:pt x="208450" y="54974"/>
                  <a:pt x="206710" y="52404"/>
                </a:cubicBezTo>
                <a:cubicBezTo>
                  <a:pt x="204390" y="49046"/>
                  <a:pt x="201148" y="47368"/>
                  <a:pt x="196983" y="47368"/>
                </a:cubicBezTo>
                <a:cubicBezTo>
                  <a:pt x="194136" y="47368"/>
                  <a:pt x="191316" y="48128"/>
                  <a:pt x="188522" y="49649"/>
                </a:cubicBezTo>
                <a:cubicBezTo>
                  <a:pt x="184146" y="51957"/>
                  <a:pt x="180772" y="54553"/>
                  <a:pt x="178400" y="57438"/>
                </a:cubicBezTo>
                <a:lnTo>
                  <a:pt x="178400" y="96070"/>
                </a:lnTo>
                <a:cubicBezTo>
                  <a:pt x="178400" y="100790"/>
                  <a:pt x="178729" y="103858"/>
                  <a:pt x="179388" y="105275"/>
                </a:cubicBezTo>
                <a:cubicBezTo>
                  <a:pt x="180047" y="106690"/>
                  <a:pt x="181023" y="107752"/>
                  <a:pt x="182314" y="108460"/>
                </a:cubicBezTo>
                <a:cubicBezTo>
                  <a:pt x="183606" y="109169"/>
                  <a:pt x="186229" y="109523"/>
                  <a:pt x="190183" y="109523"/>
                </a:cubicBezTo>
                <a:lnTo>
                  <a:pt x="190183" y="112449"/>
                </a:lnTo>
                <a:lnTo>
                  <a:pt x="154360" y="112449"/>
                </a:lnTo>
                <a:lnTo>
                  <a:pt x="154360" y="109523"/>
                </a:lnTo>
                <a:cubicBezTo>
                  <a:pt x="157681" y="109523"/>
                  <a:pt x="160001" y="109168"/>
                  <a:pt x="161319" y="108458"/>
                </a:cubicBezTo>
                <a:cubicBezTo>
                  <a:pt x="162637" y="107748"/>
                  <a:pt x="163639" y="106617"/>
                  <a:pt x="164324" y="105065"/>
                </a:cubicBezTo>
                <a:cubicBezTo>
                  <a:pt x="165009" y="103513"/>
                  <a:pt x="165352" y="100502"/>
                  <a:pt x="165352" y="96030"/>
                </a:cubicBezTo>
                <a:lnTo>
                  <a:pt x="165352" y="68415"/>
                </a:lnTo>
                <a:cubicBezTo>
                  <a:pt x="165352" y="60471"/>
                  <a:pt x="165115" y="55342"/>
                  <a:pt x="164640" y="53029"/>
                </a:cubicBezTo>
                <a:cubicBezTo>
                  <a:pt x="164271" y="51293"/>
                  <a:pt x="163691" y="50096"/>
                  <a:pt x="162901" y="49439"/>
                </a:cubicBezTo>
                <a:cubicBezTo>
                  <a:pt x="162110" y="48781"/>
                  <a:pt x="161029" y="48453"/>
                  <a:pt x="159658" y="48453"/>
                </a:cubicBezTo>
                <a:cubicBezTo>
                  <a:pt x="158182" y="48453"/>
                  <a:pt x="156416" y="48847"/>
                  <a:pt x="154360" y="49636"/>
                </a:cubicBezTo>
                <a:lnTo>
                  <a:pt x="153174" y="46794"/>
                </a:lnTo>
                <a:lnTo>
                  <a:pt x="175000" y="37957"/>
                </a:lnTo>
                <a:lnTo>
                  <a:pt x="178400" y="37957"/>
                </a:lnTo>
                <a:lnTo>
                  <a:pt x="178400" y="53378"/>
                </a:lnTo>
                <a:close/>
                <a:moveTo>
                  <a:pt x="277346" y="47138"/>
                </a:moveTo>
                <a:lnTo>
                  <a:pt x="299646" y="38116"/>
                </a:lnTo>
                <a:lnTo>
                  <a:pt x="302651" y="38116"/>
                </a:lnTo>
                <a:lnTo>
                  <a:pt x="302651" y="55038"/>
                </a:lnTo>
                <a:cubicBezTo>
                  <a:pt x="306394" y="48659"/>
                  <a:pt x="310150" y="44218"/>
                  <a:pt x="313920" y="41714"/>
                </a:cubicBezTo>
                <a:cubicBezTo>
                  <a:pt x="317689" y="39209"/>
                  <a:pt x="321656" y="37957"/>
                  <a:pt x="325821" y="37957"/>
                </a:cubicBezTo>
                <a:cubicBezTo>
                  <a:pt x="333096" y="37957"/>
                  <a:pt x="339159" y="40801"/>
                  <a:pt x="344009" y="46488"/>
                </a:cubicBezTo>
                <a:cubicBezTo>
                  <a:pt x="349966" y="53440"/>
                  <a:pt x="352945" y="62499"/>
                  <a:pt x="352945" y="73664"/>
                </a:cubicBezTo>
                <a:cubicBezTo>
                  <a:pt x="352945" y="86145"/>
                  <a:pt x="349360" y="96467"/>
                  <a:pt x="342190" y="104630"/>
                </a:cubicBezTo>
                <a:cubicBezTo>
                  <a:pt x="336286" y="111319"/>
                  <a:pt x="328852" y="114663"/>
                  <a:pt x="319890" y="114663"/>
                </a:cubicBezTo>
                <a:cubicBezTo>
                  <a:pt x="315989" y="114663"/>
                  <a:pt x="312615" y="114110"/>
                  <a:pt x="309768" y="113002"/>
                </a:cubicBezTo>
                <a:cubicBezTo>
                  <a:pt x="307659" y="112212"/>
                  <a:pt x="305287" y="110630"/>
                  <a:pt x="302651" y="108258"/>
                </a:cubicBezTo>
                <a:lnTo>
                  <a:pt x="302651" y="130320"/>
                </a:lnTo>
                <a:cubicBezTo>
                  <a:pt x="302651" y="135276"/>
                  <a:pt x="302954" y="138426"/>
                  <a:pt x="303560" y="139770"/>
                </a:cubicBezTo>
                <a:cubicBezTo>
                  <a:pt x="304167" y="141115"/>
                  <a:pt x="305221" y="142182"/>
                  <a:pt x="306724" y="142973"/>
                </a:cubicBezTo>
                <a:cubicBezTo>
                  <a:pt x="308226" y="143764"/>
                  <a:pt x="310954" y="144159"/>
                  <a:pt x="314908" y="144159"/>
                </a:cubicBezTo>
                <a:lnTo>
                  <a:pt x="314908" y="147085"/>
                </a:lnTo>
                <a:lnTo>
                  <a:pt x="276951" y="147085"/>
                </a:lnTo>
                <a:lnTo>
                  <a:pt x="276951" y="144159"/>
                </a:lnTo>
                <a:lnTo>
                  <a:pt x="278928" y="144159"/>
                </a:lnTo>
                <a:cubicBezTo>
                  <a:pt x="281827" y="144212"/>
                  <a:pt x="284305" y="143657"/>
                  <a:pt x="286361" y="142496"/>
                </a:cubicBezTo>
                <a:cubicBezTo>
                  <a:pt x="287363" y="141916"/>
                  <a:pt x="288140" y="140980"/>
                  <a:pt x="288694" y="139686"/>
                </a:cubicBezTo>
                <a:cubicBezTo>
                  <a:pt x="289247" y="138395"/>
                  <a:pt x="289524" y="135111"/>
                  <a:pt x="289524" y="129836"/>
                </a:cubicBezTo>
                <a:lnTo>
                  <a:pt x="289524" y="61303"/>
                </a:lnTo>
                <a:cubicBezTo>
                  <a:pt x="289524" y="56607"/>
                  <a:pt x="289313" y="53627"/>
                  <a:pt x="288891" y="52362"/>
                </a:cubicBezTo>
                <a:cubicBezTo>
                  <a:pt x="288470" y="51095"/>
                  <a:pt x="287798" y="50145"/>
                  <a:pt x="286875" y="49513"/>
                </a:cubicBezTo>
                <a:cubicBezTo>
                  <a:pt x="285952" y="48878"/>
                  <a:pt x="284700" y="48561"/>
                  <a:pt x="283119" y="48561"/>
                </a:cubicBezTo>
                <a:cubicBezTo>
                  <a:pt x="281854" y="48561"/>
                  <a:pt x="280246" y="48930"/>
                  <a:pt x="278295" y="49668"/>
                </a:cubicBezTo>
                <a:lnTo>
                  <a:pt x="277346" y="47138"/>
                </a:lnTo>
                <a:moveTo>
                  <a:pt x="302651" y="59847"/>
                </a:moveTo>
                <a:lnTo>
                  <a:pt x="302651" y="86857"/>
                </a:lnTo>
                <a:cubicBezTo>
                  <a:pt x="302651" y="92702"/>
                  <a:pt x="302888" y="96546"/>
                  <a:pt x="303363" y="98388"/>
                </a:cubicBezTo>
                <a:cubicBezTo>
                  <a:pt x="304101" y="101442"/>
                  <a:pt x="305906" y="104128"/>
                  <a:pt x="308780" y="106444"/>
                </a:cubicBezTo>
                <a:cubicBezTo>
                  <a:pt x="311653" y="108760"/>
                  <a:pt x="315277" y="109918"/>
                  <a:pt x="319653" y="109918"/>
                </a:cubicBezTo>
                <a:cubicBezTo>
                  <a:pt x="324925" y="109918"/>
                  <a:pt x="329195" y="107865"/>
                  <a:pt x="332463" y="103758"/>
                </a:cubicBezTo>
                <a:cubicBezTo>
                  <a:pt x="336734" y="98389"/>
                  <a:pt x="338869" y="90833"/>
                  <a:pt x="338869" y="81092"/>
                </a:cubicBezTo>
                <a:cubicBezTo>
                  <a:pt x="338869" y="70036"/>
                  <a:pt x="336444" y="61533"/>
                  <a:pt x="331594" y="55584"/>
                </a:cubicBezTo>
                <a:cubicBezTo>
                  <a:pt x="328220" y="51477"/>
                  <a:pt x="324213" y="49424"/>
                  <a:pt x="319574" y="49424"/>
                </a:cubicBezTo>
                <a:cubicBezTo>
                  <a:pt x="317043" y="49424"/>
                  <a:pt x="314539" y="50056"/>
                  <a:pt x="312061" y="51319"/>
                </a:cubicBezTo>
                <a:cubicBezTo>
                  <a:pt x="310163" y="52266"/>
                  <a:pt x="307027" y="55109"/>
                  <a:pt x="302651" y="59847"/>
                </a:cubicBezTo>
                <a:close/>
                <a:moveTo>
                  <a:pt x="388451" y="0"/>
                </a:moveTo>
                <a:lnTo>
                  <a:pt x="388451" y="96011"/>
                </a:lnTo>
                <a:cubicBezTo>
                  <a:pt x="388451" y="100541"/>
                  <a:pt x="388780" y="103544"/>
                  <a:pt x="389439" y="105020"/>
                </a:cubicBezTo>
                <a:cubicBezTo>
                  <a:pt x="390098" y="106495"/>
                  <a:pt x="391113" y="107614"/>
                  <a:pt x="392484" y="108379"/>
                </a:cubicBezTo>
                <a:cubicBezTo>
                  <a:pt x="393854" y="109142"/>
                  <a:pt x="396411" y="109523"/>
                  <a:pt x="400154" y="109523"/>
                </a:cubicBezTo>
                <a:lnTo>
                  <a:pt x="400154" y="112449"/>
                </a:lnTo>
                <a:lnTo>
                  <a:pt x="364648" y="112449"/>
                </a:lnTo>
                <a:lnTo>
                  <a:pt x="364648" y="109523"/>
                </a:lnTo>
                <a:cubicBezTo>
                  <a:pt x="367969" y="109523"/>
                  <a:pt x="370236" y="109181"/>
                  <a:pt x="371449" y="108497"/>
                </a:cubicBezTo>
                <a:cubicBezTo>
                  <a:pt x="372661" y="107812"/>
                  <a:pt x="373610" y="106679"/>
                  <a:pt x="374296" y="105100"/>
                </a:cubicBezTo>
                <a:cubicBezTo>
                  <a:pt x="374981" y="103518"/>
                  <a:pt x="375324" y="100488"/>
                  <a:pt x="375324" y="96011"/>
                </a:cubicBezTo>
                <a:lnTo>
                  <a:pt x="375324" y="30265"/>
                </a:lnTo>
                <a:cubicBezTo>
                  <a:pt x="375324" y="22100"/>
                  <a:pt x="375139" y="17082"/>
                  <a:pt x="374770" y="15213"/>
                </a:cubicBezTo>
                <a:cubicBezTo>
                  <a:pt x="374401" y="13341"/>
                  <a:pt x="373808" y="12064"/>
                  <a:pt x="372991" y="11380"/>
                </a:cubicBezTo>
                <a:cubicBezTo>
                  <a:pt x="372174" y="10694"/>
                  <a:pt x="371133" y="10352"/>
                  <a:pt x="369867" y="10352"/>
                </a:cubicBezTo>
                <a:cubicBezTo>
                  <a:pt x="368497" y="10352"/>
                  <a:pt x="366757" y="10774"/>
                  <a:pt x="364648" y="11617"/>
                </a:cubicBezTo>
                <a:lnTo>
                  <a:pt x="363304" y="8849"/>
                </a:lnTo>
                <a:lnTo>
                  <a:pt x="384892" y="0"/>
                </a:lnTo>
                <a:lnTo>
                  <a:pt x="388451" y="0"/>
                </a:lnTo>
                <a:close/>
                <a:moveTo>
                  <a:pt x="420418" y="67374"/>
                </a:moveTo>
                <a:cubicBezTo>
                  <a:pt x="420365" y="78104"/>
                  <a:pt x="422975" y="86520"/>
                  <a:pt x="428247" y="92623"/>
                </a:cubicBezTo>
                <a:cubicBezTo>
                  <a:pt x="433518" y="98723"/>
                  <a:pt x="439713" y="101773"/>
                  <a:pt x="446830" y="101773"/>
                </a:cubicBezTo>
                <a:cubicBezTo>
                  <a:pt x="451575" y="101773"/>
                  <a:pt x="455700" y="100469"/>
                  <a:pt x="459206" y="97859"/>
                </a:cubicBezTo>
                <a:cubicBezTo>
                  <a:pt x="462711" y="95249"/>
                  <a:pt x="465650" y="90782"/>
                  <a:pt x="468023" y="84455"/>
                </a:cubicBezTo>
                <a:lnTo>
                  <a:pt x="470474" y="86037"/>
                </a:lnTo>
                <a:cubicBezTo>
                  <a:pt x="469367" y="93259"/>
                  <a:pt x="466151" y="99836"/>
                  <a:pt x="460827" y="105767"/>
                </a:cubicBezTo>
                <a:cubicBezTo>
                  <a:pt x="455502" y="111698"/>
                  <a:pt x="448833" y="114663"/>
                  <a:pt x="440820" y="114663"/>
                </a:cubicBezTo>
                <a:cubicBezTo>
                  <a:pt x="432121" y="114663"/>
                  <a:pt x="424675" y="111283"/>
                  <a:pt x="418480" y="104524"/>
                </a:cubicBezTo>
                <a:cubicBezTo>
                  <a:pt x="412286" y="97763"/>
                  <a:pt x="409189" y="88674"/>
                  <a:pt x="409189" y="77257"/>
                </a:cubicBezTo>
                <a:cubicBezTo>
                  <a:pt x="409189" y="64894"/>
                  <a:pt x="412365" y="55254"/>
                  <a:pt x="418718" y="48336"/>
                </a:cubicBezTo>
                <a:cubicBezTo>
                  <a:pt x="425070" y="41417"/>
                  <a:pt x="433044" y="37957"/>
                  <a:pt x="442639" y="37957"/>
                </a:cubicBezTo>
                <a:cubicBezTo>
                  <a:pt x="450757" y="37957"/>
                  <a:pt x="457426" y="40626"/>
                  <a:pt x="462645" y="45964"/>
                </a:cubicBezTo>
                <a:cubicBezTo>
                  <a:pt x="467865" y="51300"/>
                  <a:pt x="470474" y="58437"/>
                  <a:pt x="470474" y="67374"/>
                </a:cubicBezTo>
                <a:lnTo>
                  <a:pt x="420418" y="67374"/>
                </a:lnTo>
                <a:moveTo>
                  <a:pt x="420418" y="62788"/>
                </a:moveTo>
                <a:lnTo>
                  <a:pt x="453947" y="62788"/>
                </a:lnTo>
                <a:cubicBezTo>
                  <a:pt x="453683" y="58149"/>
                  <a:pt x="453130" y="54880"/>
                  <a:pt x="452286" y="52982"/>
                </a:cubicBezTo>
                <a:cubicBezTo>
                  <a:pt x="450968" y="50030"/>
                  <a:pt x="449004" y="47710"/>
                  <a:pt x="446395" y="46023"/>
                </a:cubicBezTo>
                <a:cubicBezTo>
                  <a:pt x="443785" y="44336"/>
                  <a:pt x="441057" y="43493"/>
                  <a:pt x="438210" y="43493"/>
                </a:cubicBezTo>
                <a:cubicBezTo>
                  <a:pt x="433835" y="43493"/>
                  <a:pt x="429920" y="45193"/>
                  <a:pt x="426467" y="48593"/>
                </a:cubicBezTo>
                <a:cubicBezTo>
                  <a:pt x="423014" y="51994"/>
                  <a:pt x="420998" y="56725"/>
                  <a:pt x="420418" y="62788"/>
                </a:cubicBezTo>
                <a:close/>
                <a:moveTo>
                  <a:pt x="581630" y="112449"/>
                </a:moveTo>
                <a:lnTo>
                  <a:pt x="540193" y="22221"/>
                </a:lnTo>
                <a:lnTo>
                  <a:pt x="540193" y="93866"/>
                </a:lnTo>
                <a:cubicBezTo>
                  <a:pt x="540193" y="100455"/>
                  <a:pt x="540905" y="104567"/>
                  <a:pt x="542328" y="106202"/>
                </a:cubicBezTo>
                <a:cubicBezTo>
                  <a:pt x="544279" y="108416"/>
                  <a:pt x="547363" y="109523"/>
                  <a:pt x="551581" y="109523"/>
                </a:cubicBezTo>
                <a:lnTo>
                  <a:pt x="555376" y="109523"/>
                </a:lnTo>
                <a:lnTo>
                  <a:pt x="555376" y="112449"/>
                </a:lnTo>
                <a:lnTo>
                  <a:pt x="518051" y="112449"/>
                </a:lnTo>
                <a:lnTo>
                  <a:pt x="518051" y="109523"/>
                </a:lnTo>
                <a:lnTo>
                  <a:pt x="521847" y="109523"/>
                </a:lnTo>
                <a:cubicBezTo>
                  <a:pt x="526381" y="109523"/>
                  <a:pt x="529597" y="108152"/>
                  <a:pt x="531495" y="105411"/>
                </a:cubicBezTo>
                <a:cubicBezTo>
                  <a:pt x="532655" y="103724"/>
                  <a:pt x="533234" y="99875"/>
                  <a:pt x="533234" y="93866"/>
                </a:cubicBezTo>
                <a:lnTo>
                  <a:pt x="533234" y="23802"/>
                </a:lnTo>
                <a:cubicBezTo>
                  <a:pt x="533234" y="19058"/>
                  <a:pt x="532707" y="15631"/>
                  <a:pt x="531653" y="13522"/>
                </a:cubicBezTo>
                <a:cubicBezTo>
                  <a:pt x="530915" y="11993"/>
                  <a:pt x="529557" y="10715"/>
                  <a:pt x="527580" y="9687"/>
                </a:cubicBezTo>
                <a:cubicBezTo>
                  <a:pt x="525603" y="8659"/>
                  <a:pt x="522427" y="8145"/>
                  <a:pt x="518051" y="8145"/>
                </a:cubicBezTo>
                <a:lnTo>
                  <a:pt x="518051" y="5219"/>
                </a:lnTo>
                <a:lnTo>
                  <a:pt x="548417" y="5219"/>
                </a:lnTo>
                <a:lnTo>
                  <a:pt x="587324" y="89121"/>
                </a:lnTo>
                <a:lnTo>
                  <a:pt x="625598" y="5219"/>
                </a:lnTo>
                <a:lnTo>
                  <a:pt x="655963" y="5219"/>
                </a:lnTo>
                <a:lnTo>
                  <a:pt x="655963" y="8145"/>
                </a:lnTo>
                <a:lnTo>
                  <a:pt x="652247" y="8145"/>
                </a:lnTo>
                <a:cubicBezTo>
                  <a:pt x="647660" y="8145"/>
                  <a:pt x="644418" y="9516"/>
                  <a:pt x="642520" y="12257"/>
                </a:cubicBezTo>
                <a:cubicBezTo>
                  <a:pt x="641360" y="13944"/>
                  <a:pt x="640780" y="17793"/>
                  <a:pt x="640780" y="23802"/>
                </a:cubicBezTo>
                <a:lnTo>
                  <a:pt x="640780" y="93866"/>
                </a:lnTo>
                <a:cubicBezTo>
                  <a:pt x="640780" y="100455"/>
                  <a:pt x="641519" y="104567"/>
                  <a:pt x="642995" y="106202"/>
                </a:cubicBezTo>
                <a:cubicBezTo>
                  <a:pt x="644945" y="108416"/>
                  <a:pt x="648029" y="109523"/>
                  <a:pt x="652247" y="109523"/>
                </a:cubicBezTo>
                <a:lnTo>
                  <a:pt x="655963" y="109523"/>
                </a:lnTo>
                <a:lnTo>
                  <a:pt x="655963" y="112449"/>
                </a:lnTo>
                <a:lnTo>
                  <a:pt x="610415" y="112449"/>
                </a:lnTo>
                <a:lnTo>
                  <a:pt x="610415" y="109523"/>
                </a:lnTo>
                <a:lnTo>
                  <a:pt x="614210" y="109523"/>
                </a:lnTo>
                <a:cubicBezTo>
                  <a:pt x="618797" y="109523"/>
                  <a:pt x="622013" y="108152"/>
                  <a:pt x="623858" y="105411"/>
                </a:cubicBezTo>
                <a:cubicBezTo>
                  <a:pt x="625018" y="103724"/>
                  <a:pt x="625598" y="99875"/>
                  <a:pt x="625598" y="93866"/>
                </a:cubicBezTo>
                <a:lnTo>
                  <a:pt x="625598" y="22221"/>
                </a:lnTo>
                <a:lnTo>
                  <a:pt x="584240" y="112449"/>
                </a:lnTo>
                <a:lnTo>
                  <a:pt x="581630" y="112449"/>
                </a:lnTo>
                <a:close/>
                <a:moveTo>
                  <a:pt x="705699" y="102011"/>
                </a:moveTo>
                <a:cubicBezTo>
                  <a:pt x="698266" y="107757"/>
                  <a:pt x="693600" y="111078"/>
                  <a:pt x="691703" y="111974"/>
                </a:cubicBezTo>
                <a:cubicBezTo>
                  <a:pt x="688856" y="113345"/>
                  <a:pt x="685824" y="114030"/>
                  <a:pt x="682609" y="114030"/>
                </a:cubicBezTo>
                <a:cubicBezTo>
                  <a:pt x="677600" y="114030"/>
                  <a:pt x="673475" y="112317"/>
                  <a:pt x="670233" y="108890"/>
                </a:cubicBezTo>
                <a:cubicBezTo>
                  <a:pt x="666991" y="105464"/>
                  <a:pt x="665370" y="100956"/>
                  <a:pt x="665370" y="95368"/>
                </a:cubicBezTo>
                <a:cubicBezTo>
                  <a:pt x="665370" y="91836"/>
                  <a:pt x="666160" y="88778"/>
                  <a:pt x="667742" y="86195"/>
                </a:cubicBezTo>
                <a:cubicBezTo>
                  <a:pt x="669903" y="82610"/>
                  <a:pt x="673660" y="79236"/>
                  <a:pt x="679011" y="76073"/>
                </a:cubicBezTo>
                <a:cubicBezTo>
                  <a:pt x="684361" y="72910"/>
                  <a:pt x="693258" y="69061"/>
                  <a:pt x="705699" y="64528"/>
                </a:cubicBezTo>
                <a:lnTo>
                  <a:pt x="705699" y="61681"/>
                </a:lnTo>
                <a:cubicBezTo>
                  <a:pt x="705699" y="54458"/>
                  <a:pt x="704553" y="49503"/>
                  <a:pt x="702259" y="46814"/>
                </a:cubicBezTo>
                <a:cubicBezTo>
                  <a:pt x="699966" y="44126"/>
                  <a:pt x="696632" y="42781"/>
                  <a:pt x="692256" y="42781"/>
                </a:cubicBezTo>
                <a:cubicBezTo>
                  <a:pt x="688935" y="42781"/>
                  <a:pt x="686299" y="43674"/>
                  <a:pt x="684348" y="45460"/>
                </a:cubicBezTo>
                <a:cubicBezTo>
                  <a:pt x="682345" y="47246"/>
                  <a:pt x="681343" y="49294"/>
                  <a:pt x="681343" y="51606"/>
                </a:cubicBezTo>
                <a:lnTo>
                  <a:pt x="681501" y="56175"/>
                </a:lnTo>
                <a:cubicBezTo>
                  <a:pt x="681501" y="58590"/>
                  <a:pt x="680882" y="60454"/>
                  <a:pt x="679643" y="61767"/>
                </a:cubicBezTo>
                <a:cubicBezTo>
                  <a:pt x="678404" y="63080"/>
                  <a:pt x="676783" y="63737"/>
                  <a:pt x="674780" y="63737"/>
                </a:cubicBezTo>
                <a:cubicBezTo>
                  <a:pt x="672829" y="63737"/>
                  <a:pt x="671235" y="63054"/>
                  <a:pt x="669996" y="61688"/>
                </a:cubicBezTo>
                <a:cubicBezTo>
                  <a:pt x="668757" y="60321"/>
                  <a:pt x="668137" y="58454"/>
                  <a:pt x="668137" y="56089"/>
                </a:cubicBezTo>
                <a:cubicBezTo>
                  <a:pt x="668137" y="51570"/>
                  <a:pt x="670457" y="47418"/>
                  <a:pt x="675096" y="43634"/>
                </a:cubicBezTo>
                <a:cubicBezTo>
                  <a:pt x="679735" y="39850"/>
                  <a:pt x="686246" y="37957"/>
                  <a:pt x="694628" y="37957"/>
                </a:cubicBezTo>
                <a:cubicBezTo>
                  <a:pt x="701060" y="37957"/>
                  <a:pt x="706332" y="39037"/>
                  <a:pt x="710444" y="41195"/>
                </a:cubicBezTo>
                <a:cubicBezTo>
                  <a:pt x="713554" y="42827"/>
                  <a:pt x="715848" y="45382"/>
                  <a:pt x="717324" y="48858"/>
                </a:cubicBezTo>
                <a:cubicBezTo>
                  <a:pt x="718273" y="51121"/>
                  <a:pt x="718747" y="55755"/>
                  <a:pt x="718747" y="62758"/>
                </a:cubicBezTo>
                <a:lnTo>
                  <a:pt x="718747" y="87322"/>
                </a:lnTo>
                <a:cubicBezTo>
                  <a:pt x="718747" y="94220"/>
                  <a:pt x="718879" y="98445"/>
                  <a:pt x="719143" y="99999"/>
                </a:cubicBezTo>
                <a:cubicBezTo>
                  <a:pt x="719406" y="101553"/>
                  <a:pt x="719841" y="102593"/>
                  <a:pt x="720447" y="103120"/>
                </a:cubicBezTo>
                <a:cubicBezTo>
                  <a:pt x="721054" y="103646"/>
                  <a:pt x="721752" y="103908"/>
                  <a:pt x="722543" y="103908"/>
                </a:cubicBezTo>
                <a:cubicBezTo>
                  <a:pt x="723386" y="103908"/>
                  <a:pt x="724124" y="103724"/>
                  <a:pt x="724757" y="103355"/>
                </a:cubicBezTo>
                <a:cubicBezTo>
                  <a:pt x="725864" y="102670"/>
                  <a:pt x="727999" y="100745"/>
                  <a:pt x="731162" y="97582"/>
                </a:cubicBezTo>
                <a:lnTo>
                  <a:pt x="731162" y="102011"/>
                </a:lnTo>
                <a:cubicBezTo>
                  <a:pt x="725258" y="109918"/>
                  <a:pt x="719617" y="113872"/>
                  <a:pt x="714240" y="113872"/>
                </a:cubicBezTo>
                <a:cubicBezTo>
                  <a:pt x="711657" y="113872"/>
                  <a:pt x="709600" y="112976"/>
                  <a:pt x="708072" y="111184"/>
                </a:cubicBezTo>
                <a:cubicBezTo>
                  <a:pt x="706543" y="109391"/>
                  <a:pt x="705752" y="106334"/>
                  <a:pt x="705699" y="102011"/>
                </a:cubicBezTo>
                <a:moveTo>
                  <a:pt x="705699" y="96826"/>
                </a:moveTo>
                <a:lnTo>
                  <a:pt x="705699" y="69351"/>
                </a:lnTo>
                <a:cubicBezTo>
                  <a:pt x="697739" y="72500"/>
                  <a:pt x="692599" y="74730"/>
                  <a:pt x="690279" y="76043"/>
                </a:cubicBezTo>
                <a:cubicBezTo>
                  <a:pt x="686114" y="78353"/>
                  <a:pt x="683136" y="80767"/>
                  <a:pt x="681343" y="83286"/>
                </a:cubicBezTo>
                <a:cubicBezTo>
                  <a:pt x="679551" y="85805"/>
                  <a:pt x="678655" y="88561"/>
                  <a:pt x="678655" y="91553"/>
                </a:cubicBezTo>
                <a:cubicBezTo>
                  <a:pt x="678655" y="95332"/>
                  <a:pt x="679788" y="98468"/>
                  <a:pt x="682055" y="100960"/>
                </a:cubicBezTo>
                <a:cubicBezTo>
                  <a:pt x="684322" y="103453"/>
                  <a:pt x="686931" y="104699"/>
                  <a:pt x="689884" y="104699"/>
                </a:cubicBezTo>
                <a:cubicBezTo>
                  <a:pt x="693890" y="104699"/>
                  <a:pt x="699162" y="102075"/>
                  <a:pt x="705699" y="96826"/>
                </a:cubicBezTo>
                <a:close/>
                <a:moveTo>
                  <a:pt x="783168" y="37957"/>
                </a:moveTo>
                <a:lnTo>
                  <a:pt x="783168" y="62472"/>
                </a:lnTo>
                <a:lnTo>
                  <a:pt x="780559" y="62472"/>
                </a:lnTo>
                <a:cubicBezTo>
                  <a:pt x="778555" y="54783"/>
                  <a:pt x="775985" y="49553"/>
                  <a:pt x="772848" y="46782"/>
                </a:cubicBezTo>
                <a:cubicBezTo>
                  <a:pt x="769712" y="44009"/>
                  <a:pt x="765718" y="42623"/>
                  <a:pt x="760868" y="42623"/>
                </a:cubicBezTo>
                <a:cubicBezTo>
                  <a:pt x="757178" y="42623"/>
                  <a:pt x="754199" y="43597"/>
                  <a:pt x="751932" y="45546"/>
                </a:cubicBezTo>
                <a:cubicBezTo>
                  <a:pt x="749665" y="47494"/>
                  <a:pt x="748532" y="49653"/>
                  <a:pt x="748532" y="52023"/>
                </a:cubicBezTo>
                <a:cubicBezTo>
                  <a:pt x="748532" y="54972"/>
                  <a:pt x="749375" y="57500"/>
                  <a:pt x="751062" y="59605"/>
                </a:cubicBezTo>
                <a:cubicBezTo>
                  <a:pt x="752697" y="61765"/>
                  <a:pt x="756018" y="64056"/>
                  <a:pt x="761026" y="66477"/>
                </a:cubicBezTo>
                <a:lnTo>
                  <a:pt x="772572" y="72087"/>
                </a:lnTo>
                <a:cubicBezTo>
                  <a:pt x="783274" y="77300"/>
                  <a:pt x="788624" y="84172"/>
                  <a:pt x="788624" y="92704"/>
                </a:cubicBezTo>
                <a:cubicBezTo>
                  <a:pt x="788624" y="99286"/>
                  <a:pt x="786134" y="104591"/>
                  <a:pt x="781152" y="108621"/>
                </a:cubicBezTo>
                <a:cubicBezTo>
                  <a:pt x="776170" y="112649"/>
                  <a:pt x="770595" y="114663"/>
                  <a:pt x="764427" y="114663"/>
                </a:cubicBezTo>
                <a:cubicBezTo>
                  <a:pt x="759998" y="114663"/>
                  <a:pt x="754937" y="113872"/>
                  <a:pt x="749244" y="112291"/>
                </a:cubicBezTo>
                <a:cubicBezTo>
                  <a:pt x="747504" y="111764"/>
                  <a:pt x="746081" y="111500"/>
                  <a:pt x="744973" y="111500"/>
                </a:cubicBezTo>
                <a:cubicBezTo>
                  <a:pt x="743761" y="111500"/>
                  <a:pt x="742812" y="112185"/>
                  <a:pt x="742127" y="113556"/>
                </a:cubicBezTo>
                <a:lnTo>
                  <a:pt x="739517" y="113556"/>
                </a:lnTo>
                <a:lnTo>
                  <a:pt x="739517" y="87618"/>
                </a:lnTo>
                <a:lnTo>
                  <a:pt x="742127" y="87618"/>
                </a:lnTo>
                <a:cubicBezTo>
                  <a:pt x="743603" y="95025"/>
                  <a:pt x="746423" y="100607"/>
                  <a:pt x="750588" y="104363"/>
                </a:cubicBezTo>
                <a:cubicBezTo>
                  <a:pt x="754753" y="108119"/>
                  <a:pt x="759418" y="109997"/>
                  <a:pt x="764585" y="109997"/>
                </a:cubicBezTo>
                <a:cubicBezTo>
                  <a:pt x="768222" y="109997"/>
                  <a:pt x="771188" y="108932"/>
                  <a:pt x="773481" y="106800"/>
                </a:cubicBezTo>
                <a:cubicBezTo>
                  <a:pt x="775774" y="104666"/>
                  <a:pt x="776921" y="102099"/>
                  <a:pt x="776921" y="99097"/>
                </a:cubicBezTo>
                <a:cubicBezTo>
                  <a:pt x="776921" y="95463"/>
                  <a:pt x="775643" y="92408"/>
                  <a:pt x="773086" y="89934"/>
                </a:cubicBezTo>
                <a:cubicBezTo>
                  <a:pt x="770529" y="87459"/>
                  <a:pt x="765428" y="84327"/>
                  <a:pt x="757784" y="80536"/>
                </a:cubicBezTo>
                <a:cubicBezTo>
                  <a:pt x="750140" y="76744"/>
                  <a:pt x="745132" y="73320"/>
                  <a:pt x="742759" y="70266"/>
                </a:cubicBezTo>
                <a:cubicBezTo>
                  <a:pt x="740387" y="67264"/>
                  <a:pt x="739201" y="63472"/>
                  <a:pt x="739201" y="58891"/>
                </a:cubicBezTo>
                <a:cubicBezTo>
                  <a:pt x="739201" y="52940"/>
                  <a:pt x="741244" y="47964"/>
                  <a:pt x="745329" y="43962"/>
                </a:cubicBezTo>
                <a:cubicBezTo>
                  <a:pt x="749415" y="39959"/>
                  <a:pt x="754700" y="37957"/>
                  <a:pt x="761184" y="37957"/>
                </a:cubicBezTo>
                <a:cubicBezTo>
                  <a:pt x="764031" y="37957"/>
                  <a:pt x="767484" y="38564"/>
                  <a:pt x="771544" y="39776"/>
                </a:cubicBezTo>
                <a:cubicBezTo>
                  <a:pt x="774232" y="40567"/>
                  <a:pt x="776025" y="40962"/>
                  <a:pt x="776921" y="40962"/>
                </a:cubicBezTo>
                <a:cubicBezTo>
                  <a:pt x="777764" y="40962"/>
                  <a:pt x="778423" y="40778"/>
                  <a:pt x="778898" y="40409"/>
                </a:cubicBezTo>
                <a:cubicBezTo>
                  <a:pt x="779372" y="40040"/>
                  <a:pt x="779926" y="39223"/>
                  <a:pt x="780559" y="37957"/>
                </a:cubicBezTo>
                <a:lnTo>
                  <a:pt x="783168" y="37957"/>
                </a:lnTo>
                <a:close/>
                <a:moveTo>
                  <a:pt x="821042" y="0"/>
                </a:moveTo>
                <a:lnTo>
                  <a:pt x="821042" y="72040"/>
                </a:lnTo>
                <a:lnTo>
                  <a:pt x="839467" y="55275"/>
                </a:lnTo>
                <a:cubicBezTo>
                  <a:pt x="843369" y="51691"/>
                  <a:pt x="845636" y="49424"/>
                  <a:pt x="846268" y="48475"/>
                </a:cubicBezTo>
                <a:cubicBezTo>
                  <a:pt x="846690" y="47842"/>
                  <a:pt x="846901" y="47210"/>
                  <a:pt x="846901" y="46577"/>
                </a:cubicBezTo>
                <a:cubicBezTo>
                  <a:pt x="846901" y="45523"/>
                  <a:pt x="846466" y="44613"/>
                  <a:pt x="845596" y="43849"/>
                </a:cubicBezTo>
                <a:cubicBezTo>
                  <a:pt x="844726" y="43084"/>
                  <a:pt x="843290" y="42649"/>
                  <a:pt x="841286" y="42544"/>
                </a:cubicBezTo>
                <a:lnTo>
                  <a:pt x="841286" y="40013"/>
                </a:lnTo>
                <a:lnTo>
                  <a:pt x="872759" y="40013"/>
                </a:lnTo>
                <a:lnTo>
                  <a:pt x="872759" y="42544"/>
                </a:lnTo>
                <a:cubicBezTo>
                  <a:pt x="868436" y="42649"/>
                  <a:pt x="864838" y="43308"/>
                  <a:pt x="861965" y="44521"/>
                </a:cubicBezTo>
                <a:cubicBezTo>
                  <a:pt x="859092" y="45733"/>
                  <a:pt x="855942" y="47895"/>
                  <a:pt x="852515" y="51005"/>
                </a:cubicBezTo>
                <a:lnTo>
                  <a:pt x="833932" y="68165"/>
                </a:lnTo>
                <a:lnTo>
                  <a:pt x="852515" y="91607"/>
                </a:lnTo>
                <a:cubicBezTo>
                  <a:pt x="857682" y="98078"/>
                  <a:pt x="861161" y="102182"/>
                  <a:pt x="862954" y="103918"/>
                </a:cubicBezTo>
                <a:cubicBezTo>
                  <a:pt x="865484" y="106391"/>
                  <a:pt x="867698" y="107997"/>
                  <a:pt x="869596" y="108735"/>
                </a:cubicBezTo>
                <a:cubicBezTo>
                  <a:pt x="870914" y="109260"/>
                  <a:pt x="873207" y="109523"/>
                  <a:pt x="876476" y="109523"/>
                </a:cubicBezTo>
                <a:lnTo>
                  <a:pt x="876476" y="112449"/>
                </a:lnTo>
                <a:lnTo>
                  <a:pt x="841286" y="112449"/>
                </a:lnTo>
                <a:lnTo>
                  <a:pt x="841286" y="109523"/>
                </a:lnTo>
                <a:cubicBezTo>
                  <a:pt x="843290" y="109470"/>
                  <a:pt x="844647" y="109168"/>
                  <a:pt x="845359" y="108616"/>
                </a:cubicBezTo>
                <a:cubicBezTo>
                  <a:pt x="846070" y="108063"/>
                  <a:pt x="846426" y="107287"/>
                  <a:pt x="846426" y="106288"/>
                </a:cubicBezTo>
                <a:cubicBezTo>
                  <a:pt x="846426" y="105077"/>
                  <a:pt x="845372" y="103131"/>
                  <a:pt x="843263" y="100449"/>
                </a:cubicBezTo>
                <a:lnTo>
                  <a:pt x="821042" y="72119"/>
                </a:lnTo>
                <a:lnTo>
                  <a:pt x="821042" y="96107"/>
                </a:lnTo>
                <a:cubicBezTo>
                  <a:pt x="821042" y="100789"/>
                  <a:pt x="821372" y="103867"/>
                  <a:pt x="822031" y="105342"/>
                </a:cubicBezTo>
                <a:cubicBezTo>
                  <a:pt x="822690" y="106815"/>
                  <a:pt x="823625" y="107866"/>
                  <a:pt x="824838" y="108497"/>
                </a:cubicBezTo>
                <a:cubicBezTo>
                  <a:pt x="826051" y="109128"/>
                  <a:pt x="828686" y="109470"/>
                  <a:pt x="832746" y="109523"/>
                </a:cubicBezTo>
                <a:lnTo>
                  <a:pt x="832746" y="112449"/>
                </a:lnTo>
                <a:lnTo>
                  <a:pt x="795895" y="112449"/>
                </a:lnTo>
                <a:lnTo>
                  <a:pt x="795895" y="109523"/>
                </a:lnTo>
                <a:cubicBezTo>
                  <a:pt x="799586" y="109523"/>
                  <a:pt x="802354" y="109075"/>
                  <a:pt x="804199" y="108179"/>
                </a:cubicBezTo>
                <a:cubicBezTo>
                  <a:pt x="805306" y="107600"/>
                  <a:pt x="806149" y="106705"/>
                  <a:pt x="806729" y="105492"/>
                </a:cubicBezTo>
                <a:cubicBezTo>
                  <a:pt x="807520" y="103754"/>
                  <a:pt x="807915" y="100752"/>
                  <a:pt x="807915" y="96485"/>
                </a:cubicBezTo>
                <a:lnTo>
                  <a:pt x="807915" y="30581"/>
                </a:lnTo>
                <a:cubicBezTo>
                  <a:pt x="807915" y="22205"/>
                  <a:pt x="807731" y="17082"/>
                  <a:pt x="807362" y="15213"/>
                </a:cubicBezTo>
                <a:cubicBezTo>
                  <a:pt x="806993" y="13341"/>
                  <a:pt x="806386" y="12050"/>
                  <a:pt x="805543" y="11340"/>
                </a:cubicBezTo>
                <a:cubicBezTo>
                  <a:pt x="804700" y="10629"/>
                  <a:pt x="803592" y="10273"/>
                  <a:pt x="802222" y="10273"/>
                </a:cubicBezTo>
                <a:cubicBezTo>
                  <a:pt x="801115" y="10273"/>
                  <a:pt x="799454" y="10721"/>
                  <a:pt x="797240" y="11617"/>
                </a:cubicBezTo>
                <a:lnTo>
                  <a:pt x="795895" y="8849"/>
                </a:lnTo>
                <a:lnTo>
                  <a:pt x="817405" y="0"/>
                </a:lnTo>
                <a:lnTo>
                  <a:pt x="821042" y="0"/>
                </a:lnTo>
                <a:close/>
                <a:moveTo>
                  <a:pt x="927402" y="37957"/>
                </a:moveTo>
                <a:lnTo>
                  <a:pt x="927402" y="62472"/>
                </a:lnTo>
                <a:lnTo>
                  <a:pt x="924793" y="62472"/>
                </a:lnTo>
                <a:cubicBezTo>
                  <a:pt x="922789" y="54783"/>
                  <a:pt x="920219" y="49553"/>
                  <a:pt x="917082" y="46782"/>
                </a:cubicBezTo>
                <a:cubicBezTo>
                  <a:pt x="913946" y="44009"/>
                  <a:pt x="909952" y="42623"/>
                  <a:pt x="905102" y="42623"/>
                </a:cubicBezTo>
                <a:cubicBezTo>
                  <a:pt x="901412" y="42623"/>
                  <a:pt x="898433" y="43597"/>
                  <a:pt x="896166" y="45546"/>
                </a:cubicBezTo>
                <a:cubicBezTo>
                  <a:pt x="893899" y="47494"/>
                  <a:pt x="892766" y="49653"/>
                  <a:pt x="892766" y="52023"/>
                </a:cubicBezTo>
                <a:cubicBezTo>
                  <a:pt x="892766" y="54972"/>
                  <a:pt x="893609" y="57500"/>
                  <a:pt x="895296" y="59605"/>
                </a:cubicBezTo>
                <a:cubicBezTo>
                  <a:pt x="896931" y="61765"/>
                  <a:pt x="900252" y="64056"/>
                  <a:pt x="905260" y="66477"/>
                </a:cubicBezTo>
                <a:lnTo>
                  <a:pt x="916806" y="72087"/>
                </a:lnTo>
                <a:cubicBezTo>
                  <a:pt x="927508" y="77300"/>
                  <a:pt x="932859" y="84172"/>
                  <a:pt x="932859" y="92704"/>
                </a:cubicBezTo>
                <a:cubicBezTo>
                  <a:pt x="932859" y="99286"/>
                  <a:pt x="930368" y="104591"/>
                  <a:pt x="925386" y="108621"/>
                </a:cubicBezTo>
                <a:cubicBezTo>
                  <a:pt x="920404" y="112649"/>
                  <a:pt x="914829" y="114663"/>
                  <a:pt x="908661" y="114663"/>
                </a:cubicBezTo>
                <a:cubicBezTo>
                  <a:pt x="904232" y="114663"/>
                  <a:pt x="899171" y="113872"/>
                  <a:pt x="893478" y="112291"/>
                </a:cubicBezTo>
                <a:cubicBezTo>
                  <a:pt x="891738" y="111764"/>
                  <a:pt x="890315" y="111500"/>
                  <a:pt x="889207" y="111500"/>
                </a:cubicBezTo>
                <a:cubicBezTo>
                  <a:pt x="887995" y="111500"/>
                  <a:pt x="887046" y="112185"/>
                  <a:pt x="886361" y="113556"/>
                </a:cubicBezTo>
                <a:lnTo>
                  <a:pt x="883751" y="113556"/>
                </a:lnTo>
                <a:lnTo>
                  <a:pt x="883751" y="87618"/>
                </a:lnTo>
                <a:lnTo>
                  <a:pt x="886361" y="87618"/>
                </a:lnTo>
                <a:cubicBezTo>
                  <a:pt x="887837" y="95025"/>
                  <a:pt x="890657" y="100607"/>
                  <a:pt x="894822" y="104363"/>
                </a:cubicBezTo>
                <a:cubicBezTo>
                  <a:pt x="898987" y="108119"/>
                  <a:pt x="903652" y="109997"/>
                  <a:pt x="908819" y="109997"/>
                </a:cubicBezTo>
                <a:cubicBezTo>
                  <a:pt x="912456" y="109997"/>
                  <a:pt x="915422" y="108932"/>
                  <a:pt x="917715" y="106800"/>
                </a:cubicBezTo>
                <a:cubicBezTo>
                  <a:pt x="920008" y="104666"/>
                  <a:pt x="921155" y="102099"/>
                  <a:pt x="921155" y="99097"/>
                </a:cubicBezTo>
                <a:cubicBezTo>
                  <a:pt x="921155" y="95463"/>
                  <a:pt x="919877" y="92408"/>
                  <a:pt x="917320" y="89934"/>
                </a:cubicBezTo>
                <a:cubicBezTo>
                  <a:pt x="914763" y="87459"/>
                  <a:pt x="909662" y="84327"/>
                  <a:pt x="902018" y="80536"/>
                </a:cubicBezTo>
                <a:cubicBezTo>
                  <a:pt x="894374" y="76744"/>
                  <a:pt x="889366" y="73320"/>
                  <a:pt x="886993" y="70266"/>
                </a:cubicBezTo>
                <a:cubicBezTo>
                  <a:pt x="884621" y="67264"/>
                  <a:pt x="883435" y="63472"/>
                  <a:pt x="883435" y="58891"/>
                </a:cubicBezTo>
                <a:cubicBezTo>
                  <a:pt x="883435" y="52940"/>
                  <a:pt x="885478" y="47964"/>
                  <a:pt x="889563" y="43962"/>
                </a:cubicBezTo>
                <a:cubicBezTo>
                  <a:pt x="893649" y="39959"/>
                  <a:pt x="898934" y="37957"/>
                  <a:pt x="905418" y="37957"/>
                </a:cubicBezTo>
                <a:cubicBezTo>
                  <a:pt x="908265" y="37957"/>
                  <a:pt x="911718" y="38564"/>
                  <a:pt x="915778" y="39776"/>
                </a:cubicBezTo>
                <a:cubicBezTo>
                  <a:pt x="918466" y="40567"/>
                  <a:pt x="920259" y="40962"/>
                  <a:pt x="921155" y="40962"/>
                </a:cubicBezTo>
                <a:cubicBezTo>
                  <a:pt x="921998" y="40962"/>
                  <a:pt x="922657" y="40778"/>
                  <a:pt x="923132" y="40409"/>
                </a:cubicBezTo>
                <a:cubicBezTo>
                  <a:pt x="923606" y="40040"/>
                  <a:pt x="924160" y="39223"/>
                  <a:pt x="924793" y="37957"/>
                </a:cubicBezTo>
                <a:lnTo>
                  <a:pt x="927402" y="379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0405C7-7003-4D10-BE41-1CC48DEE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985" y="1375416"/>
            <a:ext cx="248709" cy="40487"/>
          </a:xfrm>
          <a:custGeom xmlns:a="http://schemas.openxmlformats.org/drawingml/2006/main">
            <a:pathLst>
              <a:path w="248709" h="40487">
                <a:moveTo>
                  <a:pt x="208395" y="40487"/>
                </a:moveTo>
                <a:lnTo>
                  <a:pt x="248709" y="19898"/>
                </a:lnTo>
                <a:lnTo>
                  <a:pt x="208050" y="0"/>
                </a:lnTo>
                <a:lnTo>
                  <a:pt x="208179" y="15182"/>
                </a:lnTo>
                <a:lnTo>
                  <a:pt x="0" y="16956"/>
                </a:lnTo>
                <a:lnTo>
                  <a:pt x="86" y="27078"/>
                </a:lnTo>
                <a:lnTo>
                  <a:pt x="208265" y="25304"/>
                </a:lnTo>
                <a:lnTo>
                  <a:pt x="208395" y="404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ℒ">
            <a:extLst xmlns:a="http://schemas.openxmlformats.org/drawingml/2006/main">
              <a:ext uri="{FF2B5EF4-FFF2-40B4-BE49-F238E27FC236}">
                <a16:creationId xmlns:a16="http://schemas.microsoft.com/office/drawing/2014/main" id="{79A27655-FA97-4E1F-909C-348B211A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782" y="1327193"/>
            <a:ext cx="127474" cy="147296"/>
          </a:xfrm>
          <a:custGeom xmlns:a="http://schemas.openxmlformats.org/drawingml/2006/main">
            <a:pathLst>
              <a:path w="127474" h="147296">
                <a:moveTo>
                  <a:pt x="49345" y="42069"/>
                </a:moveTo>
                <a:cubicBezTo>
                  <a:pt x="51172" y="33634"/>
                  <a:pt x="53386" y="26851"/>
                  <a:pt x="55987" y="21720"/>
                </a:cubicBezTo>
                <a:cubicBezTo>
                  <a:pt x="58588" y="16589"/>
                  <a:pt x="61681" y="12600"/>
                  <a:pt x="65266" y="9753"/>
                </a:cubicBezTo>
                <a:cubicBezTo>
                  <a:pt x="68851" y="6906"/>
                  <a:pt x="72822" y="4569"/>
                  <a:pt x="77180" y="2741"/>
                </a:cubicBezTo>
                <a:cubicBezTo>
                  <a:pt x="81538" y="914"/>
                  <a:pt x="86599" y="0"/>
                  <a:pt x="92363" y="0"/>
                </a:cubicBezTo>
                <a:cubicBezTo>
                  <a:pt x="98478" y="0"/>
                  <a:pt x="103821" y="1722"/>
                  <a:pt x="108389" y="5166"/>
                </a:cubicBezTo>
                <a:cubicBezTo>
                  <a:pt x="112958" y="8611"/>
                  <a:pt x="117000" y="13707"/>
                  <a:pt x="120515" y="20455"/>
                </a:cubicBezTo>
                <a:lnTo>
                  <a:pt x="104277" y="27519"/>
                </a:lnTo>
                <a:cubicBezTo>
                  <a:pt x="100903" y="20631"/>
                  <a:pt x="97986" y="15868"/>
                  <a:pt x="95526" y="13232"/>
                </a:cubicBezTo>
                <a:cubicBezTo>
                  <a:pt x="93066" y="10596"/>
                  <a:pt x="90008" y="9278"/>
                  <a:pt x="86353" y="9278"/>
                </a:cubicBezTo>
                <a:cubicBezTo>
                  <a:pt x="84385" y="9278"/>
                  <a:pt x="82557" y="9630"/>
                  <a:pt x="80870" y="10333"/>
                </a:cubicBezTo>
                <a:cubicBezTo>
                  <a:pt x="79183" y="11036"/>
                  <a:pt x="77637" y="12424"/>
                  <a:pt x="76231" y="14498"/>
                </a:cubicBezTo>
                <a:cubicBezTo>
                  <a:pt x="74825" y="16571"/>
                  <a:pt x="73630" y="19330"/>
                  <a:pt x="72646" y="22774"/>
                </a:cubicBezTo>
                <a:cubicBezTo>
                  <a:pt x="71662" y="26219"/>
                  <a:pt x="70327" y="31947"/>
                  <a:pt x="68640" y="39961"/>
                </a:cubicBezTo>
                <a:lnTo>
                  <a:pt x="61259" y="74860"/>
                </a:lnTo>
                <a:cubicBezTo>
                  <a:pt x="60134" y="80132"/>
                  <a:pt x="58869" y="84772"/>
                  <a:pt x="57463" y="88778"/>
                </a:cubicBezTo>
                <a:cubicBezTo>
                  <a:pt x="56057" y="92785"/>
                  <a:pt x="54423" y="96581"/>
                  <a:pt x="52560" y="100165"/>
                </a:cubicBezTo>
                <a:cubicBezTo>
                  <a:pt x="50698" y="103750"/>
                  <a:pt x="48730" y="106931"/>
                  <a:pt x="46656" y="109707"/>
                </a:cubicBezTo>
                <a:cubicBezTo>
                  <a:pt x="44582" y="112484"/>
                  <a:pt x="42210" y="115278"/>
                  <a:pt x="39539" y="118090"/>
                </a:cubicBezTo>
                <a:lnTo>
                  <a:pt x="39539" y="119144"/>
                </a:lnTo>
                <a:cubicBezTo>
                  <a:pt x="43967" y="119144"/>
                  <a:pt x="48343" y="119636"/>
                  <a:pt x="52666" y="120620"/>
                </a:cubicBezTo>
                <a:cubicBezTo>
                  <a:pt x="56989" y="121604"/>
                  <a:pt x="61259" y="122870"/>
                  <a:pt x="65477" y="124416"/>
                </a:cubicBezTo>
                <a:cubicBezTo>
                  <a:pt x="69764" y="126033"/>
                  <a:pt x="73859" y="127315"/>
                  <a:pt x="77760" y="128264"/>
                </a:cubicBezTo>
                <a:cubicBezTo>
                  <a:pt x="81661" y="129213"/>
                  <a:pt x="85510" y="129688"/>
                  <a:pt x="89305" y="129688"/>
                </a:cubicBezTo>
                <a:cubicBezTo>
                  <a:pt x="93453" y="129688"/>
                  <a:pt x="96967" y="129125"/>
                  <a:pt x="99849" y="128001"/>
                </a:cubicBezTo>
                <a:cubicBezTo>
                  <a:pt x="102731" y="126876"/>
                  <a:pt x="105560" y="124943"/>
                  <a:pt x="108337" y="122202"/>
                </a:cubicBezTo>
                <a:cubicBezTo>
                  <a:pt x="111113" y="119460"/>
                  <a:pt x="114821" y="114540"/>
                  <a:pt x="119460" y="107441"/>
                </a:cubicBezTo>
                <a:lnTo>
                  <a:pt x="127474" y="112712"/>
                </a:lnTo>
                <a:cubicBezTo>
                  <a:pt x="118968" y="125857"/>
                  <a:pt x="111676" y="134907"/>
                  <a:pt x="105595" y="139863"/>
                </a:cubicBezTo>
                <a:cubicBezTo>
                  <a:pt x="99515" y="144818"/>
                  <a:pt x="93382" y="147296"/>
                  <a:pt x="87197" y="147296"/>
                </a:cubicBezTo>
                <a:cubicBezTo>
                  <a:pt x="81925" y="147296"/>
                  <a:pt x="76952" y="146734"/>
                  <a:pt x="72277" y="145609"/>
                </a:cubicBezTo>
                <a:cubicBezTo>
                  <a:pt x="67603" y="144484"/>
                  <a:pt x="63016" y="142973"/>
                  <a:pt x="58518" y="141075"/>
                </a:cubicBezTo>
                <a:cubicBezTo>
                  <a:pt x="53457" y="139037"/>
                  <a:pt x="49081" y="137508"/>
                  <a:pt x="45391" y="136489"/>
                </a:cubicBezTo>
                <a:cubicBezTo>
                  <a:pt x="41700" y="135469"/>
                  <a:pt x="37922" y="134960"/>
                  <a:pt x="34056" y="134960"/>
                </a:cubicBezTo>
                <a:cubicBezTo>
                  <a:pt x="29839" y="134960"/>
                  <a:pt x="25815" y="135750"/>
                  <a:pt x="21984" y="137332"/>
                </a:cubicBezTo>
                <a:cubicBezTo>
                  <a:pt x="18153" y="138914"/>
                  <a:pt x="12688" y="142235"/>
                  <a:pt x="5588" y="147296"/>
                </a:cubicBezTo>
                <a:lnTo>
                  <a:pt x="0" y="140337"/>
                </a:lnTo>
                <a:cubicBezTo>
                  <a:pt x="8786" y="132394"/>
                  <a:pt x="16202" y="126982"/>
                  <a:pt x="22247" y="124100"/>
                </a:cubicBezTo>
                <a:cubicBezTo>
                  <a:pt x="30050" y="116649"/>
                  <a:pt x="35708" y="104840"/>
                  <a:pt x="39223" y="88673"/>
                </a:cubicBezTo>
                <a:lnTo>
                  <a:pt x="49345" y="420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!&quot;">
            <a:extLst xmlns:a="http://schemas.openxmlformats.org/drawingml/2006/main">
              <a:ext uri="{FF2B5EF4-FFF2-40B4-BE49-F238E27FC236}">
                <a16:creationId xmlns:a16="http://schemas.microsoft.com/office/drawing/2014/main" id="{C5B638DA-76DF-4899-939D-EF7DF777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910" y="1439154"/>
            <a:ext cx="146589" cy="78739"/>
          </a:xfrm>
          <a:custGeom xmlns:a="http://schemas.openxmlformats.org/drawingml/2006/main">
            <a:pathLst>
              <a:path w="146589" h="78739">
                <a:moveTo>
                  <a:pt x="53275" y="21068"/>
                </a:moveTo>
                <a:cubicBezTo>
                  <a:pt x="53225" y="18441"/>
                  <a:pt x="53035" y="16255"/>
                  <a:pt x="52707" y="14512"/>
                </a:cubicBezTo>
                <a:cubicBezTo>
                  <a:pt x="52379" y="12769"/>
                  <a:pt x="51848" y="11393"/>
                  <a:pt x="51116" y="10382"/>
                </a:cubicBezTo>
                <a:cubicBezTo>
                  <a:pt x="50383" y="9372"/>
                  <a:pt x="49423" y="8652"/>
                  <a:pt x="48236" y="8222"/>
                </a:cubicBezTo>
                <a:cubicBezTo>
                  <a:pt x="47049" y="7793"/>
                  <a:pt x="45596" y="7553"/>
                  <a:pt x="43878" y="7503"/>
                </a:cubicBezTo>
                <a:cubicBezTo>
                  <a:pt x="41150" y="7503"/>
                  <a:pt x="38536" y="8109"/>
                  <a:pt x="36035" y="9321"/>
                </a:cubicBezTo>
                <a:cubicBezTo>
                  <a:pt x="33534" y="10534"/>
                  <a:pt x="31210" y="12214"/>
                  <a:pt x="29063" y="14361"/>
                </a:cubicBezTo>
                <a:cubicBezTo>
                  <a:pt x="26916" y="16508"/>
                  <a:pt x="24958" y="19022"/>
                  <a:pt x="23190" y="21901"/>
                </a:cubicBezTo>
                <a:cubicBezTo>
                  <a:pt x="21421" y="24781"/>
                  <a:pt x="19906" y="27888"/>
                  <a:pt x="18643" y="31223"/>
                </a:cubicBezTo>
                <a:cubicBezTo>
                  <a:pt x="17380" y="34557"/>
                  <a:pt x="16407" y="38030"/>
                  <a:pt x="15725" y="41643"/>
                </a:cubicBezTo>
                <a:cubicBezTo>
                  <a:pt x="15043" y="45255"/>
                  <a:pt x="14702" y="48855"/>
                  <a:pt x="14702" y="52442"/>
                </a:cubicBezTo>
                <a:cubicBezTo>
                  <a:pt x="14702" y="57797"/>
                  <a:pt x="15763" y="61877"/>
                  <a:pt x="17885" y="64681"/>
                </a:cubicBezTo>
                <a:cubicBezTo>
                  <a:pt x="20007" y="67485"/>
                  <a:pt x="23190" y="68887"/>
                  <a:pt x="27433" y="68887"/>
                </a:cubicBezTo>
                <a:cubicBezTo>
                  <a:pt x="29808" y="68887"/>
                  <a:pt x="32006" y="68672"/>
                  <a:pt x="34027" y="68243"/>
                </a:cubicBezTo>
                <a:cubicBezTo>
                  <a:pt x="36047" y="67813"/>
                  <a:pt x="38018" y="67093"/>
                  <a:pt x="39938" y="66083"/>
                </a:cubicBezTo>
                <a:cubicBezTo>
                  <a:pt x="41857" y="65072"/>
                  <a:pt x="43840" y="63746"/>
                  <a:pt x="45887" y="62104"/>
                </a:cubicBezTo>
                <a:cubicBezTo>
                  <a:pt x="47933" y="60462"/>
                  <a:pt x="50194" y="58429"/>
                  <a:pt x="52669" y="56004"/>
                </a:cubicBezTo>
                <a:cubicBezTo>
                  <a:pt x="53629" y="57014"/>
                  <a:pt x="54551" y="58012"/>
                  <a:pt x="55435" y="58997"/>
                </a:cubicBezTo>
                <a:cubicBezTo>
                  <a:pt x="56319" y="59982"/>
                  <a:pt x="57241" y="60980"/>
                  <a:pt x="58201" y="61991"/>
                </a:cubicBezTo>
                <a:cubicBezTo>
                  <a:pt x="52745" y="67649"/>
                  <a:pt x="47289" y="71855"/>
                  <a:pt x="41832" y="74608"/>
                </a:cubicBezTo>
                <a:cubicBezTo>
                  <a:pt x="36376" y="77362"/>
                  <a:pt x="30515" y="78739"/>
                  <a:pt x="24251" y="78739"/>
                </a:cubicBezTo>
                <a:cubicBezTo>
                  <a:pt x="16420" y="78739"/>
                  <a:pt x="10420" y="76452"/>
                  <a:pt x="6252" y="71880"/>
                </a:cubicBezTo>
                <a:cubicBezTo>
                  <a:pt x="2084" y="67308"/>
                  <a:pt x="0" y="60778"/>
                  <a:pt x="0" y="52290"/>
                </a:cubicBezTo>
                <a:cubicBezTo>
                  <a:pt x="0" y="47541"/>
                  <a:pt x="530" y="42956"/>
                  <a:pt x="1591" y="38536"/>
                </a:cubicBezTo>
                <a:cubicBezTo>
                  <a:pt x="2652" y="34115"/>
                  <a:pt x="4181" y="29960"/>
                  <a:pt x="6176" y="26069"/>
                </a:cubicBezTo>
                <a:cubicBezTo>
                  <a:pt x="8172" y="22179"/>
                  <a:pt x="10559" y="18643"/>
                  <a:pt x="13338" y="15460"/>
                </a:cubicBezTo>
                <a:cubicBezTo>
                  <a:pt x="16117" y="12277"/>
                  <a:pt x="19224" y="9536"/>
                  <a:pt x="22659" y="7237"/>
                </a:cubicBezTo>
                <a:cubicBezTo>
                  <a:pt x="26095" y="4939"/>
                  <a:pt x="29808" y="3158"/>
                  <a:pt x="33799" y="1895"/>
                </a:cubicBezTo>
                <a:cubicBezTo>
                  <a:pt x="37790" y="632"/>
                  <a:pt x="41984" y="0"/>
                  <a:pt x="46379" y="0"/>
                </a:cubicBezTo>
                <a:cubicBezTo>
                  <a:pt x="50067" y="0"/>
                  <a:pt x="53490" y="202"/>
                  <a:pt x="56648" y="606"/>
                </a:cubicBezTo>
                <a:cubicBezTo>
                  <a:pt x="59805" y="1010"/>
                  <a:pt x="63077" y="1642"/>
                  <a:pt x="66462" y="2501"/>
                </a:cubicBezTo>
                <a:lnTo>
                  <a:pt x="62218" y="21068"/>
                </a:lnTo>
                <a:lnTo>
                  <a:pt x="53275" y="21068"/>
                </a:lnTo>
                <a:close/>
                <a:moveTo>
                  <a:pt x="140299" y="61233"/>
                </a:moveTo>
                <a:cubicBezTo>
                  <a:pt x="134438" y="67043"/>
                  <a:pt x="128590" y="71413"/>
                  <a:pt x="122755" y="74343"/>
                </a:cubicBezTo>
                <a:cubicBezTo>
                  <a:pt x="116920" y="77273"/>
                  <a:pt x="110643" y="78739"/>
                  <a:pt x="103923" y="78739"/>
                </a:cubicBezTo>
                <a:cubicBezTo>
                  <a:pt x="99982" y="78739"/>
                  <a:pt x="96484" y="78145"/>
                  <a:pt x="93427" y="76958"/>
                </a:cubicBezTo>
                <a:cubicBezTo>
                  <a:pt x="90371" y="75770"/>
                  <a:pt x="87794" y="74040"/>
                  <a:pt x="85697" y="71767"/>
                </a:cubicBezTo>
                <a:cubicBezTo>
                  <a:pt x="83601" y="69493"/>
                  <a:pt x="82009" y="66727"/>
                  <a:pt x="80923" y="63468"/>
                </a:cubicBezTo>
                <a:cubicBezTo>
                  <a:pt x="79837" y="60210"/>
                  <a:pt x="79294" y="56534"/>
                  <a:pt x="79294" y="52442"/>
                </a:cubicBezTo>
                <a:cubicBezTo>
                  <a:pt x="79294" y="49562"/>
                  <a:pt x="79546" y="46569"/>
                  <a:pt x="80051" y="43462"/>
                </a:cubicBezTo>
                <a:cubicBezTo>
                  <a:pt x="80557" y="40354"/>
                  <a:pt x="81340" y="37247"/>
                  <a:pt x="82401" y="34140"/>
                </a:cubicBezTo>
                <a:cubicBezTo>
                  <a:pt x="83462" y="31033"/>
                  <a:pt x="84775" y="28002"/>
                  <a:pt x="86341" y="25046"/>
                </a:cubicBezTo>
                <a:cubicBezTo>
                  <a:pt x="87908" y="22091"/>
                  <a:pt x="89752" y="19325"/>
                  <a:pt x="91874" y="16748"/>
                </a:cubicBezTo>
                <a:cubicBezTo>
                  <a:pt x="96117" y="11494"/>
                  <a:pt x="101233" y="7389"/>
                  <a:pt x="107220" y="4433"/>
                </a:cubicBezTo>
                <a:cubicBezTo>
                  <a:pt x="113207" y="1478"/>
                  <a:pt x="119737" y="0"/>
                  <a:pt x="126810" y="0"/>
                </a:cubicBezTo>
                <a:cubicBezTo>
                  <a:pt x="133276" y="0"/>
                  <a:pt x="138190" y="1415"/>
                  <a:pt x="141549" y="4244"/>
                </a:cubicBezTo>
                <a:cubicBezTo>
                  <a:pt x="144909" y="7073"/>
                  <a:pt x="146589" y="11090"/>
                  <a:pt x="146589" y="16293"/>
                </a:cubicBezTo>
                <a:cubicBezTo>
                  <a:pt x="146589" y="34582"/>
                  <a:pt x="129285" y="43727"/>
                  <a:pt x="94678" y="43727"/>
                </a:cubicBezTo>
                <a:cubicBezTo>
                  <a:pt x="94425" y="45040"/>
                  <a:pt x="94223" y="46468"/>
                  <a:pt x="94071" y="48009"/>
                </a:cubicBezTo>
                <a:cubicBezTo>
                  <a:pt x="93920" y="49549"/>
                  <a:pt x="93844" y="51229"/>
                  <a:pt x="93844" y="53048"/>
                </a:cubicBezTo>
                <a:cubicBezTo>
                  <a:pt x="93844" y="58555"/>
                  <a:pt x="94968" y="62572"/>
                  <a:pt x="97216" y="65098"/>
                </a:cubicBezTo>
                <a:cubicBezTo>
                  <a:pt x="99465" y="67624"/>
                  <a:pt x="102963" y="68887"/>
                  <a:pt x="107712" y="68887"/>
                </a:cubicBezTo>
                <a:cubicBezTo>
                  <a:pt x="110188" y="68887"/>
                  <a:pt x="112537" y="68622"/>
                  <a:pt x="114760" y="68091"/>
                </a:cubicBezTo>
                <a:cubicBezTo>
                  <a:pt x="116983" y="67561"/>
                  <a:pt x="119168" y="66740"/>
                  <a:pt x="121315" y="65628"/>
                </a:cubicBezTo>
                <a:cubicBezTo>
                  <a:pt x="123463" y="64517"/>
                  <a:pt x="125622" y="63089"/>
                  <a:pt x="127795" y="61346"/>
                </a:cubicBezTo>
                <a:cubicBezTo>
                  <a:pt x="129967" y="59603"/>
                  <a:pt x="132241" y="57519"/>
                  <a:pt x="134615" y="55094"/>
                </a:cubicBezTo>
                <a:lnTo>
                  <a:pt x="140299" y="61233"/>
                </a:lnTo>
                <a:moveTo>
                  <a:pt x="96193" y="36376"/>
                </a:moveTo>
                <a:cubicBezTo>
                  <a:pt x="102610" y="36325"/>
                  <a:pt x="108129" y="35820"/>
                  <a:pt x="112752" y="34860"/>
                </a:cubicBezTo>
                <a:cubicBezTo>
                  <a:pt x="117375" y="33900"/>
                  <a:pt x="121164" y="32587"/>
                  <a:pt x="124119" y="30919"/>
                </a:cubicBezTo>
                <a:cubicBezTo>
                  <a:pt x="127075" y="29252"/>
                  <a:pt x="129247" y="27282"/>
                  <a:pt x="130637" y="25008"/>
                </a:cubicBezTo>
                <a:cubicBezTo>
                  <a:pt x="132026" y="22735"/>
                  <a:pt x="132721" y="20234"/>
                  <a:pt x="132721" y="17506"/>
                </a:cubicBezTo>
                <a:cubicBezTo>
                  <a:pt x="132721" y="14374"/>
                  <a:pt x="131938" y="11923"/>
                  <a:pt x="130371" y="10155"/>
                </a:cubicBezTo>
                <a:cubicBezTo>
                  <a:pt x="128805" y="8387"/>
                  <a:pt x="126532" y="7503"/>
                  <a:pt x="123551" y="7503"/>
                </a:cubicBezTo>
                <a:cubicBezTo>
                  <a:pt x="120772" y="7503"/>
                  <a:pt x="118031" y="8185"/>
                  <a:pt x="115328" y="9549"/>
                </a:cubicBezTo>
                <a:cubicBezTo>
                  <a:pt x="112626" y="10913"/>
                  <a:pt x="110074" y="12845"/>
                  <a:pt x="107674" y="15346"/>
                </a:cubicBezTo>
                <a:cubicBezTo>
                  <a:pt x="105275" y="17847"/>
                  <a:pt x="103089" y="20878"/>
                  <a:pt x="101119" y="24440"/>
                </a:cubicBezTo>
                <a:cubicBezTo>
                  <a:pt x="99149" y="28002"/>
                  <a:pt x="97507" y="31980"/>
                  <a:pt x="96193" y="363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ℒ">
            <a:extLst xmlns:a="http://schemas.openxmlformats.org/drawingml/2006/main">
              <a:ext uri="{FF2B5EF4-FFF2-40B4-BE49-F238E27FC236}">
                <a16:creationId xmlns:a16="http://schemas.microsoft.com/office/drawing/2014/main" id="{39F59871-A162-4D61-90CB-5879139D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0368" y="2470572"/>
            <a:ext cx="127474" cy="147296"/>
          </a:xfrm>
          <a:custGeom xmlns:a="http://schemas.openxmlformats.org/drawingml/2006/main">
            <a:pathLst>
              <a:path w="127474" h="147296">
                <a:moveTo>
                  <a:pt x="49345" y="42069"/>
                </a:moveTo>
                <a:cubicBezTo>
                  <a:pt x="51172" y="33634"/>
                  <a:pt x="53386" y="26851"/>
                  <a:pt x="55987" y="21720"/>
                </a:cubicBezTo>
                <a:cubicBezTo>
                  <a:pt x="58588" y="16589"/>
                  <a:pt x="61681" y="12600"/>
                  <a:pt x="65266" y="9753"/>
                </a:cubicBezTo>
                <a:cubicBezTo>
                  <a:pt x="68851" y="6906"/>
                  <a:pt x="72822" y="4569"/>
                  <a:pt x="77180" y="2741"/>
                </a:cubicBezTo>
                <a:cubicBezTo>
                  <a:pt x="81538" y="914"/>
                  <a:pt x="86599" y="0"/>
                  <a:pt x="92363" y="0"/>
                </a:cubicBezTo>
                <a:cubicBezTo>
                  <a:pt x="98478" y="0"/>
                  <a:pt x="103821" y="1722"/>
                  <a:pt x="108389" y="5166"/>
                </a:cubicBezTo>
                <a:cubicBezTo>
                  <a:pt x="112958" y="8611"/>
                  <a:pt x="117000" y="13707"/>
                  <a:pt x="120515" y="20455"/>
                </a:cubicBezTo>
                <a:lnTo>
                  <a:pt x="104277" y="27519"/>
                </a:lnTo>
                <a:cubicBezTo>
                  <a:pt x="100903" y="20631"/>
                  <a:pt x="97986" y="15868"/>
                  <a:pt x="95526" y="13232"/>
                </a:cubicBezTo>
                <a:cubicBezTo>
                  <a:pt x="93066" y="10596"/>
                  <a:pt x="90008" y="9278"/>
                  <a:pt x="86353" y="9278"/>
                </a:cubicBezTo>
                <a:cubicBezTo>
                  <a:pt x="84385" y="9278"/>
                  <a:pt x="82557" y="9630"/>
                  <a:pt x="80870" y="10333"/>
                </a:cubicBezTo>
                <a:cubicBezTo>
                  <a:pt x="79183" y="11036"/>
                  <a:pt x="77637" y="12424"/>
                  <a:pt x="76231" y="14498"/>
                </a:cubicBezTo>
                <a:cubicBezTo>
                  <a:pt x="74825" y="16571"/>
                  <a:pt x="73630" y="19330"/>
                  <a:pt x="72646" y="22774"/>
                </a:cubicBezTo>
                <a:cubicBezTo>
                  <a:pt x="71662" y="26219"/>
                  <a:pt x="70327" y="31947"/>
                  <a:pt x="68640" y="39961"/>
                </a:cubicBezTo>
                <a:lnTo>
                  <a:pt x="61259" y="74860"/>
                </a:lnTo>
                <a:cubicBezTo>
                  <a:pt x="60134" y="80132"/>
                  <a:pt x="58869" y="84772"/>
                  <a:pt x="57463" y="88778"/>
                </a:cubicBezTo>
                <a:cubicBezTo>
                  <a:pt x="56057" y="92785"/>
                  <a:pt x="54423" y="96581"/>
                  <a:pt x="52560" y="100165"/>
                </a:cubicBezTo>
                <a:cubicBezTo>
                  <a:pt x="50698" y="103750"/>
                  <a:pt x="48730" y="106931"/>
                  <a:pt x="46656" y="109707"/>
                </a:cubicBezTo>
                <a:cubicBezTo>
                  <a:pt x="44582" y="112484"/>
                  <a:pt x="42210" y="115278"/>
                  <a:pt x="39539" y="118090"/>
                </a:cubicBezTo>
                <a:lnTo>
                  <a:pt x="39539" y="119144"/>
                </a:lnTo>
                <a:cubicBezTo>
                  <a:pt x="43967" y="119144"/>
                  <a:pt x="48343" y="119636"/>
                  <a:pt x="52666" y="120620"/>
                </a:cubicBezTo>
                <a:cubicBezTo>
                  <a:pt x="56989" y="121604"/>
                  <a:pt x="61259" y="122870"/>
                  <a:pt x="65477" y="124416"/>
                </a:cubicBezTo>
                <a:cubicBezTo>
                  <a:pt x="69764" y="126033"/>
                  <a:pt x="73859" y="127315"/>
                  <a:pt x="77760" y="128264"/>
                </a:cubicBezTo>
                <a:cubicBezTo>
                  <a:pt x="81661" y="129213"/>
                  <a:pt x="85510" y="129688"/>
                  <a:pt x="89305" y="129688"/>
                </a:cubicBezTo>
                <a:cubicBezTo>
                  <a:pt x="93453" y="129688"/>
                  <a:pt x="96967" y="129125"/>
                  <a:pt x="99849" y="128001"/>
                </a:cubicBezTo>
                <a:cubicBezTo>
                  <a:pt x="102731" y="126876"/>
                  <a:pt x="105560" y="124943"/>
                  <a:pt x="108337" y="122202"/>
                </a:cubicBezTo>
                <a:cubicBezTo>
                  <a:pt x="111113" y="119460"/>
                  <a:pt x="114821" y="114540"/>
                  <a:pt x="119460" y="107441"/>
                </a:cubicBezTo>
                <a:lnTo>
                  <a:pt x="127474" y="112712"/>
                </a:lnTo>
                <a:cubicBezTo>
                  <a:pt x="118968" y="125857"/>
                  <a:pt x="111676" y="134907"/>
                  <a:pt x="105595" y="139863"/>
                </a:cubicBezTo>
                <a:cubicBezTo>
                  <a:pt x="99515" y="144818"/>
                  <a:pt x="93382" y="147296"/>
                  <a:pt x="87197" y="147296"/>
                </a:cubicBezTo>
                <a:cubicBezTo>
                  <a:pt x="81925" y="147296"/>
                  <a:pt x="76952" y="146734"/>
                  <a:pt x="72277" y="145609"/>
                </a:cubicBezTo>
                <a:cubicBezTo>
                  <a:pt x="67603" y="144484"/>
                  <a:pt x="63016" y="142973"/>
                  <a:pt x="58518" y="141075"/>
                </a:cubicBezTo>
                <a:cubicBezTo>
                  <a:pt x="53457" y="139037"/>
                  <a:pt x="49081" y="137508"/>
                  <a:pt x="45391" y="136489"/>
                </a:cubicBezTo>
                <a:cubicBezTo>
                  <a:pt x="41700" y="135469"/>
                  <a:pt x="37922" y="134960"/>
                  <a:pt x="34056" y="134960"/>
                </a:cubicBezTo>
                <a:cubicBezTo>
                  <a:pt x="29839" y="134960"/>
                  <a:pt x="25815" y="135750"/>
                  <a:pt x="21984" y="137332"/>
                </a:cubicBezTo>
                <a:cubicBezTo>
                  <a:pt x="18153" y="138914"/>
                  <a:pt x="12688" y="142235"/>
                  <a:pt x="5588" y="147296"/>
                </a:cubicBezTo>
                <a:lnTo>
                  <a:pt x="0" y="140337"/>
                </a:lnTo>
                <a:cubicBezTo>
                  <a:pt x="8786" y="132394"/>
                  <a:pt x="16202" y="126982"/>
                  <a:pt x="22247" y="124100"/>
                </a:cubicBezTo>
                <a:cubicBezTo>
                  <a:pt x="30050" y="116649"/>
                  <a:pt x="35708" y="104840"/>
                  <a:pt x="39223" y="88673"/>
                </a:cubicBezTo>
                <a:lnTo>
                  <a:pt x="49345" y="420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!#">
            <a:extLst xmlns:a="http://schemas.openxmlformats.org/drawingml/2006/main">
              <a:ext uri="{FF2B5EF4-FFF2-40B4-BE49-F238E27FC236}">
                <a16:creationId xmlns:a16="http://schemas.microsoft.com/office/drawing/2014/main" id="{74E22AFE-1973-43F1-A5D2-F3518F9F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496" y="2556464"/>
            <a:ext cx="163186" cy="104808"/>
          </a:xfrm>
          <a:custGeom xmlns:a="http://schemas.openxmlformats.org/drawingml/2006/main">
            <a:pathLst>
              <a:path w="163186" h="104808">
                <a:moveTo>
                  <a:pt x="53275" y="47137"/>
                </a:moveTo>
                <a:cubicBezTo>
                  <a:pt x="53225" y="44510"/>
                  <a:pt x="53035" y="42325"/>
                  <a:pt x="52707" y="40582"/>
                </a:cubicBezTo>
                <a:cubicBezTo>
                  <a:pt x="52379" y="38839"/>
                  <a:pt x="51848" y="37462"/>
                  <a:pt x="51116" y="36452"/>
                </a:cubicBezTo>
                <a:cubicBezTo>
                  <a:pt x="50383" y="35441"/>
                  <a:pt x="49423" y="34721"/>
                  <a:pt x="48236" y="34292"/>
                </a:cubicBezTo>
                <a:cubicBezTo>
                  <a:pt x="47049" y="33862"/>
                  <a:pt x="45596" y="33622"/>
                  <a:pt x="43878" y="33572"/>
                </a:cubicBezTo>
                <a:cubicBezTo>
                  <a:pt x="41150" y="33572"/>
                  <a:pt x="38536" y="34178"/>
                  <a:pt x="36035" y="35391"/>
                </a:cubicBezTo>
                <a:cubicBezTo>
                  <a:pt x="33534" y="36603"/>
                  <a:pt x="31210" y="38283"/>
                  <a:pt x="29063" y="40430"/>
                </a:cubicBezTo>
                <a:cubicBezTo>
                  <a:pt x="26916" y="42577"/>
                  <a:pt x="24958" y="45091"/>
                  <a:pt x="23190" y="47971"/>
                </a:cubicBezTo>
                <a:cubicBezTo>
                  <a:pt x="21421" y="50850"/>
                  <a:pt x="19906" y="53958"/>
                  <a:pt x="18643" y="57292"/>
                </a:cubicBezTo>
                <a:cubicBezTo>
                  <a:pt x="17380" y="60626"/>
                  <a:pt x="16407" y="64100"/>
                  <a:pt x="15725" y="67712"/>
                </a:cubicBezTo>
                <a:cubicBezTo>
                  <a:pt x="15043" y="71324"/>
                  <a:pt x="14702" y="74924"/>
                  <a:pt x="14702" y="78511"/>
                </a:cubicBezTo>
                <a:cubicBezTo>
                  <a:pt x="14702" y="83867"/>
                  <a:pt x="15763" y="87946"/>
                  <a:pt x="17885" y="90750"/>
                </a:cubicBezTo>
                <a:cubicBezTo>
                  <a:pt x="20007" y="93554"/>
                  <a:pt x="23190" y="94956"/>
                  <a:pt x="27433" y="94956"/>
                </a:cubicBezTo>
                <a:cubicBezTo>
                  <a:pt x="29808" y="94956"/>
                  <a:pt x="32006" y="94741"/>
                  <a:pt x="34027" y="94312"/>
                </a:cubicBezTo>
                <a:cubicBezTo>
                  <a:pt x="36047" y="93883"/>
                  <a:pt x="38018" y="93163"/>
                  <a:pt x="39938" y="92152"/>
                </a:cubicBezTo>
                <a:cubicBezTo>
                  <a:pt x="41857" y="91142"/>
                  <a:pt x="43840" y="89816"/>
                  <a:pt x="45887" y="88174"/>
                </a:cubicBezTo>
                <a:cubicBezTo>
                  <a:pt x="47933" y="86532"/>
                  <a:pt x="50194" y="84498"/>
                  <a:pt x="52669" y="82073"/>
                </a:cubicBezTo>
                <a:cubicBezTo>
                  <a:pt x="53629" y="83083"/>
                  <a:pt x="54551" y="84081"/>
                  <a:pt x="55435" y="85066"/>
                </a:cubicBezTo>
                <a:cubicBezTo>
                  <a:pt x="56319" y="86052"/>
                  <a:pt x="57241" y="87049"/>
                  <a:pt x="58201" y="88060"/>
                </a:cubicBezTo>
                <a:cubicBezTo>
                  <a:pt x="52745" y="93718"/>
                  <a:pt x="47289" y="97924"/>
                  <a:pt x="41832" y="100678"/>
                </a:cubicBezTo>
                <a:cubicBezTo>
                  <a:pt x="36376" y="103431"/>
                  <a:pt x="30515" y="104808"/>
                  <a:pt x="24251" y="104808"/>
                </a:cubicBezTo>
                <a:cubicBezTo>
                  <a:pt x="16420" y="104808"/>
                  <a:pt x="10420" y="102522"/>
                  <a:pt x="6252" y="97950"/>
                </a:cubicBezTo>
                <a:cubicBezTo>
                  <a:pt x="2084" y="93377"/>
                  <a:pt x="0" y="86847"/>
                  <a:pt x="0" y="78360"/>
                </a:cubicBezTo>
                <a:cubicBezTo>
                  <a:pt x="0" y="73611"/>
                  <a:pt x="530" y="69026"/>
                  <a:pt x="1591" y="64605"/>
                </a:cubicBezTo>
                <a:cubicBezTo>
                  <a:pt x="2652" y="60184"/>
                  <a:pt x="4181" y="56029"/>
                  <a:pt x="6176" y="52139"/>
                </a:cubicBezTo>
                <a:cubicBezTo>
                  <a:pt x="8172" y="48249"/>
                  <a:pt x="10559" y="44712"/>
                  <a:pt x="13338" y="41529"/>
                </a:cubicBezTo>
                <a:cubicBezTo>
                  <a:pt x="16117" y="38346"/>
                  <a:pt x="19224" y="35605"/>
                  <a:pt x="22659" y="33307"/>
                </a:cubicBezTo>
                <a:cubicBezTo>
                  <a:pt x="26095" y="31008"/>
                  <a:pt x="29808" y="29227"/>
                  <a:pt x="33799" y="27964"/>
                </a:cubicBezTo>
                <a:cubicBezTo>
                  <a:pt x="37790" y="26701"/>
                  <a:pt x="41984" y="26069"/>
                  <a:pt x="46379" y="26069"/>
                </a:cubicBezTo>
                <a:cubicBezTo>
                  <a:pt x="50067" y="26069"/>
                  <a:pt x="53490" y="26271"/>
                  <a:pt x="56648" y="26676"/>
                </a:cubicBezTo>
                <a:cubicBezTo>
                  <a:pt x="59805" y="27080"/>
                  <a:pt x="63077" y="27711"/>
                  <a:pt x="66462" y="28570"/>
                </a:cubicBezTo>
                <a:lnTo>
                  <a:pt x="62218" y="47137"/>
                </a:lnTo>
                <a:lnTo>
                  <a:pt x="53275" y="47137"/>
                </a:lnTo>
                <a:close/>
                <a:moveTo>
                  <a:pt x="142497" y="77147"/>
                </a:moveTo>
                <a:cubicBezTo>
                  <a:pt x="142042" y="79117"/>
                  <a:pt x="141663" y="80722"/>
                  <a:pt x="141360" y="81959"/>
                </a:cubicBezTo>
                <a:cubicBezTo>
                  <a:pt x="141057" y="83197"/>
                  <a:pt x="140830" y="84245"/>
                  <a:pt x="140678" y="85104"/>
                </a:cubicBezTo>
                <a:cubicBezTo>
                  <a:pt x="140527" y="85963"/>
                  <a:pt x="140426" y="86696"/>
                  <a:pt x="140375" y="87302"/>
                </a:cubicBezTo>
                <a:cubicBezTo>
                  <a:pt x="140325" y="87908"/>
                  <a:pt x="140299" y="88540"/>
                  <a:pt x="140299" y="89197"/>
                </a:cubicBezTo>
                <a:cubicBezTo>
                  <a:pt x="140299" y="91116"/>
                  <a:pt x="140653" y="92506"/>
                  <a:pt x="141360" y="93365"/>
                </a:cubicBezTo>
                <a:cubicBezTo>
                  <a:pt x="142068" y="94224"/>
                  <a:pt x="143230" y="94653"/>
                  <a:pt x="144846" y="94653"/>
                </a:cubicBezTo>
                <a:cubicBezTo>
                  <a:pt x="145756" y="94653"/>
                  <a:pt x="146652" y="94476"/>
                  <a:pt x="147537" y="94123"/>
                </a:cubicBezTo>
                <a:cubicBezTo>
                  <a:pt x="148421" y="93769"/>
                  <a:pt x="149381" y="93213"/>
                  <a:pt x="150416" y="92455"/>
                </a:cubicBezTo>
                <a:cubicBezTo>
                  <a:pt x="151452" y="91697"/>
                  <a:pt x="152589" y="90725"/>
                  <a:pt x="153827" y="89538"/>
                </a:cubicBezTo>
                <a:cubicBezTo>
                  <a:pt x="155064" y="88350"/>
                  <a:pt x="156466" y="86923"/>
                  <a:pt x="158032" y="85256"/>
                </a:cubicBezTo>
                <a:cubicBezTo>
                  <a:pt x="158841" y="86115"/>
                  <a:pt x="159687" y="86961"/>
                  <a:pt x="160571" y="87795"/>
                </a:cubicBezTo>
                <a:cubicBezTo>
                  <a:pt x="161455" y="88628"/>
                  <a:pt x="162327" y="89449"/>
                  <a:pt x="163186" y="90258"/>
                </a:cubicBezTo>
                <a:cubicBezTo>
                  <a:pt x="160609" y="92885"/>
                  <a:pt x="158260" y="95120"/>
                  <a:pt x="156138" y="96964"/>
                </a:cubicBezTo>
                <a:cubicBezTo>
                  <a:pt x="154016" y="98808"/>
                  <a:pt x="151995" y="100311"/>
                  <a:pt x="150075" y="101473"/>
                </a:cubicBezTo>
                <a:cubicBezTo>
                  <a:pt x="148155" y="102636"/>
                  <a:pt x="146261" y="103482"/>
                  <a:pt x="144392" y="104012"/>
                </a:cubicBezTo>
                <a:cubicBezTo>
                  <a:pt x="142522" y="104543"/>
                  <a:pt x="140527" y="104808"/>
                  <a:pt x="138405" y="104808"/>
                </a:cubicBezTo>
                <a:cubicBezTo>
                  <a:pt x="136586" y="104808"/>
                  <a:pt x="134906" y="104454"/>
                  <a:pt x="133365" y="103747"/>
                </a:cubicBezTo>
                <a:cubicBezTo>
                  <a:pt x="131824" y="103040"/>
                  <a:pt x="130498" y="102067"/>
                  <a:pt x="129387" y="100829"/>
                </a:cubicBezTo>
                <a:cubicBezTo>
                  <a:pt x="128275" y="99592"/>
                  <a:pt x="127404" y="98126"/>
                  <a:pt x="126772" y="96434"/>
                </a:cubicBezTo>
                <a:cubicBezTo>
                  <a:pt x="126140" y="94741"/>
                  <a:pt x="125825" y="92885"/>
                  <a:pt x="125825" y="90864"/>
                </a:cubicBezTo>
                <a:cubicBezTo>
                  <a:pt x="125825" y="88843"/>
                  <a:pt x="126052" y="86519"/>
                  <a:pt x="126507" y="83892"/>
                </a:cubicBezTo>
                <a:cubicBezTo>
                  <a:pt x="126961" y="81265"/>
                  <a:pt x="127517" y="78511"/>
                  <a:pt x="128174" y="75631"/>
                </a:cubicBezTo>
                <a:cubicBezTo>
                  <a:pt x="128831" y="72752"/>
                  <a:pt x="129551" y="69847"/>
                  <a:pt x="130334" y="66916"/>
                </a:cubicBezTo>
                <a:cubicBezTo>
                  <a:pt x="131117" y="63986"/>
                  <a:pt x="131837" y="61220"/>
                  <a:pt x="132494" y="58618"/>
                </a:cubicBezTo>
                <a:cubicBezTo>
                  <a:pt x="133150" y="56016"/>
                  <a:pt x="133706" y="53654"/>
                  <a:pt x="134161" y="51532"/>
                </a:cubicBezTo>
                <a:cubicBezTo>
                  <a:pt x="134616" y="49411"/>
                  <a:pt x="134843" y="47718"/>
                  <a:pt x="134843" y="46455"/>
                </a:cubicBezTo>
                <a:cubicBezTo>
                  <a:pt x="134843" y="45040"/>
                  <a:pt x="134742" y="43714"/>
                  <a:pt x="134540" y="42476"/>
                </a:cubicBezTo>
                <a:cubicBezTo>
                  <a:pt x="134338" y="41239"/>
                  <a:pt x="133946" y="40152"/>
                  <a:pt x="133365" y="39218"/>
                </a:cubicBezTo>
                <a:cubicBezTo>
                  <a:pt x="132784" y="38283"/>
                  <a:pt x="132014" y="37550"/>
                  <a:pt x="131054" y="37020"/>
                </a:cubicBezTo>
                <a:cubicBezTo>
                  <a:pt x="130094" y="36490"/>
                  <a:pt x="128856" y="36224"/>
                  <a:pt x="127340" y="36224"/>
                </a:cubicBezTo>
                <a:cubicBezTo>
                  <a:pt x="124915" y="36224"/>
                  <a:pt x="122288" y="37159"/>
                  <a:pt x="119459" y="39028"/>
                </a:cubicBezTo>
                <a:cubicBezTo>
                  <a:pt x="116630" y="40898"/>
                  <a:pt x="113939" y="43323"/>
                  <a:pt x="111388" y="46303"/>
                </a:cubicBezTo>
                <a:cubicBezTo>
                  <a:pt x="108837" y="49284"/>
                  <a:pt x="106563" y="52619"/>
                  <a:pt x="104568" y="56307"/>
                </a:cubicBezTo>
                <a:cubicBezTo>
                  <a:pt x="102572" y="59995"/>
                  <a:pt x="101195" y="63683"/>
                  <a:pt x="100437" y="67371"/>
                </a:cubicBezTo>
                <a:cubicBezTo>
                  <a:pt x="99124" y="73383"/>
                  <a:pt x="97861" y="79395"/>
                  <a:pt x="96648" y="85407"/>
                </a:cubicBezTo>
                <a:cubicBezTo>
                  <a:pt x="95436" y="91420"/>
                  <a:pt x="94198" y="97432"/>
                  <a:pt x="92935" y="103444"/>
                </a:cubicBezTo>
                <a:lnTo>
                  <a:pt x="78385" y="103444"/>
                </a:lnTo>
                <a:lnTo>
                  <a:pt x="96345" y="22053"/>
                </a:lnTo>
                <a:cubicBezTo>
                  <a:pt x="96901" y="19476"/>
                  <a:pt x="97318" y="17380"/>
                  <a:pt x="97596" y="15763"/>
                </a:cubicBezTo>
                <a:cubicBezTo>
                  <a:pt x="97873" y="14146"/>
                  <a:pt x="98012" y="12757"/>
                  <a:pt x="98012" y="11595"/>
                </a:cubicBezTo>
                <a:cubicBezTo>
                  <a:pt x="98012" y="10635"/>
                  <a:pt x="97861" y="9801"/>
                  <a:pt x="97558" y="9094"/>
                </a:cubicBezTo>
                <a:cubicBezTo>
                  <a:pt x="97254" y="8387"/>
                  <a:pt x="96737" y="7818"/>
                  <a:pt x="96004" y="7389"/>
                </a:cubicBezTo>
                <a:cubicBezTo>
                  <a:pt x="95272" y="6959"/>
                  <a:pt x="94274" y="6644"/>
                  <a:pt x="93011" y="6442"/>
                </a:cubicBezTo>
                <a:cubicBezTo>
                  <a:pt x="91748" y="6239"/>
                  <a:pt x="90181" y="6113"/>
                  <a:pt x="88312" y="6063"/>
                </a:cubicBezTo>
                <a:lnTo>
                  <a:pt x="89449" y="909"/>
                </a:lnTo>
                <a:lnTo>
                  <a:pt x="110289" y="0"/>
                </a:lnTo>
                <a:lnTo>
                  <a:pt x="115746" y="0"/>
                </a:lnTo>
                <a:lnTo>
                  <a:pt x="105363" y="42817"/>
                </a:lnTo>
                <a:lnTo>
                  <a:pt x="106424" y="43121"/>
                </a:lnTo>
                <a:cubicBezTo>
                  <a:pt x="108900" y="40140"/>
                  <a:pt x="111300" y="37576"/>
                  <a:pt x="113624" y="35429"/>
                </a:cubicBezTo>
                <a:cubicBezTo>
                  <a:pt x="115948" y="33281"/>
                  <a:pt x="118209" y="31513"/>
                  <a:pt x="120406" y="30124"/>
                </a:cubicBezTo>
                <a:cubicBezTo>
                  <a:pt x="122604" y="28734"/>
                  <a:pt x="124789" y="27711"/>
                  <a:pt x="126961" y="27055"/>
                </a:cubicBezTo>
                <a:cubicBezTo>
                  <a:pt x="129134" y="26398"/>
                  <a:pt x="131332" y="26069"/>
                  <a:pt x="133555" y="26069"/>
                </a:cubicBezTo>
                <a:cubicBezTo>
                  <a:pt x="139011" y="26069"/>
                  <a:pt x="143065" y="27509"/>
                  <a:pt x="145718" y="30389"/>
                </a:cubicBezTo>
                <a:cubicBezTo>
                  <a:pt x="148370" y="33269"/>
                  <a:pt x="149696" y="37311"/>
                  <a:pt x="149696" y="42514"/>
                </a:cubicBezTo>
                <a:cubicBezTo>
                  <a:pt x="149696" y="44080"/>
                  <a:pt x="149545" y="45988"/>
                  <a:pt x="149242" y="48236"/>
                </a:cubicBezTo>
                <a:cubicBezTo>
                  <a:pt x="148939" y="50484"/>
                  <a:pt x="148408" y="53124"/>
                  <a:pt x="147650" y="56155"/>
                </a:cubicBezTo>
                <a:lnTo>
                  <a:pt x="142497" y="771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ℒ">
            <a:extLst xmlns:a="http://schemas.openxmlformats.org/drawingml/2006/main">
              <a:ext uri="{FF2B5EF4-FFF2-40B4-BE49-F238E27FC236}">
                <a16:creationId xmlns:a16="http://schemas.microsoft.com/office/drawing/2014/main" id="{5B6CA44B-5FF4-49B8-899D-2666F7ED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0773" y="2870592"/>
            <a:ext cx="127474" cy="147296"/>
          </a:xfrm>
          <a:custGeom xmlns:a="http://schemas.openxmlformats.org/drawingml/2006/main">
            <a:pathLst>
              <a:path w="127474" h="147296">
                <a:moveTo>
                  <a:pt x="49345" y="42069"/>
                </a:moveTo>
                <a:cubicBezTo>
                  <a:pt x="51172" y="33634"/>
                  <a:pt x="53386" y="26851"/>
                  <a:pt x="55987" y="21720"/>
                </a:cubicBezTo>
                <a:cubicBezTo>
                  <a:pt x="58588" y="16589"/>
                  <a:pt x="61681" y="12600"/>
                  <a:pt x="65266" y="9753"/>
                </a:cubicBezTo>
                <a:cubicBezTo>
                  <a:pt x="68851" y="6906"/>
                  <a:pt x="72822" y="4569"/>
                  <a:pt x="77180" y="2741"/>
                </a:cubicBezTo>
                <a:cubicBezTo>
                  <a:pt x="81538" y="914"/>
                  <a:pt x="86599" y="0"/>
                  <a:pt x="92363" y="0"/>
                </a:cubicBezTo>
                <a:cubicBezTo>
                  <a:pt x="98478" y="0"/>
                  <a:pt x="103821" y="1722"/>
                  <a:pt x="108389" y="5166"/>
                </a:cubicBezTo>
                <a:cubicBezTo>
                  <a:pt x="112958" y="8611"/>
                  <a:pt x="117000" y="13707"/>
                  <a:pt x="120515" y="20455"/>
                </a:cubicBezTo>
                <a:lnTo>
                  <a:pt x="104277" y="27519"/>
                </a:lnTo>
                <a:cubicBezTo>
                  <a:pt x="100903" y="20631"/>
                  <a:pt x="97986" y="15868"/>
                  <a:pt x="95526" y="13232"/>
                </a:cubicBezTo>
                <a:cubicBezTo>
                  <a:pt x="93066" y="10596"/>
                  <a:pt x="90008" y="9278"/>
                  <a:pt x="86353" y="9278"/>
                </a:cubicBezTo>
                <a:cubicBezTo>
                  <a:pt x="84385" y="9278"/>
                  <a:pt x="82557" y="9630"/>
                  <a:pt x="80870" y="10333"/>
                </a:cubicBezTo>
                <a:cubicBezTo>
                  <a:pt x="79183" y="11036"/>
                  <a:pt x="77637" y="12424"/>
                  <a:pt x="76231" y="14498"/>
                </a:cubicBezTo>
                <a:cubicBezTo>
                  <a:pt x="74825" y="16571"/>
                  <a:pt x="73630" y="19330"/>
                  <a:pt x="72646" y="22774"/>
                </a:cubicBezTo>
                <a:cubicBezTo>
                  <a:pt x="71662" y="26219"/>
                  <a:pt x="70327" y="31947"/>
                  <a:pt x="68640" y="39961"/>
                </a:cubicBezTo>
                <a:lnTo>
                  <a:pt x="61259" y="74860"/>
                </a:lnTo>
                <a:cubicBezTo>
                  <a:pt x="60134" y="80132"/>
                  <a:pt x="58869" y="84772"/>
                  <a:pt x="57463" y="88778"/>
                </a:cubicBezTo>
                <a:cubicBezTo>
                  <a:pt x="56057" y="92785"/>
                  <a:pt x="54423" y="96581"/>
                  <a:pt x="52560" y="100165"/>
                </a:cubicBezTo>
                <a:cubicBezTo>
                  <a:pt x="50698" y="103750"/>
                  <a:pt x="48730" y="106931"/>
                  <a:pt x="46656" y="109707"/>
                </a:cubicBezTo>
                <a:cubicBezTo>
                  <a:pt x="44582" y="112484"/>
                  <a:pt x="42210" y="115278"/>
                  <a:pt x="39539" y="118090"/>
                </a:cubicBezTo>
                <a:lnTo>
                  <a:pt x="39539" y="119144"/>
                </a:lnTo>
                <a:cubicBezTo>
                  <a:pt x="43967" y="119144"/>
                  <a:pt x="48343" y="119636"/>
                  <a:pt x="52666" y="120620"/>
                </a:cubicBezTo>
                <a:cubicBezTo>
                  <a:pt x="56989" y="121604"/>
                  <a:pt x="61259" y="122870"/>
                  <a:pt x="65477" y="124416"/>
                </a:cubicBezTo>
                <a:cubicBezTo>
                  <a:pt x="69764" y="126033"/>
                  <a:pt x="73859" y="127315"/>
                  <a:pt x="77760" y="128264"/>
                </a:cubicBezTo>
                <a:cubicBezTo>
                  <a:pt x="81661" y="129213"/>
                  <a:pt x="85510" y="129688"/>
                  <a:pt x="89305" y="129688"/>
                </a:cubicBezTo>
                <a:cubicBezTo>
                  <a:pt x="93453" y="129688"/>
                  <a:pt x="96967" y="129125"/>
                  <a:pt x="99849" y="128001"/>
                </a:cubicBezTo>
                <a:cubicBezTo>
                  <a:pt x="102731" y="126876"/>
                  <a:pt x="105560" y="124943"/>
                  <a:pt x="108337" y="122202"/>
                </a:cubicBezTo>
                <a:cubicBezTo>
                  <a:pt x="111113" y="119460"/>
                  <a:pt x="114821" y="114540"/>
                  <a:pt x="119460" y="107441"/>
                </a:cubicBezTo>
                <a:lnTo>
                  <a:pt x="127474" y="112712"/>
                </a:lnTo>
                <a:cubicBezTo>
                  <a:pt x="118968" y="125857"/>
                  <a:pt x="111676" y="134907"/>
                  <a:pt x="105595" y="139863"/>
                </a:cubicBezTo>
                <a:cubicBezTo>
                  <a:pt x="99515" y="144818"/>
                  <a:pt x="93382" y="147296"/>
                  <a:pt x="87197" y="147296"/>
                </a:cubicBezTo>
                <a:cubicBezTo>
                  <a:pt x="81925" y="147296"/>
                  <a:pt x="76952" y="146734"/>
                  <a:pt x="72277" y="145609"/>
                </a:cubicBezTo>
                <a:cubicBezTo>
                  <a:pt x="67603" y="144484"/>
                  <a:pt x="63016" y="142973"/>
                  <a:pt x="58518" y="141075"/>
                </a:cubicBezTo>
                <a:cubicBezTo>
                  <a:pt x="53457" y="139037"/>
                  <a:pt x="49081" y="137508"/>
                  <a:pt x="45391" y="136489"/>
                </a:cubicBezTo>
                <a:cubicBezTo>
                  <a:pt x="41700" y="135469"/>
                  <a:pt x="37922" y="134960"/>
                  <a:pt x="34056" y="134960"/>
                </a:cubicBezTo>
                <a:cubicBezTo>
                  <a:pt x="29839" y="134960"/>
                  <a:pt x="25815" y="135750"/>
                  <a:pt x="21984" y="137332"/>
                </a:cubicBezTo>
                <a:cubicBezTo>
                  <a:pt x="18153" y="138914"/>
                  <a:pt x="12688" y="142235"/>
                  <a:pt x="5588" y="147296"/>
                </a:cubicBezTo>
                <a:lnTo>
                  <a:pt x="0" y="140337"/>
                </a:lnTo>
                <a:cubicBezTo>
                  <a:pt x="8786" y="132394"/>
                  <a:pt x="16202" y="126982"/>
                  <a:pt x="22247" y="124100"/>
                </a:cubicBezTo>
                <a:cubicBezTo>
                  <a:pt x="30050" y="116649"/>
                  <a:pt x="35708" y="104840"/>
                  <a:pt x="39223" y="88673"/>
                </a:cubicBezTo>
                <a:lnTo>
                  <a:pt x="49345" y="420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!$">
            <a:extLst xmlns:a="http://schemas.openxmlformats.org/drawingml/2006/main">
              <a:ext uri="{FF2B5EF4-FFF2-40B4-BE49-F238E27FC236}">
                <a16:creationId xmlns:a16="http://schemas.microsoft.com/office/drawing/2014/main" id="{3FECA013-DE30-4D01-9871-4B9FB2E7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901" y="2982553"/>
            <a:ext cx="157350" cy="106778"/>
          </a:xfrm>
          <a:custGeom xmlns:a="http://schemas.openxmlformats.org/drawingml/2006/main">
            <a:pathLst>
              <a:path w="157350" h="106778">
                <a:moveTo>
                  <a:pt x="53275" y="21068"/>
                </a:moveTo>
                <a:cubicBezTo>
                  <a:pt x="53225" y="18441"/>
                  <a:pt x="53035" y="16255"/>
                  <a:pt x="52707" y="14512"/>
                </a:cubicBezTo>
                <a:cubicBezTo>
                  <a:pt x="52379" y="12769"/>
                  <a:pt x="51848" y="11393"/>
                  <a:pt x="51116" y="10382"/>
                </a:cubicBezTo>
                <a:cubicBezTo>
                  <a:pt x="50383" y="9372"/>
                  <a:pt x="49423" y="8652"/>
                  <a:pt x="48236" y="8222"/>
                </a:cubicBezTo>
                <a:cubicBezTo>
                  <a:pt x="47049" y="7793"/>
                  <a:pt x="45596" y="7553"/>
                  <a:pt x="43878" y="7503"/>
                </a:cubicBezTo>
                <a:cubicBezTo>
                  <a:pt x="41150" y="7503"/>
                  <a:pt x="38536" y="8109"/>
                  <a:pt x="36035" y="9321"/>
                </a:cubicBezTo>
                <a:cubicBezTo>
                  <a:pt x="33534" y="10534"/>
                  <a:pt x="31210" y="12214"/>
                  <a:pt x="29063" y="14361"/>
                </a:cubicBezTo>
                <a:cubicBezTo>
                  <a:pt x="26916" y="16508"/>
                  <a:pt x="24958" y="19022"/>
                  <a:pt x="23190" y="21901"/>
                </a:cubicBezTo>
                <a:cubicBezTo>
                  <a:pt x="21421" y="24781"/>
                  <a:pt x="19906" y="27888"/>
                  <a:pt x="18643" y="31223"/>
                </a:cubicBezTo>
                <a:cubicBezTo>
                  <a:pt x="17380" y="34557"/>
                  <a:pt x="16407" y="38030"/>
                  <a:pt x="15725" y="41643"/>
                </a:cubicBezTo>
                <a:cubicBezTo>
                  <a:pt x="15043" y="45255"/>
                  <a:pt x="14702" y="48855"/>
                  <a:pt x="14702" y="52442"/>
                </a:cubicBezTo>
                <a:cubicBezTo>
                  <a:pt x="14702" y="57797"/>
                  <a:pt x="15763" y="61877"/>
                  <a:pt x="17885" y="64681"/>
                </a:cubicBezTo>
                <a:cubicBezTo>
                  <a:pt x="20007" y="67485"/>
                  <a:pt x="23190" y="68887"/>
                  <a:pt x="27433" y="68887"/>
                </a:cubicBezTo>
                <a:cubicBezTo>
                  <a:pt x="29808" y="68887"/>
                  <a:pt x="32006" y="68672"/>
                  <a:pt x="34027" y="68243"/>
                </a:cubicBezTo>
                <a:cubicBezTo>
                  <a:pt x="36047" y="67813"/>
                  <a:pt x="38018" y="67093"/>
                  <a:pt x="39938" y="66083"/>
                </a:cubicBezTo>
                <a:cubicBezTo>
                  <a:pt x="41857" y="65072"/>
                  <a:pt x="43840" y="63746"/>
                  <a:pt x="45887" y="62104"/>
                </a:cubicBezTo>
                <a:cubicBezTo>
                  <a:pt x="47933" y="60462"/>
                  <a:pt x="50194" y="58429"/>
                  <a:pt x="52669" y="56004"/>
                </a:cubicBezTo>
                <a:cubicBezTo>
                  <a:pt x="53629" y="57014"/>
                  <a:pt x="54551" y="58012"/>
                  <a:pt x="55435" y="58997"/>
                </a:cubicBezTo>
                <a:cubicBezTo>
                  <a:pt x="56319" y="59982"/>
                  <a:pt x="57241" y="60980"/>
                  <a:pt x="58201" y="61991"/>
                </a:cubicBezTo>
                <a:cubicBezTo>
                  <a:pt x="52745" y="67649"/>
                  <a:pt x="47289" y="71855"/>
                  <a:pt x="41832" y="74608"/>
                </a:cubicBezTo>
                <a:cubicBezTo>
                  <a:pt x="36376" y="77362"/>
                  <a:pt x="30515" y="78739"/>
                  <a:pt x="24251" y="78739"/>
                </a:cubicBezTo>
                <a:cubicBezTo>
                  <a:pt x="16420" y="78739"/>
                  <a:pt x="10420" y="76452"/>
                  <a:pt x="6252" y="71880"/>
                </a:cubicBezTo>
                <a:cubicBezTo>
                  <a:pt x="2084" y="67308"/>
                  <a:pt x="0" y="60778"/>
                  <a:pt x="0" y="52290"/>
                </a:cubicBezTo>
                <a:cubicBezTo>
                  <a:pt x="0" y="47541"/>
                  <a:pt x="530" y="42956"/>
                  <a:pt x="1591" y="38536"/>
                </a:cubicBezTo>
                <a:cubicBezTo>
                  <a:pt x="2652" y="34115"/>
                  <a:pt x="4181" y="29960"/>
                  <a:pt x="6176" y="26069"/>
                </a:cubicBezTo>
                <a:cubicBezTo>
                  <a:pt x="8172" y="22179"/>
                  <a:pt x="10559" y="18643"/>
                  <a:pt x="13338" y="15460"/>
                </a:cubicBezTo>
                <a:cubicBezTo>
                  <a:pt x="16117" y="12277"/>
                  <a:pt x="19224" y="9536"/>
                  <a:pt x="22659" y="7237"/>
                </a:cubicBezTo>
                <a:cubicBezTo>
                  <a:pt x="26095" y="4939"/>
                  <a:pt x="29808" y="3158"/>
                  <a:pt x="33799" y="1895"/>
                </a:cubicBezTo>
                <a:cubicBezTo>
                  <a:pt x="37790" y="632"/>
                  <a:pt x="41984" y="0"/>
                  <a:pt x="46379" y="0"/>
                </a:cubicBezTo>
                <a:cubicBezTo>
                  <a:pt x="50067" y="0"/>
                  <a:pt x="53490" y="202"/>
                  <a:pt x="56648" y="606"/>
                </a:cubicBezTo>
                <a:cubicBezTo>
                  <a:pt x="59805" y="1010"/>
                  <a:pt x="63077" y="1642"/>
                  <a:pt x="66462" y="2501"/>
                </a:cubicBezTo>
                <a:lnTo>
                  <a:pt x="62218" y="21068"/>
                </a:lnTo>
                <a:lnTo>
                  <a:pt x="53275" y="21068"/>
                </a:lnTo>
                <a:close/>
                <a:moveTo>
                  <a:pt x="94223" y="27812"/>
                </a:moveTo>
                <a:cubicBezTo>
                  <a:pt x="94829" y="25034"/>
                  <a:pt x="95259" y="22710"/>
                  <a:pt x="95511" y="20840"/>
                </a:cubicBezTo>
                <a:cubicBezTo>
                  <a:pt x="95764" y="18971"/>
                  <a:pt x="95890" y="17304"/>
                  <a:pt x="95890" y="15839"/>
                </a:cubicBezTo>
                <a:cubicBezTo>
                  <a:pt x="95890" y="12151"/>
                  <a:pt x="94400" y="10306"/>
                  <a:pt x="91419" y="10306"/>
                </a:cubicBezTo>
                <a:cubicBezTo>
                  <a:pt x="90510" y="10306"/>
                  <a:pt x="89600" y="10496"/>
                  <a:pt x="88691" y="10875"/>
                </a:cubicBezTo>
                <a:cubicBezTo>
                  <a:pt x="87782" y="11254"/>
                  <a:pt x="86809" y="11822"/>
                  <a:pt x="85773" y="12580"/>
                </a:cubicBezTo>
                <a:cubicBezTo>
                  <a:pt x="84738" y="13338"/>
                  <a:pt x="83601" y="14298"/>
                  <a:pt x="82363" y="15460"/>
                </a:cubicBezTo>
                <a:cubicBezTo>
                  <a:pt x="81125" y="16622"/>
                  <a:pt x="79749" y="17986"/>
                  <a:pt x="78233" y="19552"/>
                </a:cubicBezTo>
                <a:lnTo>
                  <a:pt x="73004" y="14626"/>
                </a:lnTo>
                <a:cubicBezTo>
                  <a:pt x="75530" y="12100"/>
                  <a:pt x="77841" y="9915"/>
                  <a:pt x="79938" y="8071"/>
                </a:cubicBezTo>
                <a:cubicBezTo>
                  <a:pt x="82035" y="6227"/>
                  <a:pt x="84056" y="4711"/>
                  <a:pt x="86001" y="3524"/>
                </a:cubicBezTo>
                <a:cubicBezTo>
                  <a:pt x="87946" y="2337"/>
                  <a:pt x="89840" y="1453"/>
                  <a:pt x="91684" y="872"/>
                </a:cubicBezTo>
                <a:cubicBezTo>
                  <a:pt x="93528" y="291"/>
                  <a:pt x="95486" y="0"/>
                  <a:pt x="97558" y="0"/>
                </a:cubicBezTo>
                <a:cubicBezTo>
                  <a:pt x="101246" y="0"/>
                  <a:pt x="104113" y="1225"/>
                  <a:pt x="106159" y="3675"/>
                </a:cubicBezTo>
                <a:cubicBezTo>
                  <a:pt x="108205" y="6126"/>
                  <a:pt x="109228" y="9347"/>
                  <a:pt x="109228" y="13338"/>
                </a:cubicBezTo>
                <a:cubicBezTo>
                  <a:pt x="109228" y="14500"/>
                  <a:pt x="109140" y="15611"/>
                  <a:pt x="108963" y="16672"/>
                </a:cubicBezTo>
                <a:cubicBezTo>
                  <a:pt x="108786" y="17733"/>
                  <a:pt x="108470" y="18794"/>
                  <a:pt x="108016" y="19855"/>
                </a:cubicBezTo>
                <a:lnTo>
                  <a:pt x="109077" y="20386"/>
                </a:lnTo>
                <a:cubicBezTo>
                  <a:pt x="114028" y="13464"/>
                  <a:pt x="118891" y="8336"/>
                  <a:pt x="123665" y="5002"/>
                </a:cubicBezTo>
                <a:cubicBezTo>
                  <a:pt x="128439" y="1667"/>
                  <a:pt x="133454" y="0"/>
                  <a:pt x="138708" y="0"/>
                </a:cubicBezTo>
                <a:cubicBezTo>
                  <a:pt x="144720" y="0"/>
                  <a:pt x="149330" y="2172"/>
                  <a:pt x="152538" y="6517"/>
                </a:cubicBezTo>
                <a:cubicBezTo>
                  <a:pt x="155746" y="10862"/>
                  <a:pt x="157350" y="17203"/>
                  <a:pt x="157350" y="25539"/>
                </a:cubicBezTo>
                <a:cubicBezTo>
                  <a:pt x="157350" y="32814"/>
                  <a:pt x="156226" y="39672"/>
                  <a:pt x="153978" y="46114"/>
                </a:cubicBezTo>
                <a:cubicBezTo>
                  <a:pt x="151730" y="52556"/>
                  <a:pt x="148686" y="58201"/>
                  <a:pt x="144846" y="63051"/>
                </a:cubicBezTo>
                <a:cubicBezTo>
                  <a:pt x="141007" y="67902"/>
                  <a:pt x="136548" y="71729"/>
                  <a:pt x="131471" y="74533"/>
                </a:cubicBezTo>
                <a:cubicBezTo>
                  <a:pt x="126393" y="77337"/>
                  <a:pt x="121025" y="78739"/>
                  <a:pt x="115367" y="78739"/>
                </a:cubicBezTo>
                <a:cubicBezTo>
                  <a:pt x="111426" y="78739"/>
                  <a:pt x="108003" y="78347"/>
                  <a:pt x="105098" y="77564"/>
                </a:cubicBezTo>
                <a:cubicBezTo>
                  <a:pt x="102193" y="76781"/>
                  <a:pt x="99781" y="75834"/>
                  <a:pt x="97861" y="74722"/>
                </a:cubicBezTo>
                <a:cubicBezTo>
                  <a:pt x="97406" y="76692"/>
                  <a:pt x="96913" y="78739"/>
                  <a:pt x="96383" y="80861"/>
                </a:cubicBezTo>
                <a:cubicBezTo>
                  <a:pt x="95853" y="82982"/>
                  <a:pt x="95347" y="85029"/>
                  <a:pt x="94867" y="86999"/>
                </a:cubicBezTo>
                <a:cubicBezTo>
                  <a:pt x="94387" y="88969"/>
                  <a:pt x="93996" y="90788"/>
                  <a:pt x="93693" y="92455"/>
                </a:cubicBezTo>
                <a:cubicBezTo>
                  <a:pt x="93390" y="94123"/>
                  <a:pt x="93238" y="95461"/>
                  <a:pt x="93238" y="96472"/>
                </a:cubicBezTo>
                <a:cubicBezTo>
                  <a:pt x="93238" y="97381"/>
                  <a:pt x="93377" y="98139"/>
                  <a:pt x="93655" y="98745"/>
                </a:cubicBezTo>
                <a:cubicBezTo>
                  <a:pt x="93933" y="99352"/>
                  <a:pt x="94438" y="99857"/>
                  <a:pt x="95170" y="100261"/>
                </a:cubicBezTo>
                <a:cubicBezTo>
                  <a:pt x="95903" y="100665"/>
                  <a:pt x="96876" y="100981"/>
                  <a:pt x="98088" y="101208"/>
                </a:cubicBezTo>
                <a:cubicBezTo>
                  <a:pt x="99301" y="101436"/>
                  <a:pt x="100816" y="101625"/>
                  <a:pt x="102635" y="101777"/>
                </a:cubicBezTo>
                <a:lnTo>
                  <a:pt x="102408" y="106778"/>
                </a:lnTo>
                <a:lnTo>
                  <a:pt x="75732" y="106778"/>
                </a:lnTo>
                <a:lnTo>
                  <a:pt x="94223" y="27812"/>
                </a:lnTo>
                <a:moveTo>
                  <a:pt x="104454" y="44636"/>
                </a:moveTo>
                <a:cubicBezTo>
                  <a:pt x="103747" y="48122"/>
                  <a:pt x="103191" y="51053"/>
                  <a:pt x="102787" y="53427"/>
                </a:cubicBezTo>
                <a:cubicBezTo>
                  <a:pt x="102382" y="55802"/>
                  <a:pt x="102180" y="58050"/>
                  <a:pt x="102180" y="60172"/>
                </a:cubicBezTo>
                <a:cubicBezTo>
                  <a:pt x="102180" y="64264"/>
                  <a:pt x="103128" y="67156"/>
                  <a:pt x="105022" y="68849"/>
                </a:cubicBezTo>
                <a:cubicBezTo>
                  <a:pt x="106917" y="70541"/>
                  <a:pt x="109961" y="71388"/>
                  <a:pt x="114154" y="71388"/>
                </a:cubicBezTo>
                <a:cubicBezTo>
                  <a:pt x="117084" y="71388"/>
                  <a:pt x="119825" y="70743"/>
                  <a:pt x="122377" y="69455"/>
                </a:cubicBezTo>
                <a:cubicBezTo>
                  <a:pt x="124928" y="68167"/>
                  <a:pt x="127239" y="66411"/>
                  <a:pt x="129311" y="64188"/>
                </a:cubicBezTo>
                <a:cubicBezTo>
                  <a:pt x="131382" y="61965"/>
                  <a:pt x="133226" y="59376"/>
                  <a:pt x="134843" y="56420"/>
                </a:cubicBezTo>
                <a:cubicBezTo>
                  <a:pt x="136460" y="53465"/>
                  <a:pt x="137811" y="50307"/>
                  <a:pt x="138897" y="46948"/>
                </a:cubicBezTo>
                <a:cubicBezTo>
                  <a:pt x="139983" y="43588"/>
                  <a:pt x="140817" y="40140"/>
                  <a:pt x="141398" y="36603"/>
                </a:cubicBezTo>
                <a:cubicBezTo>
                  <a:pt x="141979" y="33067"/>
                  <a:pt x="142270" y="29631"/>
                  <a:pt x="142270" y="26297"/>
                </a:cubicBezTo>
                <a:cubicBezTo>
                  <a:pt x="142270" y="20891"/>
                  <a:pt x="141524" y="16849"/>
                  <a:pt x="140034" y="14171"/>
                </a:cubicBezTo>
                <a:cubicBezTo>
                  <a:pt x="138544" y="11494"/>
                  <a:pt x="136106" y="10155"/>
                  <a:pt x="132721" y="10155"/>
                </a:cubicBezTo>
                <a:cubicBezTo>
                  <a:pt x="129639" y="10155"/>
                  <a:pt x="126797" y="11077"/>
                  <a:pt x="124195" y="12921"/>
                </a:cubicBezTo>
                <a:cubicBezTo>
                  <a:pt x="121593" y="14765"/>
                  <a:pt x="118802" y="17405"/>
                  <a:pt x="115821" y="20840"/>
                </a:cubicBezTo>
                <a:cubicBezTo>
                  <a:pt x="114457" y="22457"/>
                  <a:pt x="113194" y="24048"/>
                  <a:pt x="112032" y="25615"/>
                </a:cubicBezTo>
                <a:cubicBezTo>
                  <a:pt x="110870" y="27181"/>
                  <a:pt x="109822" y="28886"/>
                  <a:pt x="108887" y="30730"/>
                </a:cubicBezTo>
                <a:cubicBezTo>
                  <a:pt x="107953" y="32574"/>
                  <a:pt x="107119" y="34620"/>
                  <a:pt x="106386" y="36868"/>
                </a:cubicBezTo>
                <a:cubicBezTo>
                  <a:pt x="105654" y="39117"/>
                  <a:pt x="105010" y="41706"/>
                  <a:pt x="104454" y="446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D119C9-32F1-4D77-A27D-80B03A69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114" y="2557479"/>
            <a:ext cx="248709" cy="40487"/>
          </a:xfrm>
          <a:custGeom xmlns:a="http://schemas.openxmlformats.org/drawingml/2006/main">
            <a:pathLst>
              <a:path w="248709" h="40487">
                <a:moveTo>
                  <a:pt x="208395" y="40487"/>
                </a:moveTo>
                <a:lnTo>
                  <a:pt x="248709" y="19898"/>
                </a:lnTo>
                <a:lnTo>
                  <a:pt x="208051" y="0"/>
                </a:lnTo>
                <a:lnTo>
                  <a:pt x="208180" y="15182"/>
                </a:lnTo>
                <a:lnTo>
                  <a:pt x="0" y="16957"/>
                </a:lnTo>
                <a:lnTo>
                  <a:pt x="86" y="27079"/>
                </a:lnTo>
                <a:lnTo>
                  <a:pt x="208266" y="25304"/>
                </a:lnTo>
                <a:lnTo>
                  <a:pt x="208395" y="404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ModularCNNmodel">
            <a:extLst xmlns:a="http://schemas.openxmlformats.org/drawingml/2006/main">
              <a:ext uri="{FF2B5EF4-FFF2-40B4-BE49-F238E27FC236}">
                <a16:creationId xmlns:a16="http://schemas.microsoft.com/office/drawing/2014/main" id="{262CB17E-16D4-4C7D-8974-B80CAFE0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954" y="411082"/>
            <a:ext cx="1840185" cy="153095"/>
          </a:xfrm>
          <a:custGeom xmlns:a="http://schemas.openxmlformats.org/drawingml/2006/main">
            <a:pathLst>
              <a:path w="1840185" h="153095">
                <a:moveTo>
                  <a:pt x="84772" y="149932"/>
                </a:moveTo>
                <a:lnTo>
                  <a:pt x="29522" y="29628"/>
                </a:lnTo>
                <a:lnTo>
                  <a:pt x="29522" y="125154"/>
                </a:lnTo>
                <a:cubicBezTo>
                  <a:pt x="29522" y="133940"/>
                  <a:pt x="30471" y="139423"/>
                  <a:pt x="32369" y="141602"/>
                </a:cubicBezTo>
                <a:cubicBezTo>
                  <a:pt x="34970" y="144554"/>
                  <a:pt x="39082" y="146031"/>
                  <a:pt x="44705" y="146031"/>
                </a:cubicBezTo>
                <a:lnTo>
                  <a:pt x="49766" y="146031"/>
                </a:lnTo>
                <a:lnTo>
                  <a:pt x="49766" y="149932"/>
                </a:lnTo>
                <a:lnTo>
                  <a:pt x="0" y="149932"/>
                </a:lnTo>
                <a:lnTo>
                  <a:pt x="0" y="146031"/>
                </a:lnTo>
                <a:lnTo>
                  <a:pt x="5061" y="146031"/>
                </a:lnTo>
                <a:cubicBezTo>
                  <a:pt x="11106" y="146031"/>
                  <a:pt x="15394" y="144203"/>
                  <a:pt x="17924" y="140548"/>
                </a:cubicBezTo>
                <a:cubicBezTo>
                  <a:pt x="19471" y="138299"/>
                  <a:pt x="20244" y="133167"/>
                  <a:pt x="20244" y="125154"/>
                </a:cubicBezTo>
                <a:lnTo>
                  <a:pt x="20244" y="31737"/>
                </a:lnTo>
                <a:cubicBezTo>
                  <a:pt x="20244" y="25410"/>
                  <a:pt x="19541" y="20841"/>
                  <a:pt x="18135" y="18030"/>
                </a:cubicBezTo>
                <a:cubicBezTo>
                  <a:pt x="17151" y="15991"/>
                  <a:pt x="15341" y="14287"/>
                  <a:pt x="12705" y="12916"/>
                </a:cubicBezTo>
                <a:cubicBezTo>
                  <a:pt x="10069" y="11545"/>
                  <a:pt x="5834" y="10860"/>
                  <a:pt x="0" y="10860"/>
                </a:cubicBezTo>
                <a:lnTo>
                  <a:pt x="0" y="6959"/>
                </a:lnTo>
                <a:lnTo>
                  <a:pt x="40488" y="6959"/>
                </a:lnTo>
                <a:lnTo>
                  <a:pt x="92363" y="118828"/>
                </a:lnTo>
                <a:lnTo>
                  <a:pt x="143395" y="6959"/>
                </a:lnTo>
                <a:lnTo>
                  <a:pt x="183883" y="6959"/>
                </a:lnTo>
                <a:lnTo>
                  <a:pt x="183883" y="10860"/>
                </a:lnTo>
                <a:lnTo>
                  <a:pt x="178927" y="10860"/>
                </a:lnTo>
                <a:cubicBezTo>
                  <a:pt x="172812" y="10860"/>
                  <a:pt x="168489" y="12688"/>
                  <a:pt x="165958" y="16343"/>
                </a:cubicBezTo>
                <a:cubicBezTo>
                  <a:pt x="164412" y="18592"/>
                  <a:pt x="163639" y="23723"/>
                  <a:pt x="163639" y="31737"/>
                </a:cubicBezTo>
                <a:lnTo>
                  <a:pt x="163639" y="125154"/>
                </a:lnTo>
                <a:cubicBezTo>
                  <a:pt x="163639" y="133940"/>
                  <a:pt x="164623" y="139423"/>
                  <a:pt x="166591" y="141602"/>
                </a:cubicBezTo>
                <a:cubicBezTo>
                  <a:pt x="169192" y="144554"/>
                  <a:pt x="173304" y="146031"/>
                  <a:pt x="178927" y="146031"/>
                </a:cubicBezTo>
                <a:lnTo>
                  <a:pt x="183883" y="146031"/>
                </a:lnTo>
                <a:lnTo>
                  <a:pt x="183883" y="149932"/>
                </a:lnTo>
                <a:lnTo>
                  <a:pt x="123151" y="149932"/>
                </a:lnTo>
                <a:lnTo>
                  <a:pt x="123151" y="146031"/>
                </a:lnTo>
                <a:lnTo>
                  <a:pt x="128212" y="146031"/>
                </a:lnTo>
                <a:cubicBezTo>
                  <a:pt x="134327" y="146031"/>
                  <a:pt x="138615" y="144203"/>
                  <a:pt x="141075" y="140548"/>
                </a:cubicBezTo>
                <a:cubicBezTo>
                  <a:pt x="142621" y="138299"/>
                  <a:pt x="143395" y="133167"/>
                  <a:pt x="143395" y="125154"/>
                </a:cubicBezTo>
                <a:lnTo>
                  <a:pt x="143395" y="29628"/>
                </a:lnTo>
                <a:lnTo>
                  <a:pt x="88251" y="149932"/>
                </a:lnTo>
                <a:lnTo>
                  <a:pt x="84772" y="149932"/>
                </a:lnTo>
                <a:close/>
                <a:moveTo>
                  <a:pt x="242711" y="50610"/>
                </a:moveTo>
                <a:cubicBezTo>
                  <a:pt x="257332" y="50610"/>
                  <a:pt x="269070" y="56157"/>
                  <a:pt x="277927" y="67252"/>
                </a:cubicBezTo>
                <a:cubicBezTo>
                  <a:pt x="285448" y="76731"/>
                  <a:pt x="289209" y="87615"/>
                  <a:pt x="289209" y="99905"/>
                </a:cubicBezTo>
                <a:cubicBezTo>
                  <a:pt x="289209" y="108542"/>
                  <a:pt x="287135" y="117285"/>
                  <a:pt x="282988" y="126133"/>
                </a:cubicBezTo>
                <a:cubicBezTo>
                  <a:pt x="278841" y="134978"/>
                  <a:pt x="273130" y="141648"/>
                  <a:pt x="265855" y="146143"/>
                </a:cubicBezTo>
                <a:cubicBezTo>
                  <a:pt x="258579" y="150637"/>
                  <a:pt x="250478" y="152884"/>
                  <a:pt x="241551" y="152884"/>
                </a:cubicBezTo>
                <a:cubicBezTo>
                  <a:pt x="227001" y="152884"/>
                  <a:pt x="215438" y="147090"/>
                  <a:pt x="206862" y="135503"/>
                </a:cubicBezTo>
                <a:cubicBezTo>
                  <a:pt x="199622" y="125744"/>
                  <a:pt x="196002" y="114790"/>
                  <a:pt x="196002" y="102643"/>
                </a:cubicBezTo>
                <a:cubicBezTo>
                  <a:pt x="196002" y="93795"/>
                  <a:pt x="198199" y="85000"/>
                  <a:pt x="202592" y="76257"/>
                </a:cubicBezTo>
                <a:cubicBezTo>
                  <a:pt x="206985" y="67515"/>
                  <a:pt x="212767" y="61055"/>
                  <a:pt x="219937" y="56877"/>
                </a:cubicBezTo>
                <a:cubicBezTo>
                  <a:pt x="227106" y="52699"/>
                  <a:pt x="234698" y="50610"/>
                  <a:pt x="242711" y="50610"/>
                </a:cubicBezTo>
                <a:moveTo>
                  <a:pt x="239442" y="57569"/>
                </a:moveTo>
                <a:cubicBezTo>
                  <a:pt x="235717" y="57569"/>
                  <a:pt x="231974" y="58675"/>
                  <a:pt x="228213" y="60887"/>
                </a:cubicBezTo>
                <a:cubicBezTo>
                  <a:pt x="224453" y="63099"/>
                  <a:pt x="221413" y="66978"/>
                  <a:pt x="219093" y="72524"/>
                </a:cubicBezTo>
                <a:cubicBezTo>
                  <a:pt x="216773" y="78071"/>
                  <a:pt x="215614" y="85197"/>
                  <a:pt x="215614" y="93902"/>
                </a:cubicBezTo>
                <a:cubicBezTo>
                  <a:pt x="215614" y="107942"/>
                  <a:pt x="218408" y="120053"/>
                  <a:pt x="223996" y="130235"/>
                </a:cubicBezTo>
                <a:cubicBezTo>
                  <a:pt x="229584" y="140414"/>
                  <a:pt x="236947" y="145503"/>
                  <a:pt x="246085" y="145503"/>
                </a:cubicBezTo>
                <a:cubicBezTo>
                  <a:pt x="252903" y="145503"/>
                  <a:pt x="258527" y="142695"/>
                  <a:pt x="262955" y="137078"/>
                </a:cubicBezTo>
                <a:cubicBezTo>
                  <a:pt x="267383" y="131462"/>
                  <a:pt x="269598" y="121809"/>
                  <a:pt x="269598" y="108119"/>
                </a:cubicBezTo>
                <a:cubicBezTo>
                  <a:pt x="269598" y="90988"/>
                  <a:pt x="265907" y="77507"/>
                  <a:pt x="258527" y="67678"/>
                </a:cubicBezTo>
                <a:cubicBezTo>
                  <a:pt x="253536" y="60938"/>
                  <a:pt x="247175" y="57569"/>
                  <a:pt x="239442" y="57569"/>
                </a:cubicBezTo>
                <a:close/>
                <a:moveTo>
                  <a:pt x="371661" y="139072"/>
                </a:moveTo>
                <a:cubicBezTo>
                  <a:pt x="366952" y="143992"/>
                  <a:pt x="362348" y="147524"/>
                  <a:pt x="357849" y="149668"/>
                </a:cubicBezTo>
                <a:cubicBezTo>
                  <a:pt x="353350" y="151812"/>
                  <a:pt x="348500" y="152884"/>
                  <a:pt x="343299" y="152884"/>
                </a:cubicBezTo>
                <a:cubicBezTo>
                  <a:pt x="332755" y="152884"/>
                  <a:pt x="323547" y="148483"/>
                  <a:pt x="315674" y="139681"/>
                </a:cubicBezTo>
                <a:cubicBezTo>
                  <a:pt x="307801" y="130877"/>
                  <a:pt x="303865" y="119565"/>
                  <a:pt x="303865" y="105744"/>
                </a:cubicBezTo>
                <a:cubicBezTo>
                  <a:pt x="303865" y="91925"/>
                  <a:pt x="308223" y="79281"/>
                  <a:pt x="316939" y="67813"/>
                </a:cubicBezTo>
                <a:cubicBezTo>
                  <a:pt x="325655" y="56344"/>
                  <a:pt x="336867" y="50610"/>
                  <a:pt x="350574" y="50610"/>
                </a:cubicBezTo>
                <a:cubicBezTo>
                  <a:pt x="359079" y="50610"/>
                  <a:pt x="366108" y="53316"/>
                  <a:pt x="371661" y="58729"/>
                </a:cubicBezTo>
                <a:lnTo>
                  <a:pt x="371661" y="40870"/>
                </a:lnTo>
                <a:cubicBezTo>
                  <a:pt x="371661" y="29788"/>
                  <a:pt x="371398" y="22977"/>
                  <a:pt x="370870" y="20435"/>
                </a:cubicBezTo>
                <a:cubicBezTo>
                  <a:pt x="370343" y="17894"/>
                  <a:pt x="369517" y="16165"/>
                  <a:pt x="368393" y="15249"/>
                </a:cubicBezTo>
                <a:cubicBezTo>
                  <a:pt x="367268" y="14331"/>
                  <a:pt x="365862" y="13872"/>
                  <a:pt x="364175" y="13872"/>
                </a:cubicBezTo>
                <a:cubicBezTo>
                  <a:pt x="362348" y="13872"/>
                  <a:pt x="359922" y="14436"/>
                  <a:pt x="356900" y="15565"/>
                </a:cubicBezTo>
                <a:lnTo>
                  <a:pt x="355529" y="11858"/>
                </a:lnTo>
                <a:lnTo>
                  <a:pt x="384314" y="0"/>
                </a:lnTo>
                <a:lnTo>
                  <a:pt x="389058" y="0"/>
                </a:lnTo>
                <a:lnTo>
                  <a:pt x="389058" y="111658"/>
                </a:lnTo>
                <a:cubicBezTo>
                  <a:pt x="389058" y="122975"/>
                  <a:pt x="389322" y="129881"/>
                  <a:pt x="389849" y="132376"/>
                </a:cubicBezTo>
                <a:cubicBezTo>
                  <a:pt x="390376" y="134872"/>
                  <a:pt x="391220" y="136612"/>
                  <a:pt x="392380" y="137596"/>
                </a:cubicBezTo>
                <a:cubicBezTo>
                  <a:pt x="393539" y="138580"/>
                  <a:pt x="394892" y="139072"/>
                  <a:pt x="396439" y="139072"/>
                </a:cubicBezTo>
                <a:cubicBezTo>
                  <a:pt x="398337" y="139072"/>
                  <a:pt x="400867" y="138474"/>
                  <a:pt x="404030" y="137279"/>
                </a:cubicBezTo>
                <a:lnTo>
                  <a:pt x="405190" y="140970"/>
                </a:lnTo>
                <a:lnTo>
                  <a:pt x="376511" y="152884"/>
                </a:lnTo>
                <a:lnTo>
                  <a:pt x="371661" y="152884"/>
                </a:lnTo>
                <a:lnTo>
                  <a:pt x="371661" y="139072"/>
                </a:lnTo>
                <a:moveTo>
                  <a:pt x="371661" y="131714"/>
                </a:moveTo>
                <a:lnTo>
                  <a:pt x="371661" y="82073"/>
                </a:lnTo>
                <a:cubicBezTo>
                  <a:pt x="371239" y="77304"/>
                  <a:pt x="369974" y="72957"/>
                  <a:pt x="367865" y="69032"/>
                </a:cubicBezTo>
                <a:cubicBezTo>
                  <a:pt x="365757" y="65104"/>
                  <a:pt x="362963" y="62142"/>
                  <a:pt x="359483" y="60145"/>
                </a:cubicBezTo>
                <a:cubicBezTo>
                  <a:pt x="356004" y="58146"/>
                  <a:pt x="352612" y="57147"/>
                  <a:pt x="349308" y="57147"/>
                </a:cubicBezTo>
                <a:cubicBezTo>
                  <a:pt x="343123" y="57147"/>
                  <a:pt x="337605" y="59917"/>
                  <a:pt x="332755" y="65457"/>
                </a:cubicBezTo>
                <a:cubicBezTo>
                  <a:pt x="326358" y="72747"/>
                  <a:pt x="323160" y="83404"/>
                  <a:pt x="323160" y="97427"/>
                </a:cubicBezTo>
                <a:cubicBezTo>
                  <a:pt x="323160" y="111591"/>
                  <a:pt x="326253" y="122442"/>
                  <a:pt x="332438" y="129981"/>
                </a:cubicBezTo>
                <a:cubicBezTo>
                  <a:pt x="338624" y="137518"/>
                  <a:pt x="345513" y="141286"/>
                  <a:pt x="353104" y="141286"/>
                </a:cubicBezTo>
                <a:cubicBezTo>
                  <a:pt x="359501" y="141286"/>
                  <a:pt x="365686" y="138095"/>
                  <a:pt x="371661" y="131714"/>
                </a:cubicBezTo>
                <a:close/>
                <a:moveTo>
                  <a:pt x="496077" y="53351"/>
                </a:moveTo>
                <a:lnTo>
                  <a:pt x="496077" y="111869"/>
                </a:lnTo>
                <a:cubicBezTo>
                  <a:pt x="496077" y="123045"/>
                  <a:pt x="496341" y="129881"/>
                  <a:pt x="496868" y="132376"/>
                </a:cubicBezTo>
                <a:cubicBezTo>
                  <a:pt x="497395" y="134872"/>
                  <a:pt x="498239" y="136612"/>
                  <a:pt x="499399" y="137596"/>
                </a:cubicBezTo>
                <a:cubicBezTo>
                  <a:pt x="500558" y="138580"/>
                  <a:pt x="501912" y="139072"/>
                  <a:pt x="503458" y="139072"/>
                </a:cubicBezTo>
                <a:cubicBezTo>
                  <a:pt x="505637" y="139072"/>
                  <a:pt x="508097" y="138474"/>
                  <a:pt x="510839" y="137279"/>
                </a:cubicBezTo>
                <a:lnTo>
                  <a:pt x="512315" y="140970"/>
                </a:lnTo>
                <a:lnTo>
                  <a:pt x="483425" y="152884"/>
                </a:lnTo>
                <a:lnTo>
                  <a:pt x="478680" y="152884"/>
                </a:lnTo>
                <a:lnTo>
                  <a:pt x="478680" y="132429"/>
                </a:lnTo>
                <a:cubicBezTo>
                  <a:pt x="470386" y="141427"/>
                  <a:pt x="464060" y="147085"/>
                  <a:pt x="459702" y="149405"/>
                </a:cubicBezTo>
                <a:cubicBezTo>
                  <a:pt x="455343" y="151724"/>
                  <a:pt x="450739" y="152884"/>
                  <a:pt x="445889" y="152884"/>
                </a:cubicBezTo>
                <a:cubicBezTo>
                  <a:pt x="440477" y="152884"/>
                  <a:pt x="435785" y="151320"/>
                  <a:pt x="431813" y="148192"/>
                </a:cubicBezTo>
                <a:cubicBezTo>
                  <a:pt x="427842" y="145064"/>
                  <a:pt x="425083" y="141040"/>
                  <a:pt x="423537" y="136119"/>
                </a:cubicBezTo>
                <a:cubicBezTo>
                  <a:pt x="421990" y="131199"/>
                  <a:pt x="421217" y="124240"/>
                  <a:pt x="421217" y="115243"/>
                </a:cubicBezTo>
                <a:lnTo>
                  <a:pt x="421217" y="72119"/>
                </a:lnTo>
                <a:cubicBezTo>
                  <a:pt x="421217" y="67550"/>
                  <a:pt x="420725" y="64387"/>
                  <a:pt x="419741" y="62630"/>
                </a:cubicBezTo>
                <a:cubicBezTo>
                  <a:pt x="418757" y="60872"/>
                  <a:pt x="417298" y="59519"/>
                  <a:pt x="415365" y="58570"/>
                </a:cubicBezTo>
                <a:cubicBezTo>
                  <a:pt x="413432" y="57621"/>
                  <a:pt x="409935" y="57182"/>
                  <a:pt x="404874" y="57252"/>
                </a:cubicBezTo>
                <a:lnTo>
                  <a:pt x="404874" y="53351"/>
                </a:lnTo>
                <a:lnTo>
                  <a:pt x="438720" y="53351"/>
                </a:lnTo>
                <a:lnTo>
                  <a:pt x="438720" y="117826"/>
                </a:lnTo>
                <a:cubicBezTo>
                  <a:pt x="438720" y="126801"/>
                  <a:pt x="440284" y="132692"/>
                  <a:pt x="443411" y="135497"/>
                </a:cubicBezTo>
                <a:cubicBezTo>
                  <a:pt x="446539" y="138302"/>
                  <a:pt x="450318" y="139704"/>
                  <a:pt x="454746" y="139704"/>
                </a:cubicBezTo>
                <a:cubicBezTo>
                  <a:pt x="457769" y="139704"/>
                  <a:pt x="461195" y="138758"/>
                  <a:pt x="465026" y="136864"/>
                </a:cubicBezTo>
                <a:cubicBezTo>
                  <a:pt x="468857" y="134971"/>
                  <a:pt x="473408" y="131361"/>
                  <a:pt x="478680" y="126034"/>
                </a:cubicBezTo>
                <a:lnTo>
                  <a:pt x="478680" y="71450"/>
                </a:lnTo>
                <a:cubicBezTo>
                  <a:pt x="478680" y="65981"/>
                  <a:pt x="477679" y="62283"/>
                  <a:pt x="475675" y="60356"/>
                </a:cubicBezTo>
                <a:cubicBezTo>
                  <a:pt x="473672" y="58428"/>
                  <a:pt x="469507" y="57393"/>
                  <a:pt x="463181" y="57252"/>
                </a:cubicBezTo>
                <a:lnTo>
                  <a:pt x="463181" y="53351"/>
                </a:lnTo>
                <a:lnTo>
                  <a:pt x="496077" y="53351"/>
                </a:lnTo>
                <a:close/>
                <a:moveTo>
                  <a:pt x="552591" y="0"/>
                </a:moveTo>
                <a:lnTo>
                  <a:pt x="552591" y="128014"/>
                </a:lnTo>
                <a:cubicBezTo>
                  <a:pt x="552591" y="134055"/>
                  <a:pt x="553031" y="138059"/>
                  <a:pt x="553909" y="140027"/>
                </a:cubicBezTo>
                <a:cubicBezTo>
                  <a:pt x="554788" y="141993"/>
                  <a:pt x="556141" y="143486"/>
                  <a:pt x="557969" y="144505"/>
                </a:cubicBezTo>
                <a:cubicBezTo>
                  <a:pt x="559796" y="145522"/>
                  <a:pt x="563205" y="146031"/>
                  <a:pt x="568196" y="146031"/>
                </a:cubicBezTo>
                <a:lnTo>
                  <a:pt x="568196" y="149932"/>
                </a:lnTo>
                <a:lnTo>
                  <a:pt x="520855" y="149932"/>
                </a:lnTo>
                <a:lnTo>
                  <a:pt x="520855" y="146031"/>
                </a:lnTo>
                <a:cubicBezTo>
                  <a:pt x="525283" y="146031"/>
                  <a:pt x="528306" y="145575"/>
                  <a:pt x="529922" y="144663"/>
                </a:cubicBezTo>
                <a:cubicBezTo>
                  <a:pt x="531539" y="143749"/>
                  <a:pt x="532804" y="142239"/>
                  <a:pt x="533718" y="140133"/>
                </a:cubicBezTo>
                <a:cubicBezTo>
                  <a:pt x="534632" y="138024"/>
                  <a:pt x="535089" y="133984"/>
                  <a:pt x="535089" y="128014"/>
                </a:cubicBezTo>
                <a:lnTo>
                  <a:pt x="535089" y="40353"/>
                </a:lnTo>
                <a:cubicBezTo>
                  <a:pt x="535089" y="29466"/>
                  <a:pt x="534843" y="22777"/>
                  <a:pt x="534351" y="20283"/>
                </a:cubicBezTo>
                <a:cubicBezTo>
                  <a:pt x="533859" y="17788"/>
                  <a:pt x="533068" y="16085"/>
                  <a:pt x="531978" y="15173"/>
                </a:cubicBezTo>
                <a:cubicBezTo>
                  <a:pt x="530889" y="14259"/>
                  <a:pt x="529500" y="13802"/>
                  <a:pt x="527813" y="13802"/>
                </a:cubicBezTo>
                <a:cubicBezTo>
                  <a:pt x="525986" y="13802"/>
                  <a:pt x="523666" y="14365"/>
                  <a:pt x="520855" y="15489"/>
                </a:cubicBezTo>
                <a:lnTo>
                  <a:pt x="519062" y="11799"/>
                </a:lnTo>
                <a:lnTo>
                  <a:pt x="547847" y="0"/>
                </a:lnTo>
                <a:lnTo>
                  <a:pt x="552591" y="0"/>
                </a:lnTo>
                <a:close/>
                <a:moveTo>
                  <a:pt x="633979" y="136014"/>
                </a:moveTo>
                <a:cubicBezTo>
                  <a:pt x="624068" y="143676"/>
                  <a:pt x="617847" y="148104"/>
                  <a:pt x="615317" y="149299"/>
                </a:cubicBezTo>
                <a:cubicBezTo>
                  <a:pt x="611521" y="151127"/>
                  <a:pt x="607479" y="152041"/>
                  <a:pt x="603191" y="152041"/>
                </a:cubicBezTo>
                <a:cubicBezTo>
                  <a:pt x="596514" y="152041"/>
                  <a:pt x="591013" y="149756"/>
                  <a:pt x="586690" y="145187"/>
                </a:cubicBezTo>
                <a:cubicBezTo>
                  <a:pt x="582368" y="140618"/>
                  <a:pt x="580206" y="134608"/>
                  <a:pt x="580206" y="127157"/>
                </a:cubicBezTo>
                <a:cubicBezTo>
                  <a:pt x="580206" y="122448"/>
                  <a:pt x="581260" y="118371"/>
                  <a:pt x="583369" y="114927"/>
                </a:cubicBezTo>
                <a:cubicBezTo>
                  <a:pt x="586251" y="110147"/>
                  <a:pt x="591259" y="105648"/>
                  <a:pt x="598394" y="101431"/>
                </a:cubicBezTo>
                <a:cubicBezTo>
                  <a:pt x="605529" y="97213"/>
                  <a:pt x="617390" y="92082"/>
                  <a:pt x="633979" y="86037"/>
                </a:cubicBezTo>
                <a:lnTo>
                  <a:pt x="633979" y="82241"/>
                </a:lnTo>
                <a:cubicBezTo>
                  <a:pt x="633979" y="72611"/>
                  <a:pt x="632450" y="66004"/>
                  <a:pt x="629393" y="62419"/>
                </a:cubicBezTo>
                <a:cubicBezTo>
                  <a:pt x="626335" y="58834"/>
                  <a:pt x="621889" y="57042"/>
                  <a:pt x="616055" y="57042"/>
                </a:cubicBezTo>
                <a:cubicBezTo>
                  <a:pt x="611626" y="57042"/>
                  <a:pt x="608112" y="58232"/>
                  <a:pt x="605511" y="60613"/>
                </a:cubicBezTo>
                <a:cubicBezTo>
                  <a:pt x="602840" y="62994"/>
                  <a:pt x="601504" y="65726"/>
                  <a:pt x="601504" y="68808"/>
                </a:cubicBezTo>
                <a:lnTo>
                  <a:pt x="601715" y="74900"/>
                </a:lnTo>
                <a:cubicBezTo>
                  <a:pt x="601715" y="78120"/>
                  <a:pt x="600889" y="80606"/>
                  <a:pt x="599237" y="82356"/>
                </a:cubicBezTo>
                <a:cubicBezTo>
                  <a:pt x="597586" y="84107"/>
                  <a:pt x="595424" y="84982"/>
                  <a:pt x="592753" y="84982"/>
                </a:cubicBezTo>
                <a:cubicBezTo>
                  <a:pt x="590152" y="84982"/>
                  <a:pt x="588026" y="84072"/>
                  <a:pt x="586374" y="82251"/>
                </a:cubicBezTo>
                <a:cubicBezTo>
                  <a:pt x="584722" y="80428"/>
                  <a:pt x="583896" y="77939"/>
                  <a:pt x="583896" y="74785"/>
                </a:cubicBezTo>
                <a:cubicBezTo>
                  <a:pt x="583896" y="68759"/>
                  <a:pt x="586989" y="63224"/>
                  <a:pt x="593175" y="58178"/>
                </a:cubicBezTo>
                <a:cubicBezTo>
                  <a:pt x="599360" y="53133"/>
                  <a:pt x="608041" y="50610"/>
                  <a:pt x="619218" y="50610"/>
                </a:cubicBezTo>
                <a:cubicBezTo>
                  <a:pt x="627793" y="50610"/>
                  <a:pt x="634823" y="52049"/>
                  <a:pt x="640305" y="54926"/>
                </a:cubicBezTo>
                <a:cubicBezTo>
                  <a:pt x="644452" y="57103"/>
                  <a:pt x="647510" y="60509"/>
                  <a:pt x="649478" y="65144"/>
                </a:cubicBezTo>
                <a:cubicBezTo>
                  <a:pt x="650744" y="68162"/>
                  <a:pt x="651376" y="74340"/>
                  <a:pt x="651376" y="83678"/>
                </a:cubicBezTo>
                <a:lnTo>
                  <a:pt x="651376" y="116429"/>
                </a:lnTo>
                <a:cubicBezTo>
                  <a:pt x="651376" y="125626"/>
                  <a:pt x="651552" y="131261"/>
                  <a:pt x="651903" y="133332"/>
                </a:cubicBezTo>
                <a:cubicBezTo>
                  <a:pt x="652255" y="135403"/>
                  <a:pt x="652835" y="136791"/>
                  <a:pt x="653643" y="137493"/>
                </a:cubicBezTo>
                <a:cubicBezTo>
                  <a:pt x="654451" y="138194"/>
                  <a:pt x="655383" y="138545"/>
                  <a:pt x="656437" y="138545"/>
                </a:cubicBezTo>
                <a:cubicBezTo>
                  <a:pt x="657562" y="138545"/>
                  <a:pt x="658546" y="138299"/>
                  <a:pt x="659389" y="137806"/>
                </a:cubicBezTo>
                <a:cubicBezTo>
                  <a:pt x="660866" y="136893"/>
                  <a:pt x="663712" y="134327"/>
                  <a:pt x="667930" y="130110"/>
                </a:cubicBezTo>
                <a:lnTo>
                  <a:pt x="667930" y="136014"/>
                </a:lnTo>
                <a:cubicBezTo>
                  <a:pt x="660057" y="146558"/>
                  <a:pt x="652536" y="151830"/>
                  <a:pt x="645366" y="151830"/>
                </a:cubicBezTo>
                <a:cubicBezTo>
                  <a:pt x="641922" y="151830"/>
                  <a:pt x="639181" y="150635"/>
                  <a:pt x="637142" y="148245"/>
                </a:cubicBezTo>
                <a:cubicBezTo>
                  <a:pt x="635104" y="145855"/>
                  <a:pt x="634049" y="141778"/>
                  <a:pt x="633979" y="136014"/>
                </a:cubicBezTo>
                <a:moveTo>
                  <a:pt x="633979" y="129101"/>
                </a:moveTo>
                <a:lnTo>
                  <a:pt x="633979" y="92468"/>
                </a:lnTo>
                <a:cubicBezTo>
                  <a:pt x="623365" y="96666"/>
                  <a:pt x="616512" y="99640"/>
                  <a:pt x="613419" y="101391"/>
                </a:cubicBezTo>
                <a:cubicBezTo>
                  <a:pt x="607866" y="104471"/>
                  <a:pt x="603894" y="107690"/>
                  <a:pt x="601504" y="111048"/>
                </a:cubicBezTo>
                <a:cubicBezTo>
                  <a:pt x="599114" y="114407"/>
                  <a:pt x="597920" y="118081"/>
                  <a:pt x="597920" y="122070"/>
                </a:cubicBezTo>
                <a:cubicBezTo>
                  <a:pt x="597920" y="127109"/>
                  <a:pt x="599431" y="131290"/>
                  <a:pt x="602453" y="134614"/>
                </a:cubicBezTo>
                <a:cubicBezTo>
                  <a:pt x="605476" y="137937"/>
                  <a:pt x="608955" y="139599"/>
                  <a:pt x="612892" y="139599"/>
                </a:cubicBezTo>
                <a:cubicBezTo>
                  <a:pt x="618234" y="139599"/>
                  <a:pt x="625263" y="136100"/>
                  <a:pt x="633979" y="129101"/>
                </a:cubicBezTo>
                <a:close/>
                <a:moveTo>
                  <a:pt x="703671" y="50610"/>
                </a:moveTo>
                <a:lnTo>
                  <a:pt x="703671" y="72330"/>
                </a:lnTo>
                <a:cubicBezTo>
                  <a:pt x="711754" y="57850"/>
                  <a:pt x="720049" y="50610"/>
                  <a:pt x="728554" y="50610"/>
                </a:cubicBezTo>
                <a:cubicBezTo>
                  <a:pt x="732420" y="50610"/>
                  <a:pt x="735618" y="51787"/>
                  <a:pt x="738149" y="54142"/>
                </a:cubicBezTo>
                <a:cubicBezTo>
                  <a:pt x="740679" y="56497"/>
                  <a:pt x="741944" y="59221"/>
                  <a:pt x="741944" y="62313"/>
                </a:cubicBezTo>
                <a:cubicBezTo>
                  <a:pt x="741944" y="65055"/>
                  <a:pt x="741031" y="67374"/>
                  <a:pt x="739203" y="69272"/>
                </a:cubicBezTo>
                <a:cubicBezTo>
                  <a:pt x="737375" y="71170"/>
                  <a:pt x="735196" y="72119"/>
                  <a:pt x="732666" y="72119"/>
                </a:cubicBezTo>
                <a:cubicBezTo>
                  <a:pt x="730206" y="72119"/>
                  <a:pt x="727447" y="70907"/>
                  <a:pt x="724389" y="68481"/>
                </a:cubicBezTo>
                <a:cubicBezTo>
                  <a:pt x="721331" y="66056"/>
                  <a:pt x="719064" y="64844"/>
                  <a:pt x="717588" y="64844"/>
                </a:cubicBezTo>
                <a:cubicBezTo>
                  <a:pt x="716323" y="64844"/>
                  <a:pt x="714952" y="65545"/>
                  <a:pt x="713476" y="66946"/>
                </a:cubicBezTo>
                <a:cubicBezTo>
                  <a:pt x="710313" y="69821"/>
                  <a:pt x="707045" y="74554"/>
                  <a:pt x="703671" y="81144"/>
                </a:cubicBezTo>
                <a:lnTo>
                  <a:pt x="703671" y="127312"/>
                </a:lnTo>
                <a:cubicBezTo>
                  <a:pt x="703671" y="132639"/>
                  <a:pt x="704338" y="136670"/>
                  <a:pt x="705674" y="139405"/>
                </a:cubicBezTo>
                <a:cubicBezTo>
                  <a:pt x="706588" y="141298"/>
                  <a:pt x="708204" y="142876"/>
                  <a:pt x="710524" y="144139"/>
                </a:cubicBezTo>
                <a:cubicBezTo>
                  <a:pt x="712844" y="145400"/>
                  <a:pt x="716182" y="146031"/>
                  <a:pt x="720541" y="146031"/>
                </a:cubicBezTo>
                <a:lnTo>
                  <a:pt x="720541" y="149932"/>
                </a:lnTo>
                <a:lnTo>
                  <a:pt x="671090" y="149932"/>
                </a:lnTo>
                <a:lnTo>
                  <a:pt x="671090" y="146031"/>
                </a:lnTo>
                <a:cubicBezTo>
                  <a:pt x="676011" y="146031"/>
                  <a:pt x="679666" y="145260"/>
                  <a:pt x="682056" y="143718"/>
                </a:cubicBezTo>
                <a:cubicBezTo>
                  <a:pt x="683813" y="142595"/>
                  <a:pt x="685043" y="140806"/>
                  <a:pt x="685746" y="138350"/>
                </a:cubicBezTo>
                <a:cubicBezTo>
                  <a:pt x="686098" y="137157"/>
                  <a:pt x="686273" y="133756"/>
                  <a:pt x="686273" y="128146"/>
                </a:cubicBezTo>
                <a:lnTo>
                  <a:pt x="686273" y="90798"/>
                </a:lnTo>
                <a:cubicBezTo>
                  <a:pt x="686273" y="79575"/>
                  <a:pt x="686045" y="72896"/>
                  <a:pt x="685588" y="70758"/>
                </a:cubicBezTo>
                <a:cubicBezTo>
                  <a:pt x="685131" y="68619"/>
                  <a:pt x="684288" y="67058"/>
                  <a:pt x="683058" y="66076"/>
                </a:cubicBezTo>
                <a:cubicBezTo>
                  <a:pt x="681828" y="65094"/>
                  <a:pt x="680299" y="64603"/>
                  <a:pt x="678471" y="64603"/>
                </a:cubicBezTo>
                <a:cubicBezTo>
                  <a:pt x="676292" y="64603"/>
                  <a:pt x="673832" y="65129"/>
                  <a:pt x="671090" y="66182"/>
                </a:cubicBezTo>
                <a:lnTo>
                  <a:pt x="670036" y="62393"/>
                </a:lnTo>
                <a:lnTo>
                  <a:pt x="699242" y="50610"/>
                </a:lnTo>
                <a:lnTo>
                  <a:pt x="703671" y="50610"/>
                </a:lnTo>
                <a:close/>
                <a:moveTo>
                  <a:pt x="924344" y="3796"/>
                </a:moveTo>
                <a:lnTo>
                  <a:pt x="927613" y="52297"/>
                </a:lnTo>
                <a:lnTo>
                  <a:pt x="924344" y="52297"/>
                </a:lnTo>
                <a:cubicBezTo>
                  <a:pt x="919986" y="37709"/>
                  <a:pt x="913766" y="27209"/>
                  <a:pt x="905682" y="20797"/>
                </a:cubicBezTo>
                <a:cubicBezTo>
                  <a:pt x="897599" y="14383"/>
                  <a:pt x="887898" y="11176"/>
                  <a:pt x="876581" y="11176"/>
                </a:cubicBezTo>
                <a:cubicBezTo>
                  <a:pt x="867092" y="11176"/>
                  <a:pt x="858516" y="13586"/>
                  <a:pt x="850855" y="18405"/>
                </a:cubicBezTo>
                <a:cubicBezTo>
                  <a:pt x="843193" y="23223"/>
                  <a:pt x="837165" y="30907"/>
                  <a:pt x="832772" y="41460"/>
                </a:cubicBezTo>
                <a:cubicBezTo>
                  <a:pt x="828379" y="52012"/>
                  <a:pt x="826182" y="65133"/>
                  <a:pt x="826182" y="80821"/>
                </a:cubicBezTo>
                <a:cubicBezTo>
                  <a:pt x="826182" y="93763"/>
                  <a:pt x="828256" y="104984"/>
                  <a:pt x="832403" y="114482"/>
                </a:cubicBezTo>
                <a:cubicBezTo>
                  <a:pt x="836550" y="123978"/>
                  <a:pt x="842789" y="131258"/>
                  <a:pt x="851118" y="136324"/>
                </a:cubicBezTo>
                <a:cubicBezTo>
                  <a:pt x="859448" y="141389"/>
                  <a:pt x="868955" y="143922"/>
                  <a:pt x="879639" y="143922"/>
                </a:cubicBezTo>
                <a:cubicBezTo>
                  <a:pt x="888918" y="143922"/>
                  <a:pt x="897106" y="141936"/>
                  <a:pt x="904206" y="137965"/>
                </a:cubicBezTo>
                <a:cubicBezTo>
                  <a:pt x="911305" y="133993"/>
                  <a:pt x="919108" y="126103"/>
                  <a:pt x="927613" y="114294"/>
                </a:cubicBezTo>
                <a:lnTo>
                  <a:pt x="930882" y="116396"/>
                </a:lnTo>
                <a:cubicBezTo>
                  <a:pt x="923712" y="129086"/>
                  <a:pt x="915347" y="138375"/>
                  <a:pt x="905787" y="144265"/>
                </a:cubicBezTo>
                <a:cubicBezTo>
                  <a:pt x="896228" y="150151"/>
                  <a:pt x="884876" y="153095"/>
                  <a:pt x="871731" y="153095"/>
                </a:cubicBezTo>
                <a:cubicBezTo>
                  <a:pt x="848043" y="153095"/>
                  <a:pt x="829697" y="144321"/>
                  <a:pt x="816693" y="126772"/>
                </a:cubicBezTo>
                <a:cubicBezTo>
                  <a:pt x="806993" y="113717"/>
                  <a:pt x="802143" y="98346"/>
                  <a:pt x="802143" y="80656"/>
                </a:cubicBezTo>
                <a:cubicBezTo>
                  <a:pt x="802143" y="66407"/>
                  <a:pt x="805341" y="53316"/>
                  <a:pt x="811737" y="41384"/>
                </a:cubicBezTo>
                <a:cubicBezTo>
                  <a:pt x="818134" y="29452"/>
                  <a:pt x="826938" y="20204"/>
                  <a:pt x="838149" y="13641"/>
                </a:cubicBezTo>
                <a:cubicBezTo>
                  <a:pt x="849361" y="7077"/>
                  <a:pt x="861609" y="3796"/>
                  <a:pt x="874894" y="3796"/>
                </a:cubicBezTo>
                <a:cubicBezTo>
                  <a:pt x="885227" y="3796"/>
                  <a:pt x="895419" y="6326"/>
                  <a:pt x="905471" y="11387"/>
                </a:cubicBezTo>
                <a:cubicBezTo>
                  <a:pt x="908423" y="12934"/>
                  <a:pt x="910532" y="13707"/>
                  <a:pt x="911797" y="13707"/>
                </a:cubicBezTo>
                <a:cubicBezTo>
                  <a:pt x="913695" y="13707"/>
                  <a:pt x="915347" y="13039"/>
                  <a:pt x="916753" y="11704"/>
                </a:cubicBezTo>
                <a:cubicBezTo>
                  <a:pt x="918581" y="9806"/>
                  <a:pt x="919881" y="7170"/>
                  <a:pt x="920654" y="3796"/>
                </a:cubicBezTo>
                <a:lnTo>
                  <a:pt x="924344" y="3796"/>
                </a:lnTo>
                <a:close/>
                <a:moveTo>
                  <a:pt x="935738" y="6959"/>
                </a:moveTo>
                <a:lnTo>
                  <a:pt x="974539" y="6959"/>
                </a:lnTo>
                <a:lnTo>
                  <a:pt x="1061946" y="114189"/>
                </a:lnTo>
                <a:lnTo>
                  <a:pt x="1061946" y="31737"/>
                </a:lnTo>
                <a:cubicBezTo>
                  <a:pt x="1061946" y="22950"/>
                  <a:pt x="1060962" y="17467"/>
                  <a:pt x="1058994" y="15288"/>
                </a:cubicBezTo>
                <a:cubicBezTo>
                  <a:pt x="1056393" y="12336"/>
                  <a:pt x="1052281" y="10860"/>
                  <a:pt x="1046658" y="10860"/>
                </a:cubicBezTo>
                <a:lnTo>
                  <a:pt x="1041703" y="10860"/>
                </a:lnTo>
                <a:lnTo>
                  <a:pt x="1041703" y="6959"/>
                </a:lnTo>
                <a:lnTo>
                  <a:pt x="1091469" y="6959"/>
                </a:lnTo>
                <a:lnTo>
                  <a:pt x="1091469" y="10860"/>
                </a:lnTo>
                <a:lnTo>
                  <a:pt x="1086408" y="10860"/>
                </a:lnTo>
                <a:cubicBezTo>
                  <a:pt x="1080363" y="10860"/>
                  <a:pt x="1076075" y="12688"/>
                  <a:pt x="1073545" y="16343"/>
                </a:cubicBezTo>
                <a:cubicBezTo>
                  <a:pt x="1071998" y="18592"/>
                  <a:pt x="1071225" y="23723"/>
                  <a:pt x="1071225" y="31737"/>
                </a:cubicBezTo>
                <a:lnTo>
                  <a:pt x="1071225" y="152251"/>
                </a:lnTo>
                <a:lnTo>
                  <a:pt x="1067429" y="152251"/>
                </a:lnTo>
                <a:lnTo>
                  <a:pt x="973168" y="37114"/>
                </a:lnTo>
                <a:lnTo>
                  <a:pt x="973168" y="125154"/>
                </a:lnTo>
                <a:cubicBezTo>
                  <a:pt x="973168" y="133940"/>
                  <a:pt x="974117" y="139423"/>
                  <a:pt x="976015" y="141602"/>
                </a:cubicBezTo>
                <a:cubicBezTo>
                  <a:pt x="978686" y="144554"/>
                  <a:pt x="982798" y="146031"/>
                  <a:pt x="988351" y="146031"/>
                </a:cubicBezTo>
                <a:lnTo>
                  <a:pt x="993412" y="146031"/>
                </a:lnTo>
                <a:lnTo>
                  <a:pt x="993412" y="149932"/>
                </a:lnTo>
                <a:lnTo>
                  <a:pt x="943646" y="149932"/>
                </a:lnTo>
                <a:lnTo>
                  <a:pt x="943646" y="146031"/>
                </a:lnTo>
                <a:lnTo>
                  <a:pt x="948601" y="146031"/>
                </a:lnTo>
                <a:cubicBezTo>
                  <a:pt x="954717" y="146031"/>
                  <a:pt x="959040" y="144203"/>
                  <a:pt x="961570" y="140548"/>
                </a:cubicBezTo>
                <a:cubicBezTo>
                  <a:pt x="963117" y="138299"/>
                  <a:pt x="963890" y="133167"/>
                  <a:pt x="963890" y="125154"/>
                </a:cubicBezTo>
                <a:lnTo>
                  <a:pt x="963890" y="25727"/>
                </a:lnTo>
                <a:cubicBezTo>
                  <a:pt x="959743" y="20877"/>
                  <a:pt x="956597" y="17678"/>
                  <a:pt x="954453" y="16132"/>
                </a:cubicBezTo>
                <a:cubicBezTo>
                  <a:pt x="952309" y="14585"/>
                  <a:pt x="949164" y="13145"/>
                  <a:pt x="945017" y="11809"/>
                </a:cubicBezTo>
                <a:cubicBezTo>
                  <a:pt x="942978" y="11176"/>
                  <a:pt x="939885" y="10860"/>
                  <a:pt x="935738" y="10860"/>
                </a:cubicBezTo>
                <a:lnTo>
                  <a:pt x="935738" y="6959"/>
                </a:lnTo>
                <a:close/>
                <a:moveTo>
                  <a:pt x="1091795" y="6959"/>
                </a:moveTo>
                <a:lnTo>
                  <a:pt x="1130596" y="6959"/>
                </a:lnTo>
                <a:lnTo>
                  <a:pt x="1218003" y="114189"/>
                </a:lnTo>
                <a:lnTo>
                  <a:pt x="1218003" y="31737"/>
                </a:lnTo>
                <a:cubicBezTo>
                  <a:pt x="1218003" y="22950"/>
                  <a:pt x="1217019" y="17467"/>
                  <a:pt x="1215051" y="15288"/>
                </a:cubicBezTo>
                <a:cubicBezTo>
                  <a:pt x="1212450" y="12336"/>
                  <a:pt x="1208338" y="10860"/>
                  <a:pt x="1202715" y="10860"/>
                </a:cubicBezTo>
                <a:lnTo>
                  <a:pt x="1197759" y="10860"/>
                </a:lnTo>
                <a:lnTo>
                  <a:pt x="1197759" y="6959"/>
                </a:lnTo>
                <a:lnTo>
                  <a:pt x="1247526" y="6959"/>
                </a:lnTo>
                <a:lnTo>
                  <a:pt x="1247526" y="10860"/>
                </a:lnTo>
                <a:lnTo>
                  <a:pt x="1242465" y="10860"/>
                </a:lnTo>
                <a:cubicBezTo>
                  <a:pt x="1236419" y="10860"/>
                  <a:pt x="1232132" y="12688"/>
                  <a:pt x="1229601" y="16343"/>
                </a:cubicBezTo>
                <a:cubicBezTo>
                  <a:pt x="1228055" y="18592"/>
                  <a:pt x="1227282" y="23723"/>
                  <a:pt x="1227282" y="31737"/>
                </a:cubicBezTo>
                <a:lnTo>
                  <a:pt x="1227282" y="152251"/>
                </a:lnTo>
                <a:lnTo>
                  <a:pt x="1223486" y="152251"/>
                </a:lnTo>
                <a:lnTo>
                  <a:pt x="1129225" y="37114"/>
                </a:lnTo>
                <a:lnTo>
                  <a:pt x="1129225" y="125154"/>
                </a:lnTo>
                <a:cubicBezTo>
                  <a:pt x="1129225" y="133940"/>
                  <a:pt x="1130174" y="139423"/>
                  <a:pt x="1132072" y="141602"/>
                </a:cubicBezTo>
                <a:cubicBezTo>
                  <a:pt x="1134743" y="144554"/>
                  <a:pt x="1138855" y="146031"/>
                  <a:pt x="1144408" y="146031"/>
                </a:cubicBezTo>
                <a:lnTo>
                  <a:pt x="1149469" y="146031"/>
                </a:lnTo>
                <a:lnTo>
                  <a:pt x="1149469" y="149932"/>
                </a:lnTo>
                <a:lnTo>
                  <a:pt x="1099703" y="149932"/>
                </a:lnTo>
                <a:lnTo>
                  <a:pt x="1099703" y="146031"/>
                </a:lnTo>
                <a:lnTo>
                  <a:pt x="1104658" y="146031"/>
                </a:lnTo>
                <a:cubicBezTo>
                  <a:pt x="1110773" y="146031"/>
                  <a:pt x="1115096" y="144203"/>
                  <a:pt x="1117627" y="140548"/>
                </a:cubicBezTo>
                <a:cubicBezTo>
                  <a:pt x="1119173" y="138299"/>
                  <a:pt x="1119946" y="133167"/>
                  <a:pt x="1119946" y="125154"/>
                </a:cubicBezTo>
                <a:lnTo>
                  <a:pt x="1119946" y="25727"/>
                </a:lnTo>
                <a:cubicBezTo>
                  <a:pt x="1115799" y="20877"/>
                  <a:pt x="1112654" y="17678"/>
                  <a:pt x="1110510" y="16132"/>
                </a:cubicBezTo>
                <a:cubicBezTo>
                  <a:pt x="1108366" y="14585"/>
                  <a:pt x="1105220" y="13145"/>
                  <a:pt x="1101073" y="11809"/>
                </a:cubicBezTo>
                <a:cubicBezTo>
                  <a:pt x="1099035" y="11176"/>
                  <a:pt x="1095942" y="10860"/>
                  <a:pt x="1091795" y="10860"/>
                </a:cubicBezTo>
                <a:lnTo>
                  <a:pt x="1091795" y="6959"/>
                </a:lnTo>
                <a:close/>
                <a:moveTo>
                  <a:pt x="1340109" y="71170"/>
                </a:moveTo>
                <a:cubicBezTo>
                  <a:pt x="1347138" y="64141"/>
                  <a:pt x="1351285" y="60099"/>
                  <a:pt x="1352551" y="59045"/>
                </a:cubicBezTo>
                <a:cubicBezTo>
                  <a:pt x="1355714" y="56374"/>
                  <a:pt x="1359123" y="54300"/>
                  <a:pt x="1362778" y="52824"/>
                </a:cubicBezTo>
                <a:cubicBezTo>
                  <a:pt x="1366433" y="51348"/>
                  <a:pt x="1370053" y="50610"/>
                  <a:pt x="1373638" y="50610"/>
                </a:cubicBezTo>
                <a:cubicBezTo>
                  <a:pt x="1379683" y="50610"/>
                  <a:pt x="1384885" y="52367"/>
                  <a:pt x="1389243" y="55882"/>
                </a:cubicBezTo>
                <a:cubicBezTo>
                  <a:pt x="1393601" y="59396"/>
                  <a:pt x="1396518" y="64492"/>
                  <a:pt x="1397994" y="71170"/>
                </a:cubicBezTo>
                <a:cubicBezTo>
                  <a:pt x="1405234" y="62735"/>
                  <a:pt x="1411349" y="57200"/>
                  <a:pt x="1416340" y="54564"/>
                </a:cubicBezTo>
                <a:cubicBezTo>
                  <a:pt x="1421331" y="51928"/>
                  <a:pt x="1426462" y="50610"/>
                  <a:pt x="1431734" y="50610"/>
                </a:cubicBezTo>
                <a:cubicBezTo>
                  <a:pt x="1436865" y="50610"/>
                  <a:pt x="1441417" y="51926"/>
                  <a:pt x="1445388" y="54557"/>
                </a:cubicBezTo>
                <a:cubicBezTo>
                  <a:pt x="1449360" y="57187"/>
                  <a:pt x="1452505" y="61482"/>
                  <a:pt x="1454825" y="67444"/>
                </a:cubicBezTo>
                <a:cubicBezTo>
                  <a:pt x="1456371" y="71512"/>
                  <a:pt x="1457144" y="77894"/>
                  <a:pt x="1457144" y="86590"/>
                </a:cubicBezTo>
                <a:lnTo>
                  <a:pt x="1457144" y="128040"/>
                </a:lnTo>
                <a:cubicBezTo>
                  <a:pt x="1457144" y="134072"/>
                  <a:pt x="1457601" y="138211"/>
                  <a:pt x="1458515" y="140456"/>
                </a:cubicBezTo>
                <a:cubicBezTo>
                  <a:pt x="1459218" y="141998"/>
                  <a:pt x="1460518" y="143312"/>
                  <a:pt x="1462416" y="144400"/>
                </a:cubicBezTo>
                <a:cubicBezTo>
                  <a:pt x="1464314" y="145487"/>
                  <a:pt x="1467407" y="146031"/>
                  <a:pt x="1471695" y="146031"/>
                </a:cubicBezTo>
                <a:lnTo>
                  <a:pt x="1471695" y="149932"/>
                </a:lnTo>
                <a:lnTo>
                  <a:pt x="1424037" y="149932"/>
                </a:lnTo>
                <a:lnTo>
                  <a:pt x="1424037" y="146031"/>
                </a:lnTo>
                <a:lnTo>
                  <a:pt x="1426040" y="146031"/>
                </a:lnTo>
                <a:cubicBezTo>
                  <a:pt x="1430188" y="146031"/>
                  <a:pt x="1433421" y="145227"/>
                  <a:pt x="1435741" y="143619"/>
                </a:cubicBezTo>
                <a:cubicBezTo>
                  <a:pt x="1437357" y="142498"/>
                  <a:pt x="1438517" y="140715"/>
                  <a:pt x="1439220" y="138268"/>
                </a:cubicBezTo>
                <a:cubicBezTo>
                  <a:pt x="1439501" y="137079"/>
                  <a:pt x="1439642" y="133688"/>
                  <a:pt x="1439642" y="128093"/>
                </a:cubicBezTo>
                <a:lnTo>
                  <a:pt x="1439642" y="86762"/>
                </a:lnTo>
                <a:cubicBezTo>
                  <a:pt x="1439642" y="78929"/>
                  <a:pt x="1438693" y="73404"/>
                  <a:pt x="1436795" y="70188"/>
                </a:cubicBezTo>
                <a:cubicBezTo>
                  <a:pt x="1434054" y="65712"/>
                  <a:pt x="1429660" y="63473"/>
                  <a:pt x="1423615" y="63473"/>
                </a:cubicBezTo>
                <a:cubicBezTo>
                  <a:pt x="1419890" y="63473"/>
                  <a:pt x="1416147" y="64400"/>
                  <a:pt x="1412386" y="66254"/>
                </a:cubicBezTo>
                <a:cubicBezTo>
                  <a:pt x="1408626" y="68106"/>
                  <a:pt x="1404074" y="71550"/>
                  <a:pt x="1398732" y="76587"/>
                </a:cubicBezTo>
                <a:lnTo>
                  <a:pt x="1398521" y="77740"/>
                </a:lnTo>
                <a:lnTo>
                  <a:pt x="1398732" y="82251"/>
                </a:lnTo>
                <a:lnTo>
                  <a:pt x="1398732" y="128093"/>
                </a:lnTo>
                <a:cubicBezTo>
                  <a:pt x="1398732" y="134668"/>
                  <a:pt x="1399101" y="138759"/>
                  <a:pt x="1399839" y="140367"/>
                </a:cubicBezTo>
                <a:cubicBezTo>
                  <a:pt x="1400577" y="141975"/>
                  <a:pt x="1401966" y="143321"/>
                  <a:pt x="1404004" y="144406"/>
                </a:cubicBezTo>
                <a:cubicBezTo>
                  <a:pt x="1406042" y="145489"/>
                  <a:pt x="1409522" y="146031"/>
                  <a:pt x="1414442" y="146031"/>
                </a:cubicBezTo>
                <a:lnTo>
                  <a:pt x="1414442" y="149932"/>
                </a:lnTo>
                <a:lnTo>
                  <a:pt x="1365625" y="149932"/>
                </a:lnTo>
                <a:lnTo>
                  <a:pt x="1365625" y="146031"/>
                </a:lnTo>
                <a:cubicBezTo>
                  <a:pt x="1370967" y="146031"/>
                  <a:pt x="1374640" y="145401"/>
                  <a:pt x="1376643" y="144143"/>
                </a:cubicBezTo>
                <a:cubicBezTo>
                  <a:pt x="1378646" y="142884"/>
                  <a:pt x="1380035" y="140996"/>
                  <a:pt x="1380808" y="138479"/>
                </a:cubicBezTo>
                <a:cubicBezTo>
                  <a:pt x="1381159" y="137288"/>
                  <a:pt x="1381335" y="133826"/>
                  <a:pt x="1381335" y="128093"/>
                </a:cubicBezTo>
                <a:lnTo>
                  <a:pt x="1381335" y="86762"/>
                </a:lnTo>
                <a:cubicBezTo>
                  <a:pt x="1381335" y="78929"/>
                  <a:pt x="1380175" y="73299"/>
                  <a:pt x="1377856" y="69872"/>
                </a:cubicBezTo>
                <a:cubicBezTo>
                  <a:pt x="1374763" y="65395"/>
                  <a:pt x="1370440" y="63157"/>
                  <a:pt x="1364887" y="63157"/>
                </a:cubicBezTo>
                <a:cubicBezTo>
                  <a:pt x="1361091" y="63157"/>
                  <a:pt x="1357330" y="64171"/>
                  <a:pt x="1353605" y="66198"/>
                </a:cubicBezTo>
                <a:cubicBezTo>
                  <a:pt x="1347771" y="69276"/>
                  <a:pt x="1343272" y="72737"/>
                  <a:pt x="1340109" y="76584"/>
                </a:cubicBezTo>
                <a:lnTo>
                  <a:pt x="1340109" y="128093"/>
                </a:lnTo>
                <a:cubicBezTo>
                  <a:pt x="1340109" y="134386"/>
                  <a:pt x="1340548" y="138478"/>
                  <a:pt x="1341427" y="140367"/>
                </a:cubicBezTo>
                <a:cubicBezTo>
                  <a:pt x="1342306" y="142254"/>
                  <a:pt x="1343606" y="143669"/>
                  <a:pt x="1345328" y="144614"/>
                </a:cubicBezTo>
                <a:cubicBezTo>
                  <a:pt x="1347050" y="145558"/>
                  <a:pt x="1350547" y="146031"/>
                  <a:pt x="1355819" y="146031"/>
                </a:cubicBezTo>
                <a:lnTo>
                  <a:pt x="1355819" y="149932"/>
                </a:lnTo>
                <a:lnTo>
                  <a:pt x="1308056" y="149932"/>
                </a:lnTo>
                <a:lnTo>
                  <a:pt x="1308056" y="146031"/>
                </a:lnTo>
                <a:cubicBezTo>
                  <a:pt x="1312484" y="146031"/>
                  <a:pt x="1315577" y="145557"/>
                  <a:pt x="1317335" y="144610"/>
                </a:cubicBezTo>
                <a:cubicBezTo>
                  <a:pt x="1319092" y="143664"/>
                  <a:pt x="1320427" y="142156"/>
                  <a:pt x="1321341" y="140087"/>
                </a:cubicBezTo>
                <a:cubicBezTo>
                  <a:pt x="1322255" y="138017"/>
                  <a:pt x="1322712" y="134002"/>
                  <a:pt x="1322712" y="128040"/>
                </a:cubicBezTo>
                <a:lnTo>
                  <a:pt x="1322712" y="91220"/>
                </a:lnTo>
                <a:cubicBezTo>
                  <a:pt x="1322712" y="80628"/>
                  <a:pt x="1322396" y="73790"/>
                  <a:pt x="1321763" y="70706"/>
                </a:cubicBezTo>
                <a:cubicBezTo>
                  <a:pt x="1321271" y="68390"/>
                  <a:pt x="1320498" y="66795"/>
                  <a:pt x="1319443" y="65918"/>
                </a:cubicBezTo>
                <a:cubicBezTo>
                  <a:pt x="1318389" y="65042"/>
                  <a:pt x="1316948" y="64603"/>
                  <a:pt x="1315120" y="64603"/>
                </a:cubicBezTo>
                <a:cubicBezTo>
                  <a:pt x="1313152" y="64603"/>
                  <a:pt x="1310797" y="65129"/>
                  <a:pt x="1308056" y="66182"/>
                </a:cubicBezTo>
                <a:lnTo>
                  <a:pt x="1306475" y="62393"/>
                </a:lnTo>
                <a:lnTo>
                  <a:pt x="1335575" y="50610"/>
                </a:lnTo>
                <a:lnTo>
                  <a:pt x="1340109" y="50610"/>
                </a:lnTo>
                <a:lnTo>
                  <a:pt x="1340109" y="71170"/>
                </a:lnTo>
                <a:close/>
                <a:moveTo>
                  <a:pt x="1526513" y="50610"/>
                </a:moveTo>
                <a:cubicBezTo>
                  <a:pt x="1541133" y="50610"/>
                  <a:pt x="1552872" y="56157"/>
                  <a:pt x="1561729" y="67252"/>
                </a:cubicBezTo>
                <a:cubicBezTo>
                  <a:pt x="1569250" y="76731"/>
                  <a:pt x="1573010" y="87615"/>
                  <a:pt x="1573010" y="99905"/>
                </a:cubicBezTo>
                <a:cubicBezTo>
                  <a:pt x="1573010" y="108542"/>
                  <a:pt x="1570937" y="117285"/>
                  <a:pt x="1566790" y="126133"/>
                </a:cubicBezTo>
                <a:cubicBezTo>
                  <a:pt x="1562642" y="134978"/>
                  <a:pt x="1556931" y="141648"/>
                  <a:pt x="1549656" y="146143"/>
                </a:cubicBezTo>
                <a:cubicBezTo>
                  <a:pt x="1542381" y="150637"/>
                  <a:pt x="1534280" y="152884"/>
                  <a:pt x="1525353" y="152884"/>
                </a:cubicBezTo>
                <a:cubicBezTo>
                  <a:pt x="1510802" y="152884"/>
                  <a:pt x="1499240" y="147090"/>
                  <a:pt x="1490664" y="135503"/>
                </a:cubicBezTo>
                <a:cubicBezTo>
                  <a:pt x="1483424" y="125744"/>
                  <a:pt x="1479804" y="114790"/>
                  <a:pt x="1479804" y="102643"/>
                </a:cubicBezTo>
                <a:cubicBezTo>
                  <a:pt x="1479804" y="93795"/>
                  <a:pt x="1482001" y="85000"/>
                  <a:pt x="1486394" y="76257"/>
                </a:cubicBezTo>
                <a:cubicBezTo>
                  <a:pt x="1490787" y="67515"/>
                  <a:pt x="1496568" y="61055"/>
                  <a:pt x="1503738" y="56877"/>
                </a:cubicBezTo>
                <a:cubicBezTo>
                  <a:pt x="1510908" y="52699"/>
                  <a:pt x="1518499" y="50610"/>
                  <a:pt x="1526513" y="50610"/>
                </a:cubicBezTo>
                <a:moveTo>
                  <a:pt x="1523244" y="57569"/>
                </a:moveTo>
                <a:cubicBezTo>
                  <a:pt x="1519519" y="57569"/>
                  <a:pt x="1515776" y="58675"/>
                  <a:pt x="1512015" y="60887"/>
                </a:cubicBezTo>
                <a:cubicBezTo>
                  <a:pt x="1508254" y="63099"/>
                  <a:pt x="1505214" y="66978"/>
                  <a:pt x="1502895" y="72524"/>
                </a:cubicBezTo>
                <a:cubicBezTo>
                  <a:pt x="1500575" y="78071"/>
                  <a:pt x="1499415" y="85197"/>
                  <a:pt x="1499415" y="93902"/>
                </a:cubicBezTo>
                <a:cubicBezTo>
                  <a:pt x="1499415" y="107942"/>
                  <a:pt x="1502209" y="120053"/>
                  <a:pt x="1507798" y="130235"/>
                </a:cubicBezTo>
                <a:cubicBezTo>
                  <a:pt x="1513386" y="140414"/>
                  <a:pt x="1520749" y="145503"/>
                  <a:pt x="1529887" y="145503"/>
                </a:cubicBezTo>
                <a:cubicBezTo>
                  <a:pt x="1536705" y="145503"/>
                  <a:pt x="1542328" y="142695"/>
                  <a:pt x="1546757" y="137078"/>
                </a:cubicBezTo>
                <a:cubicBezTo>
                  <a:pt x="1551185" y="131462"/>
                  <a:pt x="1553399" y="121809"/>
                  <a:pt x="1553399" y="108119"/>
                </a:cubicBezTo>
                <a:cubicBezTo>
                  <a:pt x="1553399" y="90988"/>
                  <a:pt x="1549709" y="77507"/>
                  <a:pt x="1542328" y="67678"/>
                </a:cubicBezTo>
                <a:cubicBezTo>
                  <a:pt x="1537338" y="60938"/>
                  <a:pt x="1530976" y="57569"/>
                  <a:pt x="1523244" y="57569"/>
                </a:cubicBezTo>
                <a:close/>
                <a:moveTo>
                  <a:pt x="1655462" y="139072"/>
                </a:moveTo>
                <a:cubicBezTo>
                  <a:pt x="1650753" y="143992"/>
                  <a:pt x="1646149" y="147524"/>
                  <a:pt x="1641650" y="149668"/>
                </a:cubicBezTo>
                <a:cubicBezTo>
                  <a:pt x="1637151" y="151812"/>
                  <a:pt x="1632301" y="152884"/>
                  <a:pt x="1627100" y="152884"/>
                </a:cubicBezTo>
                <a:cubicBezTo>
                  <a:pt x="1616556" y="152884"/>
                  <a:pt x="1607348" y="148483"/>
                  <a:pt x="1599475" y="139681"/>
                </a:cubicBezTo>
                <a:cubicBezTo>
                  <a:pt x="1591603" y="130877"/>
                  <a:pt x="1587666" y="119565"/>
                  <a:pt x="1587666" y="105744"/>
                </a:cubicBezTo>
                <a:cubicBezTo>
                  <a:pt x="1587666" y="91925"/>
                  <a:pt x="1592024" y="79281"/>
                  <a:pt x="1600740" y="67813"/>
                </a:cubicBezTo>
                <a:cubicBezTo>
                  <a:pt x="1609457" y="56344"/>
                  <a:pt x="1620668" y="50610"/>
                  <a:pt x="1634375" y="50610"/>
                </a:cubicBezTo>
                <a:cubicBezTo>
                  <a:pt x="1642880" y="50610"/>
                  <a:pt x="1649909" y="53316"/>
                  <a:pt x="1655462" y="58729"/>
                </a:cubicBezTo>
                <a:lnTo>
                  <a:pt x="1655462" y="40870"/>
                </a:lnTo>
                <a:cubicBezTo>
                  <a:pt x="1655462" y="29788"/>
                  <a:pt x="1655199" y="22977"/>
                  <a:pt x="1654672" y="20435"/>
                </a:cubicBezTo>
                <a:cubicBezTo>
                  <a:pt x="1654144" y="17894"/>
                  <a:pt x="1653319" y="16165"/>
                  <a:pt x="1652194" y="15249"/>
                </a:cubicBezTo>
                <a:cubicBezTo>
                  <a:pt x="1651069" y="14331"/>
                  <a:pt x="1649663" y="13872"/>
                  <a:pt x="1647976" y="13872"/>
                </a:cubicBezTo>
                <a:cubicBezTo>
                  <a:pt x="1646149" y="13872"/>
                  <a:pt x="1643724" y="14436"/>
                  <a:pt x="1640701" y="15565"/>
                </a:cubicBezTo>
                <a:lnTo>
                  <a:pt x="1639331" y="11858"/>
                </a:lnTo>
                <a:lnTo>
                  <a:pt x="1668115" y="0"/>
                </a:lnTo>
                <a:lnTo>
                  <a:pt x="1672860" y="0"/>
                </a:lnTo>
                <a:lnTo>
                  <a:pt x="1672860" y="111658"/>
                </a:lnTo>
                <a:cubicBezTo>
                  <a:pt x="1672860" y="122975"/>
                  <a:pt x="1673123" y="129881"/>
                  <a:pt x="1673650" y="132376"/>
                </a:cubicBezTo>
                <a:cubicBezTo>
                  <a:pt x="1674178" y="134872"/>
                  <a:pt x="1675021" y="136612"/>
                  <a:pt x="1676181" y="137596"/>
                </a:cubicBezTo>
                <a:cubicBezTo>
                  <a:pt x="1677341" y="138580"/>
                  <a:pt x="1678694" y="139072"/>
                  <a:pt x="1680240" y="139072"/>
                </a:cubicBezTo>
                <a:cubicBezTo>
                  <a:pt x="1682138" y="139072"/>
                  <a:pt x="1684669" y="138474"/>
                  <a:pt x="1687832" y="137279"/>
                </a:cubicBezTo>
                <a:lnTo>
                  <a:pt x="1688991" y="140970"/>
                </a:lnTo>
                <a:lnTo>
                  <a:pt x="1660313" y="152884"/>
                </a:lnTo>
                <a:lnTo>
                  <a:pt x="1655462" y="152884"/>
                </a:lnTo>
                <a:lnTo>
                  <a:pt x="1655462" y="139072"/>
                </a:lnTo>
                <a:moveTo>
                  <a:pt x="1655462" y="131714"/>
                </a:moveTo>
                <a:lnTo>
                  <a:pt x="1655462" y="82073"/>
                </a:lnTo>
                <a:cubicBezTo>
                  <a:pt x="1655041" y="77304"/>
                  <a:pt x="1653775" y="72957"/>
                  <a:pt x="1651667" y="69032"/>
                </a:cubicBezTo>
                <a:cubicBezTo>
                  <a:pt x="1649558" y="65104"/>
                  <a:pt x="1646764" y="62142"/>
                  <a:pt x="1643284" y="60145"/>
                </a:cubicBezTo>
                <a:cubicBezTo>
                  <a:pt x="1639805" y="58146"/>
                  <a:pt x="1636413" y="57147"/>
                  <a:pt x="1633110" y="57147"/>
                </a:cubicBezTo>
                <a:cubicBezTo>
                  <a:pt x="1626924" y="57147"/>
                  <a:pt x="1621406" y="59917"/>
                  <a:pt x="1616556" y="65457"/>
                </a:cubicBezTo>
                <a:cubicBezTo>
                  <a:pt x="1610160" y="72747"/>
                  <a:pt x="1606961" y="83404"/>
                  <a:pt x="1606961" y="97427"/>
                </a:cubicBezTo>
                <a:cubicBezTo>
                  <a:pt x="1606961" y="111591"/>
                  <a:pt x="1610054" y="122442"/>
                  <a:pt x="1616240" y="129981"/>
                </a:cubicBezTo>
                <a:cubicBezTo>
                  <a:pt x="1622425" y="137518"/>
                  <a:pt x="1629314" y="141286"/>
                  <a:pt x="1636905" y="141286"/>
                </a:cubicBezTo>
                <a:cubicBezTo>
                  <a:pt x="1643302" y="141286"/>
                  <a:pt x="1649488" y="138095"/>
                  <a:pt x="1655462" y="131714"/>
                </a:cubicBezTo>
                <a:close/>
                <a:moveTo>
                  <a:pt x="1711450" y="89833"/>
                </a:moveTo>
                <a:cubicBezTo>
                  <a:pt x="1711379" y="104139"/>
                  <a:pt x="1714859" y="115360"/>
                  <a:pt x="1721888" y="123497"/>
                </a:cubicBezTo>
                <a:cubicBezTo>
                  <a:pt x="1728917" y="131631"/>
                  <a:pt x="1737176" y="135698"/>
                  <a:pt x="1746666" y="135698"/>
                </a:cubicBezTo>
                <a:cubicBezTo>
                  <a:pt x="1752992" y="135698"/>
                  <a:pt x="1758492" y="133958"/>
                  <a:pt x="1763167" y="130479"/>
                </a:cubicBezTo>
                <a:cubicBezTo>
                  <a:pt x="1767841" y="126999"/>
                  <a:pt x="1771760" y="121042"/>
                  <a:pt x="1774923" y="112607"/>
                </a:cubicBezTo>
                <a:lnTo>
                  <a:pt x="1778191" y="114716"/>
                </a:lnTo>
                <a:cubicBezTo>
                  <a:pt x="1776715" y="124346"/>
                  <a:pt x="1772428" y="133115"/>
                  <a:pt x="1765328" y="141022"/>
                </a:cubicBezTo>
                <a:cubicBezTo>
                  <a:pt x="1758229" y="148930"/>
                  <a:pt x="1749337" y="152884"/>
                  <a:pt x="1738652" y="152884"/>
                </a:cubicBezTo>
                <a:cubicBezTo>
                  <a:pt x="1727054" y="152884"/>
                  <a:pt x="1717126" y="148378"/>
                  <a:pt x="1708866" y="139365"/>
                </a:cubicBezTo>
                <a:cubicBezTo>
                  <a:pt x="1700607" y="130350"/>
                  <a:pt x="1696478" y="118231"/>
                  <a:pt x="1696478" y="103009"/>
                </a:cubicBezTo>
                <a:cubicBezTo>
                  <a:pt x="1696478" y="86526"/>
                  <a:pt x="1700713" y="73672"/>
                  <a:pt x="1709183" y="64449"/>
                </a:cubicBezTo>
                <a:cubicBezTo>
                  <a:pt x="1717653" y="55223"/>
                  <a:pt x="1728284" y="50610"/>
                  <a:pt x="1741078" y="50610"/>
                </a:cubicBezTo>
                <a:cubicBezTo>
                  <a:pt x="1751902" y="50610"/>
                  <a:pt x="1760794" y="54168"/>
                  <a:pt x="1767753" y="61285"/>
                </a:cubicBezTo>
                <a:cubicBezTo>
                  <a:pt x="1774712" y="68400"/>
                  <a:pt x="1778191" y="77916"/>
                  <a:pt x="1778191" y="89833"/>
                </a:cubicBezTo>
                <a:lnTo>
                  <a:pt x="1711450" y="89833"/>
                </a:lnTo>
                <a:moveTo>
                  <a:pt x="1711450" y="83717"/>
                </a:moveTo>
                <a:lnTo>
                  <a:pt x="1756155" y="83717"/>
                </a:lnTo>
                <a:cubicBezTo>
                  <a:pt x="1755804" y="77532"/>
                  <a:pt x="1755066" y="73173"/>
                  <a:pt x="1753941" y="70643"/>
                </a:cubicBezTo>
                <a:cubicBezTo>
                  <a:pt x="1752184" y="66707"/>
                  <a:pt x="1749565" y="63614"/>
                  <a:pt x="1746086" y="61364"/>
                </a:cubicBezTo>
                <a:cubicBezTo>
                  <a:pt x="1742606" y="59115"/>
                  <a:pt x="1738969" y="57990"/>
                  <a:pt x="1735173" y="57990"/>
                </a:cubicBezTo>
                <a:cubicBezTo>
                  <a:pt x="1729339" y="57990"/>
                  <a:pt x="1724120" y="60257"/>
                  <a:pt x="1719516" y="64791"/>
                </a:cubicBezTo>
                <a:cubicBezTo>
                  <a:pt x="1714912" y="69325"/>
                  <a:pt x="1712223" y="75634"/>
                  <a:pt x="1711450" y="83717"/>
                </a:cubicBezTo>
                <a:close/>
                <a:moveTo>
                  <a:pt x="1824581" y="0"/>
                </a:moveTo>
                <a:lnTo>
                  <a:pt x="1824581" y="128014"/>
                </a:lnTo>
                <a:cubicBezTo>
                  <a:pt x="1824581" y="134055"/>
                  <a:pt x="1825020" y="138059"/>
                  <a:pt x="1825899" y="140027"/>
                </a:cubicBezTo>
                <a:cubicBezTo>
                  <a:pt x="1826777" y="141993"/>
                  <a:pt x="1828130" y="143486"/>
                  <a:pt x="1829958" y="144505"/>
                </a:cubicBezTo>
                <a:cubicBezTo>
                  <a:pt x="1831786" y="145522"/>
                  <a:pt x="1835195" y="146031"/>
                  <a:pt x="1840185" y="146031"/>
                </a:cubicBezTo>
                <a:lnTo>
                  <a:pt x="1840185" y="149932"/>
                </a:lnTo>
                <a:lnTo>
                  <a:pt x="1792844" y="149932"/>
                </a:lnTo>
                <a:lnTo>
                  <a:pt x="1792844" y="146031"/>
                </a:lnTo>
                <a:cubicBezTo>
                  <a:pt x="1797273" y="146031"/>
                  <a:pt x="1800295" y="145575"/>
                  <a:pt x="1801912" y="144663"/>
                </a:cubicBezTo>
                <a:cubicBezTo>
                  <a:pt x="1803528" y="143749"/>
                  <a:pt x="1804794" y="142239"/>
                  <a:pt x="1805708" y="140133"/>
                </a:cubicBezTo>
                <a:cubicBezTo>
                  <a:pt x="1806621" y="138024"/>
                  <a:pt x="1807078" y="133984"/>
                  <a:pt x="1807078" y="128014"/>
                </a:cubicBezTo>
                <a:lnTo>
                  <a:pt x="1807078" y="40353"/>
                </a:lnTo>
                <a:cubicBezTo>
                  <a:pt x="1807078" y="29466"/>
                  <a:pt x="1806832" y="22777"/>
                  <a:pt x="1806340" y="20283"/>
                </a:cubicBezTo>
                <a:cubicBezTo>
                  <a:pt x="1805848" y="17788"/>
                  <a:pt x="1805057" y="16085"/>
                  <a:pt x="1803968" y="15173"/>
                </a:cubicBezTo>
                <a:cubicBezTo>
                  <a:pt x="1802878" y="14259"/>
                  <a:pt x="1801490" y="13802"/>
                  <a:pt x="1799803" y="13802"/>
                </a:cubicBezTo>
                <a:cubicBezTo>
                  <a:pt x="1797975" y="13802"/>
                  <a:pt x="1795656" y="14365"/>
                  <a:pt x="1792844" y="15489"/>
                </a:cubicBezTo>
                <a:lnTo>
                  <a:pt x="1791052" y="11799"/>
                </a:lnTo>
                <a:lnTo>
                  <a:pt x="1819836" y="0"/>
                </a:lnTo>
                <a:lnTo>
                  <a:pt x="182458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Text Modules">
            <a:extLst xmlns:a="http://schemas.openxmlformats.org/drawingml/2006/main">
              <a:ext uri="{FF2B5EF4-FFF2-40B4-BE49-F238E27FC236}">
                <a16:creationId xmlns:a16="http://schemas.microsoft.com/office/drawing/2014/main" id="{3BF1F3EB-1A58-4DB5-97FF-023A6FE7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3587" y="136188"/>
            <a:ext cx="877283" cy="164166"/>
          </a:xfrm>
          <a:custGeom xmlns:a="http://schemas.openxmlformats.org/drawingml/2006/main">
            <a:pathLst>
              <a:path w="877283" h="164166">
                <a:moveTo>
                  <a:pt x="110907" y="105903"/>
                </a:moveTo>
                <a:lnTo>
                  <a:pt x="154558" y="0"/>
                </a:lnTo>
                <a:lnTo>
                  <a:pt x="220034" y="0"/>
                </a:lnTo>
                <a:lnTo>
                  <a:pt x="220034" y="4270"/>
                </a:lnTo>
                <a:lnTo>
                  <a:pt x="214815" y="4270"/>
                </a:lnTo>
                <a:cubicBezTo>
                  <a:pt x="210071" y="4270"/>
                  <a:pt x="206275" y="5113"/>
                  <a:pt x="203428" y="6798"/>
                </a:cubicBezTo>
                <a:cubicBezTo>
                  <a:pt x="201451" y="7923"/>
                  <a:pt x="199870" y="9811"/>
                  <a:pt x="198683" y="12462"/>
                </a:cubicBezTo>
                <a:cubicBezTo>
                  <a:pt x="197814" y="14390"/>
                  <a:pt x="197379" y="19409"/>
                  <a:pt x="197379" y="27519"/>
                </a:cubicBezTo>
                <a:lnTo>
                  <a:pt x="197379" y="133325"/>
                </a:lnTo>
                <a:cubicBezTo>
                  <a:pt x="197379" y="141592"/>
                  <a:pt x="197814" y="146759"/>
                  <a:pt x="198683" y="148827"/>
                </a:cubicBezTo>
                <a:cubicBezTo>
                  <a:pt x="199553" y="150893"/>
                  <a:pt x="201332" y="152701"/>
                  <a:pt x="204021" y="154250"/>
                </a:cubicBezTo>
                <a:cubicBezTo>
                  <a:pt x="206710" y="155800"/>
                  <a:pt x="210308" y="156574"/>
                  <a:pt x="214815" y="156574"/>
                </a:cubicBezTo>
                <a:lnTo>
                  <a:pt x="220034" y="156574"/>
                </a:lnTo>
                <a:lnTo>
                  <a:pt x="220034" y="160845"/>
                </a:lnTo>
                <a:lnTo>
                  <a:pt x="136054" y="160845"/>
                </a:lnTo>
                <a:lnTo>
                  <a:pt x="136054" y="156574"/>
                </a:lnTo>
                <a:lnTo>
                  <a:pt x="141273" y="156574"/>
                </a:lnTo>
                <a:cubicBezTo>
                  <a:pt x="146017" y="156574"/>
                  <a:pt x="149813" y="155740"/>
                  <a:pt x="152660" y="154072"/>
                </a:cubicBezTo>
                <a:cubicBezTo>
                  <a:pt x="154637" y="152958"/>
                  <a:pt x="156219" y="151050"/>
                  <a:pt x="157405" y="148349"/>
                </a:cubicBezTo>
                <a:cubicBezTo>
                  <a:pt x="158275" y="146441"/>
                  <a:pt x="158709" y="141433"/>
                  <a:pt x="158709" y="133325"/>
                </a:cubicBezTo>
                <a:lnTo>
                  <a:pt x="158709" y="14115"/>
                </a:lnTo>
                <a:lnTo>
                  <a:pt x="97029" y="160845"/>
                </a:lnTo>
                <a:lnTo>
                  <a:pt x="94182" y="160845"/>
                </a:lnTo>
                <a:lnTo>
                  <a:pt x="31552" y="15064"/>
                </a:lnTo>
                <a:lnTo>
                  <a:pt x="31552" y="128344"/>
                </a:lnTo>
                <a:cubicBezTo>
                  <a:pt x="31552" y="136318"/>
                  <a:pt x="31750" y="141222"/>
                  <a:pt x="32145" y="143056"/>
                </a:cubicBezTo>
                <a:cubicBezTo>
                  <a:pt x="33173" y="147044"/>
                  <a:pt x="35407" y="150295"/>
                  <a:pt x="38847" y="152808"/>
                </a:cubicBezTo>
                <a:cubicBezTo>
                  <a:pt x="42287" y="155319"/>
                  <a:pt x="47684" y="156574"/>
                  <a:pt x="55038" y="156574"/>
                </a:cubicBezTo>
                <a:lnTo>
                  <a:pt x="55038" y="160845"/>
                </a:lnTo>
                <a:lnTo>
                  <a:pt x="0" y="160845"/>
                </a:lnTo>
                <a:lnTo>
                  <a:pt x="0" y="156574"/>
                </a:lnTo>
                <a:lnTo>
                  <a:pt x="1661" y="156574"/>
                </a:lnTo>
                <a:cubicBezTo>
                  <a:pt x="5219" y="156653"/>
                  <a:pt x="8540" y="156073"/>
                  <a:pt x="11624" y="154832"/>
                </a:cubicBezTo>
                <a:cubicBezTo>
                  <a:pt x="14709" y="153592"/>
                  <a:pt x="17041" y="151930"/>
                  <a:pt x="18623" y="149847"/>
                </a:cubicBezTo>
                <a:cubicBezTo>
                  <a:pt x="20204" y="147763"/>
                  <a:pt x="21430" y="144839"/>
                  <a:pt x="22300" y="141073"/>
                </a:cubicBezTo>
                <a:cubicBezTo>
                  <a:pt x="22458" y="140193"/>
                  <a:pt x="22537" y="136108"/>
                  <a:pt x="22537" y="128818"/>
                </a:cubicBezTo>
                <a:lnTo>
                  <a:pt x="22537" y="27519"/>
                </a:lnTo>
                <a:cubicBezTo>
                  <a:pt x="22537" y="19248"/>
                  <a:pt x="22102" y="14088"/>
                  <a:pt x="21232" y="12040"/>
                </a:cubicBezTo>
                <a:cubicBezTo>
                  <a:pt x="20363" y="9991"/>
                  <a:pt x="18583" y="8185"/>
                  <a:pt x="15895" y="6620"/>
                </a:cubicBezTo>
                <a:cubicBezTo>
                  <a:pt x="13206" y="5054"/>
                  <a:pt x="9608" y="4270"/>
                  <a:pt x="5101" y="4270"/>
                </a:cubicBezTo>
                <a:lnTo>
                  <a:pt x="0" y="4270"/>
                </a:lnTo>
                <a:lnTo>
                  <a:pt x="0" y="0"/>
                </a:lnTo>
                <a:lnTo>
                  <a:pt x="65714" y="0"/>
                </a:lnTo>
                <a:lnTo>
                  <a:pt x="110907" y="105903"/>
                </a:lnTo>
                <a:close/>
                <a:moveTo>
                  <a:pt x="285051" y="46498"/>
                </a:moveTo>
                <a:cubicBezTo>
                  <a:pt x="294699" y="46498"/>
                  <a:pt x="303674" y="48991"/>
                  <a:pt x="311977" y="53978"/>
                </a:cubicBezTo>
                <a:cubicBezTo>
                  <a:pt x="320281" y="58965"/>
                  <a:pt x="326587" y="66050"/>
                  <a:pt x="330897" y="75233"/>
                </a:cubicBezTo>
                <a:cubicBezTo>
                  <a:pt x="335207" y="84416"/>
                  <a:pt x="337362" y="94469"/>
                  <a:pt x="337362" y="105391"/>
                </a:cubicBezTo>
                <a:cubicBezTo>
                  <a:pt x="337362" y="121142"/>
                  <a:pt x="333368" y="134323"/>
                  <a:pt x="325381" y="144931"/>
                </a:cubicBezTo>
                <a:cubicBezTo>
                  <a:pt x="315734" y="157754"/>
                  <a:pt x="302409" y="164166"/>
                  <a:pt x="285407" y="164166"/>
                </a:cubicBezTo>
                <a:cubicBezTo>
                  <a:pt x="268722" y="164166"/>
                  <a:pt x="255872" y="158308"/>
                  <a:pt x="246857" y="146592"/>
                </a:cubicBezTo>
                <a:cubicBezTo>
                  <a:pt x="237842" y="134876"/>
                  <a:pt x="233334" y="121301"/>
                  <a:pt x="233334" y="105866"/>
                </a:cubicBezTo>
                <a:cubicBezTo>
                  <a:pt x="233334" y="89956"/>
                  <a:pt x="237941" y="76084"/>
                  <a:pt x="247153" y="64250"/>
                </a:cubicBezTo>
                <a:cubicBezTo>
                  <a:pt x="256366" y="52415"/>
                  <a:pt x="268999" y="46498"/>
                  <a:pt x="285051" y="46498"/>
                </a:cubicBezTo>
                <a:moveTo>
                  <a:pt x="285526" y="54801"/>
                </a:moveTo>
                <a:cubicBezTo>
                  <a:pt x="281493" y="54801"/>
                  <a:pt x="278033" y="56326"/>
                  <a:pt x="275147" y="59375"/>
                </a:cubicBezTo>
                <a:cubicBezTo>
                  <a:pt x="272261" y="62422"/>
                  <a:pt x="270363" y="68438"/>
                  <a:pt x="269453" y="77423"/>
                </a:cubicBezTo>
                <a:cubicBezTo>
                  <a:pt x="268544" y="86409"/>
                  <a:pt x="268089" y="98898"/>
                  <a:pt x="268089" y="114892"/>
                </a:cubicBezTo>
                <a:cubicBezTo>
                  <a:pt x="268089" y="123363"/>
                  <a:pt x="268643" y="131281"/>
                  <a:pt x="269750" y="138645"/>
                </a:cubicBezTo>
                <a:cubicBezTo>
                  <a:pt x="270620" y="144264"/>
                  <a:pt x="272478" y="148539"/>
                  <a:pt x="275325" y="151470"/>
                </a:cubicBezTo>
                <a:cubicBezTo>
                  <a:pt x="278172" y="154398"/>
                  <a:pt x="281414" y="155863"/>
                  <a:pt x="285051" y="155863"/>
                </a:cubicBezTo>
                <a:cubicBezTo>
                  <a:pt x="288610" y="155863"/>
                  <a:pt x="291575" y="154873"/>
                  <a:pt x="293948" y="152894"/>
                </a:cubicBezTo>
                <a:cubicBezTo>
                  <a:pt x="297032" y="150202"/>
                  <a:pt x="299088" y="146441"/>
                  <a:pt x="300116" y="141610"/>
                </a:cubicBezTo>
                <a:cubicBezTo>
                  <a:pt x="301697" y="134090"/>
                  <a:pt x="302488" y="118890"/>
                  <a:pt x="302488" y="96009"/>
                </a:cubicBezTo>
                <a:cubicBezTo>
                  <a:pt x="302488" y="82551"/>
                  <a:pt x="301737" y="73309"/>
                  <a:pt x="300234" y="68283"/>
                </a:cubicBezTo>
                <a:cubicBezTo>
                  <a:pt x="298732" y="63254"/>
                  <a:pt x="296518" y="59591"/>
                  <a:pt x="293592" y="57296"/>
                </a:cubicBezTo>
                <a:cubicBezTo>
                  <a:pt x="291536" y="55633"/>
                  <a:pt x="288847" y="54801"/>
                  <a:pt x="285526" y="54801"/>
                </a:cubicBezTo>
                <a:close/>
                <a:moveTo>
                  <a:pt x="462028" y="0"/>
                </a:moveTo>
                <a:lnTo>
                  <a:pt x="462028" y="127632"/>
                </a:lnTo>
                <a:cubicBezTo>
                  <a:pt x="462028" y="136165"/>
                  <a:pt x="462265" y="141213"/>
                  <a:pt x="462740" y="142778"/>
                </a:cubicBezTo>
                <a:cubicBezTo>
                  <a:pt x="463372" y="145363"/>
                  <a:pt x="464578" y="147281"/>
                  <a:pt x="466357" y="148534"/>
                </a:cubicBezTo>
                <a:cubicBezTo>
                  <a:pt x="468137" y="149785"/>
                  <a:pt x="471240" y="150567"/>
                  <a:pt x="475669" y="150881"/>
                </a:cubicBezTo>
                <a:lnTo>
                  <a:pt x="475669" y="155151"/>
                </a:lnTo>
                <a:lnTo>
                  <a:pt x="428815" y="164166"/>
                </a:lnTo>
                <a:lnTo>
                  <a:pt x="428815" y="146611"/>
                </a:lnTo>
                <a:cubicBezTo>
                  <a:pt x="423201" y="153411"/>
                  <a:pt x="418199" y="158037"/>
                  <a:pt x="413810" y="160489"/>
                </a:cubicBezTo>
                <a:cubicBezTo>
                  <a:pt x="409421" y="162940"/>
                  <a:pt x="404459" y="164166"/>
                  <a:pt x="398924" y="164166"/>
                </a:cubicBezTo>
                <a:cubicBezTo>
                  <a:pt x="384769" y="164166"/>
                  <a:pt x="373579" y="157833"/>
                  <a:pt x="365355" y="145169"/>
                </a:cubicBezTo>
                <a:cubicBezTo>
                  <a:pt x="358713" y="134879"/>
                  <a:pt x="355391" y="122253"/>
                  <a:pt x="355391" y="107293"/>
                </a:cubicBezTo>
                <a:cubicBezTo>
                  <a:pt x="355391" y="95340"/>
                  <a:pt x="357447" y="84633"/>
                  <a:pt x="361559" y="75173"/>
                </a:cubicBezTo>
                <a:cubicBezTo>
                  <a:pt x="365671" y="65714"/>
                  <a:pt x="371306" y="58570"/>
                  <a:pt x="378462" y="53741"/>
                </a:cubicBezTo>
                <a:cubicBezTo>
                  <a:pt x="385619" y="48912"/>
                  <a:pt x="393309" y="46498"/>
                  <a:pt x="401533" y="46498"/>
                </a:cubicBezTo>
                <a:cubicBezTo>
                  <a:pt x="406832" y="46498"/>
                  <a:pt x="411537" y="47535"/>
                  <a:pt x="415649" y="49608"/>
                </a:cubicBezTo>
                <a:cubicBezTo>
                  <a:pt x="419761" y="51681"/>
                  <a:pt x="424150" y="55310"/>
                  <a:pt x="428815" y="60495"/>
                </a:cubicBezTo>
                <a:lnTo>
                  <a:pt x="428815" y="27045"/>
                </a:lnTo>
                <a:cubicBezTo>
                  <a:pt x="428815" y="18583"/>
                  <a:pt x="428459" y="13483"/>
                  <a:pt x="427748" y="11743"/>
                </a:cubicBezTo>
                <a:cubicBezTo>
                  <a:pt x="426799" y="9450"/>
                  <a:pt x="425375" y="7750"/>
                  <a:pt x="423477" y="6643"/>
                </a:cubicBezTo>
                <a:cubicBezTo>
                  <a:pt x="421580" y="5535"/>
                  <a:pt x="418021" y="4982"/>
                  <a:pt x="412802" y="4982"/>
                </a:cubicBezTo>
                <a:lnTo>
                  <a:pt x="412802" y="0"/>
                </a:lnTo>
                <a:lnTo>
                  <a:pt x="462028" y="0"/>
                </a:lnTo>
                <a:moveTo>
                  <a:pt x="428815" y="74966"/>
                </a:moveTo>
                <a:cubicBezTo>
                  <a:pt x="422963" y="63895"/>
                  <a:pt x="415807" y="58360"/>
                  <a:pt x="407346" y="58360"/>
                </a:cubicBezTo>
                <a:cubicBezTo>
                  <a:pt x="404420" y="58360"/>
                  <a:pt x="402008" y="59150"/>
                  <a:pt x="400110" y="60732"/>
                </a:cubicBezTo>
                <a:cubicBezTo>
                  <a:pt x="397184" y="63183"/>
                  <a:pt x="394792" y="67493"/>
                  <a:pt x="392934" y="73661"/>
                </a:cubicBezTo>
                <a:cubicBezTo>
                  <a:pt x="391075" y="79829"/>
                  <a:pt x="390146" y="89279"/>
                  <a:pt x="390146" y="102011"/>
                </a:cubicBezTo>
                <a:cubicBezTo>
                  <a:pt x="390146" y="116007"/>
                  <a:pt x="391174" y="126367"/>
                  <a:pt x="393230" y="133088"/>
                </a:cubicBezTo>
                <a:cubicBezTo>
                  <a:pt x="395286" y="139810"/>
                  <a:pt x="398093" y="144673"/>
                  <a:pt x="401652" y="147678"/>
                </a:cubicBezTo>
                <a:cubicBezTo>
                  <a:pt x="403471" y="149181"/>
                  <a:pt x="405962" y="149932"/>
                  <a:pt x="409125" y="149932"/>
                </a:cubicBezTo>
                <a:cubicBezTo>
                  <a:pt x="416084" y="149932"/>
                  <a:pt x="422647" y="144458"/>
                  <a:pt x="428815" y="133511"/>
                </a:cubicBezTo>
                <a:lnTo>
                  <a:pt x="428815" y="74966"/>
                </a:lnTo>
                <a:close/>
                <a:moveTo>
                  <a:pt x="596287" y="49819"/>
                </a:moveTo>
                <a:lnTo>
                  <a:pt x="596287" y="136647"/>
                </a:lnTo>
                <a:cubicBezTo>
                  <a:pt x="596287" y="145160"/>
                  <a:pt x="597078" y="150471"/>
                  <a:pt x="598660" y="152578"/>
                </a:cubicBezTo>
                <a:cubicBezTo>
                  <a:pt x="600241" y="154686"/>
                  <a:pt x="603444" y="156018"/>
                  <a:pt x="608268" y="156574"/>
                </a:cubicBezTo>
                <a:lnTo>
                  <a:pt x="608268" y="160845"/>
                </a:lnTo>
                <a:lnTo>
                  <a:pt x="563075" y="160845"/>
                </a:lnTo>
                <a:lnTo>
                  <a:pt x="563075" y="146017"/>
                </a:lnTo>
                <a:cubicBezTo>
                  <a:pt x="557776" y="152344"/>
                  <a:pt x="552478" y="156950"/>
                  <a:pt x="547180" y="159836"/>
                </a:cubicBezTo>
                <a:cubicBezTo>
                  <a:pt x="541882" y="162723"/>
                  <a:pt x="535951" y="164166"/>
                  <a:pt x="529387" y="164166"/>
                </a:cubicBezTo>
                <a:cubicBezTo>
                  <a:pt x="523140" y="164166"/>
                  <a:pt x="517585" y="162248"/>
                  <a:pt x="512722" y="158413"/>
                </a:cubicBezTo>
                <a:cubicBezTo>
                  <a:pt x="507858" y="154578"/>
                  <a:pt x="504596" y="150090"/>
                  <a:pt x="502936" y="144950"/>
                </a:cubicBezTo>
                <a:cubicBezTo>
                  <a:pt x="501275" y="139810"/>
                  <a:pt x="500445" y="130834"/>
                  <a:pt x="500445" y="118024"/>
                </a:cubicBezTo>
                <a:lnTo>
                  <a:pt x="500445" y="74017"/>
                </a:lnTo>
                <a:cubicBezTo>
                  <a:pt x="500445" y="65533"/>
                  <a:pt x="499674" y="60251"/>
                  <a:pt x="498132" y="58170"/>
                </a:cubicBezTo>
                <a:cubicBezTo>
                  <a:pt x="496590" y="56090"/>
                  <a:pt x="493367" y="54729"/>
                  <a:pt x="488465" y="54089"/>
                </a:cubicBezTo>
                <a:lnTo>
                  <a:pt x="488465" y="49819"/>
                </a:lnTo>
                <a:lnTo>
                  <a:pt x="533658" y="49819"/>
                </a:lnTo>
                <a:lnTo>
                  <a:pt x="533658" y="125708"/>
                </a:lnTo>
                <a:cubicBezTo>
                  <a:pt x="533658" y="133626"/>
                  <a:pt x="534033" y="138732"/>
                  <a:pt x="534784" y="141028"/>
                </a:cubicBezTo>
                <a:cubicBezTo>
                  <a:pt x="535536" y="143324"/>
                  <a:pt x="536722" y="145066"/>
                  <a:pt x="538343" y="146255"/>
                </a:cubicBezTo>
                <a:cubicBezTo>
                  <a:pt x="539964" y="147441"/>
                  <a:pt x="541842" y="148034"/>
                  <a:pt x="543977" y="148034"/>
                </a:cubicBezTo>
                <a:cubicBezTo>
                  <a:pt x="546824" y="148034"/>
                  <a:pt x="549394" y="147283"/>
                  <a:pt x="551687" y="145780"/>
                </a:cubicBezTo>
                <a:cubicBezTo>
                  <a:pt x="554851" y="143724"/>
                  <a:pt x="558646" y="139573"/>
                  <a:pt x="563075" y="133325"/>
                </a:cubicBezTo>
                <a:lnTo>
                  <a:pt x="563075" y="74017"/>
                </a:lnTo>
                <a:cubicBezTo>
                  <a:pt x="563075" y="65533"/>
                  <a:pt x="562304" y="60251"/>
                  <a:pt x="560762" y="58170"/>
                </a:cubicBezTo>
                <a:cubicBezTo>
                  <a:pt x="559220" y="56090"/>
                  <a:pt x="555997" y="54729"/>
                  <a:pt x="551094" y="54089"/>
                </a:cubicBezTo>
                <a:lnTo>
                  <a:pt x="551094" y="49819"/>
                </a:lnTo>
                <a:lnTo>
                  <a:pt x="596287" y="49819"/>
                </a:lnTo>
                <a:close/>
                <a:moveTo>
                  <a:pt x="667560" y="0"/>
                </a:moveTo>
                <a:lnTo>
                  <a:pt x="667560" y="137833"/>
                </a:lnTo>
                <a:cubicBezTo>
                  <a:pt x="667560" y="145662"/>
                  <a:pt x="668470" y="150663"/>
                  <a:pt x="670289" y="152838"/>
                </a:cubicBezTo>
                <a:cubicBezTo>
                  <a:pt x="672107" y="155013"/>
                  <a:pt x="675666" y="156258"/>
                  <a:pt x="680964" y="156574"/>
                </a:cubicBezTo>
                <a:lnTo>
                  <a:pt x="680964" y="160845"/>
                </a:lnTo>
                <a:lnTo>
                  <a:pt x="621063" y="160845"/>
                </a:lnTo>
                <a:lnTo>
                  <a:pt x="621063" y="156574"/>
                </a:lnTo>
                <a:cubicBezTo>
                  <a:pt x="625965" y="156416"/>
                  <a:pt x="629603" y="154993"/>
                  <a:pt x="631975" y="152304"/>
                </a:cubicBezTo>
                <a:cubicBezTo>
                  <a:pt x="633557" y="150485"/>
                  <a:pt x="634348" y="145662"/>
                  <a:pt x="634348" y="137833"/>
                </a:cubicBezTo>
                <a:lnTo>
                  <a:pt x="634348" y="23012"/>
                </a:lnTo>
                <a:cubicBezTo>
                  <a:pt x="634348" y="15213"/>
                  <a:pt x="633438" y="10220"/>
                  <a:pt x="631619" y="8033"/>
                </a:cubicBezTo>
                <a:cubicBezTo>
                  <a:pt x="629801" y="5843"/>
                  <a:pt x="626282" y="4589"/>
                  <a:pt x="621063" y="4270"/>
                </a:cubicBezTo>
                <a:lnTo>
                  <a:pt x="621063" y="0"/>
                </a:lnTo>
                <a:lnTo>
                  <a:pt x="667560" y="0"/>
                </a:lnTo>
                <a:close/>
                <a:moveTo>
                  <a:pt x="785576" y="101299"/>
                </a:moveTo>
                <a:lnTo>
                  <a:pt x="724726" y="101299"/>
                </a:lnTo>
                <a:cubicBezTo>
                  <a:pt x="725438" y="116047"/>
                  <a:pt x="729352" y="127702"/>
                  <a:pt x="736469" y="136265"/>
                </a:cubicBezTo>
                <a:cubicBezTo>
                  <a:pt x="741925" y="142846"/>
                  <a:pt x="748489" y="146136"/>
                  <a:pt x="756159" y="146136"/>
                </a:cubicBezTo>
                <a:cubicBezTo>
                  <a:pt x="760904" y="146136"/>
                  <a:pt x="765214" y="144812"/>
                  <a:pt x="769089" y="142162"/>
                </a:cubicBezTo>
                <a:cubicBezTo>
                  <a:pt x="772964" y="139513"/>
                  <a:pt x="777115" y="134749"/>
                  <a:pt x="781544" y="127869"/>
                </a:cubicBezTo>
                <a:lnTo>
                  <a:pt x="785576" y="130479"/>
                </a:lnTo>
                <a:cubicBezTo>
                  <a:pt x="779567" y="142736"/>
                  <a:pt x="772924" y="151415"/>
                  <a:pt x="765649" y="156515"/>
                </a:cubicBezTo>
                <a:cubicBezTo>
                  <a:pt x="758374" y="161616"/>
                  <a:pt x="749952" y="164166"/>
                  <a:pt x="740383" y="164166"/>
                </a:cubicBezTo>
                <a:cubicBezTo>
                  <a:pt x="723935" y="164166"/>
                  <a:pt x="711480" y="157833"/>
                  <a:pt x="703019" y="145169"/>
                </a:cubicBezTo>
                <a:cubicBezTo>
                  <a:pt x="696218" y="134958"/>
                  <a:pt x="692818" y="122293"/>
                  <a:pt x="692818" y="107174"/>
                </a:cubicBezTo>
                <a:cubicBezTo>
                  <a:pt x="692818" y="88650"/>
                  <a:pt x="697820" y="73907"/>
                  <a:pt x="707823" y="62945"/>
                </a:cubicBezTo>
                <a:cubicBezTo>
                  <a:pt x="717826" y="51980"/>
                  <a:pt x="729550" y="46498"/>
                  <a:pt x="742993" y="46498"/>
                </a:cubicBezTo>
                <a:cubicBezTo>
                  <a:pt x="754222" y="46498"/>
                  <a:pt x="763968" y="51104"/>
                  <a:pt x="772232" y="60317"/>
                </a:cubicBezTo>
                <a:cubicBezTo>
                  <a:pt x="780496" y="69529"/>
                  <a:pt x="784944" y="83190"/>
                  <a:pt x="785576" y="101299"/>
                </a:cubicBezTo>
                <a:moveTo>
                  <a:pt x="756397" y="93470"/>
                </a:moveTo>
                <a:cubicBezTo>
                  <a:pt x="756397" y="80739"/>
                  <a:pt x="755705" y="72000"/>
                  <a:pt x="754321" y="67256"/>
                </a:cubicBezTo>
                <a:cubicBezTo>
                  <a:pt x="752937" y="62511"/>
                  <a:pt x="750782" y="58913"/>
                  <a:pt x="747856" y="56462"/>
                </a:cubicBezTo>
                <a:cubicBezTo>
                  <a:pt x="746196" y="55038"/>
                  <a:pt x="743981" y="54327"/>
                  <a:pt x="741214" y="54327"/>
                </a:cubicBezTo>
                <a:cubicBezTo>
                  <a:pt x="737102" y="54327"/>
                  <a:pt x="733741" y="56343"/>
                  <a:pt x="731131" y="60376"/>
                </a:cubicBezTo>
                <a:cubicBezTo>
                  <a:pt x="726466" y="67414"/>
                  <a:pt x="724133" y="77061"/>
                  <a:pt x="724133" y="89319"/>
                </a:cubicBezTo>
                <a:lnTo>
                  <a:pt x="724133" y="93470"/>
                </a:lnTo>
                <a:lnTo>
                  <a:pt x="756397" y="93470"/>
                </a:lnTo>
                <a:close/>
                <a:moveTo>
                  <a:pt x="869691" y="46972"/>
                </a:moveTo>
                <a:lnTo>
                  <a:pt x="871471" y="84930"/>
                </a:lnTo>
                <a:lnTo>
                  <a:pt x="867438" y="84930"/>
                </a:lnTo>
                <a:cubicBezTo>
                  <a:pt x="862614" y="73609"/>
                  <a:pt x="857612" y="65877"/>
                  <a:pt x="852433" y="61733"/>
                </a:cubicBezTo>
                <a:cubicBezTo>
                  <a:pt x="847253" y="57586"/>
                  <a:pt x="842093" y="55513"/>
                  <a:pt x="836953" y="55513"/>
                </a:cubicBezTo>
                <a:cubicBezTo>
                  <a:pt x="833711" y="55513"/>
                  <a:pt x="830943" y="56600"/>
                  <a:pt x="828650" y="58775"/>
                </a:cubicBezTo>
                <a:cubicBezTo>
                  <a:pt x="826357" y="60949"/>
                  <a:pt x="825210" y="63460"/>
                  <a:pt x="825210" y="66307"/>
                </a:cubicBezTo>
                <a:cubicBezTo>
                  <a:pt x="825210" y="68442"/>
                  <a:pt x="826001" y="70498"/>
                  <a:pt x="827582" y="72475"/>
                </a:cubicBezTo>
                <a:cubicBezTo>
                  <a:pt x="830113" y="75717"/>
                  <a:pt x="837190" y="81272"/>
                  <a:pt x="848815" y="89141"/>
                </a:cubicBezTo>
                <a:cubicBezTo>
                  <a:pt x="860439" y="97009"/>
                  <a:pt x="868090" y="103691"/>
                  <a:pt x="871767" y="109187"/>
                </a:cubicBezTo>
                <a:cubicBezTo>
                  <a:pt x="875444" y="114683"/>
                  <a:pt x="877283" y="120831"/>
                  <a:pt x="877283" y="127632"/>
                </a:cubicBezTo>
                <a:cubicBezTo>
                  <a:pt x="877283" y="133800"/>
                  <a:pt x="875741" y="139849"/>
                  <a:pt x="872657" y="145780"/>
                </a:cubicBezTo>
                <a:cubicBezTo>
                  <a:pt x="869573" y="151711"/>
                  <a:pt x="865223" y="156258"/>
                  <a:pt x="859609" y="159421"/>
                </a:cubicBezTo>
                <a:cubicBezTo>
                  <a:pt x="853994" y="162584"/>
                  <a:pt x="847787" y="164166"/>
                  <a:pt x="840986" y="164166"/>
                </a:cubicBezTo>
                <a:cubicBezTo>
                  <a:pt x="835688" y="164166"/>
                  <a:pt x="828610" y="162474"/>
                  <a:pt x="819754" y="159091"/>
                </a:cubicBezTo>
                <a:cubicBezTo>
                  <a:pt x="817381" y="158204"/>
                  <a:pt x="815760" y="157761"/>
                  <a:pt x="814890" y="157761"/>
                </a:cubicBezTo>
                <a:cubicBezTo>
                  <a:pt x="812281" y="157761"/>
                  <a:pt x="810106" y="159737"/>
                  <a:pt x="808366" y="163691"/>
                </a:cubicBezTo>
                <a:lnTo>
                  <a:pt x="804452" y="163691"/>
                </a:lnTo>
                <a:lnTo>
                  <a:pt x="802554" y="123836"/>
                </a:lnTo>
                <a:lnTo>
                  <a:pt x="806587" y="123836"/>
                </a:lnTo>
                <a:cubicBezTo>
                  <a:pt x="810146" y="134274"/>
                  <a:pt x="815029" y="142103"/>
                  <a:pt x="821236" y="147322"/>
                </a:cubicBezTo>
                <a:cubicBezTo>
                  <a:pt x="827444" y="152541"/>
                  <a:pt x="833316" y="155151"/>
                  <a:pt x="838851" y="155151"/>
                </a:cubicBezTo>
                <a:cubicBezTo>
                  <a:pt x="842647" y="155151"/>
                  <a:pt x="845751" y="153985"/>
                  <a:pt x="848162" y="151652"/>
                </a:cubicBezTo>
                <a:cubicBezTo>
                  <a:pt x="850574" y="149319"/>
                  <a:pt x="851780" y="146492"/>
                  <a:pt x="851780" y="143171"/>
                </a:cubicBezTo>
                <a:cubicBezTo>
                  <a:pt x="851780" y="139375"/>
                  <a:pt x="850594" y="136093"/>
                  <a:pt x="848222" y="133325"/>
                </a:cubicBezTo>
                <a:cubicBezTo>
                  <a:pt x="845849" y="130558"/>
                  <a:pt x="840551" y="126367"/>
                  <a:pt x="832327" y="120752"/>
                </a:cubicBezTo>
                <a:cubicBezTo>
                  <a:pt x="820228" y="112370"/>
                  <a:pt x="812399" y="105964"/>
                  <a:pt x="808841" y="101536"/>
                </a:cubicBezTo>
                <a:cubicBezTo>
                  <a:pt x="803622" y="95052"/>
                  <a:pt x="801012" y="87895"/>
                  <a:pt x="801012" y="80066"/>
                </a:cubicBezTo>
                <a:cubicBezTo>
                  <a:pt x="801012" y="71526"/>
                  <a:pt x="803958" y="63796"/>
                  <a:pt x="809849" y="56877"/>
                </a:cubicBezTo>
                <a:cubicBezTo>
                  <a:pt x="815740" y="49958"/>
                  <a:pt x="824261" y="46498"/>
                  <a:pt x="835411" y="46498"/>
                </a:cubicBezTo>
                <a:cubicBezTo>
                  <a:pt x="841421" y="46498"/>
                  <a:pt x="847233" y="48018"/>
                  <a:pt x="852848" y="51057"/>
                </a:cubicBezTo>
                <a:cubicBezTo>
                  <a:pt x="854983" y="52288"/>
                  <a:pt x="856723" y="52903"/>
                  <a:pt x="858067" y="52903"/>
                </a:cubicBezTo>
                <a:cubicBezTo>
                  <a:pt x="859490" y="52903"/>
                  <a:pt x="860637" y="52607"/>
                  <a:pt x="861507" y="52014"/>
                </a:cubicBezTo>
                <a:cubicBezTo>
                  <a:pt x="862377" y="51420"/>
                  <a:pt x="863761" y="49740"/>
                  <a:pt x="865658" y="46972"/>
                </a:cubicBezTo>
                <a:lnTo>
                  <a:pt x="869691" y="469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890248-C84B-4D47-B666-95175EB0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593" y="2075251"/>
            <a:ext cx="1858854" cy="471754"/>
          </a:xfrm>
          <a:custGeom xmlns:a="http://schemas.openxmlformats.org/drawingml/2006/main">
            <a:pathLst>
              <a:path w="1858854" h="471754">
                <a:moveTo>
                  <a:pt x="0" y="0"/>
                </a:moveTo>
                <a:lnTo>
                  <a:pt x="1858854" y="0"/>
                </a:lnTo>
                <a:lnTo>
                  <a:pt x="1858854" y="471754"/>
                </a:lnTo>
                <a:lnTo>
                  <a:pt x="0" y="4717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0D9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6C0114-A0B9-496D-A7B0-29CEC746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593" y="2075251"/>
            <a:ext cx="1858851" cy="471754"/>
          </a:xfrm>
          <a:custGeom xmlns:a="http://schemas.openxmlformats.org/drawingml/2006/main">
            <a:pathLst>
              <a:path w="1858851" h="471754" fill="none">
                <a:moveTo>
                  <a:pt x="0" y="0"/>
                </a:moveTo>
                <a:lnTo>
                  <a:pt x="1858851" y="0"/>
                </a:lnTo>
                <a:lnTo>
                  <a:pt x="1858851" y="471754"/>
                </a:lnTo>
                <a:lnTo>
                  <a:pt x="0" y="47175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D9D9D9"/>
            </a:solidFill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E7566F-E2A1-4317-825B-C511D58F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901" y="2140342"/>
            <a:ext cx="262422" cy="343036"/>
          </a:xfrm>
          <a:custGeom xmlns:a="http://schemas.openxmlformats.org/drawingml/2006/main">
            <a:pathLst>
              <a:path w="262422" h="343036">
                <a:moveTo>
                  <a:pt x="0" y="43738"/>
                </a:moveTo>
                <a:cubicBezTo>
                  <a:pt x="0" y="19582"/>
                  <a:pt x="19583" y="0"/>
                  <a:pt x="43740" y="0"/>
                </a:cubicBezTo>
                <a:lnTo>
                  <a:pt x="218689" y="0"/>
                </a:lnTo>
                <a:cubicBezTo>
                  <a:pt x="242840" y="0"/>
                  <a:pt x="262422" y="19582"/>
                  <a:pt x="262422" y="43738"/>
                </a:cubicBezTo>
                <a:lnTo>
                  <a:pt x="262422" y="299298"/>
                </a:lnTo>
                <a:cubicBezTo>
                  <a:pt x="262422" y="323454"/>
                  <a:pt x="242840" y="343036"/>
                  <a:pt x="218689" y="343036"/>
                </a:cubicBezTo>
                <a:lnTo>
                  <a:pt x="43740" y="343036"/>
                </a:lnTo>
                <a:cubicBezTo>
                  <a:pt x="19583" y="343036"/>
                  <a:pt x="0" y="323454"/>
                  <a:pt x="0" y="299298"/>
                </a:cubicBezTo>
                <a:lnTo>
                  <a:pt x="0" y="43738"/>
                </a:lnTo>
                <a:close/>
              </a:path>
            </a:pathLst>
          </a:custGeom>
          <a:solidFill xmlns:a="http://schemas.openxmlformats.org/drawingml/2006/main">
            <a:srgbClr val="EAF8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49BA62-796B-4B1F-AF3D-E9CF2CB2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902" y="2140342"/>
            <a:ext cx="262422" cy="343036"/>
          </a:xfrm>
          <a:custGeom xmlns:a="http://schemas.openxmlformats.org/drawingml/2006/main">
            <a:pathLst>
              <a:path w="262422" h="343036" fill="none">
                <a:moveTo>
                  <a:pt x="0" y="43738"/>
                </a:moveTo>
                <a:cubicBezTo>
                  <a:pt x="0" y="19582"/>
                  <a:pt x="19582" y="0"/>
                  <a:pt x="43738" y="0"/>
                </a:cubicBezTo>
                <a:lnTo>
                  <a:pt x="218684" y="0"/>
                </a:lnTo>
                <a:cubicBezTo>
                  <a:pt x="242840" y="0"/>
                  <a:pt x="262422" y="19582"/>
                  <a:pt x="262422" y="43738"/>
                </a:cubicBezTo>
                <a:lnTo>
                  <a:pt x="262422" y="299298"/>
                </a:lnTo>
                <a:cubicBezTo>
                  <a:pt x="262422" y="323454"/>
                  <a:pt x="242840" y="343036"/>
                  <a:pt x="218684" y="343036"/>
                </a:cubicBezTo>
                <a:lnTo>
                  <a:pt x="43738" y="343036"/>
                </a:lnTo>
                <a:cubicBezTo>
                  <a:pt x="19582" y="343036"/>
                  <a:pt x="0" y="323454"/>
                  <a:pt x="0" y="299298"/>
                </a:cubicBezTo>
                <a:lnTo>
                  <a:pt x="0" y="437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169" name="Text FC">
            <a:extLst xmlns:a="http://schemas.openxmlformats.org/drawingml/2006/main">
              <a:ext uri="{FF2B5EF4-FFF2-40B4-BE49-F238E27FC236}">
                <a16:creationId xmlns:a16="http://schemas.microsoft.com/office/drawing/2014/main" id="{6E85FC22-9A03-4F1D-BA50-57A0BCD4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845" y="2271618"/>
            <a:ext cx="142333" cy="83981"/>
          </a:xfrm>
          <a:custGeom xmlns:a="http://schemas.openxmlformats.org/drawingml/2006/main">
            <a:pathLst>
              <a:path w="142333" h="83981">
                <a:moveTo>
                  <a:pt x="22893" y="6168"/>
                </a:moveTo>
                <a:lnTo>
                  <a:pt x="22893" y="37720"/>
                </a:lnTo>
                <a:lnTo>
                  <a:pt x="37542" y="37720"/>
                </a:lnTo>
                <a:cubicBezTo>
                  <a:pt x="40903" y="37720"/>
                  <a:pt x="43364" y="36979"/>
                  <a:pt x="44926" y="35496"/>
                </a:cubicBezTo>
                <a:cubicBezTo>
                  <a:pt x="46488" y="34013"/>
                  <a:pt x="47526" y="31078"/>
                  <a:pt x="48040" y="26689"/>
                </a:cubicBezTo>
                <a:lnTo>
                  <a:pt x="50234" y="26689"/>
                </a:lnTo>
                <a:lnTo>
                  <a:pt x="50234" y="53971"/>
                </a:lnTo>
                <a:lnTo>
                  <a:pt x="48040" y="53971"/>
                </a:lnTo>
                <a:cubicBezTo>
                  <a:pt x="48000" y="50831"/>
                  <a:pt x="47595" y="48526"/>
                  <a:pt x="46824" y="47056"/>
                </a:cubicBezTo>
                <a:cubicBezTo>
                  <a:pt x="46053" y="45584"/>
                  <a:pt x="44985" y="44481"/>
                  <a:pt x="43621" y="43746"/>
                </a:cubicBezTo>
                <a:cubicBezTo>
                  <a:pt x="42257" y="43010"/>
                  <a:pt x="40231" y="42643"/>
                  <a:pt x="37542" y="42643"/>
                </a:cubicBezTo>
                <a:lnTo>
                  <a:pt x="22893" y="42643"/>
                </a:lnTo>
                <a:lnTo>
                  <a:pt x="22893" y="67949"/>
                </a:lnTo>
                <a:cubicBezTo>
                  <a:pt x="22893" y="72028"/>
                  <a:pt x="23150" y="74721"/>
                  <a:pt x="23664" y="76028"/>
                </a:cubicBezTo>
                <a:cubicBezTo>
                  <a:pt x="24059" y="77018"/>
                  <a:pt x="24890" y="77869"/>
                  <a:pt x="26155" y="78582"/>
                </a:cubicBezTo>
                <a:cubicBezTo>
                  <a:pt x="27895" y="79532"/>
                  <a:pt x="29714" y="80007"/>
                  <a:pt x="31611" y="80007"/>
                </a:cubicBezTo>
                <a:lnTo>
                  <a:pt x="34518" y="80007"/>
                </a:lnTo>
                <a:lnTo>
                  <a:pt x="34518" y="82202"/>
                </a:lnTo>
                <a:lnTo>
                  <a:pt x="0" y="82202"/>
                </a:lnTo>
                <a:lnTo>
                  <a:pt x="0" y="80007"/>
                </a:lnTo>
                <a:lnTo>
                  <a:pt x="2847" y="80007"/>
                </a:lnTo>
                <a:cubicBezTo>
                  <a:pt x="6168" y="80007"/>
                  <a:pt x="8580" y="79038"/>
                  <a:pt x="10082" y="77101"/>
                </a:cubicBezTo>
                <a:cubicBezTo>
                  <a:pt x="11031" y="75836"/>
                  <a:pt x="11506" y="72791"/>
                  <a:pt x="11506" y="67968"/>
                </a:cubicBezTo>
                <a:lnTo>
                  <a:pt x="11506" y="16013"/>
                </a:lnTo>
                <a:cubicBezTo>
                  <a:pt x="11506" y="11941"/>
                  <a:pt x="11249" y="9252"/>
                  <a:pt x="10735" y="7947"/>
                </a:cubicBezTo>
                <a:cubicBezTo>
                  <a:pt x="10339" y="6959"/>
                  <a:pt x="9529" y="6109"/>
                  <a:pt x="8303" y="5397"/>
                </a:cubicBezTo>
                <a:cubicBezTo>
                  <a:pt x="6603" y="4448"/>
                  <a:pt x="4784" y="3974"/>
                  <a:pt x="2847" y="3974"/>
                </a:cubicBezTo>
                <a:lnTo>
                  <a:pt x="0" y="3974"/>
                </a:lnTo>
                <a:lnTo>
                  <a:pt x="0" y="1779"/>
                </a:lnTo>
                <a:lnTo>
                  <a:pt x="59842" y="1779"/>
                </a:lnTo>
                <a:lnTo>
                  <a:pt x="60613" y="19453"/>
                </a:lnTo>
                <a:lnTo>
                  <a:pt x="58537" y="19453"/>
                </a:lnTo>
                <a:cubicBezTo>
                  <a:pt x="57509" y="15697"/>
                  <a:pt x="56313" y="12939"/>
                  <a:pt x="54949" y="11180"/>
                </a:cubicBezTo>
                <a:cubicBezTo>
                  <a:pt x="53585" y="9420"/>
                  <a:pt x="51905" y="8145"/>
                  <a:pt x="49908" y="7354"/>
                </a:cubicBezTo>
                <a:cubicBezTo>
                  <a:pt x="47911" y="6563"/>
                  <a:pt x="44817" y="6168"/>
                  <a:pt x="40626" y="6168"/>
                </a:cubicBezTo>
                <a:lnTo>
                  <a:pt x="22893" y="6168"/>
                </a:lnTo>
                <a:close/>
                <a:moveTo>
                  <a:pt x="138656" y="0"/>
                </a:moveTo>
                <a:lnTo>
                  <a:pt x="140494" y="27282"/>
                </a:lnTo>
                <a:lnTo>
                  <a:pt x="138656" y="27282"/>
                </a:lnTo>
                <a:cubicBezTo>
                  <a:pt x="136204" y="19076"/>
                  <a:pt x="132705" y="13170"/>
                  <a:pt x="128158" y="9563"/>
                </a:cubicBezTo>
                <a:cubicBezTo>
                  <a:pt x="123611" y="5956"/>
                  <a:pt x="118155" y="4152"/>
                  <a:pt x="111789" y="4152"/>
                </a:cubicBezTo>
                <a:cubicBezTo>
                  <a:pt x="106451" y="4152"/>
                  <a:pt x="101627" y="5507"/>
                  <a:pt x="97318" y="8218"/>
                </a:cubicBezTo>
                <a:cubicBezTo>
                  <a:pt x="93008" y="10928"/>
                  <a:pt x="89618" y="15250"/>
                  <a:pt x="87146" y="21186"/>
                </a:cubicBezTo>
                <a:cubicBezTo>
                  <a:pt x="84675" y="27122"/>
                  <a:pt x="83440" y="34502"/>
                  <a:pt x="83440" y="43327"/>
                </a:cubicBezTo>
                <a:cubicBezTo>
                  <a:pt x="83440" y="50607"/>
                  <a:pt x="84606" y="56918"/>
                  <a:pt x="86939" y="62261"/>
                </a:cubicBezTo>
                <a:cubicBezTo>
                  <a:pt x="89272" y="67602"/>
                  <a:pt x="92781" y="71698"/>
                  <a:pt x="97466" y="74547"/>
                </a:cubicBezTo>
                <a:cubicBezTo>
                  <a:pt x="102151" y="77396"/>
                  <a:pt x="107499" y="78821"/>
                  <a:pt x="113509" y="78821"/>
                </a:cubicBezTo>
                <a:cubicBezTo>
                  <a:pt x="118728" y="78821"/>
                  <a:pt x="123334" y="77704"/>
                  <a:pt x="127328" y="75470"/>
                </a:cubicBezTo>
                <a:cubicBezTo>
                  <a:pt x="131321" y="73236"/>
                  <a:pt x="135710" y="68798"/>
                  <a:pt x="140494" y="62155"/>
                </a:cubicBezTo>
                <a:lnTo>
                  <a:pt x="142333" y="63338"/>
                </a:lnTo>
                <a:cubicBezTo>
                  <a:pt x="138300" y="70476"/>
                  <a:pt x="133595" y="75701"/>
                  <a:pt x="128217" y="79014"/>
                </a:cubicBezTo>
                <a:cubicBezTo>
                  <a:pt x="122840" y="82325"/>
                  <a:pt x="116455" y="83981"/>
                  <a:pt x="109061" y="83981"/>
                </a:cubicBezTo>
                <a:cubicBezTo>
                  <a:pt x="95736" y="83981"/>
                  <a:pt x="85417" y="79045"/>
                  <a:pt x="78102" y="69174"/>
                </a:cubicBezTo>
                <a:cubicBezTo>
                  <a:pt x="72645" y="61831"/>
                  <a:pt x="69917" y="53184"/>
                  <a:pt x="69917" y="43234"/>
                </a:cubicBezTo>
                <a:cubicBezTo>
                  <a:pt x="69917" y="35219"/>
                  <a:pt x="71716" y="27855"/>
                  <a:pt x="75314" y="21143"/>
                </a:cubicBezTo>
                <a:cubicBezTo>
                  <a:pt x="78912" y="14432"/>
                  <a:pt x="83865" y="9230"/>
                  <a:pt x="90171" y="5538"/>
                </a:cubicBezTo>
                <a:cubicBezTo>
                  <a:pt x="96478" y="1846"/>
                  <a:pt x="103367" y="0"/>
                  <a:pt x="110840" y="0"/>
                </a:cubicBezTo>
                <a:cubicBezTo>
                  <a:pt x="116652" y="0"/>
                  <a:pt x="122385" y="1423"/>
                  <a:pt x="128040" y="4270"/>
                </a:cubicBezTo>
                <a:cubicBezTo>
                  <a:pt x="129700" y="5140"/>
                  <a:pt x="130886" y="5575"/>
                  <a:pt x="131598" y="5575"/>
                </a:cubicBezTo>
                <a:cubicBezTo>
                  <a:pt x="132666" y="5575"/>
                  <a:pt x="133595" y="5199"/>
                  <a:pt x="134386" y="4448"/>
                </a:cubicBezTo>
                <a:cubicBezTo>
                  <a:pt x="135414" y="3381"/>
                  <a:pt x="136145" y="1898"/>
                  <a:pt x="136580" y="0"/>
                </a:cubicBezTo>
                <a:lnTo>
                  <a:pt x="1386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BE345-9224-4069-81AC-98AF7C54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548" y="2140342"/>
            <a:ext cx="262422" cy="343036"/>
          </a:xfrm>
          <a:custGeom xmlns:a="http://schemas.openxmlformats.org/drawingml/2006/main">
            <a:pathLst>
              <a:path w="262422" h="343036">
                <a:moveTo>
                  <a:pt x="0" y="43738"/>
                </a:moveTo>
                <a:cubicBezTo>
                  <a:pt x="0" y="19582"/>
                  <a:pt x="19583" y="0"/>
                  <a:pt x="43740" y="0"/>
                </a:cubicBezTo>
                <a:lnTo>
                  <a:pt x="218682" y="0"/>
                </a:lnTo>
                <a:cubicBezTo>
                  <a:pt x="242840" y="0"/>
                  <a:pt x="262422" y="19582"/>
                  <a:pt x="262422" y="43738"/>
                </a:cubicBezTo>
                <a:lnTo>
                  <a:pt x="262422" y="299298"/>
                </a:lnTo>
                <a:cubicBezTo>
                  <a:pt x="262422" y="323454"/>
                  <a:pt x="242840" y="343036"/>
                  <a:pt x="218682" y="343036"/>
                </a:cubicBezTo>
                <a:lnTo>
                  <a:pt x="43740" y="343036"/>
                </a:lnTo>
                <a:cubicBezTo>
                  <a:pt x="19583" y="343036"/>
                  <a:pt x="0" y="323454"/>
                  <a:pt x="0" y="299298"/>
                </a:cubicBezTo>
                <a:lnTo>
                  <a:pt x="0" y="43738"/>
                </a:lnTo>
                <a:close/>
              </a:path>
            </a:pathLst>
          </a:custGeom>
          <a:solidFill xmlns:a="http://schemas.openxmlformats.org/drawingml/2006/main">
            <a:srgbClr val="EAF8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CF8E00-B225-433F-8086-A0283CF0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548" y="2140342"/>
            <a:ext cx="262422" cy="343036"/>
          </a:xfrm>
          <a:custGeom xmlns:a="http://schemas.openxmlformats.org/drawingml/2006/main">
            <a:pathLst>
              <a:path w="262422" h="343036" fill="none">
                <a:moveTo>
                  <a:pt x="0" y="43738"/>
                </a:moveTo>
                <a:cubicBezTo>
                  <a:pt x="0" y="19582"/>
                  <a:pt x="19582" y="0"/>
                  <a:pt x="43738" y="0"/>
                </a:cubicBezTo>
                <a:lnTo>
                  <a:pt x="218684" y="0"/>
                </a:lnTo>
                <a:cubicBezTo>
                  <a:pt x="242840" y="0"/>
                  <a:pt x="262422" y="19582"/>
                  <a:pt x="262422" y="43738"/>
                </a:cubicBezTo>
                <a:lnTo>
                  <a:pt x="262422" y="299298"/>
                </a:lnTo>
                <a:cubicBezTo>
                  <a:pt x="262422" y="323454"/>
                  <a:pt x="242840" y="343036"/>
                  <a:pt x="218684" y="343036"/>
                </a:cubicBezTo>
                <a:lnTo>
                  <a:pt x="43738" y="343036"/>
                </a:lnTo>
                <a:cubicBezTo>
                  <a:pt x="19582" y="343036"/>
                  <a:pt x="0" y="323454"/>
                  <a:pt x="0" y="299298"/>
                </a:cubicBezTo>
                <a:lnTo>
                  <a:pt x="0" y="437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172" name="Text FC">
            <a:extLst xmlns:a="http://schemas.openxmlformats.org/drawingml/2006/main">
              <a:ext uri="{FF2B5EF4-FFF2-40B4-BE49-F238E27FC236}">
                <a16:creationId xmlns:a16="http://schemas.microsoft.com/office/drawing/2014/main" id="{898FCED1-F4C3-45CF-AB61-EF12450F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485" y="2271618"/>
            <a:ext cx="142333" cy="83981"/>
          </a:xfrm>
          <a:custGeom xmlns:a="http://schemas.openxmlformats.org/drawingml/2006/main">
            <a:pathLst>
              <a:path w="142333" h="83981">
                <a:moveTo>
                  <a:pt x="22893" y="6168"/>
                </a:moveTo>
                <a:lnTo>
                  <a:pt x="22893" y="37720"/>
                </a:lnTo>
                <a:lnTo>
                  <a:pt x="37542" y="37720"/>
                </a:lnTo>
                <a:cubicBezTo>
                  <a:pt x="40903" y="37720"/>
                  <a:pt x="43364" y="36979"/>
                  <a:pt x="44926" y="35496"/>
                </a:cubicBezTo>
                <a:cubicBezTo>
                  <a:pt x="46488" y="34013"/>
                  <a:pt x="47526" y="31078"/>
                  <a:pt x="48040" y="26689"/>
                </a:cubicBezTo>
                <a:lnTo>
                  <a:pt x="50234" y="26689"/>
                </a:lnTo>
                <a:lnTo>
                  <a:pt x="50234" y="53971"/>
                </a:lnTo>
                <a:lnTo>
                  <a:pt x="48040" y="53971"/>
                </a:lnTo>
                <a:cubicBezTo>
                  <a:pt x="48000" y="50831"/>
                  <a:pt x="47595" y="48526"/>
                  <a:pt x="46824" y="47056"/>
                </a:cubicBezTo>
                <a:cubicBezTo>
                  <a:pt x="46053" y="45584"/>
                  <a:pt x="44985" y="44481"/>
                  <a:pt x="43621" y="43746"/>
                </a:cubicBezTo>
                <a:cubicBezTo>
                  <a:pt x="42257" y="43010"/>
                  <a:pt x="40231" y="42643"/>
                  <a:pt x="37542" y="42643"/>
                </a:cubicBezTo>
                <a:lnTo>
                  <a:pt x="22893" y="42643"/>
                </a:lnTo>
                <a:lnTo>
                  <a:pt x="22893" y="67949"/>
                </a:lnTo>
                <a:cubicBezTo>
                  <a:pt x="22893" y="72028"/>
                  <a:pt x="23150" y="74721"/>
                  <a:pt x="23664" y="76028"/>
                </a:cubicBezTo>
                <a:cubicBezTo>
                  <a:pt x="24059" y="77018"/>
                  <a:pt x="24890" y="77869"/>
                  <a:pt x="26155" y="78582"/>
                </a:cubicBezTo>
                <a:cubicBezTo>
                  <a:pt x="27895" y="79532"/>
                  <a:pt x="29714" y="80007"/>
                  <a:pt x="31611" y="80007"/>
                </a:cubicBezTo>
                <a:lnTo>
                  <a:pt x="34518" y="80007"/>
                </a:lnTo>
                <a:lnTo>
                  <a:pt x="34518" y="82202"/>
                </a:lnTo>
                <a:lnTo>
                  <a:pt x="0" y="82202"/>
                </a:lnTo>
                <a:lnTo>
                  <a:pt x="0" y="80007"/>
                </a:lnTo>
                <a:lnTo>
                  <a:pt x="2847" y="80007"/>
                </a:lnTo>
                <a:cubicBezTo>
                  <a:pt x="6168" y="80007"/>
                  <a:pt x="8580" y="79038"/>
                  <a:pt x="10082" y="77101"/>
                </a:cubicBezTo>
                <a:cubicBezTo>
                  <a:pt x="11031" y="75836"/>
                  <a:pt x="11506" y="72791"/>
                  <a:pt x="11506" y="67968"/>
                </a:cubicBezTo>
                <a:lnTo>
                  <a:pt x="11506" y="16013"/>
                </a:lnTo>
                <a:cubicBezTo>
                  <a:pt x="11506" y="11941"/>
                  <a:pt x="11249" y="9252"/>
                  <a:pt x="10735" y="7947"/>
                </a:cubicBezTo>
                <a:cubicBezTo>
                  <a:pt x="10339" y="6959"/>
                  <a:pt x="9529" y="6109"/>
                  <a:pt x="8303" y="5397"/>
                </a:cubicBezTo>
                <a:cubicBezTo>
                  <a:pt x="6603" y="4448"/>
                  <a:pt x="4784" y="3974"/>
                  <a:pt x="2847" y="3974"/>
                </a:cubicBezTo>
                <a:lnTo>
                  <a:pt x="0" y="3974"/>
                </a:lnTo>
                <a:lnTo>
                  <a:pt x="0" y="1779"/>
                </a:lnTo>
                <a:lnTo>
                  <a:pt x="59842" y="1779"/>
                </a:lnTo>
                <a:lnTo>
                  <a:pt x="60613" y="19453"/>
                </a:lnTo>
                <a:lnTo>
                  <a:pt x="58537" y="19453"/>
                </a:lnTo>
                <a:cubicBezTo>
                  <a:pt x="57509" y="15697"/>
                  <a:pt x="56313" y="12939"/>
                  <a:pt x="54949" y="11180"/>
                </a:cubicBezTo>
                <a:cubicBezTo>
                  <a:pt x="53585" y="9420"/>
                  <a:pt x="51905" y="8145"/>
                  <a:pt x="49908" y="7354"/>
                </a:cubicBezTo>
                <a:cubicBezTo>
                  <a:pt x="47911" y="6563"/>
                  <a:pt x="44817" y="6168"/>
                  <a:pt x="40626" y="6168"/>
                </a:cubicBezTo>
                <a:lnTo>
                  <a:pt x="22893" y="6168"/>
                </a:lnTo>
                <a:close/>
                <a:moveTo>
                  <a:pt x="138656" y="0"/>
                </a:moveTo>
                <a:lnTo>
                  <a:pt x="140494" y="27282"/>
                </a:lnTo>
                <a:lnTo>
                  <a:pt x="138656" y="27282"/>
                </a:lnTo>
                <a:cubicBezTo>
                  <a:pt x="136204" y="19076"/>
                  <a:pt x="132705" y="13170"/>
                  <a:pt x="128158" y="9563"/>
                </a:cubicBezTo>
                <a:cubicBezTo>
                  <a:pt x="123611" y="5956"/>
                  <a:pt x="118155" y="4152"/>
                  <a:pt x="111789" y="4152"/>
                </a:cubicBezTo>
                <a:cubicBezTo>
                  <a:pt x="106451" y="4152"/>
                  <a:pt x="101627" y="5507"/>
                  <a:pt x="97318" y="8218"/>
                </a:cubicBezTo>
                <a:cubicBezTo>
                  <a:pt x="93008" y="10928"/>
                  <a:pt x="89618" y="15250"/>
                  <a:pt x="87146" y="21186"/>
                </a:cubicBezTo>
                <a:cubicBezTo>
                  <a:pt x="84675" y="27122"/>
                  <a:pt x="83440" y="34502"/>
                  <a:pt x="83440" y="43327"/>
                </a:cubicBezTo>
                <a:cubicBezTo>
                  <a:pt x="83440" y="50607"/>
                  <a:pt x="84606" y="56918"/>
                  <a:pt x="86939" y="62261"/>
                </a:cubicBezTo>
                <a:cubicBezTo>
                  <a:pt x="89272" y="67602"/>
                  <a:pt x="92781" y="71698"/>
                  <a:pt x="97466" y="74547"/>
                </a:cubicBezTo>
                <a:cubicBezTo>
                  <a:pt x="102151" y="77396"/>
                  <a:pt x="107499" y="78821"/>
                  <a:pt x="113509" y="78821"/>
                </a:cubicBezTo>
                <a:cubicBezTo>
                  <a:pt x="118728" y="78821"/>
                  <a:pt x="123334" y="77704"/>
                  <a:pt x="127328" y="75470"/>
                </a:cubicBezTo>
                <a:cubicBezTo>
                  <a:pt x="131321" y="73236"/>
                  <a:pt x="135710" y="68798"/>
                  <a:pt x="140494" y="62155"/>
                </a:cubicBezTo>
                <a:lnTo>
                  <a:pt x="142333" y="63338"/>
                </a:lnTo>
                <a:cubicBezTo>
                  <a:pt x="138300" y="70476"/>
                  <a:pt x="133595" y="75701"/>
                  <a:pt x="128217" y="79014"/>
                </a:cubicBezTo>
                <a:cubicBezTo>
                  <a:pt x="122840" y="82325"/>
                  <a:pt x="116455" y="83981"/>
                  <a:pt x="109061" y="83981"/>
                </a:cubicBezTo>
                <a:cubicBezTo>
                  <a:pt x="95736" y="83981"/>
                  <a:pt x="85417" y="79045"/>
                  <a:pt x="78102" y="69174"/>
                </a:cubicBezTo>
                <a:cubicBezTo>
                  <a:pt x="72645" y="61831"/>
                  <a:pt x="69917" y="53184"/>
                  <a:pt x="69917" y="43234"/>
                </a:cubicBezTo>
                <a:cubicBezTo>
                  <a:pt x="69917" y="35219"/>
                  <a:pt x="71716" y="27855"/>
                  <a:pt x="75314" y="21143"/>
                </a:cubicBezTo>
                <a:cubicBezTo>
                  <a:pt x="78912" y="14432"/>
                  <a:pt x="83865" y="9230"/>
                  <a:pt x="90171" y="5538"/>
                </a:cubicBezTo>
                <a:cubicBezTo>
                  <a:pt x="96478" y="1846"/>
                  <a:pt x="103367" y="0"/>
                  <a:pt x="110840" y="0"/>
                </a:cubicBezTo>
                <a:cubicBezTo>
                  <a:pt x="116652" y="0"/>
                  <a:pt x="122385" y="1423"/>
                  <a:pt x="128040" y="4270"/>
                </a:cubicBezTo>
                <a:cubicBezTo>
                  <a:pt x="129700" y="5140"/>
                  <a:pt x="130886" y="5575"/>
                  <a:pt x="131598" y="5575"/>
                </a:cubicBezTo>
                <a:cubicBezTo>
                  <a:pt x="132666" y="5575"/>
                  <a:pt x="133595" y="5199"/>
                  <a:pt x="134386" y="4448"/>
                </a:cubicBezTo>
                <a:cubicBezTo>
                  <a:pt x="135414" y="3381"/>
                  <a:pt x="136145" y="1898"/>
                  <a:pt x="136580" y="0"/>
                </a:cubicBezTo>
                <a:lnTo>
                  <a:pt x="1386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…">
            <a:extLst xmlns:a="http://schemas.openxmlformats.org/drawingml/2006/main">
              <a:ext uri="{FF2B5EF4-FFF2-40B4-BE49-F238E27FC236}">
                <a16:creationId xmlns:a16="http://schemas.microsoft.com/office/drawing/2014/main" id="{F48F31E8-64C1-4239-A486-441227AC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336" y="2314099"/>
            <a:ext cx="73253" cy="10241"/>
          </a:xfrm>
          <a:custGeom xmlns:a="http://schemas.openxmlformats.org/drawingml/2006/main">
            <a:pathLst>
              <a:path w="73253" h="10241">
                <a:moveTo>
                  <a:pt x="5120" y="0"/>
                </a:moveTo>
                <a:cubicBezTo>
                  <a:pt x="6566" y="0"/>
                  <a:pt x="7780" y="500"/>
                  <a:pt x="8764" y="1499"/>
                </a:cubicBezTo>
                <a:cubicBezTo>
                  <a:pt x="9749" y="2499"/>
                  <a:pt x="10241" y="3706"/>
                  <a:pt x="10241" y="5120"/>
                </a:cubicBezTo>
                <a:cubicBezTo>
                  <a:pt x="10241" y="6535"/>
                  <a:pt x="9741" y="7742"/>
                  <a:pt x="8741" y="8741"/>
                </a:cubicBezTo>
                <a:cubicBezTo>
                  <a:pt x="7742" y="9741"/>
                  <a:pt x="6535" y="10241"/>
                  <a:pt x="5120" y="10241"/>
                </a:cubicBezTo>
                <a:cubicBezTo>
                  <a:pt x="3706" y="10241"/>
                  <a:pt x="2499" y="9741"/>
                  <a:pt x="1499" y="8741"/>
                </a:cubicBezTo>
                <a:cubicBezTo>
                  <a:pt x="500" y="7742"/>
                  <a:pt x="0" y="6535"/>
                  <a:pt x="0" y="5120"/>
                </a:cubicBezTo>
                <a:cubicBezTo>
                  <a:pt x="0" y="3675"/>
                  <a:pt x="500" y="2460"/>
                  <a:pt x="1499" y="1476"/>
                </a:cubicBezTo>
                <a:cubicBezTo>
                  <a:pt x="2499" y="492"/>
                  <a:pt x="3706" y="0"/>
                  <a:pt x="5120" y="0"/>
                </a:cubicBezTo>
                <a:moveTo>
                  <a:pt x="36626" y="0"/>
                </a:moveTo>
                <a:cubicBezTo>
                  <a:pt x="38041" y="0"/>
                  <a:pt x="39248" y="500"/>
                  <a:pt x="40247" y="1499"/>
                </a:cubicBezTo>
                <a:cubicBezTo>
                  <a:pt x="41247" y="2499"/>
                  <a:pt x="41747" y="3706"/>
                  <a:pt x="41747" y="5120"/>
                </a:cubicBezTo>
                <a:cubicBezTo>
                  <a:pt x="41747" y="6535"/>
                  <a:pt x="41247" y="7742"/>
                  <a:pt x="40247" y="8741"/>
                </a:cubicBezTo>
                <a:cubicBezTo>
                  <a:pt x="39248" y="9741"/>
                  <a:pt x="38041" y="10241"/>
                  <a:pt x="36626" y="10241"/>
                </a:cubicBezTo>
                <a:cubicBezTo>
                  <a:pt x="35212" y="10241"/>
                  <a:pt x="34005" y="9741"/>
                  <a:pt x="33005" y="8741"/>
                </a:cubicBezTo>
                <a:cubicBezTo>
                  <a:pt x="32006" y="7742"/>
                  <a:pt x="31506" y="6535"/>
                  <a:pt x="31506" y="5120"/>
                </a:cubicBezTo>
                <a:cubicBezTo>
                  <a:pt x="31506" y="3675"/>
                  <a:pt x="32006" y="2460"/>
                  <a:pt x="33005" y="1476"/>
                </a:cubicBezTo>
                <a:cubicBezTo>
                  <a:pt x="34005" y="492"/>
                  <a:pt x="35212" y="0"/>
                  <a:pt x="36626" y="0"/>
                </a:cubicBezTo>
                <a:moveTo>
                  <a:pt x="68132" y="0"/>
                </a:moveTo>
                <a:cubicBezTo>
                  <a:pt x="69547" y="0"/>
                  <a:pt x="70754" y="500"/>
                  <a:pt x="71753" y="1499"/>
                </a:cubicBezTo>
                <a:cubicBezTo>
                  <a:pt x="72753" y="2499"/>
                  <a:pt x="73253" y="3706"/>
                  <a:pt x="73253" y="5120"/>
                </a:cubicBezTo>
                <a:cubicBezTo>
                  <a:pt x="73253" y="6535"/>
                  <a:pt x="72753" y="7742"/>
                  <a:pt x="71753" y="8741"/>
                </a:cubicBezTo>
                <a:cubicBezTo>
                  <a:pt x="70754" y="9741"/>
                  <a:pt x="69547" y="10241"/>
                  <a:pt x="68132" y="10241"/>
                </a:cubicBezTo>
                <a:cubicBezTo>
                  <a:pt x="66718" y="10241"/>
                  <a:pt x="65511" y="9741"/>
                  <a:pt x="64511" y="8741"/>
                </a:cubicBezTo>
                <a:cubicBezTo>
                  <a:pt x="63512" y="7742"/>
                  <a:pt x="63012" y="6535"/>
                  <a:pt x="63012" y="5120"/>
                </a:cubicBezTo>
                <a:cubicBezTo>
                  <a:pt x="63012" y="3675"/>
                  <a:pt x="63504" y="2460"/>
                  <a:pt x="64488" y="1476"/>
                </a:cubicBezTo>
                <a:cubicBezTo>
                  <a:pt x="65472" y="492"/>
                  <a:pt x="66687" y="0"/>
                  <a:pt x="6813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1CD49D-350F-465F-82C9-924E04FB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080" y="685309"/>
            <a:ext cx="1854367" cy="1370492"/>
          </a:xfrm>
          <a:custGeom xmlns:a="http://schemas.openxmlformats.org/drawingml/2006/main">
            <a:pathLst>
              <a:path w="1854367" h="1370492">
                <a:moveTo>
                  <a:pt x="0" y="0"/>
                </a:moveTo>
                <a:lnTo>
                  <a:pt x="1854367" y="0"/>
                </a:lnTo>
                <a:lnTo>
                  <a:pt x="1854367" y="1370492"/>
                </a:lnTo>
                <a:lnTo>
                  <a:pt x="0" y="13704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EEBF7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C2FEA7-F238-4358-B329-1E781C61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081" y="685309"/>
            <a:ext cx="1854364" cy="1370493"/>
          </a:xfrm>
          <a:custGeom xmlns:a="http://schemas.openxmlformats.org/drawingml/2006/main">
            <a:pathLst>
              <a:path w="1854364" h="1370493" fill="none">
                <a:moveTo>
                  <a:pt x="0" y="0"/>
                </a:moveTo>
                <a:lnTo>
                  <a:pt x="1854364" y="0"/>
                </a:lnTo>
                <a:lnTo>
                  <a:pt x="1854364" y="1370493"/>
                </a:lnTo>
                <a:lnTo>
                  <a:pt x="0" y="13704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D9D9D9"/>
            </a:solidFill>
            <a:miter/>
          </a:ln>
        </p:spPr>
      </p:sp>
      <p:sp>
        <p:nvSpPr>
          <p:cNvPr id="176" name="Text …">
            <a:extLst xmlns:a="http://schemas.openxmlformats.org/drawingml/2006/main">
              <a:ext uri="{FF2B5EF4-FFF2-40B4-BE49-F238E27FC236}">
                <a16:creationId xmlns:a16="http://schemas.microsoft.com/office/drawing/2014/main" id="{A4E877EA-95F8-47A5-9EBC-86D6E82B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9451" y="1297042"/>
            <a:ext cx="73253" cy="10241"/>
          </a:xfrm>
          <a:custGeom xmlns:a="http://schemas.openxmlformats.org/drawingml/2006/main">
            <a:pathLst>
              <a:path w="73253" h="10241">
                <a:moveTo>
                  <a:pt x="5120" y="0"/>
                </a:moveTo>
                <a:cubicBezTo>
                  <a:pt x="6566" y="0"/>
                  <a:pt x="7780" y="500"/>
                  <a:pt x="8764" y="1499"/>
                </a:cubicBezTo>
                <a:cubicBezTo>
                  <a:pt x="9749" y="2499"/>
                  <a:pt x="10241" y="3706"/>
                  <a:pt x="10241" y="5120"/>
                </a:cubicBezTo>
                <a:cubicBezTo>
                  <a:pt x="10241" y="6535"/>
                  <a:pt x="9741" y="7742"/>
                  <a:pt x="8741" y="8741"/>
                </a:cubicBezTo>
                <a:cubicBezTo>
                  <a:pt x="7742" y="9741"/>
                  <a:pt x="6535" y="10241"/>
                  <a:pt x="5120" y="10241"/>
                </a:cubicBezTo>
                <a:cubicBezTo>
                  <a:pt x="3706" y="10241"/>
                  <a:pt x="2499" y="9741"/>
                  <a:pt x="1499" y="8741"/>
                </a:cubicBezTo>
                <a:cubicBezTo>
                  <a:pt x="500" y="7742"/>
                  <a:pt x="0" y="6535"/>
                  <a:pt x="0" y="5120"/>
                </a:cubicBezTo>
                <a:cubicBezTo>
                  <a:pt x="0" y="3675"/>
                  <a:pt x="500" y="2460"/>
                  <a:pt x="1499" y="1476"/>
                </a:cubicBezTo>
                <a:cubicBezTo>
                  <a:pt x="2499" y="492"/>
                  <a:pt x="3706" y="0"/>
                  <a:pt x="5120" y="0"/>
                </a:cubicBezTo>
                <a:moveTo>
                  <a:pt x="36626" y="0"/>
                </a:moveTo>
                <a:cubicBezTo>
                  <a:pt x="38041" y="0"/>
                  <a:pt x="39248" y="500"/>
                  <a:pt x="40247" y="1499"/>
                </a:cubicBezTo>
                <a:cubicBezTo>
                  <a:pt x="41247" y="2499"/>
                  <a:pt x="41747" y="3706"/>
                  <a:pt x="41747" y="5120"/>
                </a:cubicBezTo>
                <a:cubicBezTo>
                  <a:pt x="41747" y="6535"/>
                  <a:pt x="41247" y="7742"/>
                  <a:pt x="40247" y="8741"/>
                </a:cubicBezTo>
                <a:cubicBezTo>
                  <a:pt x="39248" y="9741"/>
                  <a:pt x="38041" y="10241"/>
                  <a:pt x="36626" y="10241"/>
                </a:cubicBezTo>
                <a:cubicBezTo>
                  <a:pt x="35212" y="10241"/>
                  <a:pt x="34005" y="9741"/>
                  <a:pt x="33005" y="8741"/>
                </a:cubicBezTo>
                <a:cubicBezTo>
                  <a:pt x="32006" y="7742"/>
                  <a:pt x="31506" y="6535"/>
                  <a:pt x="31506" y="5120"/>
                </a:cubicBezTo>
                <a:cubicBezTo>
                  <a:pt x="31506" y="3675"/>
                  <a:pt x="32006" y="2460"/>
                  <a:pt x="33005" y="1476"/>
                </a:cubicBezTo>
                <a:cubicBezTo>
                  <a:pt x="34005" y="492"/>
                  <a:pt x="35212" y="0"/>
                  <a:pt x="36626" y="0"/>
                </a:cubicBezTo>
                <a:moveTo>
                  <a:pt x="68132" y="0"/>
                </a:moveTo>
                <a:cubicBezTo>
                  <a:pt x="69547" y="0"/>
                  <a:pt x="70754" y="500"/>
                  <a:pt x="71753" y="1499"/>
                </a:cubicBezTo>
                <a:cubicBezTo>
                  <a:pt x="72753" y="2499"/>
                  <a:pt x="73253" y="3706"/>
                  <a:pt x="73253" y="5120"/>
                </a:cubicBezTo>
                <a:cubicBezTo>
                  <a:pt x="73253" y="6535"/>
                  <a:pt x="72753" y="7742"/>
                  <a:pt x="71753" y="8741"/>
                </a:cubicBezTo>
                <a:cubicBezTo>
                  <a:pt x="70754" y="9741"/>
                  <a:pt x="69547" y="10241"/>
                  <a:pt x="68132" y="10241"/>
                </a:cubicBezTo>
                <a:cubicBezTo>
                  <a:pt x="66718" y="10241"/>
                  <a:pt x="65511" y="9741"/>
                  <a:pt x="64511" y="8741"/>
                </a:cubicBezTo>
                <a:cubicBezTo>
                  <a:pt x="63512" y="7742"/>
                  <a:pt x="63012" y="6535"/>
                  <a:pt x="63012" y="5120"/>
                </a:cubicBezTo>
                <a:cubicBezTo>
                  <a:pt x="63012" y="3675"/>
                  <a:pt x="63504" y="2460"/>
                  <a:pt x="64488" y="1476"/>
                </a:cubicBezTo>
                <a:cubicBezTo>
                  <a:pt x="65472" y="492"/>
                  <a:pt x="66687" y="0"/>
                  <a:pt x="6813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482A50-E891-42FE-8A4E-A179ACA6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6428" y="906820"/>
            <a:ext cx="238568" cy="978723"/>
          </a:xfrm>
          <a:custGeom xmlns:a="http://schemas.openxmlformats.org/drawingml/2006/main">
            <a:pathLst>
              <a:path w="238568" h="978723">
                <a:moveTo>
                  <a:pt x="0" y="39761"/>
                </a:moveTo>
                <a:cubicBezTo>
                  <a:pt x="0" y="17802"/>
                  <a:pt x="17801" y="0"/>
                  <a:pt x="39759" y="0"/>
                </a:cubicBezTo>
                <a:lnTo>
                  <a:pt x="198802" y="0"/>
                </a:lnTo>
                <a:cubicBezTo>
                  <a:pt x="220760" y="0"/>
                  <a:pt x="238568" y="17802"/>
                  <a:pt x="238568" y="39761"/>
                </a:cubicBezTo>
                <a:lnTo>
                  <a:pt x="238568" y="938962"/>
                </a:lnTo>
                <a:cubicBezTo>
                  <a:pt x="238568" y="960921"/>
                  <a:pt x="220760" y="978723"/>
                  <a:pt x="198802" y="978723"/>
                </a:cubicBezTo>
                <a:lnTo>
                  <a:pt x="39759" y="978723"/>
                </a:lnTo>
                <a:cubicBezTo>
                  <a:pt x="17801" y="978723"/>
                  <a:pt x="0" y="960921"/>
                  <a:pt x="0" y="938962"/>
                </a:cubicBezTo>
                <a:lnTo>
                  <a:pt x="0" y="39761"/>
                </a:lnTo>
                <a:close/>
              </a:path>
            </a:pathLst>
          </a:custGeom>
          <a:solidFill xmlns:a="http://schemas.openxmlformats.org/drawingml/2006/main">
            <a:srgbClr val="E2F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82E1CB-C8E1-4686-9905-E7E9A04D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6429" y="906820"/>
            <a:ext cx="238565" cy="978723"/>
          </a:xfrm>
          <a:custGeom xmlns:a="http://schemas.openxmlformats.org/drawingml/2006/main">
            <a:pathLst>
              <a:path w="238565" h="978723" fill="none">
                <a:moveTo>
                  <a:pt x="0" y="39761"/>
                </a:moveTo>
                <a:cubicBezTo>
                  <a:pt x="0" y="17802"/>
                  <a:pt x="17802" y="0"/>
                  <a:pt x="39761" y="0"/>
                </a:cubicBezTo>
                <a:lnTo>
                  <a:pt x="198804" y="0"/>
                </a:lnTo>
                <a:cubicBezTo>
                  <a:pt x="220764" y="0"/>
                  <a:pt x="238565" y="17802"/>
                  <a:pt x="238565" y="39761"/>
                </a:cubicBezTo>
                <a:lnTo>
                  <a:pt x="238565" y="938962"/>
                </a:lnTo>
                <a:cubicBezTo>
                  <a:pt x="238565" y="960921"/>
                  <a:pt x="220764" y="978723"/>
                  <a:pt x="198804" y="978723"/>
                </a:cubicBezTo>
                <a:lnTo>
                  <a:pt x="39761" y="978723"/>
                </a:lnTo>
                <a:cubicBezTo>
                  <a:pt x="17802" y="978723"/>
                  <a:pt x="0" y="960921"/>
                  <a:pt x="0" y="938962"/>
                </a:cubicBezTo>
                <a:lnTo>
                  <a:pt x="0" y="3976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2F528F"/>
            </a:solidFill>
            <a:miter/>
          </a:ln>
        </p:spPr>
      </p:sp>
      <p:sp>
        <p:nvSpPr>
          <p:cNvPr id="179" name="Text FC">
            <a:extLst xmlns:a="http://schemas.openxmlformats.org/drawingml/2006/main">
              <a:ext uri="{FF2B5EF4-FFF2-40B4-BE49-F238E27FC236}">
                <a16:creationId xmlns:a16="http://schemas.microsoft.com/office/drawing/2014/main" id="{08F3B410-2010-49B6-91E5-57339857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443" y="1356590"/>
            <a:ext cx="142333" cy="83981"/>
          </a:xfrm>
          <a:custGeom xmlns:a="http://schemas.openxmlformats.org/drawingml/2006/main">
            <a:pathLst>
              <a:path w="142333" h="83981">
                <a:moveTo>
                  <a:pt x="22893" y="6168"/>
                </a:moveTo>
                <a:lnTo>
                  <a:pt x="22893" y="37720"/>
                </a:lnTo>
                <a:lnTo>
                  <a:pt x="37542" y="37720"/>
                </a:lnTo>
                <a:cubicBezTo>
                  <a:pt x="40903" y="37720"/>
                  <a:pt x="43364" y="36979"/>
                  <a:pt x="44926" y="35496"/>
                </a:cubicBezTo>
                <a:cubicBezTo>
                  <a:pt x="46488" y="34013"/>
                  <a:pt x="47526" y="31078"/>
                  <a:pt x="48040" y="26689"/>
                </a:cubicBezTo>
                <a:lnTo>
                  <a:pt x="50234" y="26689"/>
                </a:lnTo>
                <a:lnTo>
                  <a:pt x="50234" y="53971"/>
                </a:lnTo>
                <a:lnTo>
                  <a:pt x="48040" y="53971"/>
                </a:lnTo>
                <a:cubicBezTo>
                  <a:pt x="48000" y="50831"/>
                  <a:pt x="47595" y="48526"/>
                  <a:pt x="46824" y="47056"/>
                </a:cubicBezTo>
                <a:cubicBezTo>
                  <a:pt x="46053" y="45584"/>
                  <a:pt x="44985" y="44481"/>
                  <a:pt x="43621" y="43746"/>
                </a:cubicBezTo>
                <a:cubicBezTo>
                  <a:pt x="42257" y="43010"/>
                  <a:pt x="40231" y="42643"/>
                  <a:pt x="37542" y="42643"/>
                </a:cubicBezTo>
                <a:lnTo>
                  <a:pt x="22893" y="42643"/>
                </a:lnTo>
                <a:lnTo>
                  <a:pt x="22893" y="67949"/>
                </a:lnTo>
                <a:cubicBezTo>
                  <a:pt x="22893" y="72028"/>
                  <a:pt x="23150" y="74721"/>
                  <a:pt x="23664" y="76028"/>
                </a:cubicBezTo>
                <a:cubicBezTo>
                  <a:pt x="24059" y="77018"/>
                  <a:pt x="24890" y="77869"/>
                  <a:pt x="26155" y="78582"/>
                </a:cubicBezTo>
                <a:cubicBezTo>
                  <a:pt x="27895" y="79532"/>
                  <a:pt x="29714" y="80007"/>
                  <a:pt x="31611" y="80007"/>
                </a:cubicBezTo>
                <a:lnTo>
                  <a:pt x="34518" y="80007"/>
                </a:lnTo>
                <a:lnTo>
                  <a:pt x="34518" y="82202"/>
                </a:lnTo>
                <a:lnTo>
                  <a:pt x="0" y="82202"/>
                </a:lnTo>
                <a:lnTo>
                  <a:pt x="0" y="80007"/>
                </a:lnTo>
                <a:lnTo>
                  <a:pt x="2847" y="80007"/>
                </a:lnTo>
                <a:cubicBezTo>
                  <a:pt x="6168" y="80007"/>
                  <a:pt x="8580" y="79038"/>
                  <a:pt x="10082" y="77101"/>
                </a:cubicBezTo>
                <a:cubicBezTo>
                  <a:pt x="11031" y="75836"/>
                  <a:pt x="11506" y="72791"/>
                  <a:pt x="11506" y="67968"/>
                </a:cubicBezTo>
                <a:lnTo>
                  <a:pt x="11506" y="16013"/>
                </a:lnTo>
                <a:cubicBezTo>
                  <a:pt x="11506" y="11941"/>
                  <a:pt x="11249" y="9252"/>
                  <a:pt x="10735" y="7947"/>
                </a:cubicBezTo>
                <a:cubicBezTo>
                  <a:pt x="10339" y="6959"/>
                  <a:pt x="9529" y="6109"/>
                  <a:pt x="8303" y="5397"/>
                </a:cubicBezTo>
                <a:cubicBezTo>
                  <a:pt x="6603" y="4448"/>
                  <a:pt x="4784" y="3974"/>
                  <a:pt x="2847" y="3974"/>
                </a:cubicBezTo>
                <a:lnTo>
                  <a:pt x="0" y="3974"/>
                </a:lnTo>
                <a:lnTo>
                  <a:pt x="0" y="1779"/>
                </a:lnTo>
                <a:lnTo>
                  <a:pt x="59842" y="1779"/>
                </a:lnTo>
                <a:lnTo>
                  <a:pt x="60613" y="19453"/>
                </a:lnTo>
                <a:lnTo>
                  <a:pt x="58537" y="19453"/>
                </a:lnTo>
                <a:cubicBezTo>
                  <a:pt x="57509" y="15697"/>
                  <a:pt x="56313" y="12939"/>
                  <a:pt x="54949" y="11180"/>
                </a:cubicBezTo>
                <a:cubicBezTo>
                  <a:pt x="53585" y="9420"/>
                  <a:pt x="51905" y="8145"/>
                  <a:pt x="49908" y="7354"/>
                </a:cubicBezTo>
                <a:cubicBezTo>
                  <a:pt x="47911" y="6563"/>
                  <a:pt x="44817" y="6168"/>
                  <a:pt x="40626" y="6168"/>
                </a:cubicBezTo>
                <a:lnTo>
                  <a:pt x="22893" y="6168"/>
                </a:lnTo>
                <a:close/>
                <a:moveTo>
                  <a:pt x="138655" y="0"/>
                </a:moveTo>
                <a:lnTo>
                  <a:pt x="140494" y="27282"/>
                </a:lnTo>
                <a:lnTo>
                  <a:pt x="138655" y="27282"/>
                </a:lnTo>
                <a:cubicBezTo>
                  <a:pt x="136204" y="19076"/>
                  <a:pt x="132705" y="13170"/>
                  <a:pt x="128158" y="9563"/>
                </a:cubicBezTo>
                <a:cubicBezTo>
                  <a:pt x="123611" y="5956"/>
                  <a:pt x="118154" y="4152"/>
                  <a:pt x="111789" y="4152"/>
                </a:cubicBezTo>
                <a:cubicBezTo>
                  <a:pt x="106451" y="4152"/>
                  <a:pt x="101627" y="5507"/>
                  <a:pt x="97317" y="8218"/>
                </a:cubicBezTo>
                <a:cubicBezTo>
                  <a:pt x="93008" y="10928"/>
                  <a:pt x="89617" y="15250"/>
                  <a:pt x="87146" y="21186"/>
                </a:cubicBezTo>
                <a:cubicBezTo>
                  <a:pt x="84675" y="27122"/>
                  <a:pt x="83439" y="34502"/>
                  <a:pt x="83439" y="43327"/>
                </a:cubicBezTo>
                <a:cubicBezTo>
                  <a:pt x="83439" y="50607"/>
                  <a:pt x="84606" y="56918"/>
                  <a:pt x="86938" y="62261"/>
                </a:cubicBezTo>
                <a:cubicBezTo>
                  <a:pt x="89271" y="67602"/>
                  <a:pt x="92780" y="71698"/>
                  <a:pt x="97466" y="74547"/>
                </a:cubicBezTo>
                <a:cubicBezTo>
                  <a:pt x="102151" y="77396"/>
                  <a:pt x="107499" y="78821"/>
                  <a:pt x="113509" y="78821"/>
                </a:cubicBezTo>
                <a:cubicBezTo>
                  <a:pt x="118728" y="78821"/>
                  <a:pt x="123334" y="77704"/>
                  <a:pt x="127328" y="75470"/>
                </a:cubicBezTo>
                <a:cubicBezTo>
                  <a:pt x="131321" y="73236"/>
                  <a:pt x="135710" y="68798"/>
                  <a:pt x="140494" y="62155"/>
                </a:cubicBezTo>
                <a:lnTo>
                  <a:pt x="142333" y="63338"/>
                </a:lnTo>
                <a:cubicBezTo>
                  <a:pt x="138300" y="70476"/>
                  <a:pt x="133594" y="75701"/>
                  <a:pt x="128217" y="79014"/>
                </a:cubicBezTo>
                <a:cubicBezTo>
                  <a:pt x="122840" y="82325"/>
                  <a:pt x="116454" y="83981"/>
                  <a:pt x="109061" y="83981"/>
                </a:cubicBezTo>
                <a:cubicBezTo>
                  <a:pt x="95736" y="83981"/>
                  <a:pt x="85416" y="79045"/>
                  <a:pt x="78102" y="69174"/>
                </a:cubicBezTo>
                <a:cubicBezTo>
                  <a:pt x="72645" y="61831"/>
                  <a:pt x="69917" y="53184"/>
                  <a:pt x="69917" y="43234"/>
                </a:cubicBezTo>
                <a:cubicBezTo>
                  <a:pt x="69917" y="35219"/>
                  <a:pt x="71716" y="27855"/>
                  <a:pt x="75314" y="21143"/>
                </a:cubicBezTo>
                <a:cubicBezTo>
                  <a:pt x="78912" y="14432"/>
                  <a:pt x="83864" y="9230"/>
                  <a:pt x="90171" y="5538"/>
                </a:cubicBezTo>
                <a:cubicBezTo>
                  <a:pt x="96477" y="1846"/>
                  <a:pt x="103367" y="0"/>
                  <a:pt x="110840" y="0"/>
                </a:cubicBezTo>
                <a:cubicBezTo>
                  <a:pt x="116652" y="0"/>
                  <a:pt x="122385" y="1423"/>
                  <a:pt x="128039" y="4270"/>
                </a:cubicBezTo>
                <a:cubicBezTo>
                  <a:pt x="129700" y="5140"/>
                  <a:pt x="130886" y="5575"/>
                  <a:pt x="131598" y="5575"/>
                </a:cubicBezTo>
                <a:cubicBezTo>
                  <a:pt x="132665" y="5575"/>
                  <a:pt x="133594" y="5199"/>
                  <a:pt x="134385" y="4448"/>
                </a:cubicBezTo>
                <a:cubicBezTo>
                  <a:pt x="135413" y="3381"/>
                  <a:pt x="136145" y="1898"/>
                  <a:pt x="136580" y="0"/>
                </a:cubicBezTo>
                <a:lnTo>
                  <a:pt x="13865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DF1AA9-7DC5-410C-86BF-1AE70277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7352" y="745942"/>
            <a:ext cx="562526" cy="1263729"/>
          </a:xfrm>
          <a:custGeom xmlns:a="http://schemas.openxmlformats.org/drawingml/2006/main">
            <a:pathLst>
              <a:path w="562526" h="1263729">
                <a:moveTo>
                  <a:pt x="0" y="93755"/>
                </a:moveTo>
                <a:cubicBezTo>
                  <a:pt x="0" y="41976"/>
                  <a:pt x="41979" y="0"/>
                  <a:pt x="93757" y="0"/>
                </a:cubicBezTo>
                <a:lnTo>
                  <a:pt x="468769" y="0"/>
                </a:lnTo>
                <a:cubicBezTo>
                  <a:pt x="520553" y="0"/>
                  <a:pt x="562526" y="41976"/>
                  <a:pt x="562526" y="93755"/>
                </a:cubicBezTo>
                <a:lnTo>
                  <a:pt x="562526" y="1169973"/>
                </a:lnTo>
                <a:cubicBezTo>
                  <a:pt x="562526" y="1221753"/>
                  <a:pt x="520553" y="1263729"/>
                  <a:pt x="468769" y="1263729"/>
                </a:cubicBezTo>
                <a:lnTo>
                  <a:pt x="93757" y="1263729"/>
                </a:lnTo>
                <a:cubicBezTo>
                  <a:pt x="41979" y="1263729"/>
                  <a:pt x="0" y="1221753"/>
                  <a:pt x="0" y="1169973"/>
                </a:cubicBezTo>
                <a:lnTo>
                  <a:pt x="0" y="93755"/>
                </a:lnTo>
                <a:close/>
              </a:path>
            </a:pathLst>
          </a:custGeom>
          <a:solidFill xmlns:a="http://schemas.openxmlformats.org/drawingml/2006/main">
            <a:srgbClr val="E2F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0B3B6E-AC07-4A97-BB15-D3804367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7352" y="745942"/>
            <a:ext cx="562525" cy="1263729"/>
          </a:xfrm>
          <a:custGeom xmlns:a="http://schemas.openxmlformats.org/drawingml/2006/main">
            <a:pathLst>
              <a:path w="562525" h="1263729" fill="none">
                <a:moveTo>
                  <a:pt x="0" y="93756"/>
                </a:moveTo>
                <a:cubicBezTo>
                  <a:pt x="0" y="41976"/>
                  <a:pt x="41976" y="0"/>
                  <a:pt x="93756" y="0"/>
                </a:cubicBezTo>
                <a:lnTo>
                  <a:pt x="468770" y="0"/>
                </a:lnTo>
                <a:cubicBezTo>
                  <a:pt x="520550" y="0"/>
                  <a:pt x="562525" y="41976"/>
                  <a:pt x="562525" y="93756"/>
                </a:cubicBezTo>
                <a:lnTo>
                  <a:pt x="562525" y="1169974"/>
                </a:lnTo>
                <a:cubicBezTo>
                  <a:pt x="562525" y="1221754"/>
                  <a:pt x="520550" y="1263729"/>
                  <a:pt x="468770" y="1263729"/>
                </a:cubicBezTo>
                <a:lnTo>
                  <a:pt x="93756" y="1263729"/>
                </a:lnTo>
                <a:cubicBezTo>
                  <a:pt x="41976" y="1263729"/>
                  <a:pt x="0" y="1221754"/>
                  <a:pt x="0" y="1169974"/>
                </a:cubicBezTo>
                <a:lnTo>
                  <a:pt x="0" y="937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2F528F"/>
            </a:solidFill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121B3-B020-4422-8C42-64E78F4C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06" y="798704"/>
            <a:ext cx="385418" cy="222951"/>
          </a:xfrm>
          <a:custGeom xmlns:a="http://schemas.openxmlformats.org/drawingml/2006/main">
            <a:pathLst>
              <a:path w="385418" h="222951">
                <a:moveTo>
                  <a:pt x="0" y="0"/>
                </a:moveTo>
                <a:lnTo>
                  <a:pt x="385418" y="0"/>
                </a:lnTo>
                <a:lnTo>
                  <a:pt x="385418" y="222951"/>
                </a:lnTo>
                <a:lnTo>
                  <a:pt x="0" y="2229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7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C8FDDB-6B11-4499-936D-D6E4564D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06" y="798704"/>
            <a:ext cx="385418" cy="222950"/>
          </a:xfrm>
          <a:custGeom xmlns:a="http://schemas.openxmlformats.org/drawingml/2006/main">
            <a:pathLst>
              <a:path w="385418" h="222950" fill="none">
                <a:moveTo>
                  <a:pt x="0" y="0"/>
                </a:moveTo>
                <a:lnTo>
                  <a:pt x="385418" y="0"/>
                </a:lnTo>
                <a:lnTo>
                  <a:pt x="385418" y="222950"/>
                </a:lnTo>
                <a:lnTo>
                  <a:pt x="0" y="2229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184" name="Text 𝑘">
            <a:extLst xmlns:a="http://schemas.openxmlformats.org/drawingml/2006/main">
              <a:ext uri="{FF2B5EF4-FFF2-40B4-BE49-F238E27FC236}">
                <a16:creationId xmlns:a16="http://schemas.microsoft.com/office/drawing/2014/main" id="{4A8999BD-1ED3-47B5-B482-62674A4F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422" y="854431"/>
            <a:ext cx="77734" cy="114347"/>
          </a:xfrm>
          <a:custGeom xmlns:a="http://schemas.openxmlformats.org/drawingml/2006/main">
            <a:pathLst>
              <a:path w="77734" h="114347">
                <a:moveTo>
                  <a:pt x="34399" y="80580"/>
                </a:moveTo>
                <a:cubicBezTo>
                  <a:pt x="33872" y="78524"/>
                  <a:pt x="33345" y="77101"/>
                  <a:pt x="32817" y="76310"/>
                </a:cubicBezTo>
                <a:cubicBezTo>
                  <a:pt x="32290" y="75519"/>
                  <a:pt x="31684" y="74992"/>
                  <a:pt x="30999" y="74729"/>
                </a:cubicBezTo>
                <a:cubicBezTo>
                  <a:pt x="30313" y="74465"/>
                  <a:pt x="29101" y="74333"/>
                  <a:pt x="27361" y="74333"/>
                </a:cubicBezTo>
                <a:lnTo>
                  <a:pt x="21905" y="74333"/>
                </a:lnTo>
                <a:lnTo>
                  <a:pt x="13680" y="113081"/>
                </a:lnTo>
                <a:lnTo>
                  <a:pt x="0" y="113081"/>
                </a:lnTo>
                <a:lnTo>
                  <a:pt x="20323" y="22695"/>
                </a:lnTo>
                <a:cubicBezTo>
                  <a:pt x="21008" y="19638"/>
                  <a:pt x="21496" y="17252"/>
                  <a:pt x="21786" y="15539"/>
                </a:cubicBezTo>
                <a:cubicBezTo>
                  <a:pt x="22076" y="13825"/>
                  <a:pt x="22221" y="12310"/>
                  <a:pt x="22221" y="10992"/>
                </a:cubicBezTo>
                <a:cubicBezTo>
                  <a:pt x="22221" y="8778"/>
                  <a:pt x="21549" y="7222"/>
                  <a:pt x="20204" y="6326"/>
                </a:cubicBezTo>
                <a:cubicBezTo>
                  <a:pt x="18860" y="5430"/>
                  <a:pt x="16448" y="4929"/>
                  <a:pt x="12969" y="4824"/>
                </a:cubicBezTo>
                <a:lnTo>
                  <a:pt x="13918" y="712"/>
                </a:lnTo>
                <a:lnTo>
                  <a:pt x="33924" y="0"/>
                </a:lnTo>
                <a:lnTo>
                  <a:pt x="38511" y="0"/>
                </a:lnTo>
                <a:lnTo>
                  <a:pt x="23012" y="69035"/>
                </a:lnTo>
                <a:lnTo>
                  <a:pt x="25542" y="69035"/>
                </a:lnTo>
                <a:cubicBezTo>
                  <a:pt x="29496" y="69035"/>
                  <a:pt x="33938" y="67309"/>
                  <a:pt x="38867" y="63855"/>
                </a:cubicBezTo>
                <a:cubicBezTo>
                  <a:pt x="43796" y="60402"/>
                  <a:pt x="47737" y="57200"/>
                  <a:pt x="50689" y="54247"/>
                </a:cubicBezTo>
                <a:cubicBezTo>
                  <a:pt x="53641" y="51295"/>
                  <a:pt x="55117" y="48448"/>
                  <a:pt x="55117" y="45707"/>
                </a:cubicBezTo>
                <a:cubicBezTo>
                  <a:pt x="55117" y="43124"/>
                  <a:pt x="53325" y="41674"/>
                  <a:pt x="49740" y="41358"/>
                </a:cubicBezTo>
                <a:lnTo>
                  <a:pt x="50610" y="37483"/>
                </a:lnTo>
                <a:lnTo>
                  <a:pt x="76231" y="37483"/>
                </a:lnTo>
                <a:lnTo>
                  <a:pt x="77734" y="41358"/>
                </a:lnTo>
                <a:cubicBezTo>
                  <a:pt x="73358" y="45312"/>
                  <a:pt x="68719" y="49186"/>
                  <a:pt x="63816" y="52982"/>
                </a:cubicBezTo>
                <a:lnTo>
                  <a:pt x="44205" y="68165"/>
                </a:lnTo>
                <a:lnTo>
                  <a:pt x="51954" y="96712"/>
                </a:lnTo>
                <a:cubicBezTo>
                  <a:pt x="52587" y="99137"/>
                  <a:pt x="53154" y="100890"/>
                  <a:pt x="53654" y="101971"/>
                </a:cubicBezTo>
                <a:cubicBezTo>
                  <a:pt x="54155" y="103052"/>
                  <a:pt x="54735" y="103856"/>
                  <a:pt x="55394" y="104383"/>
                </a:cubicBezTo>
                <a:cubicBezTo>
                  <a:pt x="56053" y="104910"/>
                  <a:pt x="56936" y="105174"/>
                  <a:pt x="58043" y="105174"/>
                </a:cubicBezTo>
                <a:cubicBezTo>
                  <a:pt x="59414" y="105174"/>
                  <a:pt x="61048" y="104436"/>
                  <a:pt x="62946" y="102960"/>
                </a:cubicBezTo>
                <a:cubicBezTo>
                  <a:pt x="64844" y="101483"/>
                  <a:pt x="67005" y="99348"/>
                  <a:pt x="69430" y="96554"/>
                </a:cubicBezTo>
                <a:lnTo>
                  <a:pt x="73938" y="100983"/>
                </a:lnTo>
                <a:cubicBezTo>
                  <a:pt x="69193" y="105991"/>
                  <a:pt x="65266" y="109470"/>
                  <a:pt x="62155" y="111421"/>
                </a:cubicBezTo>
                <a:cubicBezTo>
                  <a:pt x="59045" y="113371"/>
                  <a:pt x="56040" y="114347"/>
                  <a:pt x="53140" y="114347"/>
                </a:cubicBezTo>
                <a:cubicBezTo>
                  <a:pt x="49556" y="114347"/>
                  <a:pt x="46709" y="113332"/>
                  <a:pt x="44600" y="111302"/>
                </a:cubicBezTo>
                <a:cubicBezTo>
                  <a:pt x="42491" y="109273"/>
                  <a:pt x="40831" y="105885"/>
                  <a:pt x="39618" y="101141"/>
                </a:cubicBezTo>
                <a:lnTo>
                  <a:pt x="34399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Text !">
            <a:extLst xmlns:a="http://schemas.openxmlformats.org/drawingml/2006/main">
              <a:ext uri="{FF2B5EF4-FFF2-40B4-BE49-F238E27FC236}">
                <a16:creationId xmlns:a16="http://schemas.microsoft.com/office/drawing/2014/main" id="{94AFD241-C7D3-470D-A6D5-3E0A1FA6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4098" y="924718"/>
            <a:ext cx="53259" cy="78050"/>
          </a:xfrm>
          <a:custGeom xmlns:a="http://schemas.openxmlformats.org/drawingml/2006/main">
            <a:pathLst>
              <a:path w="53259" h="78050">
                <a:moveTo>
                  <a:pt x="25977" y="78050"/>
                </a:moveTo>
                <a:cubicBezTo>
                  <a:pt x="17199" y="78050"/>
                  <a:pt x="10676" y="74867"/>
                  <a:pt x="6405" y="68501"/>
                </a:cubicBezTo>
                <a:cubicBezTo>
                  <a:pt x="2135" y="62136"/>
                  <a:pt x="0" y="52488"/>
                  <a:pt x="0" y="39559"/>
                </a:cubicBezTo>
                <a:cubicBezTo>
                  <a:pt x="0" y="32798"/>
                  <a:pt x="662" y="26946"/>
                  <a:pt x="1987" y="22003"/>
                </a:cubicBezTo>
                <a:cubicBezTo>
                  <a:pt x="3311" y="17061"/>
                  <a:pt x="5170" y="12959"/>
                  <a:pt x="7562" y="9697"/>
                </a:cubicBezTo>
                <a:cubicBezTo>
                  <a:pt x="9954" y="6435"/>
                  <a:pt x="12791" y="4003"/>
                  <a:pt x="16073" y="2402"/>
                </a:cubicBezTo>
                <a:cubicBezTo>
                  <a:pt x="19354" y="801"/>
                  <a:pt x="22952" y="0"/>
                  <a:pt x="26867" y="0"/>
                </a:cubicBezTo>
                <a:cubicBezTo>
                  <a:pt x="31572" y="0"/>
                  <a:pt x="35595" y="880"/>
                  <a:pt x="38936" y="2639"/>
                </a:cubicBezTo>
                <a:cubicBezTo>
                  <a:pt x="42277" y="4399"/>
                  <a:pt x="45005" y="6909"/>
                  <a:pt x="47121" y="10171"/>
                </a:cubicBezTo>
                <a:cubicBezTo>
                  <a:pt x="49236" y="13433"/>
                  <a:pt x="50788" y="17417"/>
                  <a:pt x="51776" y="22122"/>
                </a:cubicBezTo>
                <a:cubicBezTo>
                  <a:pt x="52765" y="26827"/>
                  <a:pt x="53259" y="32145"/>
                  <a:pt x="53259" y="38076"/>
                </a:cubicBezTo>
                <a:cubicBezTo>
                  <a:pt x="53259" y="51243"/>
                  <a:pt x="50926" y="61196"/>
                  <a:pt x="46261" y="67938"/>
                </a:cubicBezTo>
                <a:cubicBezTo>
                  <a:pt x="41595" y="74679"/>
                  <a:pt x="34834" y="78050"/>
                  <a:pt x="25977" y="78050"/>
                </a:cubicBezTo>
                <a:moveTo>
                  <a:pt x="12277" y="38135"/>
                </a:moveTo>
                <a:cubicBezTo>
                  <a:pt x="12277" y="44027"/>
                  <a:pt x="12564" y="49117"/>
                  <a:pt x="13137" y="53407"/>
                </a:cubicBezTo>
                <a:cubicBezTo>
                  <a:pt x="13710" y="57697"/>
                  <a:pt x="14600" y="61226"/>
                  <a:pt x="15806" y="63994"/>
                </a:cubicBezTo>
                <a:cubicBezTo>
                  <a:pt x="17012" y="66762"/>
                  <a:pt x="18524" y="68798"/>
                  <a:pt x="20343" y="70103"/>
                </a:cubicBezTo>
                <a:cubicBezTo>
                  <a:pt x="22162" y="71407"/>
                  <a:pt x="24336" y="72060"/>
                  <a:pt x="26867" y="72060"/>
                </a:cubicBezTo>
                <a:cubicBezTo>
                  <a:pt x="29239" y="72060"/>
                  <a:pt x="31315" y="71447"/>
                  <a:pt x="33094" y="70221"/>
                </a:cubicBezTo>
                <a:cubicBezTo>
                  <a:pt x="34873" y="68996"/>
                  <a:pt x="36346" y="67088"/>
                  <a:pt x="37513" y="64498"/>
                </a:cubicBezTo>
                <a:cubicBezTo>
                  <a:pt x="38679" y="61908"/>
                  <a:pt x="39559" y="58626"/>
                  <a:pt x="40152" y="54653"/>
                </a:cubicBezTo>
                <a:cubicBezTo>
                  <a:pt x="40745" y="50679"/>
                  <a:pt x="41041" y="45984"/>
                  <a:pt x="41041" y="40567"/>
                </a:cubicBezTo>
                <a:cubicBezTo>
                  <a:pt x="41041" y="34478"/>
                  <a:pt x="40715" y="29239"/>
                  <a:pt x="40063" y="24850"/>
                </a:cubicBezTo>
                <a:cubicBezTo>
                  <a:pt x="39410" y="20461"/>
                  <a:pt x="38491" y="16853"/>
                  <a:pt x="37305" y="14026"/>
                </a:cubicBezTo>
                <a:cubicBezTo>
                  <a:pt x="36119" y="11199"/>
                  <a:pt x="34626" y="9114"/>
                  <a:pt x="32827" y="7769"/>
                </a:cubicBezTo>
                <a:cubicBezTo>
                  <a:pt x="31028" y="6425"/>
                  <a:pt x="28962" y="5753"/>
                  <a:pt x="26630" y="5753"/>
                </a:cubicBezTo>
                <a:cubicBezTo>
                  <a:pt x="23862" y="5753"/>
                  <a:pt x="21549" y="6475"/>
                  <a:pt x="19690" y="7918"/>
                </a:cubicBezTo>
                <a:cubicBezTo>
                  <a:pt x="17832" y="9361"/>
                  <a:pt x="16359" y="11476"/>
                  <a:pt x="15272" y="14264"/>
                </a:cubicBezTo>
                <a:cubicBezTo>
                  <a:pt x="14185" y="17051"/>
                  <a:pt x="13414" y="20452"/>
                  <a:pt x="12959" y="24465"/>
                </a:cubicBezTo>
                <a:cubicBezTo>
                  <a:pt x="12504" y="28478"/>
                  <a:pt x="12277" y="33035"/>
                  <a:pt x="12277" y="38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Text …">
            <a:extLst xmlns:a="http://schemas.openxmlformats.org/drawingml/2006/main">
              <a:ext uri="{FF2B5EF4-FFF2-40B4-BE49-F238E27FC236}">
                <a16:creationId xmlns:a16="http://schemas.microsoft.com/office/drawing/2014/main" id="{DF11619F-589A-4D2C-83E1-90F5CD5D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383" y="1343479"/>
            <a:ext cx="8046" cy="57556"/>
          </a:xfrm>
          <a:custGeom xmlns:a="http://schemas.openxmlformats.org/drawingml/2006/main">
            <a:pathLst>
              <a:path w="8046" h="57556">
                <a:moveTo>
                  <a:pt x="8046" y="4023"/>
                </a:moveTo>
                <a:cubicBezTo>
                  <a:pt x="8046" y="5159"/>
                  <a:pt x="7654" y="6113"/>
                  <a:pt x="6868" y="6886"/>
                </a:cubicBezTo>
                <a:cubicBezTo>
                  <a:pt x="6083" y="7660"/>
                  <a:pt x="5135" y="8046"/>
                  <a:pt x="4023" y="8046"/>
                </a:cubicBezTo>
                <a:cubicBezTo>
                  <a:pt x="2912" y="8046"/>
                  <a:pt x="1963" y="7654"/>
                  <a:pt x="1178" y="6868"/>
                </a:cubicBezTo>
                <a:cubicBezTo>
                  <a:pt x="393" y="6083"/>
                  <a:pt x="0" y="5135"/>
                  <a:pt x="0" y="4023"/>
                </a:cubicBezTo>
                <a:cubicBezTo>
                  <a:pt x="0" y="2912"/>
                  <a:pt x="393" y="1963"/>
                  <a:pt x="1178" y="1178"/>
                </a:cubicBezTo>
                <a:cubicBezTo>
                  <a:pt x="1963" y="393"/>
                  <a:pt x="2912" y="0"/>
                  <a:pt x="4023" y="0"/>
                </a:cubicBezTo>
                <a:cubicBezTo>
                  <a:pt x="5159" y="0"/>
                  <a:pt x="6113" y="393"/>
                  <a:pt x="6886" y="1178"/>
                </a:cubicBezTo>
                <a:cubicBezTo>
                  <a:pt x="7660" y="1963"/>
                  <a:pt x="8046" y="2912"/>
                  <a:pt x="8046" y="4023"/>
                </a:cubicBezTo>
                <a:moveTo>
                  <a:pt x="8046" y="28778"/>
                </a:moveTo>
                <a:cubicBezTo>
                  <a:pt x="8046" y="29889"/>
                  <a:pt x="7654" y="30838"/>
                  <a:pt x="6868" y="31623"/>
                </a:cubicBezTo>
                <a:cubicBezTo>
                  <a:pt x="6083" y="32408"/>
                  <a:pt x="5135" y="32801"/>
                  <a:pt x="4023" y="32801"/>
                </a:cubicBezTo>
                <a:cubicBezTo>
                  <a:pt x="2912" y="32801"/>
                  <a:pt x="1963" y="32408"/>
                  <a:pt x="1178" y="31623"/>
                </a:cubicBezTo>
                <a:cubicBezTo>
                  <a:pt x="393" y="30838"/>
                  <a:pt x="0" y="29889"/>
                  <a:pt x="0" y="28778"/>
                </a:cubicBezTo>
                <a:cubicBezTo>
                  <a:pt x="0" y="27666"/>
                  <a:pt x="393" y="26718"/>
                  <a:pt x="1178" y="25933"/>
                </a:cubicBezTo>
                <a:cubicBezTo>
                  <a:pt x="1963" y="25147"/>
                  <a:pt x="2912" y="24755"/>
                  <a:pt x="4023" y="24755"/>
                </a:cubicBezTo>
                <a:cubicBezTo>
                  <a:pt x="5159" y="24755"/>
                  <a:pt x="6113" y="25147"/>
                  <a:pt x="6886" y="25933"/>
                </a:cubicBezTo>
                <a:cubicBezTo>
                  <a:pt x="7660" y="26718"/>
                  <a:pt x="8046" y="27666"/>
                  <a:pt x="8046" y="28778"/>
                </a:cubicBezTo>
                <a:moveTo>
                  <a:pt x="8046" y="53532"/>
                </a:moveTo>
                <a:cubicBezTo>
                  <a:pt x="8046" y="54644"/>
                  <a:pt x="7654" y="55592"/>
                  <a:pt x="6868" y="56378"/>
                </a:cubicBezTo>
                <a:cubicBezTo>
                  <a:pt x="6083" y="57163"/>
                  <a:pt x="5135" y="57556"/>
                  <a:pt x="4023" y="57556"/>
                </a:cubicBezTo>
                <a:cubicBezTo>
                  <a:pt x="2912" y="57556"/>
                  <a:pt x="1963" y="57163"/>
                  <a:pt x="1178" y="56378"/>
                </a:cubicBezTo>
                <a:cubicBezTo>
                  <a:pt x="393" y="55592"/>
                  <a:pt x="0" y="54644"/>
                  <a:pt x="0" y="53532"/>
                </a:cubicBezTo>
                <a:cubicBezTo>
                  <a:pt x="0" y="52421"/>
                  <a:pt x="393" y="51473"/>
                  <a:pt x="1178" y="50687"/>
                </a:cubicBezTo>
                <a:cubicBezTo>
                  <a:pt x="1963" y="49902"/>
                  <a:pt x="2912" y="49509"/>
                  <a:pt x="4023" y="49509"/>
                </a:cubicBezTo>
                <a:cubicBezTo>
                  <a:pt x="5159" y="49509"/>
                  <a:pt x="6113" y="49896"/>
                  <a:pt x="6886" y="50669"/>
                </a:cubicBezTo>
                <a:cubicBezTo>
                  <a:pt x="7660" y="51442"/>
                  <a:pt x="8046" y="52397"/>
                  <a:pt x="8046" y="535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A4B71D-058C-46B7-BC28-58B72902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06" y="1051250"/>
            <a:ext cx="385418" cy="222950"/>
          </a:xfrm>
          <a:custGeom xmlns:a="http://schemas.openxmlformats.org/drawingml/2006/main">
            <a:pathLst>
              <a:path w="385418" h="222950">
                <a:moveTo>
                  <a:pt x="0" y="0"/>
                </a:moveTo>
                <a:lnTo>
                  <a:pt x="385418" y="0"/>
                </a:lnTo>
                <a:lnTo>
                  <a:pt x="385418" y="222950"/>
                </a:lnTo>
                <a:lnTo>
                  <a:pt x="0" y="2229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7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B675DF-1735-4688-9207-057A2700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06" y="1051251"/>
            <a:ext cx="385418" cy="222950"/>
          </a:xfrm>
          <a:custGeom xmlns:a="http://schemas.openxmlformats.org/drawingml/2006/main">
            <a:pathLst>
              <a:path w="385418" h="222950" fill="none">
                <a:moveTo>
                  <a:pt x="0" y="0"/>
                </a:moveTo>
                <a:lnTo>
                  <a:pt x="385418" y="0"/>
                </a:lnTo>
                <a:lnTo>
                  <a:pt x="385418" y="222950"/>
                </a:lnTo>
                <a:lnTo>
                  <a:pt x="0" y="2229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189" name="Text 𝑘">
            <a:extLst xmlns:a="http://schemas.openxmlformats.org/drawingml/2006/main">
              <a:ext uri="{FF2B5EF4-FFF2-40B4-BE49-F238E27FC236}">
                <a16:creationId xmlns:a16="http://schemas.microsoft.com/office/drawing/2014/main" id="{3150CB3E-4926-4E9B-BF9C-5B8B06A1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298" y="1107075"/>
            <a:ext cx="77734" cy="114347"/>
          </a:xfrm>
          <a:custGeom xmlns:a="http://schemas.openxmlformats.org/drawingml/2006/main">
            <a:pathLst>
              <a:path w="77734" h="114347">
                <a:moveTo>
                  <a:pt x="34399" y="80580"/>
                </a:moveTo>
                <a:cubicBezTo>
                  <a:pt x="33872" y="78524"/>
                  <a:pt x="33345" y="77101"/>
                  <a:pt x="32817" y="76310"/>
                </a:cubicBezTo>
                <a:cubicBezTo>
                  <a:pt x="32290" y="75519"/>
                  <a:pt x="31684" y="74992"/>
                  <a:pt x="30999" y="74729"/>
                </a:cubicBezTo>
                <a:cubicBezTo>
                  <a:pt x="30313" y="74465"/>
                  <a:pt x="29101" y="74333"/>
                  <a:pt x="27361" y="74333"/>
                </a:cubicBezTo>
                <a:lnTo>
                  <a:pt x="21905" y="74333"/>
                </a:lnTo>
                <a:lnTo>
                  <a:pt x="13680" y="113081"/>
                </a:lnTo>
                <a:lnTo>
                  <a:pt x="0" y="113081"/>
                </a:lnTo>
                <a:lnTo>
                  <a:pt x="20323" y="22695"/>
                </a:lnTo>
                <a:cubicBezTo>
                  <a:pt x="21008" y="19638"/>
                  <a:pt x="21496" y="17252"/>
                  <a:pt x="21786" y="15539"/>
                </a:cubicBezTo>
                <a:cubicBezTo>
                  <a:pt x="22076" y="13825"/>
                  <a:pt x="22221" y="12310"/>
                  <a:pt x="22221" y="10992"/>
                </a:cubicBezTo>
                <a:cubicBezTo>
                  <a:pt x="22221" y="8778"/>
                  <a:pt x="21549" y="7222"/>
                  <a:pt x="20204" y="6326"/>
                </a:cubicBezTo>
                <a:cubicBezTo>
                  <a:pt x="18860" y="5430"/>
                  <a:pt x="16448" y="4929"/>
                  <a:pt x="12969" y="4824"/>
                </a:cubicBezTo>
                <a:lnTo>
                  <a:pt x="13918" y="712"/>
                </a:lnTo>
                <a:lnTo>
                  <a:pt x="33924" y="0"/>
                </a:lnTo>
                <a:lnTo>
                  <a:pt x="38511" y="0"/>
                </a:lnTo>
                <a:lnTo>
                  <a:pt x="23012" y="69035"/>
                </a:lnTo>
                <a:lnTo>
                  <a:pt x="25542" y="69035"/>
                </a:lnTo>
                <a:cubicBezTo>
                  <a:pt x="29496" y="69035"/>
                  <a:pt x="33938" y="67309"/>
                  <a:pt x="38867" y="63855"/>
                </a:cubicBezTo>
                <a:cubicBezTo>
                  <a:pt x="43796" y="60402"/>
                  <a:pt x="47737" y="57200"/>
                  <a:pt x="50689" y="54247"/>
                </a:cubicBezTo>
                <a:cubicBezTo>
                  <a:pt x="53641" y="51295"/>
                  <a:pt x="55117" y="48448"/>
                  <a:pt x="55117" y="45707"/>
                </a:cubicBezTo>
                <a:cubicBezTo>
                  <a:pt x="55117" y="43124"/>
                  <a:pt x="53325" y="41674"/>
                  <a:pt x="49740" y="41358"/>
                </a:cubicBezTo>
                <a:lnTo>
                  <a:pt x="50610" y="37483"/>
                </a:lnTo>
                <a:lnTo>
                  <a:pt x="76231" y="37483"/>
                </a:lnTo>
                <a:lnTo>
                  <a:pt x="77734" y="41358"/>
                </a:lnTo>
                <a:cubicBezTo>
                  <a:pt x="73358" y="45312"/>
                  <a:pt x="68719" y="49186"/>
                  <a:pt x="63816" y="52982"/>
                </a:cubicBezTo>
                <a:lnTo>
                  <a:pt x="44205" y="68165"/>
                </a:lnTo>
                <a:lnTo>
                  <a:pt x="51954" y="96712"/>
                </a:lnTo>
                <a:cubicBezTo>
                  <a:pt x="52587" y="99137"/>
                  <a:pt x="53154" y="100890"/>
                  <a:pt x="53654" y="101971"/>
                </a:cubicBezTo>
                <a:cubicBezTo>
                  <a:pt x="54155" y="103052"/>
                  <a:pt x="54735" y="103856"/>
                  <a:pt x="55394" y="104383"/>
                </a:cubicBezTo>
                <a:cubicBezTo>
                  <a:pt x="56053" y="104910"/>
                  <a:pt x="56936" y="105174"/>
                  <a:pt x="58043" y="105174"/>
                </a:cubicBezTo>
                <a:cubicBezTo>
                  <a:pt x="59414" y="105174"/>
                  <a:pt x="61048" y="104436"/>
                  <a:pt x="62946" y="102960"/>
                </a:cubicBezTo>
                <a:cubicBezTo>
                  <a:pt x="64844" y="101483"/>
                  <a:pt x="67005" y="99348"/>
                  <a:pt x="69430" y="96554"/>
                </a:cubicBezTo>
                <a:lnTo>
                  <a:pt x="73938" y="100983"/>
                </a:lnTo>
                <a:cubicBezTo>
                  <a:pt x="69193" y="105991"/>
                  <a:pt x="65266" y="109470"/>
                  <a:pt x="62155" y="111421"/>
                </a:cubicBezTo>
                <a:cubicBezTo>
                  <a:pt x="59045" y="113371"/>
                  <a:pt x="56040" y="114347"/>
                  <a:pt x="53140" y="114347"/>
                </a:cubicBezTo>
                <a:cubicBezTo>
                  <a:pt x="49556" y="114347"/>
                  <a:pt x="46709" y="113332"/>
                  <a:pt x="44600" y="111302"/>
                </a:cubicBezTo>
                <a:cubicBezTo>
                  <a:pt x="42491" y="109273"/>
                  <a:pt x="40831" y="105885"/>
                  <a:pt x="39618" y="101141"/>
                </a:cubicBezTo>
                <a:lnTo>
                  <a:pt x="34399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Text &quot;">
            <a:extLst xmlns:a="http://schemas.openxmlformats.org/drawingml/2006/main">
              <a:ext uri="{FF2B5EF4-FFF2-40B4-BE49-F238E27FC236}">
                <a16:creationId xmlns:a16="http://schemas.microsoft.com/office/drawing/2014/main" id="{358AD1C5-4BDC-45A1-B767-3429394F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4542" y="1177777"/>
            <a:ext cx="50294" cy="76389"/>
          </a:xfrm>
          <a:custGeom xmlns:a="http://schemas.openxmlformats.org/drawingml/2006/main">
            <a:pathLst>
              <a:path w="50294" h="76389">
                <a:moveTo>
                  <a:pt x="32501" y="60732"/>
                </a:moveTo>
                <a:cubicBezTo>
                  <a:pt x="32501" y="61958"/>
                  <a:pt x="32541" y="63015"/>
                  <a:pt x="32620" y="63905"/>
                </a:cubicBezTo>
                <a:cubicBezTo>
                  <a:pt x="32699" y="64795"/>
                  <a:pt x="32827" y="65546"/>
                  <a:pt x="33005" y="66159"/>
                </a:cubicBezTo>
                <a:cubicBezTo>
                  <a:pt x="33183" y="66771"/>
                  <a:pt x="33420" y="67295"/>
                  <a:pt x="33717" y="67730"/>
                </a:cubicBezTo>
                <a:cubicBezTo>
                  <a:pt x="34013" y="68165"/>
                  <a:pt x="34359" y="68541"/>
                  <a:pt x="34755" y="68857"/>
                </a:cubicBezTo>
                <a:cubicBezTo>
                  <a:pt x="35229" y="69332"/>
                  <a:pt x="35862" y="69697"/>
                  <a:pt x="36653" y="69954"/>
                </a:cubicBezTo>
                <a:cubicBezTo>
                  <a:pt x="37443" y="70211"/>
                  <a:pt x="38452" y="70429"/>
                  <a:pt x="39677" y="70607"/>
                </a:cubicBezTo>
                <a:cubicBezTo>
                  <a:pt x="40903" y="70785"/>
                  <a:pt x="42376" y="70923"/>
                  <a:pt x="44096" y="71022"/>
                </a:cubicBezTo>
                <a:cubicBezTo>
                  <a:pt x="45816" y="71121"/>
                  <a:pt x="47882" y="71190"/>
                  <a:pt x="50294" y="71229"/>
                </a:cubicBezTo>
                <a:lnTo>
                  <a:pt x="50294" y="76389"/>
                </a:lnTo>
                <a:lnTo>
                  <a:pt x="3262" y="76389"/>
                </a:lnTo>
                <a:lnTo>
                  <a:pt x="3262" y="71229"/>
                </a:lnTo>
                <a:cubicBezTo>
                  <a:pt x="5595" y="71150"/>
                  <a:pt x="7572" y="71061"/>
                  <a:pt x="9193" y="70963"/>
                </a:cubicBezTo>
                <a:cubicBezTo>
                  <a:pt x="10814" y="70864"/>
                  <a:pt x="12198" y="70725"/>
                  <a:pt x="13344" y="70547"/>
                </a:cubicBezTo>
                <a:cubicBezTo>
                  <a:pt x="14491" y="70370"/>
                  <a:pt x="15410" y="70172"/>
                  <a:pt x="16102" y="69954"/>
                </a:cubicBezTo>
                <a:cubicBezTo>
                  <a:pt x="16794" y="69737"/>
                  <a:pt x="17397" y="69470"/>
                  <a:pt x="17911" y="69154"/>
                </a:cubicBezTo>
                <a:cubicBezTo>
                  <a:pt x="18465" y="68798"/>
                  <a:pt x="18939" y="68412"/>
                  <a:pt x="19335" y="67997"/>
                </a:cubicBezTo>
                <a:cubicBezTo>
                  <a:pt x="19730" y="67582"/>
                  <a:pt x="20046" y="67058"/>
                  <a:pt x="20283" y="66425"/>
                </a:cubicBezTo>
                <a:cubicBezTo>
                  <a:pt x="20521" y="65793"/>
                  <a:pt x="20709" y="65022"/>
                  <a:pt x="20847" y="64112"/>
                </a:cubicBezTo>
                <a:cubicBezTo>
                  <a:pt x="20985" y="63203"/>
                  <a:pt x="21055" y="62076"/>
                  <a:pt x="21055" y="60732"/>
                </a:cubicBezTo>
                <a:lnTo>
                  <a:pt x="21055" y="18208"/>
                </a:lnTo>
                <a:cubicBezTo>
                  <a:pt x="21055" y="16666"/>
                  <a:pt x="20758" y="15578"/>
                  <a:pt x="20165" y="14946"/>
                </a:cubicBezTo>
                <a:cubicBezTo>
                  <a:pt x="19572" y="14313"/>
                  <a:pt x="18722" y="13997"/>
                  <a:pt x="17615" y="13997"/>
                </a:cubicBezTo>
                <a:cubicBezTo>
                  <a:pt x="16389" y="13997"/>
                  <a:pt x="14570" y="14629"/>
                  <a:pt x="12158" y="15895"/>
                </a:cubicBezTo>
                <a:cubicBezTo>
                  <a:pt x="9746" y="17160"/>
                  <a:pt x="6623" y="19038"/>
                  <a:pt x="2787" y="21529"/>
                </a:cubicBezTo>
                <a:cubicBezTo>
                  <a:pt x="2273" y="20620"/>
                  <a:pt x="1799" y="19710"/>
                  <a:pt x="1364" y="18801"/>
                </a:cubicBezTo>
                <a:cubicBezTo>
                  <a:pt x="929" y="17891"/>
                  <a:pt x="474" y="16962"/>
                  <a:pt x="0" y="16013"/>
                </a:cubicBezTo>
                <a:cubicBezTo>
                  <a:pt x="4903" y="13325"/>
                  <a:pt x="9756" y="10646"/>
                  <a:pt x="14560" y="7977"/>
                </a:cubicBezTo>
                <a:cubicBezTo>
                  <a:pt x="19364" y="5308"/>
                  <a:pt x="24237" y="2649"/>
                  <a:pt x="29180" y="0"/>
                </a:cubicBezTo>
                <a:lnTo>
                  <a:pt x="32798" y="0"/>
                </a:lnTo>
                <a:cubicBezTo>
                  <a:pt x="32719" y="2175"/>
                  <a:pt x="32659" y="4122"/>
                  <a:pt x="32620" y="5842"/>
                </a:cubicBezTo>
                <a:cubicBezTo>
                  <a:pt x="32580" y="7562"/>
                  <a:pt x="32550" y="9232"/>
                  <a:pt x="32531" y="10853"/>
                </a:cubicBezTo>
                <a:cubicBezTo>
                  <a:pt x="32511" y="12475"/>
                  <a:pt x="32501" y="14076"/>
                  <a:pt x="32501" y="15657"/>
                </a:cubicBezTo>
                <a:lnTo>
                  <a:pt x="32501" y="607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EDADD0-C7B4-4EDE-A1D3-677C2853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06" y="1721606"/>
            <a:ext cx="385418" cy="222951"/>
          </a:xfrm>
          <a:custGeom xmlns:a="http://schemas.openxmlformats.org/drawingml/2006/main">
            <a:pathLst>
              <a:path w="385418" h="222951">
                <a:moveTo>
                  <a:pt x="0" y="0"/>
                </a:moveTo>
                <a:lnTo>
                  <a:pt x="385418" y="0"/>
                </a:lnTo>
                <a:lnTo>
                  <a:pt x="385418" y="222951"/>
                </a:lnTo>
                <a:lnTo>
                  <a:pt x="0" y="2229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7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794A71-B444-4F3C-850B-2B6D9A4C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06" y="1721605"/>
            <a:ext cx="385418" cy="222950"/>
          </a:xfrm>
          <a:custGeom xmlns:a="http://schemas.openxmlformats.org/drawingml/2006/main">
            <a:pathLst>
              <a:path w="385418" h="222950" fill="none">
                <a:moveTo>
                  <a:pt x="0" y="0"/>
                </a:moveTo>
                <a:lnTo>
                  <a:pt x="385418" y="0"/>
                </a:lnTo>
                <a:lnTo>
                  <a:pt x="385418" y="222950"/>
                </a:lnTo>
                <a:lnTo>
                  <a:pt x="0" y="2229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193" name="Text 𝑘">
            <a:extLst xmlns:a="http://schemas.openxmlformats.org/drawingml/2006/main">
              <a:ext uri="{FF2B5EF4-FFF2-40B4-BE49-F238E27FC236}">
                <a16:creationId xmlns:a16="http://schemas.microsoft.com/office/drawing/2014/main" id="{6B8DDCA6-AA9E-4D6E-B240-FE30667B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9264" y="1777555"/>
            <a:ext cx="77734" cy="114347"/>
          </a:xfrm>
          <a:custGeom xmlns:a="http://schemas.openxmlformats.org/drawingml/2006/main">
            <a:pathLst>
              <a:path w="77734" h="114347">
                <a:moveTo>
                  <a:pt x="34399" y="80580"/>
                </a:moveTo>
                <a:cubicBezTo>
                  <a:pt x="33872" y="78524"/>
                  <a:pt x="33345" y="77101"/>
                  <a:pt x="32817" y="76310"/>
                </a:cubicBezTo>
                <a:cubicBezTo>
                  <a:pt x="32290" y="75519"/>
                  <a:pt x="31684" y="74992"/>
                  <a:pt x="30999" y="74729"/>
                </a:cubicBezTo>
                <a:cubicBezTo>
                  <a:pt x="30313" y="74465"/>
                  <a:pt x="29101" y="74333"/>
                  <a:pt x="27361" y="74333"/>
                </a:cubicBezTo>
                <a:lnTo>
                  <a:pt x="21905" y="74333"/>
                </a:lnTo>
                <a:lnTo>
                  <a:pt x="13680" y="113081"/>
                </a:lnTo>
                <a:lnTo>
                  <a:pt x="0" y="113081"/>
                </a:lnTo>
                <a:lnTo>
                  <a:pt x="20323" y="22695"/>
                </a:lnTo>
                <a:cubicBezTo>
                  <a:pt x="21008" y="19638"/>
                  <a:pt x="21496" y="17252"/>
                  <a:pt x="21786" y="15539"/>
                </a:cubicBezTo>
                <a:cubicBezTo>
                  <a:pt x="22076" y="13825"/>
                  <a:pt x="22221" y="12310"/>
                  <a:pt x="22221" y="10992"/>
                </a:cubicBezTo>
                <a:cubicBezTo>
                  <a:pt x="22221" y="8778"/>
                  <a:pt x="21549" y="7222"/>
                  <a:pt x="20204" y="6326"/>
                </a:cubicBezTo>
                <a:cubicBezTo>
                  <a:pt x="18860" y="5430"/>
                  <a:pt x="16448" y="4929"/>
                  <a:pt x="12969" y="4824"/>
                </a:cubicBezTo>
                <a:lnTo>
                  <a:pt x="13918" y="712"/>
                </a:lnTo>
                <a:lnTo>
                  <a:pt x="33924" y="0"/>
                </a:lnTo>
                <a:lnTo>
                  <a:pt x="38511" y="0"/>
                </a:lnTo>
                <a:lnTo>
                  <a:pt x="23012" y="69035"/>
                </a:lnTo>
                <a:lnTo>
                  <a:pt x="25542" y="69035"/>
                </a:lnTo>
                <a:cubicBezTo>
                  <a:pt x="29496" y="69035"/>
                  <a:pt x="33938" y="67309"/>
                  <a:pt x="38867" y="63855"/>
                </a:cubicBezTo>
                <a:cubicBezTo>
                  <a:pt x="43796" y="60402"/>
                  <a:pt x="47737" y="57200"/>
                  <a:pt x="50689" y="54247"/>
                </a:cubicBezTo>
                <a:cubicBezTo>
                  <a:pt x="53641" y="51295"/>
                  <a:pt x="55117" y="48448"/>
                  <a:pt x="55117" y="45707"/>
                </a:cubicBezTo>
                <a:cubicBezTo>
                  <a:pt x="55117" y="43124"/>
                  <a:pt x="53325" y="41674"/>
                  <a:pt x="49740" y="41358"/>
                </a:cubicBezTo>
                <a:lnTo>
                  <a:pt x="50610" y="37483"/>
                </a:lnTo>
                <a:lnTo>
                  <a:pt x="76231" y="37483"/>
                </a:lnTo>
                <a:lnTo>
                  <a:pt x="77734" y="41358"/>
                </a:lnTo>
                <a:cubicBezTo>
                  <a:pt x="73358" y="45312"/>
                  <a:pt x="68719" y="49186"/>
                  <a:pt x="63816" y="52982"/>
                </a:cubicBezTo>
                <a:lnTo>
                  <a:pt x="44205" y="68165"/>
                </a:lnTo>
                <a:lnTo>
                  <a:pt x="51954" y="96712"/>
                </a:lnTo>
                <a:cubicBezTo>
                  <a:pt x="52587" y="99137"/>
                  <a:pt x="53154" y="100890"/>
                  <a:pt x="53654" y="101971"/>
                </a:cubicBezTo>
                <a:cubicBezTo>
                  <a:pt x="54155" y="103052"/>
                  <a:pt x="54735" y="103856"/>
                  <a:pt x="55394" y="104383"/>
                </a:cubicBezTo>
                <a:cubicBezTo>
                  <a:pt x="56053" y="104910"/>
                  <a:pt x="56936" y="105174"/>
                  <a:pt x="58043" y="105174"/>
                </a:cubicBezTo>
                <a:cubicBezTo>
                  <a:pt x="59414" y="105174"/>
                  <a:pt x="61048" y="104436"/>
                  <a:pt x="62946" y="102960"/>
                </a:cubicBezTo>
                <a:cubicBezTo>
                  <a:pt x="64844" y="101483"/>
                  <a:pt x="67005" y="99348"/>
                  <a:pt x="69430" y="96554"/>
                </a:cubicBezTo>
                <a:lnTo>
                  <a:pt x="73938" y="100983"/>
                </a:lnTo>
                <a:cubicBezTo>
                  <a:pt x="69193" y="105991"/>
                  <a:pt x="65266" y="109470"/>
                  <a:pt x="62155" y="111421"/>
                </a:cubicBezTo>
                <a:cubicBezTo>
                  <a:pt x="59045" y="113371"/>
                  <a:pt x="56040" y="114347"/>
                  <a:pt x="53140" y="114347"/>
                </a:cubicBezTo>
                <a:cubicBezTo>
                  <a:pt x="49556" y="114347"/>
                  <a:pt x="46709" y="113332"/>
                  <a:pt x="44600" y="111302"/>
                </a:cubicBezTo>
                <a:cubicBezTo>
                  <a:pt x="42491" y="109273"/>
                  <a:pt x="40831" y="105885"/>
                  <a:pt x="39618" y="101141"/>
                </a:cubicBezTo>
                <a:lnTo>
                  <a:pt x="34399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Text #$">
            <a:extLst xmlns:a="http://schemas.openxmlformats.org/drawingml/2006/main">
              <a:ext uri="{FF2B5EF4-FFF2-40B4-BE49-F238E27FC236}">
                <a16:creationId xmlns:a16="http://schemas.microsoft.com/office/drawing/2014/main" id="{FEE8A56A-FA9A-491D-9DD3-C87D0186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9762" y="1847842"/>
            <a:ext cx="119387" cy="78050"/>
          </a:xfrm>
          <a:custGeom xmlns:a="http://schemas.openxmlformats.org/drawingml/2006/main">
            <a:pathLst>
              <a:path w="119387" h="78050">
                <a:moveTo>
                  <a:pt x="45074" y="0"/>
                </a:moveTo>
                <a:cubicBezTo>
                  <a:pt x="45549" y="554"/>
                  <a:pt x="45984" y="1087"/>
                  <a:pt x="46379" y="1601"/>
                </a:cubicBezTo>
                <a:cubicBezTo>
                  <a:pt x="46775" y="2115"/>
                  <a:pt x="47210" y="2629"/>
                  <a:pt x="47684" y="3143"/>
                </a:cubicBezTo>
                <a:lnTo>
                  <a:pt x="47684" y="6643"/>
                </a:lnTo>
                <a:cubicBezTo>
                  <a:pt x="42900" y="6563"/>
                  <a:pt x="38590" y="7196"/>
                  <a:pt x="34755" y="8540"/>
                </a:cubicBezTo>
                <a:cubicBezTo>
                  <a:pt x="30919" y="9885"/>
                  <a:pt x="27539" y="11852"/>
                  <a:pt x="24613" y="14442"/>
                </a:cubicBezTo>
                <a:cubicBezTo>
                  <a:pt x="21687" y="17031"/>
                  <a:pt x="19236" y="20214"/>
                  <a:pt x="17259" y="23990"/>
                </a:cubicBezTo>
                <a:cubicBezTo>
                  <a:pt x="15282" y="27766"/>
                  <a:pt x="13740" y="32027"/>
                  <a:pt x="12633" y="36771"/>
                </a:cubicBezTo>
                <a:lnTo>
                  <a:pt x="13285" y="37068"/>
                </a:lnTo>
                <a:cubicBezTo>
                  <a:pt x="14906" y="35961"/>
                  <a:pt x="16508" y="35002"/>
                  <a:pt x="18089" y="34191"/>
                </a:cubicBezTo>
                <a:cubicBezTo>
                  <a:pt x="19671" y="33381"/>
                  <a:pt x="21272" y="32709"/>
                  <a:pt x="22893" y="32175"/>
                </a:cubicBezTo>
                <a:cubicBezTo>
                  <a:pt x="24514" y="31641"/>
                  <a:pt x="26195" y="31256"/>
                  <a:pt x="27934" y="31018"/>
                </a:cubicBezTo>
                <a:cubicBezTo>
                  <a:pt x="29674" y="30781"/>
                  <a:pt x="31532" y="30662"/>
                  <a:pt x="33509" y="30662"/>
                </a:cubicBezTo>
                <a:cubicBezTo>
                  <a:pt x="36989" y="30662"/>
                  <a:pt x="40063" y="31176"/>
                  <a:pt x="42732" y="32204"/>
                </a:cubicBezTo>
                <a:cubicBezTo>
                  <a:pt x="45401" y="33233"/>
                  <a:pt x="47664" y="34735"/>
                  <a:pt x="49523" y="36712"/>
                </a:cubicBezTo>
                <a:cubicBezTo>
                  <a:pt x="51381" y="38689"/>
                  <a:pt x="52785" y="41061"/>
                  <a:pt x="53733" y="43829"/>
                </a:cubicBezTo>
                <a:cubicBezTo>
                  <a:pt x="54682" y="46597"/>
                  <a:pt x="55157" y="49681"/>
                  <a:pt x="55157" y="53081"/>
                </a:cubicBezTo>
                <a:cubicBezTo>
                  <a:pt x="55157" y="56679"/>
                  <a:pt x="54564" y="60020"/>
                  <a:pt x="53378" y="63104"/>
                </a:cubicBezTo>
                <a:cubicBezTo>
                  <a:pt x="52191" y="66188"/>
                  <a:pt x="50412" y="68837"/>
                  <a:pt x="48040" y="71052"/>
                </a:cubicBezTo>
                <a:cubicBezTo>
                  <a:pt x="45668" y="73266"/>
                  <a:pt x="42732" y="74986"/>
                  <a:pt x="39233" y="76211"/>
                </a:cubicBezTo>
                <a:cubicBezTo>
                  <a:pt x="35733" y="77437"/>
                  <a:pt x="31631" y="78050"/>
                  <a:pt x="26926" y="78050"/>
                </a:cubicBezTo>
                <a:cubicBezTo>
                  <a:pt x="18030" y="78050"/>
                  <a:pt x="11318" y="75510"/>
                  <a:pt x="6791" y="70429"/>
                </a:cubicBezTo>
                <a:cubicBezTo>
                  <a:pt x="2264" y="65348"/>
                  <a:pt x="0" y="57865"/>
                  <a:pt x="0" y="47981"/>
                </a:cubicBezTo>
                <a:cubicBezTo>
                  <a:pt x="0" y="43552"/>
                  <a:pt x="494" y="39312"/>
                  <a:pt x="1483" y="35259"/>
                </a:cubicBezTo>
                <a:cubicBezTo>
                  <a:pt x="2471" y="31206"/>
                  <a:pt x="3924" y="27430"/>
                  <a:pt x="5842" y="23931"/>
                </a:cubicBezTo>
                <a:cubicBezTo>
                  <a:pt x="7760" y="20432"/>
                  <a:pt x="10082" y="17269"/>
                  <a:pt x="12811" y="14442"/>
                </a:cubicBezTo>
                <a:cubicBezTo>
                  <a:pt x="15539" y="11615"/>
                  <a:pt x="18583" y="9163"/>
                  <a:pt x="21944" y="7087"/>
                </a:cubicBezTo>
                <a:cubicBezTo>
                  <a:pt x="25305" y="5012"/>
                  <a:pt x="28943" y="3371"/>
                  <a:pt x="32857" y="2165"/>
                </a:cubicBezTo>
                <a:cubicBezTo>
                  <a:pt x="36771" y="959"/>
                  <a:pt x="40844" y="237"/>
                  <a:pt x="45074" y="0"/>
                </a:cubicBezTo>
                <a:moveTo>
                  <a:pt x="29358" y="37483"/>
                </a:moveTo>
                <a:cubicBezTo>
                  <a:pt x="26709" y="37483"/>
                  <a:pt x="24267" y="37839"/>
                  <a:pt x="22033" y="38551"/>
                </a:cubicBezTo>
                <a:cubicBezTo>
                  <a:pt x="19799" y="39262"/>
                  <a:pt x="17674" y="40231"/>
                  <a:pt x="15657" y="41457"/>
                </a:cubicBezTo>
                <a:cubicBezTo>
                  <a:pt x="14827" y="42010"/>
                  <a:pt x="14185" y="42524"/>
                  <a:pt x="13730" y="42999"/>
                </a:cubicBezTo>
                <a:cubicBezTo>
                  <a:pt x="13275" y="43473"/>
                  <a:pt x="12939" y="44037"/>
                  <a:pt x="12722" y="44689"/>
                </a:cubicBezTo>
                <a:cubicBezTo>
                  <a:pt x="12504" y="45341"/>
                  <a:pt x="12356" y="46152"/>
                  <a:pt x="12277" y="47121"/>
                </a:cubicBezTo>
                <a:cubicBezTo>
                  <a:pt x="12198" y="48089"/>
                  <a:pt x="12158" y="49404"/>
                  <a:pt x="12158" y="51065"/>
                </a:cubicBezTo>
                <a:cubicBezTo>
                  <a:pt x="12158" y="65061"/>
                  <a:pt x="17239" y="72060"/>
                  <a:pt x="27401" y="72060"/>
                </a:cubicBezTo>
                <a:cubicBezTo>
                  <a:pt x="30168" y="72060"/>
                  <a:pt x="32550" y="71655"/>
                  <a:pt x="34547" y="70844"/>
                </a:cubicBezTo>
                <a:cubicBezTo>
                  <a:pt x="36544" y="70033"/>
                  <a:pt x="38175" y="68867"/>
                  <a:pt x="39440" y="67345"/>
                </a:cubicBezTo>
                <a:cubicBezTo>
                  <a:pt x="40705" y="65823"/>
                  <a:pt x="41635" y="63944"/>
                  <a:pt x="42228" y="61710"/>
                </a:cubicBezTo>
                <a:cubicBezTo>
                  <a:pt x="42821" y="59477"/>
                  <a:pt x="43117" y="56936"/>
                  <a:pt x="43117" y="54089"/>
                </a:cubicBezTo>
                <a:cubicBezTo>
                  <a:pt x="43117" y="48791"/>
                  <a:pt x="41931" y="44699"/>
                  <a:pt x="39559" y="41812"/>
                </a:cubicBezTo>
                <a:cubicBezTo>
                  <a:pt x="37186" y="38926"/>
                  <a:pt x="33786" y="37483"/>
                  <a:pt x="29358" y="37483"/>
                </a:cubicBezTo>
                <a:close/>
                <a:moveTo>
                  <a:pt x="70161" y="17674"/>
                </a:moveTo>
                <a:lnTo>
                  <a:pt x="70161" y="5990"/>
                </a:lnTo>
                <a:cubicBezTo>
                  <a:pt x="74827" y="4013"/>
                  <a:pt x="79226" y="2521"/>
                  <a:pt x="83358" y="1512"/>
                </a:cubicBezTo>
                <a:cubicBezTo>
                  <a:pt x="87489" y="504"/>
                  <a:pt x="91453" y="0"/>
                  <a:pt x="95249" y="0"/>
                </a:cubicBezTo>
                <a:cubicBezTo>
                  <a:pt x="98412" y="0"/>
                  <a:pt x="101368" y="336"/>
                  <a:pt x="104115" y="1008"/>
                </a:cubicBezTo>
                <a:cubicBezTo>
                  <a:pt x="106863" y="1680"/>
                  <a:pt x="109246" y="2699"/>
                  <a:pt x="111262" y="4063"/>
                </a:cubicBezTo>
                <a:cubicBezTo>
                  <a:pt x="113279" y="5427"/>
                  <a:pt x="114850" y="7127"/>
                  <a:pt x="115977" y="9163"/>
                </a:cubicBezTo>
                <a:cubicBezTo>
                  <a:pt x="117104" y="11199"/>
                  <a:pt x="117667" y="13562"/>
                  <a:pt x="117667" y="16251"/>
                </a:cubicBezTo>
                <a:cubicBezTo>
                  <a:pt x="117667" y="18781"/>
                  <a:pt x="117312" y="21015"/>
                  <a:pt x="116600" y="22952"/>
                </a:cubicBezTo>
                <a:cubicBezTo>
                  <a:pt x="115888" y="24890"/>
                  <a:pt x="114791" y="26649"/>
                  <a:pt x="113308" y="28231"/>
                </a:cubicBezTo>
                <a:cubicBezTo>
                  <a:pt x="111826" y="29812"/>
                  <a:pt x="110007" y="31246"/>
                  <a:pt x="107852" y="32531"/>
                </a:cubicBezTo>
                <a:cubicBezTo>
                  <a:pt x="105697" y="33816"/>
                  <a:pt x="103216" y="35051"/>
                  <a:pt x="100409" y="36237"/>
                </a:cubicBezTo>
                <a:lnTo>
                  <a:pt x="100409" y="36949"/>
                </a:lnTo>
                <a:cubicBezTo>
                  <a:pt x="103058" y="37424"/>
                  <a:pt x="105529" y="38185"/>
                  <a:pt x="107822" y="39233"/>
                </a:cubicBezTo>
                <a:cubicBezTo>
                  <a:pt x="110116" y="40280"/>
                  <a:pt x="112122" y="41605"/>
                  <a:pt x="113842" y="43206"/>
                </a:cubicBezTo>
                <a:cubicBezTo>
                  <a:pt x="115562" y="44808"/>
                  <a:pt x="116916" y="46656"/>
                  <a:pt x="117905" y="48752"/>
                </a:cubicBezTo>
                <a:cubicBezTo>
                  <a:pt x="118893" y="50847"/>
                  <a:pt x="119387" y="53160"/>
                  <a:pt x="119387" y="55691"/>
                </a:cubicBezTo>
                <a:cubicBezTo>
                  <a:pt x="119387" y="58854"/>
                  <a:pt x="118794" y="61790"/>
                  <a:pt x="117608" y="64498"/>
                </a:cubicBezTo>
                <a:cubicBezTo>
                  <a:pt x="116422" y="67206"/>
                  <a:pt x="114643" y="69549"/>
                  <a:pt x="112270" y="71526"/>
                </a:cubicBezTo>
                <a:cubicBezTo>
                  <a:pt x="109898" y="73503"/>
                  <a:pt x="106972" y="75045"/>
                  <a:pt x="103493" y="76152"/>
                </a:cubicBezTo>
                <a:cubicBezTo>
                  <a:pt x="100013" y="77259"/>
                  <a:pt x="95941" y="77813"/>
                  <a:pt x="91275" y="77813"/>
                </a:cubicBezTo>
                <a:cubicBezTo>
                  <a:pt x="87598" y="77813"/>
                  <a:pt x="83862" y="77447"/>
                  <a:pt x="80066" y="76716"/>
                </a:cubicBezTo>
                <a:cubicBezTo>
                  <a:pt x="76270" y="75984"/>
                  <a:pt x="72672" y="75025"/>
                  <a:pt x="69272" y="73839"/>
                </a:cubicBezTo>
                <a:lnTo>
                  <a:pt x="69272" y="61028"/>
                </a:lnTo>
                <a:lnTo>
                  <a:pt x="76923" y="61028"/>
                </a:lnTo>
                <a:cubicBezTo>
                  <a:pt x="77555" y="63005"/>
                  <a:pt x="78306" y="64696"/>
                  <a:pt x="79176" y="66099"/>
                </a:cubicBezTo>
                <a:cubicBezTo>
                  <a:pt x="80046" y="67503"/>
                  <a:pt x="81064" y="68650"/>
                  <a:pt x="82231" y="69539"/>
                </a:cubicBezTo>
                <a:cubicBezTo>
                  <a:pt x="83397" y="70429"/>
                  <a:pt x="84741" y="71071"/>
                  <a:pt x="86264" y="71467"/>
                </a:cubicBezTo>
                <a:cubicBezTo>
                  <a:pt x="87786" y="71862"/>
                  <a:pt x="89516" y="72060"/>
                  <a:pt x="91453" y="72060"/>
                </a:cubicBezTo>
                <a:cubicBezTo>
                  <a:pt x="96554" y="72060"/>
                  <a:pt x="100419" y="70844"/>
                  <a:pt x="103048" y="68412"/>
                </a:cubicBezTo>
                <a:cubicBezTo>
                  <a:pt x="105677" y="65981"/>
                  <a:pt x="106992" y="62294"/>
                  <a:pt x="106992" y="57351"/>
                </a:cubicBezTo>
                <a:cubicBezTo>
                  <a:pt x="106992" y="52093"/>
                  <a:pt x="105262" y="48109"/>
                  <a:pt x="101802" y="45401"/>
                </a:cubicBezTo>
                <a:cubicBezTo>
                  <a:pt x="98343" y="42692"/>
                  <a:pt x="93213" y="41338"/>
                  <a:pt x="86412" y="41338"/>
                </a:cubicBezTo>
                <a:lnTo>
                  <a:pt x="81193" y="41338"/>
                </a:lnTo>
                <a:lnTo>
                  <a:pt x="81193" y="35644"/>
                </a:lnTo>
                <a:cubicBezTo>
                  <a:pt x="85344" y="35447"/>
                  <a:pt x="88933" y="34863"/>
                  <a:pt x="91957" y="33895"/>
                </a:cubicBezTo>
                <a:cubicBezTo>
                  <a:pt x="94982" y="32926"/>
                  <a:pt x="97503" y="31671"/>
                  <a:pt x="99519" y="30129"/>
                </a:cubicBezTo>
                <a:cubicBezTo>
                  <a:pt x="101536" y="28587"/>
                  <a:pt x="103038" y="26788"/>
                  <a:pt x="104027" y="24732"/>
                </a:cubicBezTo>
                <a:cubicBezTo>
                  <a:pt x="105015" y="22676"/>
                  <a:pt x="105509" y="20481"/>
                  <a:pt x="105509" y="18148"/>
                </a:cubicBezTo>
                <a:cubicBezTo>
                  <a:pt x="105509" y="14353"/>
                  <a:pt x="104382" y="11358"/>
                  <a:pt x="102129" y="9163"/>
                </a:cubicBezTo>
                <a:cubicBezTo>
                  <a:pt x="99875" y="6969"/>
                  <a:pt x="96613" y="5872"/>
                  <a:pt x="92343" y="5872"/>
                </a:cubicBezTo>
                <a:cubicBezTo>
                  <a:pt x="88745" y="5872"/>
                  <a:pt x="85730" y="6860"/>
                  <a:pt x="83298" y="8837"/>
                </a:cubicBezTo>
                <a:cubicBezTo>
                  <a:pt x="80867" y="10814"/>
                  <a:pt x="78998" y="13760"/>
                  <a:pt x="77694" y="17674"/>
                </a:cubicBezTo>
                <a:lnTo>
                  <a:pt x="70161" y="176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1E0D94-7195-4BD5-837D-1C055FFE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06" y="1469059"/>
            <a:ext cx="385418" cy="222951"/>
          </a:xfrm>
          <a:custGeom xmlns:a="http://schemas.openxmlformats.org/drawingml/2006/main">
            <a:pathLst>
              <a:path w="385418" h="222951">
                <a:moveTo>
                  <a:pt x="0" y="0"/>
                </a:moveTo>
                <a:lnTo>
                  <a:pt x="385418" y="0"/>
                </a:lnTo>
                <a:lnTo>
                  <a:pt x="385418" y="222951"/>
                </a:lnTo>
                <a:lnTo>
                  <a:pt x="0" y="2229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7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133263-CBB2-4075-A961-442C0803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06" y="1469059"/>
            <a:ext cx="385418" cy="222950"/>
          </a:xfrm>
          <a:custGeom xmlns:a="http://schemas.openxmlformats.org/drawingml/2006/main">
            <a:pathLst>
              <a:path w="385418" h="222950" fill="none">
                <a:moveTo>
                  <a:pt x="0" y="0"/>
                </a:moveTo>
                <a:lnTo>
                  <a:pt x="385418" y="0"/>
                </a:lnTo>
                <a:lnTo>
                  <a:pt x="385418" y="222950"/>
                </a:lnTo>
                <a:lnTo>
                  <a:pt x="0" y="2229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197" name="Text 𝑘">
            <a:extLst xmlns:a="http://schemas.openxmlformats.org/drawingml/2006/main">
              <a:ext uri="{FF2B5EF4-FFF2-40B4-BE49-F238E27FC236}">
                <a16:creationId xmlns:a16="http://schemas.microsoft.com/office/drawing/2014/main" id="{8C9BAD6A-69D5-47CC-AAC0-0B91A893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9264" y="1524911"/>
            <a:ext cx="77734" cy="114347"/>
          </a:xfrm>
          <a:custGeom xmlns:a="http://schemas.openxmlformats.org/drawingml/2006/main">
            <a:pathLst>
              <a:path w="77734" h="114347">
                <a:moveTo>
                  <a:pt x="34399" y="80580"/>
                </a:moveTo>
                <a:cubicBezTo>
                  <a:pt x="33872" y="78524"/>
                  <a:pt x="33345" y="77101"/>
                  <a:pt x="32817" y="76310"/>
                </a:cubicBezTo>
                <a:cubicBezTo>
                  <a:pt x="32290" y="75519"/>
                  <a:pt x="31684" y="74992"/>
                  <a:pt x="30999" y="74729"/>
                </a:cubicBezTo>
                <a:cubicBezTo>
                  <a:pt x="30313" y="74465"/>
                  <a:pt x="29101" y="74333"/>
                  <a:pt x="27361" y="74333"/>
                </a:cubicBezTo>
                <a:lnTo>
                  <a:pt x="21905" y="74333"/>
                </a:lnTo>
                <a:lnTo>
                  <a:pt x="13680" y="113081"/>
                </a:lnTo>
                <a:lnTo>
                  <a:pt x="0" y="113081"/>
                </a:lnTo>
                <a:lnTo>
                  <a:pt x="20323" y="22695"/>
                </a:lnTo>
                <a:cubicBezTo>
                  <a:pt x="21008" y="19638"/>
                  <a:pt x="21496" y="17252"/>
                  <a:pt x="21786" y="15539"/>
                </a:cubicBezTo>
                <a:cubicBezTo>
                  <a:pt x="22076" y="13825"/>
                  <a:pt x="22221" y="12310"/>
                  <a:pt x="22221" y="10992"/>
                </a:cubicBezTo>
                <a:cubicBezTo>
                  <a:pt x="22221" y="8778"/>
                  <a:pt x="21549" y="7222"/>
                  <a:pt x="20204" y="6326"/>
                </a:cubicBezTo>
                <a:cubicBezTo>
                  <a:pt x="18860" y="5430"/>
                  <a:pt x="16448" y="4929"/>
                  <a:pt x="12969" y="4824"/>
                </a:cubicBezTo>
                <a:lnTo>
                  <a:pt x="13918" y="712"/>
                </a:lnTo>
                <a:lnTo>
                  <a:pt x="33924" y="0"/>
                </a:lnTo>
                <a:lnTo>
                  <a:pt x="38511" y="0"/>
                </a:lnTo>
                <a:lnTo>
                  <a:pt x="23012" y="69035"/>
                </a:lnTo>
                <a:lnTo>
                  <a:pt x="25542" y="69035"/>
                </a:lnTo>
                <a:cubicBezTo>
                  <a:pt x="29496" y="69035"/>
                  <a:pt x="33938" y="67309"/>
                  <a:pt x="38867" y="63855"/>
                </a:cubicBezTo>
                <a:cubicBezTo>
                  <a:pt x="43796" y="60402"/>
                  <a:pt x="47737" y="57200"/>
                  <a:pt x="50689" y="54247"/>
                </a:cubicBezTo>
                <a:cubicBezTo>
                  <a:pt x="53641" y="51295"/>
                  <a:pt x="55117" y="48448"/>
                  <a:pt x="55117" y="45707"/>
                </a:cubicBezTo>
                <a:cubicBezTo>
                  <a:pt x="55117" y="43124"/>
                  <a:pt x="53325" y="41674"/>
                  <a:pt x="49740" y="41358"/>
                </a:cubicBezTo>
                <a:lnTo>
                  <a:pt x="50610" y="37483"/>
                </a:lnTo>
                <a:lnTo>
                  <a:pt x="76231" y="37483"/>
                </a:lnTo>
                <a:lnTo>
                  <a:pt x="77734" y="41358"/>
                </a:lnTo>
                <a:cubicBezTo>
                  <a:pt x="73358" y="45312"/>
                  <a:pt x="68719" y="49186"/>
                  <a:pt x="63816" y="52982"/>
                </a:cubicBezTo>
                <a:lnTo>
                  <a:pt x="44205" y="68165"/>
                </a:lnTo>
                <a:lnTo>
                  <a:pt x="51954" y="96712"/>
                </a:lnTo>
                <a:cubicBezTo>
                  <a:pt x="52587" y="99137"/>
                  <a:pt x="53154" y="100890"/>
                  <a:pt x="53654" y="101971"/>
                </a:cubicBezTo>
                <a:cubicBezTo>
                  <a:pt x="54155" y="103052"/>
                  <a:pt x="54735" y="103856"/>
                  <a:pt x="55394" y="104383"/>
                </a:cubicBezTo>
                <a:cubicBezTo>
                  <a:pt x="56053" y="104910"/>
                  <a:pt x="56936" y="105174"/>
                  <a:pt x="58043" y="105174"/>
                </a:cubicBezTo>
                <a:cubicBezTo>
                  <a:pt x="59414" y="105174"/>
                  <a:pt x="61048" y="104436"/>
                  <a:pt x="62946" y="102960"/>
                </a:cubicBezTo>
                <a:cubicBezTo>
                  <a:pt x="64844" y="101483"/>
                  <a:pt x="67005" y="99348"/>
                  <a:pt x="69430" y="96554"/>
                </a:cubicBezTo>
                <a:lnTo>
                  <a:pt x="73938" y="100983"/>
                </a:lnTo>
                <a:cubicBezTo>
                  <a:pt x="69193" y="105991"/>
                  <a:pt x="65266" y="109470"/>
                  <a:pt x="62155" y="111421"/>
                </a:cubicBezTo>
                <a:cubicBezTo>
                  <a:pt x="59045" y="113371"/>
                  <a:pt x="56040" y="114347"/>
                  <a:pt x="53140" y="114347"/>
                </a:cubicBezTo>
                <a:cubicBezTo>
                  <a:pt x="49556" y="114347"/>
                  <a:pt x="46709" y="113332"/>
                  <a:pt x="44600" y="111302"/>
                </a:cubicBezTo>
                <a:cubicBezTo>
                  <a:pt x="42491" y="109273"/>
                  <a:pt x="40831" y="105885"/>
                  <a:pt x="39618" y="101141"/>
                </a:cubicBezTo>
                <a:lnTo>
                  <a:pt x="34399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#%">
            <a:extLst xmlns:a="http://schemas.openxmlformats.org/drawingml/2006/main">
              <a:ext uri="{FF2B5EF4-FFF2-40B4-BE49-F238E27FC236}">
                <a16:creationId xmlns:a16="http://schemas.microsoft.com/office/drawing/2014/main" id="{9D30A8B9-6B42-4603-92FB-193D2E87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9762" y="1595198"/>
            <a:ext cx="119387" cy="78050"/>
          </a:xfrm>
          <a:custGeom xmlns:a="http://schemas.openxmlformats.org/drawingml/2006/main">
            <a:pathLst>
              <a:path w="119387" h="78050">
                <a:moveTo>
                  <a:pt x="45074" y="0"/>
                </a:moveTo>
                <a:cubicBezTo>
                  <a:pt x="45549" y="554"/>
                  <a:pt x="45984" y="1087"/>
                  <a:pt x="46379" y="1601"/>
                </a:cubicBezTo>
                <a:cubicBezTo>
                  <a:pt x="46775" y="2115"/>
                  <a:pt x="47210" y="2629"/>
                  <a:pt x="47684" y="3143"/>
                </a:cubicBezTo>
                <a:lnTo>
                  <a:pt x="47684" y="6643"/>
                </a:lnTo>
                <a:cubicBezTo>
                  <a:pt x="42900" y="6563"/>
                  <a:pt x="38590" y="7196"/>
                  <a:pt x="34755" y="8540"/>
                </a:cubicBezTo>
                <a:cubicBezTo>
                  <a:pt x="30919" y="9885"/>
                  <a:pt x="27539" y="11852"/>
                  <a:pt x="24613" y="14442"/>
                </a:cubicBezTo>
                <a:cubicBezTo>
                  <a:pt x="21687" y="17031"/>
                  <a:pt x="19236" y="20214"/>
                  <a:pt x="17259" y="23990"/>
                </a:cubicBezTo>
                <a:cubicBezTo>
                  <a:pt x="15282" y="27766"/>
                  <a:pt x="13740" y="32027"/>
                  <a:pt x="12633" y="36771"/>
                </a:cubicBezTo>
                <a:lnTo>
                  <a:pt x="13285" y="37068"/>
                </a:lnTo>
                <a:cubicBezTo>
                  <a:pt x="14906" y="35961"/>
                  <a:pt x="16508" y="35002"/>
                  <a:pt x="18089" y="34191"/>
                </a:cubicBezTo>
                <a:cubicBezTo>
                  <a:pt x="19671" y="33381"/>
                  <a:pt x="21272" y="32709"/>
                  <a:pt x="22893" y="32175"/>
                </a:cubicBezTo>
                <a:cubicBezTo>
                  <a:pt x="24514" y="31641"/>
                  <a:pt x="26195" y="31256"/>
                  <a:pt x="27934" y="31018"/>
                </a:cubicBezTo>
                <a:cubicBezTo>
                  <a:pt x="29674" y="30781"/>
                  <a:pt x="31532" y="30662"/>
                  <a:pt x="33509" y="30662"/>
                </a:cubicBezTo>
                <a:cubicBezTo>
                  <a:pt x="36989" y="30662"/>
                  <a:pt x="40063" y="31176"/>
                  <a:pt x="42732" y="32204"/>
                </a:cubicBezTo>
                <a:cubicBezTo>
                  <a:pt x="45401" y="33233"/>
                  <a:pt x="47664" y="34735"/>
                  <a:pt x="49523" y="36712"/>
                </a:cubicBezTo>
                <a:cubicBezTo>
                  <a:pt x="51381" y="38689"/>
                  <a:pt x="52785" y="41061"/>
                  <a:pt x="53733" y="43829"/>
                </a:cubicBezTo>
                <a:cubicBezTo>
                  <a:pt x="54682" y="46597"/>
                  <a:pt x="55157" y="49681"/>
                  <a:pt x="55157" y="53081"/>
                </a:cubicBezTo>
                <a:cubicBezTo>
                  <a:pt x="55157" y="56679"/>
                  <a:pt x="54564" y="60020"/>
                  <a:pt x="53378" y="63104"/>
                </a:cubicBezTo>
                <a:cubicBezTo>
                  <a:pt x="52191" y="66188"/>
                  <a:pt x="50412" y="68837"/>
                  <a:pt x="48040" y="71052"/>
                </a:cubicBezTo>
                <a:cubicBezTo>
                  <a:pt x="45668" y="73266"/>
                  <a:pt x="42732" y="74986"/>
                  <a:pt x="39233" y="76211"/>
                </a:cubicBezTo>
                <a:cubicBezTo>
                  <a:pt x="35733" y="77437"/>
                  <a:pt x="31631" y="78050"/>
                  <a:pt x="26926" y="78050"/>
                </a:cubicBezTo>
                <a:cubicBezTo>
                  <a:pt x="18030" y="78050"/>
                  <a:pt x="11318" y="75510"/>
                  <a:pt x="6791" y="70429"/>
                </a:cubicBezTo>
                <a:cubicBezTo>
                  <a:pt x="2264" y="65348"/>
                  <a:pt x="0" y="57865"/>
                  <a:pt x="0" y="47981"/>
                </a:cubicBezTo>
                <a:cubicBezTo>
                  <a:pt x="0" y="43552"/>
                  <a:pt x="494" y="39312"/>
                  <a:pt x="1483" y="35259"/>
                </a:cubicBezTo>
                <a:cubicBezTo>
                  <a:pt x="2471" y="31206"/>
                  <a:pt x="3924" y="27430"/>
                  <a:pt x="5842" y="23931"/>
                </a:cubicBezTo>
                <a:cubicBezTo>
                  <a:pt x="7760" y="20432"/>
                  <a:pt x="10082" y="17269"/>
                  <a:pt x="12811" y="14442"/>
                </a:cubicBezTo>
                <a:cubicBezTo>
                  <a:pt x="15539" y="11615"/>
                  <a:pt x="18583" y="9163"/>
                  <a:pt x="21944" y="7087"/>
                </a:cubicBezTo>
                <a:cubicBezTo>
                  <a:pt x="25305" y="5012"/>
                  <a:pt x="28943" y="3371"/>
                  <a:pt x="32857" y="2165"/>
                </a:cubicBezTo>
                <a:cubicBezTo>
                  <a:pt x="36771" y="959"/>
                  <a:pt x="40844" y="237"/>
                  <a:pt x="45074" y="0"/>
                </a:cubicBezTo>
                <a:moveTo>
                  <a:pt x="29358" y="37483"/>
                </a:moveTo>
                <a:cubicBezTo>
                  <a:pt x="26709" y="37483"/>
                  <a:pt x="24267" y="37839"/>
                  <a:pt x="22033" y="38551"/>
                </a:cubicBezTo>
                <a:cubicBezTo>
                  <a:pt x="19799" y="39262"/>
                  <a:pt x="17674" y="40231"/>
                  <a:pt x="15657" y="41457"/>
                </a:cubicBezTo>
                <a:cubicBezTo>
                  <a:pt x="14827" y="42010"/>
                  <a:pt x="14185" y="42524"/>
                  <a:pt x="13730" y="42999"/>
                </a:cubicBezTo>
                <a:cubicBezTo>
                  <a:pt x="13275" y="43473"/>
                  <a:pt x="12939" y="44037"/>
                  <a:pt x="12722" y="44689"/>
                </a:cubicBezTo>
                <a:cubicBezTo>
                  <a:pt x="12504" y="45341"/>
                  <a:pt x="12356" y="46152"/>
                  <a:pt x="12277" y="47121"/>
                </a:cubicBezTo>
                <a:cubicBezTo>
                  <a:pt x="12198" y="48089"/>
                  <a:pt x="12158" y="49404"/>
                  <a:pt x="12158" y="51065"/>
                </a:cubicBezTo>
                <a:cubicBezTo>
                  <a:pt x="12158" y="65061"/>
                  <a:pt x="17239" y="72060"/>
                  <a:pt x="27401" y="72060"/>
                </a:cubicBezTo>
                <a:cubicBezTo>
                  <a:pt x="30168" y="72060"/>
                  <a:pt x="32550" y="71655"/>
                  <a:pt x="34547" y="70844"/>
                </a:cubicBezTo>
                <a:cubicBezTo>
                  <a:pt x="36544" y="70033"/>
                  <a:pt x="38175" y="68867"/>
                  <a:pt x="39440" y="67345"/>
                </a:cubicBezTo>
                <a:cubicBezTo>
                  <a:pt x="40705" y="65823"/>
                  <a:pt x="41635" y="63944"/>
                  <a:pt x="42228" y="61710"/>
                </a:cubicBezTo>
                <a:cubicBezTo>
                  <a:pt x="42821" y="59477"/>
                  <a:pt x="43117" y="56936"/>
                  <a:pt x="43117" y="54089"/>
                </a:cubicBezTo>
                <a:cubicBezTo>
                  <a:pt x="43117" y="48791"/>
                  <a:pt x="41931" y="44699"/>
                  <a:pt x="39559" y="41812"/>
                </a:cubicBezTo>
                <a:cubicBezTo>
                  <a:pt x="37186" y="38926"/>
                  <a:pt x="33786" y="37483"/>
                  <a:pt x="29358" y="37483"/>
                </a:cubicBezTo>
                <a:close/>
                <a:moveTo>
                  <a:pt x="103018" y="67137"/>
                </a:moveTo>
                <a:cubicBezTo>
                  <a:pt x="104877" y="67137"/>
                  <a:pt x="106359" y="67068"/>
                  <a:pt x="107466" y="66930"/>
                </a:cubicBezTo>
                <a:cubicBezTo>
                  <a:pt x="108574" y="66791"/>
                  <a:pt x="109493" y="66485"/>
                  <a:pt x="110224" y="66010"/>
                </a:cubicBezTo>
                <a:cubicBezTo>
                  <a:pt x="110956" y="65536"/>
                  <a:pt x="111578" y="64814"/>
                  <a:pt x="112092" y="63846"/>
                </a:cubicBezTo>
                <a:cubicBezTo>
                  <a:pt x="112606" y="62877"/>
                  <a:pt x="113200" y="61542"/>
                  <a:pt x="113872" y="59842"/>
                </a:cubicBezTo>
                <a:lnTo>
                  <a:pt x="119387" y="59842"/>
                </a:lnTo>
                <a:cubicBezTo>
                  <a:pt x="119190" y="62650"/>
                  <a:pt x="119002" y="65477"/>
                  <a:pt x="118824" y="68323"/>
                </a:cubicBezTo>
                <a:cubicBezTo>
                  <a:pt x="118646" y="71170"/>
                  <a:pt x="118458" y="73997"/>
                  <a:pt x="118261" y="76804"/>
                </a:cubicBezTo>
                <a:lnTo>
                  <a:pt x="68026" y="76804"/>
                </a:lnTo>
                <a:lnTo>
                  <a:pt x="68026" y="73720"/>
                </a:lnTo>
                <a:cubicBezTo>
                  <a:pt x="68975" y="71585"/>
                  <a:pt x="70082" y="69480"/>
                  <a:pt x="71348" y="67404"/>
                </a:cubicBezTo>
                <a:cubicBezTo>
                  <a:pt x="72613" y="65328"/>
                  <a:pt x="74036" y="63223"/>
                  <a:pt x="75618" y="61088"/>
                </a:cubicBezTo>
                <a:cubicBezTo>
                  <a:pt x="77199" y="58953"/>
                  <a:pt x="78998" y="56748"/>
                  <a:pt x="81015" y="54475"/>
                </a:cubicBezTo>
                <a:cubicBezTo>
                  <a:pt x="83031" y="52201"/>
                  <a:pt x="85265" y="49839"/>
                  <a:pt x="87717" y="47387"/>
                </a:cubicBezTo>
                <a:cubicBezTo>
                  <a:pt x="91433" y="43671"/>
                  <a:pt x="94458" y="40498"/>
                  <a:pt x="96791" y="37868"/>
                </a:cubicBezTo>
                <a:cubicBezTo>
                  <a:pt x="99124" y="35239"/>
                  <a:pt x="100962" y="32896"/>
                  <a:pt x="102307" y="30840"/>
                </a:cubicBezTo>
                <a:cubicBezTo>
                  <a:pt x="103651" y="28784"/>
                  <a:pt x="104570" y="26887"/>
                  <a:pt x="105064" y="25147"/>
                </a:cubicBezTo>
                <a:cubicBezTo>
                  <a:pt x="105559" y="23407"/>
                  <a:pt x="105806" y="21549"/>
                  <a:pt x="105806" y="19572"/>
                </a:cubicBezTo>
                <a:cubicBezTo>
                  <a:pt x="105806" y="17555"/>
                  <a:pt x="105519" y="15697"/>
                  <a:pt x="104946" y="13997"/>
                </a:cubicBezTo>
                <a:cubicBezTo>
                  <a:pt x="104372" y="12297"/>
                  <a:pt x="103552" y="10853"/>
                  <a:pt x="102485" y="9667"/>
                </a:cubicBezTo>
                <a:cubicBezTo>
                  <a:pt x="101417" y="8481"/>
                  <a:pt x="100063" y="7552"/>
                  <a:pt x="98422" y="6880"/>
                </a:cubicBezTo>
                <a:cubicBezTo>
                  <a:pt x="96781" y="6208"/>
                  <a:pt x="94893" y="5872"/>
                  <a:pt x="92758" y="5872"/>
                </a:cubicBezTo>
                <a:cubicBezTo>
                  <a:pt x="89081" y="5872"/>
                  <a:pt x="85997" y="6870"/>
                  <a:pt x="83506" y="8867"/>
                </a:cubicBezTo>
                <a:cubicBezTo>
                  <a:pt x="81015" y="10863"/>
                  <a:pt x="79077" y="13760"/>
                  <a:pt x="77694" y="17555"/>
                </a:cubicBezTo>
                <a:lnTo>
                  <a:pt x="69924" y="17555"/>
                </a:lnTo>
                <a:lnTo>
                  <a:pt x="69924" y="5990"/>
                </a:lnTo>
                <a:cubicBezTo>
                  <a:pt x="74985" y="3895"/>
                  <a:pt x="79641" y="2372"/>
                  <a:pt x="83891" y="1423"/>
                </a:cubicBezTo>
                <a:cubicBezTo>
                  <a:pt x="88142" y="474"/>
                  <a:pt x="91967" y="0"/>
                  <a:pt x="95367" y="0"/>
                </a:cubicBezTo>
                <a:cubicBezTo>
                  <a:pt x="99480" y="0"/>
                  <a:pt x="102989" y="465"/>
                  <a:pt x="105895" y="1394"/>
                </a:cubicBezTo>
                <a:cubicBezTo>
                  <a:pt x="108801" y="2323"/>
                  <a:pt x="111163" y="3578"/>
                  <a:pt x="112982" y="5160"/>
                </a:cubicBezTo>
                <a:cubicBezTo>
                  <a:pt x="114801" y="6741"/>
                  <a:pt x="116116" y="8639"/>
                  <a:pt x="116926" y="10853"/>
                </a:cubicBezTo>
                <a:cubicBezTo>
                  <a:pt x="117737" y="13068"/>
                  <a:pt x="118142" y="15460"/>
                  <a:pt x="118142" y="18030"/>
                </a:cubicBezTo>
                <a:cubicBezTo>
                  <a:pt x="118142" y="19572"/>
                  <a:pt x="118033" y="21005"/>
                  <a:pt x="117816" y="22330"/>
                </a:cubicBezTo>
                <a:cubicBezTo>
                  <a:pt x="117598" y="23654"/>
                  <a:pt x="117223" y="24959"/>
                  <a:pt x="116689" y="26244"/>
                </a:cubicBezTo>
                <a:cubicBezTo>
                  <a:pt x="116155" y="27529"/>
                  <a:pt x="115453" y="28824"/>
                  <a:pt x="114583" y="30129"/>
                </a:cubicBezTo>
                <a:cubicBezTo>
                  <a:pt x="113714" y="31433"/>
                  <a:pt x="112626" y="32817"/>
                  <a:pt x="111321" y="34280"/>
                </a:cubicBezTo>
                <a:cubicBezTo>
                  <a:pt x="110333" y="35546"/>
                  <a:pt x="109048" y="37008"/>
                  <a:pt x="107466" y="38669"/>
                </a:cubicBezTo>
                <a:cubicBezTo>
                  <a:pt x="105885" y="40330"/>
                  <a:pt x="104155" y="42109"/>
                  <a:pt x="102277" y="44007"/>
                </a:cubicBezTo>
                <a:cubicBezTo>
                  <a:pt x="100399" y="45905"/>
                  <a:pt x="98432" y="47882"/>
                  <a:pt x="96376" y="49938"/>
                </a:cubicBezTo>
                <a:cubicBezTo>
                  <a:pt x="94320" y="51994"/>
                  <a:pt x="92323" y="54030"/>
                  <a:pt x="90386" y="56047"/>
                </a:cubicBezTo>
                <a:cubicBezTo>
                  <a:pt x="88448" y="58063"/>
                  <a:pt x="86669" y="60020"/>
                  <a:pt x="85048" y="61918"/>
                </a:cubicBezTo>
                <a:cubicBezTo>
                  <a:pt x="83427" y="63816"/>
                  <a:pt x="82102" y="65556"/>
                  <a:pt x="81074" y="67137"/>
                </a:cubicBezTo>
                <a:lnTo>
                  <a:pt x="103018" y="671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AF9F54-1A90-4ABE-BC60-ADE8B47E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054" y="745942"/>
            <a:ext cx="562526" cy="1263729"/>
          </a:xfrm>
          <a:custGeom xmlns:a="http://schemas.openxmlformats.org/drawingml/2006/main">
            <a:pathLst>
              <a:path w="562526" h="1263729">
                <a:moveTo>
                  <a:pt x="0" y="93755"/>
                </a:moveTo>
                <a:cubicBezTo>
                  <a:pt x="0" y="41976"/>
                  <a:pt x="41979" y="0"/>
                  <a:pt x="93757" y="0"/>
                </a:cubicBezTo>
                <a:lnTo>
                  <a:pt x="468769" y="0"/>
                </a:lnTo>
                <a:cubicBezTo>
                  <a:pt x="520553" y="0"/>
                  <a:pt x="562526" y="41976"/>
                  <a:pt x="562526" y="93755"/>
                </a:cubicBezTo>
                <a:lnTo>
                  <a:pt x="562526" y="1169973"/>
                </a:lnTo>
                <a:cubicBezTo>
                  <a:pt x="562526" y="1221753"/>
                  <a:pt x="520553" y="1263729"/>
                  <a:pt x="468769" y="1263729"/>
                </a:cubicBezTo>
                <a:lnTo>
                  <a:pt x="93757" y="1263729"/>
                </a:lnTo>
                <a:cubicBezTo>
                  <a:pt x="41979" y="1263729"/>
                  <a:pt x="0" y="1221753"/>
                  <a:pt x="0" y="1169973"/>
                </a:cubicBezTo>
                <a:lnTo>
                  <a:pt x="0" y="93755"/>
                </a:lnTo>
                <a:close/>
              </a:path>
            </a:pathLst>
          </a:custGeom>
          <a:solidFill xmlns:a="http://schemas.openxmlformats.org/drawingml/2006/main">
            <a:srgbClr val="E2F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5A0AD-6FBB-425D-BD15-025900F0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054" y="745942"/>
            <a:ext cx="562525" cy="1263729"/>
          </a:xfrm>
          <a:custGeom xmlns:a="http://schemas.openxmlformats.org/drawingml/2006/main">
            <a:pathLst>
              <a:path w="562525" h="1263729" fill="none">
                <a:moveTo>
                  <a:pt x="0" y="93756"/>
                </a:moveTo>
                <a:cubicBezTo>
                  <a:pt x="0" y="41976"/>
                  <a:pt x="41976" y="0"/>
                  <a:pt x="93756" y="0"/>
                </a:cubicBezTo>
                <a:lnTo>
                  <a:pt x="468770" y="0"/>
                </a:lnTo>
                <a:cubicBezTo>
                  <a:pt x="520550" y="0"/>
                  <a:pt x="562525" y="41976"/>
                  <a:pt x="562525" y="93756"/>
                </a:cubicBezTo>
                <a:lnTo>
                  <a:pt x="562525" y="1169974"/>
                </a:lnTo>
                <a:cubicBezTo>
                  <a:pt x="562525" y="1221754"/>
                  <a:pt x="520550" y="1263729"/>
                  <a:pt x="468770" y="1263729"/>
                </a:cubicBezTo>
                <a:lnTo>
                  <a:pt x="93756" y="1263729"/>
                </a:lnTo>
                <a:cubicBezTo>
                  <a:pt x="41976" y="1263729"/>
                  <a:pt x="0" y="1221754"/>
                  <a:pt x="0" y="1169974"/>
                </a:cubicBezTo>
                <a:lnTo>
                  <a:pt x="0" y="937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2F528F"/>
            </a:solidFill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508FB0-C1E7-41DA-A9CA-FF945866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608" y="798704"/>
            <a:ext cx="385418" cy="222951"/>
          </a:xfrm>
          <a:custGeom xmlns:a="http://schemas.openxmlformats.org/drawingml/2006/main">
            <a:pathLst>
              <a:path w="385418" h="222951">
                <a:moveTo>
                  <a:pt x="0" y="0"/>
                </a:moveTo>
                <a:lnTo>
                  <a:pt x="385418" y="0"/>
                </a:lnTo>
                <a:lnTo>
                  <a:pt x="385418" y="222951"/>
                </a:lnTo>
                <a:lnTo>
                  <a:pt x="0" y="2229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7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21BC62-E250-455F-A6E7-9C9A5F29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609" y="798704"/>
            <a:ext cx="385418" cy="222950"/>
          </a:xfrm>
          <a:custGeom xmlns:a="http://schemas.openxmlformats.org/drawingml/2006/main">
            <a:pathLst>
              <a:path w="385418" h="222950" fill="none">
                <a:moveTo>
                  <a:pt x="0" y="0"/>
                </a:moveTo>
                <a:lnTo>
                  <a:pt x="385418" y="0"/>
                </a:lnTo>
                <a:lnTo>
                  <a:pt x="385418" y="222950"/>
                </a:lnTo>
                <a:lnTo>
                  <a:pt x="0" y="2229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203" name="Text 𝑘">
            <a:extLst xmlns:a="http://schemas.openxmlformats.org/drawingml/2006/main">
              <a:ext uri="{FF2B5EF4-FFF2-40B4-BE49-F238E27FC236}">
                <a16:creationId xmlns:a16="http://schemas.microsoft.com/office/drawing/2014/main" id="{F116D9E2-1343-4BC8-A868-C1226DE1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966" y="854431"/>
            <a:ext cx="77734" cy="114347"/>
          </a:xfrm>
          <a:custGeom xmlns:a="http://schemas.openxmlformats.org/drawingml/2006/main">
            <a:pathLst>
              <a:path w="77734" h="114347">
                <a:moveTo>
                  <a:pt x="34399" y="80580"/>
                </a:moveTo>
                <a:cubicBezTo>
                  <a:pt x="33872" y="78524"/>
                  <a:pt x="33345" y="77101"/>
                  <a:pt x="32817" y="76310"/>
                </a:cubicBezTo>
                <a:cubicBezTo>
                  <a:pt x="32290" y="75519"/>
                  <a:pt x="31684" y="74992"/>
                  <a:pt x="30999" y="74729"/>
                </a:cubicBezTo>
                <a:cubicBezTo>
                  <a:pt x="30313" y="74465"/>
                  <a:pt x="29101" y="74333"/>
                  <a:pt x="27361" y="74333"/>
                </a:cubicBezTo>
                <a:lnTo>
                  <a:pt x="21905" y="74333"/>
                </a:lnTo>
                <a:lnTo>
                  <a:pt x="13680" y="113081"/>
                </a:lnTo>
                <a:lnTo>
                  <a:pt x="0" y="113081"/>
                </a:lnTo>
                <a:lnTo>
                  <a:pt x="20323" y="22695"/>
                </a:lnTo>
                <a:cubicBezTo>
                  <a:pt x="21008" y="19638"/>
                  <a:pt x="21496" y="17252"/>
                  <a:pt x="21786" y="15539"/>
                </a:cubicBezTo>
                <a:cubicBezTo>
                  <a:pt x="22076" y="13825"/>
                  <a:pt x="22221" y="12310"/>
                  <a:pt x="22221" y="10992"/>
                </a:cubicBezTo>
                <a:cubicBezTo>
                  <a:pt x="22221" y="8778"/>
                  <a:pt x="21549" y="7222"/>
                  <a:pt x="20204" y="6326"/>
                </a:cubicBezTo>
                <a:cubicBezTo>
                  <a:pt x="18860" y="5430"/>
                  <a:pt x="16448" y="4929"/>
                  <a:pt x="12969" y="4824"/>
                </a:cubicBezTo>
                <a:lnTo>
                  <a:pt x="13918" y="712"/>
                </a:lnTo>
                <a:lnTo>
                  <a:pt x="33924" y="0"/>
                </a:lnTo>
                <a:lnTo>
                  <a:pt x="38511" y="0"/>
                </a:lnTo>
                <a:lnTo>
                  <a:pt x="23012" y="69035"/>
                </a:lnTo>
                <a:lnTo>
                  <a:pt x="25542" y="69035"/>
                </a:lnTo>
                <a:cubicBezTo>
                  <a:pt x="29496" y="69035"/>
                  <a:pt x="33938" y="67309"/>
                  <a:pt x="38867" y="63855"/>
                </a:cubicBezTo>
                <a:cubicBezTo>
                  <a:pt x="43796" y="60402"/>
                  <a:pt x="47737" y="57200"/>
                  <a:pt x="50689" y="54247"/>
                </a:cubicBezTo>
                <a:cubicBezTo>
                  <a:pt x="53641" y="51295"/>
                  <a:pt x="55117" y="48448"/>
                  <a:pt x="55117" y="45707"/>
                </a:cubicBezTo>
                <a:cubicBezTo>
                  <a:pt x="55117" y="43124"/>
                  <a:pt x="53325" y="41674"/>
                  <a:pt x="49740" y="41358"/>
                </a:cubicBezTo>
                <a:lnTo>
                  <a:pt x="50610" y="37483"/>
                </a:lnTo>
                <a:lnTo>
                  <a:pt x="76231" y="37483"/>
                </a:lnTo>
                <a:lnTo>
                  <a:pt x="77734" y="41358"/>
                </a:lnTo>
                <a:cubicBezTo>
                  <a:pt x="73358" y="45312"/>
                  <a:pt x="68719" y="49186"/>
                  <a:pt x="63816" y="52982"/>
                </a:cubicBezTo>
                <a:lnTo>
                  <a:pt x="44205" y="68165"/>
                </a:lnTo>
                <a:lnTo>
                  <a:pt x="51954" y="96712"/>
                </a:lnTo>
                <a:cubicBezTo>
                  <a:pt x="52587" y="99137"/>
                  <a:pt x="53154" y="100890"/>
                  <a:pt x="53654" y="101971"/>
                </a:cubicBezTo>
                <a:cubicBezTo>
                  <a:pt x="54155" y="103052"/>
                  <a:pt x="54735" y="103856"/>
                  <a:pt x="55394" y="104383"/>
                </a:cubicBezTo>
                <a:cubicBezTo>
                  <a:pt x="56053" y="104910"/>
                  <a:pt x="56936" y="105174"/>
                  <a:pt x="58043" y="105174"/>
                </a:cubicBezTo>
                <a:cubicBezTo>
                  <a:pt x="59414" y="105174"/>
                  <a:pt x="61048" y="104436"/>
                  <a:pt x="62946" y="102960"/>
                </a:cubicBezTo>
                <a:cubicBezTo>
                  <a:pt x="64844" y="101483"/>
                  <a:pt x="67005" y="99348"/>
                  <a:pt x="69430" y="96554"/>
                </a:cubicBezTo>
                <a:lnTo>
                  <a:pt x="73938" y="100983"/>
                </a:lnTo>
                <a:cubicBezTo>
                  <a:pt x="69193" y="105991"/>
                  <a:pt x="65266" y="109470"/>
                  <a:pt x="62155" y="111421"/>
                </a:cubicBezTo>
                <a:cubicBezTo>
                  <a:pt x="59045" y="113371"/>
                  <a:pt x="56040" y="114347"/>
                  <a:pt x="53140" y="114347"/>
                </a:cubicBezTo>
                <a:cubicBezTo>
                  <a:pt x="49556" y="114347"/>
                  <a:pt x="46709" y="113332"/>
                  <a:pt x="44600" y="111302"/>
                </a:cubicBezTo>
                <a:cubicBezTo>
                  <a:pt x="42491" y="109273"/>
                  <a:pt x="40831" y="105885"/>
                  <a:pt x="39618" y="101141"/>
                </a:cubicBezTo>
                <a:lnTo>
                  <a:pt x="34399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Text #&amp;">
            <a:extLst xmlns:a="http://schemas.openxmlformats.org/drawingml/2006/main">
              <a:ext uri="{FF2B5EF4-FFF2-40B4-BE49-F238E27FC236}">
                <a16:creationId xmlns:a16="http://schemas.microsoft.com/office/drawing/2014/main" id="{4FAC6725-706C-4EF5-A73C-C1E337DA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464" y="924718"/>
            <a:ext cx="124666" cy="78050"/>
          </a:xfrm>
          <a:custGeom xmlns:a="http://schemas.openxmlformats.org/drawingml/2006/main">
            <a:pathLst>
              <a:path w="124666" h="78050">
                <a:moveTo>
                  <a:pt x="45074" y="0"/>
                </a:moveTo>
                <a:cubicBezTo>
                  <a:pt x="45549" y="554"/>
                  <a:pt x="45984" y="1087"/>
                  <a:pt x="46379" y="1601"/>
                </a:cubicBezTo>
                <a:cubicBezTo>
                  <a:pt x="46775" y="2115"/>
                  <a:pt x="47210" y="2629"/>
                  <a:pt x="47684" y="3143"/>
                </a:cubicBezTo>
                <a:lnTo>
                  <a:pt x="47684" y="6643"/>
                </a:lnTo>
                <a:cubicBezTo>
                  <a:pt x="42900" y="6563"/>
                  <a:pt x="38590" y="7196"/>
                  <a:pt x="34755" y="8540"/>
                </a:cubicBezTo>
                <a:cubicBezTo>
                  <a:pt x="30919" y="9885"/>
                  <a:pt x="27539" y="11852"/>
                  <a:pt x="24613" y="14442"/>
                </a:cubicBezTo>
                <a:cubicBezTo>
                  <a:pt x="21687" y="17031"/>
                  <a:pt x="19236" y="20214"/>
                  <a:pt x="17259" y="23990"/>
                </a:cubicBezTo>
                <a:cubicBezTo>
                  <a:pt x="15282" y="27766"/>
                  <a:pt x="13740" y="32027"/>
                  <a:pt x="12633" y="36771"/>
                </a:cubicBezTo>
                <a:lnTo>
                  <a:pt x="13285" y="37068"/>
                </a:lnTo>
                <a:cubicBezTo>
                  <a:pt x="14906" y="35961"/>
                  <a:pt x="16508" y="35002"/>
                  <a:pt x="18089" y="34191"/>
                </a:cubicBezTo>
                <a:cubicBezTo>
                  <a:pt x="19671" y="33381"/>
                  <a:pt x="21272" y="32709"/>
                  <a:pt x="22893" y="32175"/>
                </a:cubicBezTo>
                <a:cubicBezTo>
                  <a:pt x="24514" y="31641"/>
                  <a:pt x="26195" y="31256"/>
                  <a:pt x="27934" y="31018"/>
                </a:cubicBezTo>
                <a:cubicBezTo>
                  <a:pt x="29674" y="30781"/>
                  <a:pt x="31532" y="30662"/>
                  <a:pt x="33509" y="30662"/>
                </a:cubicBezTo>
                <a:cubicBezTo>
                  <a:pt x="36989" y="30662"/>
                  <a:pt x="40063" y="31176"/>
                  <a:pt x="42732" y="32204"/>
                </a:cubicBezTo>
                <a:cubicBezTo>
                  <a:pt x="45401" y="33233"/>
                  <a:pt x="47664" y="34735"/>
                  <a:pt x="49523" y="36712"/>
                </a:cubicBezTo>
                <a:cubicBezTo>
                  <a:pt x="51381" y="38689"/>
                  <a:pt x="52785" y="41061"/>
                  <a:pt x="53733" y="43829"/>
                </a:cubicBezTo>
                <a:cubicBezTo>
                  <a:pt x="54682" y="46597"/>
                  <a:pt x="55157" y="49681"/>
                  <a:pt x="55157" y="53081"/>
                </a:cubicBezTo>
                <a:cubicBezTo>
                  <a:pt x="55157" y="56679"/>
                  <a:pt x="54564" y="60020"/>
                  <a:pt x="53378" y="63104"/>
                </a:cubicBezTo>
                <a:cubicBezTo>
                  <a:pt x="52191" y="66188"/>
                  <a:pt x="50412" y="68837"/>
                  <a:pt x="48040" y="71052"/>
                </a:cubicBezTo>
                <a:cubicBezTo>
                  <a:pt x="45668" y="73266"/>
                  <a:pt x="42732" y="74986"/>
                  <a:pt x="39233" y="76211"/>
                </a:cubicBezTo>
                <a:cubicBezTo>
                  <a:pt x="35733" y="77437"/>
                  <a:pt x="31631" y="78050"/>
                  <a:pt x="26926" y="78050"/>
                </a:cubicBezTo>
                <a:cubicBezTo>
                  <a:pt x="18030" y="78050"/>
                  <a:pt x="11318" y="75510"/>
                  <a:pt x="6791" y="70429"/>
                </a:cubicBezTo>
                <a:cubicBezTo>
                  <a:pt x="2264" y="65348"/>
                  <a:pt x="0" y="57865"/>
                  <a:pt x="0" y="47981"/>
                </a:cubicBezTo>
                <a:cubicBezTo>
                  <a:pt x="0" y="43552"/>
                  <a:pt x="494" y="39312"/>
                  <a:pt x="1483" y="35259"/>
                </a:cubicBezTo>
                <a:cubicBezTo>
                  <a:pt x="2471" y="31206"/>
                  <a:pt x="3924" y="27430"/>
                  <a:pt x="5842" y="23931"/>
                </a:cubicBezTo>
                <a:cubicBezTo>
                  <a:pt x="7760" y="20432"/>
                  <a:pt x="10082" y="17269"/>
                  <a:pt x="12811" y="14442"/>
                </a:cubicBezTo>
                <a:cubicBezTo>
                  <a:pt x="15539" y="11615"/>
                  <a:pt x="18583" y="9163"/>
                  <a:pt x="21944" y="7087"/>
                </a:cubicBezTo>
                <a:cubicBezTo>
                  <a:pt x="25305" y="5012"/>
                  <a:pt x="28943" y="3371"/>
                  <a:pt x="32857" y="2165"/>
                </a:cubicBezTo>
                <a:cubicBezTo>
                  <a:pt x="36771" y="959"/>
                  <a:pt x="40844" y="237"/>
                  <a:pt x="45074" y="0"/>
                </a:cubicBezTo>
                <a:moveTo>
                  <a:pt x="29358" y="37483"/>
                </a:moveTo>
                <a:cubicBezTo>
                  <a:pt x="26709" y="37483"/>
                  <a:pt x="24267" y="37839"/>
                  <a:pt x="22033" y="38551"/>
                </a:cubicBezTo>
                <a:cubicBezTo>
                  <a:pt x="19799" y="39262"/>
                  <a:pt x="17674" y="40231"/>
                  <a:pt x="15657" y="41457"/>
                </a:cubicBezTo>
                <a:cubicBezTo>
                  <a:pt x="14827" y="42010"/>
                  <a:pt x="14185" y="42524"/>
                  <a:pt x="13730" y="42999"/>
                </a:cubicBezTo>
                <a:cubicBezTo>
                  <a:pt x="13275" y="43473"/>
                  <a:pt x="12939" y="44037"/>
                  <a:pt x="12722" y="44689"/>
                </a:cubicBezTo>
                <a:cubicBezTo>
                  <a:pt x="12504" y="45341"/>
                  <a:pt x="12356" y="46152"/>
                  <a:pt x="12277" y="47121"/>
                </a:cubicBezTo>
                <a:cubicBezTo>
                  <a:pt x="12198" y="48089"/>
                  <a:pt x="12158" y="49404"/>
                  <a:pt x="12158" y="51065"/>
                </a:cubicBezTo>
                <a:cubicBezTo>
                  <a:pt x="12158" y="65061"/>
                  <a:pt x="17239" y="72060"/>
                  <a:pt x="27401" y="72060"/>
                </a:cubicBezTo>
                <a:cubicBezTo>
                  <a:pt x="30168" y="72060"/>
                  <a:pt x="32550" y="71655"/>
                  <a:pt x="34547" y="70844"/>
                </a:cubicBezTo>
                <a:cubicBezTo>
                  <a:pt x="36544" y="70033"/>
                  <a:pt x="38175" y="68867"/>
                  <a:pt x="39440" y="67345"/>
                </a:cubicBezTo>
                <a:cubicBezTo>
                  <a:pt x="40705" y="65823"/>
                  <a:pt x="41635" y="63944"/>
                  <a:pt x="42228" y="61710"/>
                </a:cubicBezTo>
                <a:cubicBezTo>
                  <a:pt x="42821" y="59477"/>
                  <a:pt x="43117" y="56936"/>
                  <a:pt x="43117" y="54089"/>
                </a:cubicBezTo>
                <a:cubicBezTo>
                  <a:pt x="43117" y="48791"/>
                  <a:pt x="41931" y="44699"/>
                  <a:pt x="39559" y="41812"/>
                </a:cubicBezTo>
                <a:cubicBezTo>
                  <a:pt x="37186" y="38926"/>
                  <a:pt x="33786" y="37483"/>
                  <a:pt x="29358" y="37483"/>
                </a:cubicBezTo>
                <a:close/>
                <a:moveTo>
                  <a:pt x="90979" y="73246"/>
                </a:moveTo>
                <a:cubicBezTo>
                  <a:pt x="92165" y="72930"/>
                  <a:pt x="93174" y="72643"/>
                  <a:pt x="94004" y="72386"/>
                </a:cubicBezTo>
                <a:cubicBezTo>
                  <a:pt x="94834" y="72129"/>
                  <a:pt x="95526" y="71832"/>
                  <a:pt x="96080" y="71496"/>
                </a:cubicBezTo>
                <a:cubicBezTo>
                  <a:pt x="96633" y="71160"/>
                  <a:pt x="97039" y="70765"/>
                  <a:pt x="97296" y="70310"/>
                </a:cubicBezTo>
                <a:cubicBezTo>
                  <a:pt x="97553" y="69855"/>
                  <a:pt x="97750" y="69282"/>
                  <a:pt x="97889" y="68590"/>
                </a:cubicBezTo>
                <a:cubicBezTo>
                  <a:pt x="98027" y="67898"/>
                  <a:pt x="98106" y="67028"/>
                  <a:pt x="98126" y="65981"/>
                </a:cubicBezTo>
                <a:cubicBezTo>
                  <a:pt x="98146" y="64933"/>
                  <a:pt x="98156" y="63638"/>
                  <a:pt x="98156" y="62096"/>
                </a:cubicBezTo>
                <a:lnTo>
                  <a:pt x="98156" y="54327"/>
                </a:lnTo>
                <a:lnTo>
                  <a:pt x="64765" y="54327"/>
                </a:lnTo>
                <a:lnTo>
                  <a:pt x="64765" y="49641"/>
                </a:lnTo>
                <a:cubicBezTo>
                  <a:pt x="70656" y="41457"/>
                  <a:pt x="76508" y="33321"/>
                  <a:pt x="82320" y="25236"/>
                </a:cubicBezTo>
                <a:cubicBezTo>
                  <a:pt x="88132" y="17150"/>
                  <a:pt x="93984" y="9015"/>
                  <a:pt x="99876" y="830"/>
                </a:cubicBezTo>
                <a:lnTo>
                  <a:pt x="109306" y="830"/>
                </a:lnTo>
                <a:lnTo>
                  <a:pt x="109306" y="48099"/>
                </a:lnTo>
                <a:lnTo>
                  <a:pt x="110373" y="48099"/>
                </a:lnTo>
                <a:cubicBezTo>
                  <a:pt x="111994" y="48099"/>
                  <a:pt x="113309" y="48020"/>
                  <a:pt x="114317" y="47862"/>
                </a:cubicBezTo>
                <a:cubicBezTo>
                  <a:pt x="115325" y="47704"/>
                  <a:pt x="116136" y="47378"/>
                  <a:pt x="116749" y="46883"/>
                </a:cubicBezTo>
                <a:cubicBezTo>
                  <a:pt x="117362" y="46389"/>
                  <a:pt x="117876" y="45697"/>
                  <a:pt x="118291" y="44808"/>
                </a:cubicBezTo>
                <a:cubicBezTo>
                  <a:pt x="118706" y="43918"/>
                  <a:pt x="119151" y="42761"/>
                  <a:pt x="119625" y="41338"/>
                </a:cubicBezTo>
                <a:lnTo>
                  <a:pt x="124666" y="41338"/>
                </a:lnTo>
                <a:cubicBezTo>
                  <a:pt x="124548" y="43513"/>
                  <a:pt x="124419" y="45668"/>
                  <a:pt x="124281" y="47803"/>
                </a:cubicBezTo>
                <a:cubicBezTo>
                  <a:pt x="124143" y="49938"/>
                  <a:pt x="124014" y="52112"/>
                  <a:pt x="123895" y="54327"/>
                </a:cubicBezTo>
                <a:lnTo>
                  <a:pt x="109306" y="54327"/>
                </a:lnTo>
                <a:lnTo>
                  <a:pt x="109306" y="62096"/>
                </a:lnTo>
                <a:cubicBezTo>
                  <a:pt x="109306" y="64389"/>
                  <a:pt x="109355" y="66168"/>
                  <a:pt x="109454" y="67434"/>
                </a:cubicBezTo>
                <a:cubicBezTo>
                  <a:pt x="109553" y="68699"/>
                  <a:pt x="109849" y="69687"/>
                  <a:pt x="110343" y="70399"/>
                </a:cubicBezTo>
                <a:cubicBezTo>
                  <a:pt x="110838" y="71111"/>
                  <a:pt x="111569" y="71645"/>
                  <a:pt x="112538" y="72000"/>
                </a:cubicBezTo>
                <a:cubicBezTo>
                  <a:pt x="113507" y="72356"/>
                  <a:pt x="114861" y="72771"/>
                  <a:pt x="116600" y="73246"/>
                </a:cubicBezTo>
                <a:lnTo>
                  <a:pt x="116600" y="76804"/>
                </a:lnTo>
                <a:lnTo>
                  <a:pt x="90979" y="76804"/>
                </a:lnTo>
                <a:lnTo>
                  <a:pt x="90979" y="73246"/>
                </a:lnTo>
                <a:moveTo>
                  <a:pt x="75381" y="48099"/>
                </a:moveTo>
                <a:lnTo>
                  <a:pt x="98156" y="48099"/>
                </a:lnTo>
                <a:lnTo>
                  <a:pt x="98156" y="36178"/>
                </a:lnTo>
                <a:cubicBezTo>
                  <a:pt x="98156" y="34834"/>
                  <a:pt x="98175" y="33173"/>
                  <a:pt x="98215" y="31196"/>
                </a:cubicBezTo>
                <a:cubicBezTo>
                  <a:pt x="98254" y="29219"/>
                  <a:pt x="98304" y="27213"/>
                  <a:pt x="98363" y="25176"/>
                </a:cubicBezTo>
                <a:cubicBezTo>
                  <a:pt x="98422" y="23140"/>
                  <a:pt x="98492" y="21203"/>
                  <a:pt x="98571" y="19364"/>
                </a:cubicBezTo>
                <a:cubicBezTo>
                  <a:pt x="98650" y="17526"/>
                  <a:pt x="98729" y="15974"/>
                  <a:pt x="98808" y="14708"/>
                </a:cubicBezTo>
                <a:lnTo>
                  <a:pt x="98156" y="14708"/>
                </a:lnTo>
                <a:cubicBezTo>
                  <a:pt x="94360" y="20204"/>
                  <a:pt x="90574" y="25661"/>
                  <a:pt x="86798" y="31078"/>
                </a:cubicBezTo>
                <a:cubicBezTo>
                  <a:pt x="83022" y="36494"/>
                  <a:pt x="79216" y="41931"/>
                  <a:pt x="75381" y="47387"/>
                </a:cubicBezTo>
                <a:lnTo>
                  <a:pt x="75381" y="480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Text …">
            <a:extLst xmlns:a="http://schemas.openxmlformats.org/drawingml/2006/main">
              <a:ext uri="{FF2B5EF4-FFF2-40B4-BE49-F238E27FC236}">
                <a16:creationId xmlns:a16="http://schemas.microsoft.com/office/drawing/2014/main" id="{ADE80174-D261-4867-AAE2-BEEBE430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087" y="1343479"/>
            <a:ext cx="8046" cy="57556"/>
          </a:xfrm>
          <a:custGeom xmlns:a="http://schemas.openxmlformats.org/drawingml/2006/main">
            <a:pathLst>
              <a:path w="8046" h="57556">
                <a:moveTo>
                  <a:pt x="8046" y="4023"/>
                </a:moveTo>
                <a:cubicBezTo>
                  <a:pt x="8046" y="5159"/>
                  <a:pt x="7654" y="6113"/>
                  <a:pt x="6868" y="6886"/>
                </a:cubicBezTo>
                <a:cubicBezTo>
                  <a:pt x="6083" y="7660"/>
                  <a:pt x="5135" y="8046"/>
                  <a:pt x="4023" y="8046"/>
                </a:cubicBezTo>
                <a:cubicBezTo>
                  <a:pt x="2912" y="8046"/>
                  <a:pt x="1963" y="7654"/>
                  <a:pt x="1178" y="6868"/>
                </a:cubicBezTo>
                <a:cubicBezTo>
                  <a:pt x="393" y="6083"/>
                  <a:pt x="0" y="5135"/>
                  <a:pt x="0" y="4023"/>
                </a:cubicBezTo>
                <a:cubicBezTo>
                  <a:pt x="0" y="2912"/>
                  <a:pt x="393" y="1963"/>
                  <a:pt x="1178" y="1178"/>
                </a:cubicBezTo>
                <a:cubicBezTo>
                  <a:pt x="1963" y="393"/>
                  <a:pt x="2912" y="0"/>
                  <a:pt x="4023" y="0"/>
                </a:cubicBezTo>
                <a:cubicBezTo>
                  <a:pt x="5159" y="0"/>
                  <a:pt x="6113" y="393"/>
                  <a:pt x="6886" y="1178"/>
                </a:cubicBezTo>
                <a:cubicBezTo>
                  <a:pt x="7660" y="1963"/>
                  <a:pt x="8046" y="2912"/>
                  <a:pt x="8046" y="4023"/>
                </a:cubicBezTo>
                <a:moveTo>
                  <a:pt x="8046" y="28778"/>
                </a:moveTo>
                <a:cubicBezTo>
                  <a:pt x="8046" y="29889"/>
                  <a:pt x="7654" y="30838"/>
                  <a:pt x="6868" y="31623"/>
                </a:cubicBezTo>
                <a:cubicBezTo>
                  <a:pt x="6083" y="32408"/>
                  <a:pt x="5135" y="32801"/>
                  <a:pt x="4023" y="32801"/>
                </a:cubicBezTo>
                <a:cubicBezTo>
                  <a:pt x="2912" y="32801"/>
                  <a:pt x="1963" y="32408"/>
                  <a:pt x="1178" y="31623"/>
                </a:cubicBezTo>
                <a:cubicBezTo>
                  <a:pt x="393" y="30838"/>
                  <a:pt x="0" y="29889"/>
                  <a:pt x="0" y="28778"/>
                </a:cubicBezTo>
                <a:cubicBezTo>
                  <a:pt x="0" y="27666"/>
                  <a:pt x="393" y="26718"/>
                  <a:pt x="1178" y="25933"/>
                </a:cubicBezTo>
                <a:cubicBezTo>
                  <a:pt x="1963" y="25147"/>
                  <a:pt x="2912" y="24755"/>
                  <a:pt x="4023" y="24755"/>
                </a:cubicBezTo>
                <a:cubicBezTo>
                  <a:pt x="5159" y="24755"/>
                  <a:pt x="6113" y="25147"/>
                  <a:pt x="6886" y="25933"/>
                </a:cubicBezTo>
                <a:cubicBezTo>
                  <a:pt x="7660" y="26718"/>
                  <a:pt x="8046" y="27666"/>
                  <a:pt x="8046" y="28778"/>
                </a:cubicBezTo>
                <a:moveTo>
                  <a:pt x="8046" y="53532"/>
                </a:moveTo>
                <a:cubicBezTo>
                  <a:pt x="8046" y="54644"/>
                  <a:pt x="7654" y="55592"/>
                  <a:pt x="6868" y="56378"/>
                </a:cubicBezTo>
                <a:cubicBezTo>
                  <a:pt x="6083" y="57163"/>
                  <a:pt x="5135" y="57556"/>
                  <a:pt x="4023" y="57556"/>
                </a:cubicBezTo>
                <a:cubicBezTo>
                  <a:pt x="2912" y="57556"/>
                  <a:pt x="1963" y="57163"/>
                  <a:pt x="1178" y="56378"/>
                </a:cubicBezTo>
                <a:cubicBezTo>
                  <a:pt x="393" y="55592"/>
                  <a:pt x="0" y="54644"/>
                  <a:pt x="0" y="53532"/>
                </a:cubicBezTo>
                <a:cubicBezTo>
                  <a:pt x="0" y="52421"/>
                  <a:pt x="393" y="51473"/>
                  <a:pt x="1178" y="50687"/>
                </a:cubicBezTo>
                <a:cubicBezTo>
                  <a:pt x="1963" y="49902"/>
                  <a:pt x="2912" y="49509"/>
                  <a:pt x="4023" y="49509"/>
                </a:cubicBezTo>
                <a:cubicBezTo>
                  <a:pt x="5159" y="49509"/>
                  <a:pt x="6113" y="49896"/>
                  <a:pt x="6886" y="50669"/>
                </a:cubicBezTo>
                <a:cubicBezTo>
                  <a:pt x="7660" y="51442"/>
                  <a:pt x="8046" y="52397"/>
                  <a:pt x="8046" y="535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CD446F-5557-4849-8B69-D45F844F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608" y="1051250"/>
            <a:ext cx="385418" cy="222950"/>
          </a:xfrm>
          <a:custGeom xmlns:a="http://schemas.openxmlformats.org/drawingml/2006/main">
            <a:pathLst>
              <a:path w="385418" h="222950">
                <a:moveTo>
                  <a:pt x="0" y="0"/>
                </a:moveTo>
                <a:lnTo>
                  <a:pt x="385418" y="0"/>
                </a:lnTo>
                <a:lnTo>
                  <a:pt x="385418" y="222950"/>
                </a:lnTo>
                <a:lnTo>
                  <a:pt x="0" y="2229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7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608AA2-D8FF-4356-A87C-AE0ABB57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609" y="1051251"/>
            <a:ext cx="385418" cy="222950"/>
          </a:xfrm>
          <a:custGeom xmlns:a="http://schemas.openxmlformats.org/drawingml/2006/main">
            <a:pathLst>
              <a:path w="385418" h="222950" fill="none">
                <a:moveTo>
                  <a:pt x="0" y="0"/>
                </a:moveTo>
                <a:lnTo>
                  <a:pt x="385418" y="0"/>
                </a:lnTo>
                <a:lnTo>
                  <a:pt x="385418" y="222950"/>
                </a:lnTo>
                <a:lnTo>
                  <a:pt x="0" y="2229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208" name="Text 𝑘">
            <a:extLst xmlns:a="http://schemas.openxmlformats.org/drawingml/2006/main">
              <a:ext uri="{FF2B5EF4-FFF2-40B4-BE49-F238E27FC236}">
                <a16:creationId xmlns:a16="http://schemas.microsoft.com/office/drawing/2014/main" id="{C5CFC17C-AB5A-4B2D-9601-641C21DC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966" y="1107075"/>
            <a:ext cx="77734" cy="114347"/>
          </a:xfrm>
          <a:custGeom xmlns:a="http://schemas.openxmlformats.org/drawingml/2006/main">
            <a:pathLst>
              <a:path w="77734" h="114347">
                <a:moveTo>
                  <a:pt x="34399" y="80580"/>
                </a:moveTo>
                <a:cubicBezTo>
                  <a:pt x="33872" y="78524"/>
                  <a:pt x="33345" y="77101"/>
                  <a:pt x="32817" y="76310"/>
                </a:cubicBezTo>
                <a:cubicBezTo>
                  <a:pt x="32290" y="75519"/>
                  <a:pt x="31684" y="74992"/>
                  <a:pt x="30999" y="74729"/>
                </a:cubicBezTo>
                <a:cubicBezTo>
                  <a:pt x="30313" y="74465"/>
                  <a:pt x="29101" y="74333"/>
                  <a:pt x="27361" y="74333"/>
                </a:cubicBezTo>
                <a:lnTo>
                  <a:pt x="21905" y="74333"/>
                </a:lnTo>
                <a:lnTo>
                  <a:pt x="13680" y="113081"/>
                </a:lnTo>
                <a:lnTo>
                  <a:pt x="0" y="113081"/>
                </a:lnTo>
                <a:lnTo>
                  <a:pt x="20323" y="22695"/>
                </a:lnTo>
                <a:cubicBezTo>
                  <a:pt x="21008" y="19638"/>
                  <a:pt x="21496" y="17252"/>
                  <a:pt x="21786" y="15539"/>
                </a:cubicBezTo>
                <a:cubicBezTo>
                  <a:pt x="22076" y="13825"/>
                  <a:pt x="22221" y="12310"/>
                  <a:pt x="22221" y="10992"/>
                </a:cubicBezTo>
                <a:cubicBezTo>
                  <a:pt x="22221" y="8778"/>
                  <a:pt x="21549" y="7222"/>
                  <a:pt x="20204" y="6326"/>
                </a:cubicBezTo>
                <a:cubicBezTo>
                  <a:pt x="18860" y="5430"/>
                  <a:pt x="16448" y="4929"/>
                  <a:pt x="12969" y="4824"/>
                </a:cubicBezTo>
                <a:lnTo>
                  <a:pt x="13918" y="712"/>
                </a:lnTo>
                <a:lnTo>
                  <a:pt x="33924" y="0"/>
                </a:lnTo>
                <a:lnTo>
                  <a:pt x="38511" y="0"/>
                </a:lnTo>
                <a:lnTo>
                  <a:pt x="23012" y="69035"/>
                </a:lnTo>
                <a:lnTo>
                  <a:pt x="25542" y="69035"/>
                </a:lnTo>
                <a:cubicBezTo>
                  <a:pt x="29496" y="69035"/>
                  <a:pt x="33938" y="67309"/>
                  <a:pt x="38867" y="63855"/>
                </a:cubicBezTo>
                <a:cubicBezTo>
                  <a:pt x="43796" y="60402"/>
                  <a:pt x="47737" y="57200"/>
                  <a:pt x="50689" y="54247"/>
                </a:cubicBezTo>
                <a:cubicBezTo>
                  <a:pt x="53641" y="51295"/>
                  <a:pt x="55117" y="48448"/>
                  <a:pt x="55117" y="45707"/>
                </a:cubicBezTo>
                <a:cubicBezTo>
                  <a:pt x="55117" y="43124"/>
                  <a:pt x="53325" y="41674"/>
                  <a:pt x="49740" y="41358"/>
                </a:cubicBezTo>
                <a:lnTo>
                  <a:pt x="50610" y="37483"/>
                </a:lnTo>
                <a:lnTo>
                  <a:pt x="76231" y="37483"/>
                </a:lnTo>
                <a:lnTo>
                  <a:pt x="77734" y="41358"/>
                </a:lnTo>
                <a:cubicBezTo>
                  <a:pt x="73358" y="45312"/>
                  <a:pt x="68719" y="49186"/>
                  <a:pt x="63816" y="52982"/>
                </a:cubicBezTo>
                <a:lnTo>
                  <a:pt x="44205" y="68165"/>
                </a:lnTo>
                <a:lnTo>
                  <a:pt x="51954" y="96712"/>
                </a:lnTo>
                <a:cubicBezTo>
                  <a:pt x="52587" y="99137"/>
                  <a:pt x="53154" y="100890"/>
                  <a:pt x="53654" y="101971"/>
                </a:cubicBezTo>
                <a:cubicBezTo>
                  <a:pt x="54155" y="103052"/>
                  <a:pt x="54735" y="103856"/>
                  <a:pt x="55394" y="104383"/>
                </a:cubicBezTo>
                <a:cubicBezTo>
                  <a:pt x="56053" y="104910"/>
                  <a:pt x="56936" y="105174"/>
                  <a:pt x="58043" y="105174"/>
                </a:cubicBezTo>
                <a:cubicBezTo>
                  <a:pt x="59414" y="105174"/>
                  <a:pt x="61048" y="104436"/>
                  <a:pt x="62946" y="102960"/>
                </a:cubicBezTo>
                <a:cubicBezTo>
                  <a:pt x="64844" y="101483"/>
                  <a:pt x="67005" y="99348"/>
                  <a:pt x="69430" y="96554"/>
                </a:cubicBezTo>
                <a:lnTo>
                  <a:pt x="73938" y="100983"/>
                </a:lnTo>
                <a:cubicBezTo>
                  <a:pt x="69193" y="105991"/>
                  <a:pt x="65266" y="109470"/>
                  <a:pt x="62155" y="111421"/>
                </a:cubicBezTo>
                <a:cubicBezTo>
                  <a:pt x="59045" y="113371"/>
                  <a:pt x="56040" y="114347"/>
                  <a:pt x="53140" y="114347"/>
                </a:cubicBezTo>
                <a:cubicBezTo>
                  <a:pt x="49556" y="114347"/>
                  <a:pt x="46709" y="113332"/>
                  <a:pt x="44600" y="111302"/>
                </a:cubicBezTo>
                <a:cubicBezTo>
                  <a:pt x="42491" y="109273"/>
                  <a:pt x="40831" y="105885"/>
                  <a:pt x="39618" y="101141"/>
                </a:cubicBezTo>
                <a:lnTo>
                  <a:pt x="34399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Text #'">
            <a:extLst xmlns:a="http://schemas.openxmlformats.org/drawingml/2006/main">
              <a:ext uri="{FF2B5EF4-FFF2-40B4-BE49-F238E27FC236}">
                <a16:creationId xmlns:a16="http://schemas.microsoft.com/office/drawing/2014/main" id="{A9778B09-2294-4696-B892-32662563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464" y="1174515"/>
            <a:ext cx="120633" cy="80897"/>
          </a:xfrm>
          <a:custGeom xmlns:a="http://schemas.openxmlformats.org/drawingml/2006/main">
            <a:pathLst>
              <a:path w="120633" h="80897">
                <a:moveTo>
                  <a:pt x="45074" y="2847"/>
                </a:moveTo>
                <a:cubicBezTo>
                  <a:pt x="45549" y="3400"/>
                  <a:pt x="45984" y="3934"/>
                  <a:pt x="46379" y="4448"/>
                </a:cubicBezTo>
                <a:cubicBezTo>
                  <a:pt x="46775" y="4962"/>
                  <a:pt x="47210" y="5476"/>
                  <a:pt x="47684" y="5990"/>
                </a:cubicBezTo>
                <a:lnTo>
                  <a:pt x="47684" y="9489"/>
                </a:lnTo>
                <a:cubicBezTo>
                  <a:pt x="42900" y="9410"/>
                  <a:pt x="38590" y="10043"/>
                  <a:pt x="34755" y="11387"/>
                </a:cubicBezTo>
                <a:cubicBezTo>
                  <a:pt x="30919" y="12732"/>
                  <a:pt x="27539" y="14699"/>
                  <a:pt x="24613" y="17288"/>
                </a:cubicBezTo>
                <a:cubicBezTo>
                  <a:pt x="21687" y="19878"/>
                  <a:pt x="19236" y="23061"/>
                  <a:pt x="17259" y="26837"/>
                </a:cubicBezTo>
                <a:cubicBezTo>
                  <a:pt x="15282" y="30613"/>
                  <a:pt x="13740" y="34873"/>
                  <a:pt x="12633" y="39618"/>
                </a:cubicBezTo>
                <a:lnTo>
                  <a:pt x="13285" y="39915"/>
                </a:lnTo>
                <a:cubicBezTo>
                  <a:pt x="14906" y="38808"/>
                  <a:pt x="16508" y="37849"/>
                  <a:pt x="18089" y="37038"/>
                </a:cubicBezTo>
                <a:cubicBezTo>
                  <a:pt x="19671" y="36228"/>
                  <a:pt x="21272" y="35555"/>
                  <a:pt x="22893" y="35022"/>
                </a:cubicBezTo>
                <a:cubicBezTo>
                  <a:pt x="24514" y="34488"/>
                  <a:pt x="26195" y="34102"/>
                  <a:pt x="27934" y="33865"/>
                </a:cubicBezTo>
                <a:cubicBezTo>
                  <a:pt x="29674" y="33628"/>
                  <a:pt x="31532" y="33509"/>
                  <a:pt x="33509" y="33509"/>
                </a:cubicBezTo>
                <a:cubicBezTo>
                  <a:pt x="36989" y="33509"/>
                  <a:pt x="40063" y="34023"/>
                  <a:pt x="42732" y="35051"/>
                </a:cubicBezTo>
                <a:cubicBezTo>
                  <a:pt x="45401" y="36079"/>
                  <a:pt x="47664" y="37582"/>
                  <a:pt x="49523" y="39559"/>
                </a:cubicBezTo>
                <a:cubicBezTo>
                  <a:pt x="51381" y="41536"/>
                  <a:pt x="52785" y="43908"/>
                  <a:pt x="53733" y="46676"/>
                </a:cubicBezTo>
                <a:cubicBezTo>
                  <a:pt x="54682" y="49443"/>
                  <a:pt x="55157" y="52528"/>
                  <a:pt x="55157" y="55928"/>
                </a:cubicBezTo>
                <a:cubicBezTo>
                  <a:pt x="55157" y="59526"/>
                  <a:pt x="54564" y="62867"/>
                  <a:pt x="53378" y="65951"/>
                </a:cubicBezTo>
                <a:cubicBezTo>
                  <a:pt x="52191" y="69035"/>
                  <a:pt x="50412" y="71684"/>
                  <a:pt x="48040" y="73898"/>
                </a:cubicBezTo>
                <a:cubicBezTo>
                  <a:pt x="45668" y="76113"/>
                  <a:pt x="42732" y="77832"/>
                  <a:pt x="39233" y="79058"/>
                </a:cubicBezTo>
                <a:cubicBezTo>
                  <a:pt x="35733" y="80284"/>
                  <a:pt x="31631" y="80897"/>
                  <a:pt x="26926" y="80897"/>
                </a:cubicBezTo>
                <a:cubicBezTo>
                  <a:pt x="18030" y="80897"/>
                  <a:pt x="11318" y="78356"/>
                  <a:pt x="6791" y="73276"/>
                </a:cubicBezTo>
                <a:cubicBezTo>
                  <a:pt x="2264" y="68195"/>
                  <a:pt x="0" y="60712"/>
                  <a:pt x="0" y="50827"/>
                </a:cubicBezTo>
                <a:cubicBezTo>
                  <a:pt x="0" y="46399"/>
                  <a:pt x="494" y="42158"/>
                  <a:pt x="1483" y="38106"/>
                </a:cubicBezTo>
                <a:cubicBezTo>
                  <a:pt x="2471" y="34053"/>
                  <a:pt x="3924" y="30277"/>
                  <a:pt x="5842" y="26778"/>
                </a:cubicBezTo>
                <a:cubicBezTo>
                  <a:pt x="7760" y="23279"/>
                  <a:pt x="10082" y="20115"/>
                  <a:pt x="12811" y="17288"/>
                </a:cubicBezTo>
                <a:cubicBezTo>
                  <a:pt x="15539" y="14461"/>
                  <a:pt x="18583" y="12010"/>
                  <a:pt x="21944" y="9934"/>
                </a:cubicBezTo>
                <a:cubicBezTo>
                  <a:pt x="25305" y="7858"/>
                  <a:pt x="28943" y="6218"/>
                  <a:pt x="32857" y="5012"/>
                </a:cubicBezTo>
                <a:cubicBezTo>
                  <a:pt x="36771" y="3806"/>
                  <a:pt x="40844" y="3084"/>
                  <a:pt x="45074" y="2847"/>
                </a:cubicBezTo>
                <a:moveTo>
                  <a:pt x="29358" y="40330"/>
                </a:moveTo>
                <a:cubicBezTo>
                  <a:pt x="26709" y="40330"/>
                  <a:pt x="24267" y="40686"/>
                  <a:pt x="22033" y="41397"/>
                </a:cubicBezTo>
                <a:cubicBezTo>
                  <a:pt x="19799" y="42109"/>
                  <a:pt x="17674" y="43078"/>
                  <a:pt x="15657" y="44303"/>
                </a:cubicBezTo>
                <a:cubicBezTo>
                  <a:pt x="14827" y="44857"/>
                  <a:pt x="14185" y="45371"/>
                  <a:pt x="13730" y="45845"/>
                </a:cubicBezTo>
                <a:cubicBezTo>
                  <a:pt x="13275" y="46320"/>
                  <a:pt x="12939" y="46883"/>
                  <a:pt x="12722" y="47536"/>
                </a:cubicBezTo>
                <a:cubicBezTo>
                  <a:pt x="12504" y="48188"/>
                  <a:pt x="12356" y="48999"/>
                  <a:pt x="12277" y="49967"/>
                </a:cubicBezTo>
                <a:cubicBezTo>
                  <a:pt x="12198" y="50936"/>
                  <a:pt x="12158" y="52251"/>
                  <a:pt x="12158" y="53911"/>
                </a:cubicBezTo>
                <a:cubicBezTo>
                  <a:pt x="12158" y="67908"/>
                  <a:pt x="17239" y="74907"/>
                  <a:pt x="27401" y="74907"/>
                </a:cubicBezTo>
                <a:cubicBezTo>
                  <a:pt x="30168" y="74907"/>
                  <a:pt x="32550" y="74501"/>
                  <a:pt x="34547" y="73691"/>
                </a:cubicBezTo>
                <a:cubicBezTo>
                  <a:pt x="36544" y="72880"/>
                  <a:pt x="38175" y="71714"/>
                  <a:pt x="39440" y="70192"/>
                </a:cubicBezTo>
                <a:cubicBezTo>
                  <a:pt x="40705" y="68669"/>
                  <a:pt x="41635" y="66791"/>
                  <a:pt x="42228" y="64557"/>
                </a:cubicBezTo>
                <a:cubicBezTo>
                  <a:pt x="42821" y="62323"/>
                  <a:pt x="43117" y="59783"/>
                  <a:pt x="43117" y="56936"/>
                </a:cubicBezTo>
                <a:cubicBezTo>
                  <a:pt x="43117" y="51638"/>
                  <a:pt x="41931" y="47546"/>
                  <a:pt x="39559" y="44659"/>
                </a:cubicBezTo>
                <a:cubicBezTo>
                  <a:pt x="37186" y="41773"/>
                  <a:pt x="33786" y="40330"/>
                  <a:pt x="29358" y="40330"/>
                </a:cubicBezTo>
                <a:close/>
                <a:moveTo>
                  <a:pt x="70340" y="63757"/>
                </a:moveTo>
                <a:lnTo>
                  <a:pt x="77931" y="63757"/>
                </a:lnTo>
                <a:cubicBezTo>
                  <a:pt x="79118" y="67750"/>
                  <a:pt x="80897" y="70607"/>
                  <a:pt x="83269" y="72327"/>
                </a:cubicBezTo>
                <a:cubicBezTo>
                  <a:pt x="85641" y="74047"/>
                  <a:pt x="88765" y="74907"/>
                  <a:pt x="92640" y="74907"/>
                </a:cubicBezTo>
                <a:cubicBezTo>
                  <a:pt x="97819" y="74907"/>
                  <a:pt x="101734" y="73562"/>
                  <a:pt x="104383" y="70874"/>
                </a:cubicBezTo>
                <a:cubicBezTo>
                  <a:pt x="107032" y="68185"/>
                  <a:pt x="108357" y="63974"/>
                  <a:pt x="108357" y="58241"/>
                </a:cubicBezTo>
                <a:cubicBezTo>
                  <a:pt x="108357" y="52745"/>
                  <a:pt x="106953" y="48663"/>
                  <a:pt x="104146" y="45994"/>
                </a:cubicBezTo>
                <a:cubicBezTo>
                  <a:pt x="101338" y="43325"/>
                  <a:pt x="97404" y="41990"/>
                  <a:pt x="92343" y="41990"/>
                </a:cubicBezTo>
                <a:cubicBezTo>
                  <a:pt x="90999" y="41990"/>
                  <a:pt x="89783" y="42010"/>
                  <a:pt x="88696" y="42050"/>
                </a:cubicBezTo>
                <a:cubicBezTo>
                  <a:pt x="87609" y="42089"/>
                  <a:pt x="86531" y="42188"/>
                  <a:pt x="85464" y="42346"/>
                </a:cubicBezTo>
                <a:cubicBezTo>
                  <a:pt x="84396" y="42504"/>
                  <a:pt x="83338" y="42722"/>
                  <a:pt x="82291" y="42999"/>
                </a:cubicBezTo>
                <a:cubicBezTo>
                  <a:pt x="81243" y="43275"/>
                  <a:pt x="80066" y="43592"/>
                  <a:pt x="78762" y="43948"/>
                </a:cubicBezTo>
                <a:lnTo>
                  <a:pt x="73898" y="41279"/>
                </a:lnTo>
                <a:lnTo>
                  <a:pt x="73898" y="3974"/>
                </a:lnTo>
                <a:lnTo>
                  <a:pt x="106755" y="3974"/>
                </a:lnTo>
                <a:cubicBezTo>
                  <a:pt x="107704" y="3934"/>
                  <a:pt x="108465" y="3875"/>
                  <a:pt x="109039" y="3796"/>
                </a:cubicBezTo>
                <a:cubicBezTo>
                  <a:pt x="109612" y="3717"/>
                  <a:pt x="110077" y="3539"/>
                  <a:pt x="110432" y="3262"/>
                </a:cubicBezTo>
                <a:cubicBezTo>
                  <a:pt x="110788" y="2985"/>
                  <a:pt x="111105" y="2600"/>
                  <a:pt x="111381" y="2105"/>
                </a:cubicBezTo>
                <a:cubicBezTo>
                  <a:pt x="111658" y="1611"/>
                  <a:pt x="111974" y="909"/>
                  <a:pt x="112330" y="0"/>
                </a:cubicBezTo>
                <a:lnTo>
                  <a:pt x="117668" y="0"/>
                </a:lnTo>
                <a:lnTo>
                  <a:pt x="116838" y="14353"/>
                </a:lnTo>
                <a:lnTo>
                  <a:pt x="82083" y="14353"/>
                </a:lnTo>
                <a:lnTo>
                  <a:pt x="82083" y="37542"/>
                </a:lnTo>
                <a:cubicBezTo>
                  <a:pt x="84179" y="36831"/>
                  <a:pt x="86472" y="36257"/>
                  <a:pt x="88963" y="35822"/>
                </a:cubicBezTo>
                <a:cubicBezTo>
                  <a:pt x="91454" y="35387"/>
                  <a:pt x="93964" y="35170"/>
                  <a:pt x="96495" y="35170"/>
                </a:cubicBezTo>
                <a:cubicBezTo>
                  <a:pt x="100133" y="35170"/>
                  <a:pt x="103424" y="35674"/>
                  <a:pt x="106370" y="36682"/>
                </a:cubicBezTo>
                <a:cubicBezTo>
                  <a:pt x="109315" y="37691"/>
                  <a:pt x="111846" y="39134"/>
                  <a:pt x="113961" y="41012"/>
                </a:cubicBezTo>
                <a:cubicBezTo>
                  <a:pt x="116077" y="42890"/>
                  <a:pt x="117717" y="45163"/>
                  <a:pt x="118884" y="47832"/>
                </a:cubicBezTo>
                <a:cubicBezTo>
                  <a:pt x="120050" y="50501"/>
                  <a:pt x="120633" y="53496"/>
                  <a:pt x="120633" y="56818"/>
                </a:cubicBezTo>
                <a:cubicBezTo>
                  <a:pt x="120633" y="60613"/>
                  <a:pt x="119981" y="63994"/>
                  <a:pt x="118676" y="66959"/>
                </a:cubicBezTo>
                <a:cubicBezTo>
                  <a:pt x="117372" y="69925"/>
                  <a:pt x="115503" y="72445"/>
                  <a:pt x="113072" y="74521"/>
                </a:cubicBezTo>
                <a:cubicBezTo>
                  <a:pt x="110640" y="76597"/>
                  <a:pt x="107675" y="78178"/>
                  <a:pt x="104175" y="79266"/>
                </a:cubicBezTo>
                <a:cubicBezTo>
                  <a:pt x="100676" y="80353"/>
                  <a:pt x="96732" y="80897"/>
                  <a:pt x="92343" y="80897"/>
                </a:cubicBezTo>
                <a:cubicBezTo>
                  <a:pt x="88864" y="80897"/>
                  <a:pt x="85305" y="80561"/>
                  <a:pt x="81668" y="79889"/>
                </a:cubicBezTo>
                <a:cubicBezTo>
                  <a:pt x="78030" y="79216"/>
                  <a:pt x="74254" y="78228"/>
                  <a:pt x="70340" y="76923"/>
                </a:cubicBezTo>
                <a:lnTo>
                  <a:pt x="70340" y="637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4A6357-FE16-4720-BA4A-2BFB0E8B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608" y="1721606"/>
            <a:ext cx="385418" cy="222951"/>
          </a:xfrm>
          <a:custGeom xmlns:a="http://schemas.openxmlformats.org/drawingml/2006/main">
            <a:pathLst>
              <a:path w="385418" h="222951">
                <a:moveTo>
                  <a:pt x="0" y="0"/>
                </a:moveTo>
                <a:lnTo>
                  <a:pt x="385418" y="0"/>
                </a:lnTo>
                <a:lnTo>
                  <a:pt x="385418" y="222951"/>
                </a:lnTo>
                <a:lnTo>
                  <a:pt x="0" y="2229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7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171BB4-7C86-4DD1-8518-EC08FDD7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609" y="1721605"/>
            <a:ext cx="385418" cy="222950"/>
          </a:xfrm>
          <a:custGeom xmlns:a="http://schemas.openxmlformats.org/drawingml/2006/main">
            <a:pathLst>
              <a:path w="385418" h="222950" fill="none">
                <a:moveTo>
                  <a:pt x="0" y="0"/>
                </a:moveTo>
                <a:lnTo>
                  <a:pt x="385418" y="0"/>
                </a:lnTo>
                <a:lnTo>
                  <a:pt x="385418" y="222950"/>
                </a:lnTo>
                <a:lnTo>
                  <a:pt x="0" y="2229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212" name="Text 𝑘">
            <a:extLst xmlns:a="http://schemas.openxmlformats.org/drawingml/2006/main">
              <a:ext uri="{FF2B5EF4-FFF2-40B4-BE49-F238E27FC236}">
                <a16:creationId xmlns:a16="http://schemas.microsoft.com/office/drawing/2014/main" id="{2FDB171E-CBE0-408B-9DB9-913E4B82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677" y="1777555"/>
            <a:ext cx="77734" cy="114347"/>
          </a:xfrm>
          <a:custGeom xmlns:a="http://schemas.openxmlformats.org/drawingml/2006/main">
            <a:pathLst>
              <a:path w="77734" h="114347">
                <a:moveTo>
                  <a:pt x="34399" y="80580"/>
                </a:moveTo>
                <a:cubicBezTo>
                  <a:pt x="33872" y="78524"/>
                  <a:pt x="33345" y="77101"/>
                  <a:pt x="32817" y="76310"/>
                </a:cubicBezTo>
                <a:cubicBezTo>
                  <a:pt x="32290" y="75519"/>
                  <a:pt x="31684" y="74992"/>
                  <a:pt x="30999" y="74729"/>
                </a:cubicBezTo>
                <a:cubicBezTo>
                  <a:pt x="30313" y="74465"/>
                  <a:pt x="29101" y="74333"/>
                  <a:pt x="27361" y="74333"/>
                </a:cubicBezTo>
                <a:lnTo>
                  <a:pt x="21905" y="74333"/>
                </a:lnTo>
                <a:lnTo>
                  <a:pt x="13680" y="113081"/>
                </a:lnTo>
                <a:lnTo>
                  <a:pt x="0" y="113081"/>
                </a:lnTo>
                <a:lnTo>
                  <a:pt x="20323" y="22695"/>
                </a:lnTo>
                <a:cubicBezTo>
                  <a:pt x="21008" y="19638"/>
                  <a:pt x="21496" y="17252"/>
                  <a:pt x="21786" y="15539"/>
                </a:cubicBezTo>
                <a:cubicBezTo>
                  <a:pt x="22076" y="13825"/>
                  <a:pt x="22221" y="12310"/>
                  <a:pt x="22221" y="10992"/>
                </a:cubicBezTo>
                <a:cubicBezTo>
                  <a:pt x="22221" y="8778"/>
                  <a:pt x="21549" y="7222"/>
                  <a:pt x="20204" y="6326"/>
                </a:cubicBezTo>
                <a:cubicBezTo>
                  <a:pt x="18860" y="5430"/>
                  <a:pt x="16448" y="4929"/>
                  <a:pt x="12969" y="4824"/>
                </a:cubicBezTo>
                <a:lnTo>
                  <a:pt x="13918" y="712"/>
                </a:lnTo>
                <a:lnTo>
                  <a:pt x="33924" y="0"/>
                </a:lnTo>
                <a:lnTo>
                  <a:pt x="38511" y="0"/>
                </a:lnTo>
                <a:lnTo>
                  <a:pt x="23012" y="69035"/>
                </a:lnTo>
                <a:lnTo>
                  <a:pt x="25542" y="69035"/>
                </a:lnTo>
                <a:cubicBezTo>
                  <a:pt x="29496" y="69035"/>
                  <a:pt x="33938" y="67309"/>
                  <a:pt x="38867" y="63855"/>
                </a:cubicBezTo>
                <a:cubicBezTo>
                  <a:pt x="43796" y="60402"/>
                  <a:pt x="47737" y="57200"/>
                  <a:pt x="50689" y="54247"/>
                </a:cubicBezTo>
                <a:cubicBezTo>
                  <a:pt x="53641" y="51295"/>
                  <a:pt x="55117" y="48448"/>
                  <a:pt x="55117" y="45707"/>
                </a:cubicBezTo>
                <a:cubicBezTo>
                  <a:pt x="55117" y="43124"/>
                  <a:pt x="53325" y="41674"/>
                  <a:pt x="49740" y="41358"/>
                </a:cubicBezTo>
                <a:lnTo>
                  <a:pt x="50610" y="37483"/>
                </a:lnTo>
                <a:lnTo>
                  <a:pt x="76231" y="37483"/>
                </a:lnTo>
                <a:lnTo>
                  <a:pt x="77734" y="41358"/>
                </a:lnTo>
                <a:cubicBezTo>
                  <a:pt x="73358" y="45312"/>
                  <a:pt x="68719" y="49186"/>
                  <a:pt x="63816" y="52982"/>
                </a:cubicBezTo>
                <a:lnTo>
                  <a:pt x="44205" y="68165"/>
                </a:lnTo>
                <a:lnTo>
                  <a:pt x="51954" y="96712"/>
                </a:lnTo>
                <a:cubicBezTo>
                  <a:pt x="52587" y="99137"/>
                  <a:pt x="53154" y="100890"/>
                  <a:pt x="53654" y="101971"/>
                </a:cubicBezTo>
                <a:cubicBezTo>
                  <a:pt x="54155" y="103052"/>
                  <a:pt x="54735" y="103856"/>
                  <a:pt x="55394" y="104383"/>
                </a:cubicBezTo>
                <a:cubicBezTo>
                  <a:pt x="56053" y="104910"/>
                  <a:pt x="56936" y="105174"/>
                  <a:pt x="58043" y="105174"/>
                </a:cubicBezTo>
                <a:cubicBezTo>
                  <a:pt x="59414" y="105174"/>
                  <a:pt x="61048" y="104436"/>
                  <a:pt x="62946" y="102960"/>
                </a:cubicBezTo>
                <a:cubicBezTo>
                  <a:pt x="64844" y="101483"/>
                  <a:pt x="67005" y="99348"/>
                  <a:pt x="69430" y="96554"/>
                </a:cubicBezTo>
                <a:lnTo>
                  <a:pt x="73938" y="100983"/>
                </a:lnTo>
                <a:cubicBezTo>
                  <a:pt x="69193" y="105991"/>
                  <a:pt x="65266" y="109470"/>
                  <a:pt x="62155" y="111421"/>
                </a:cubicBezTo>
                <a:cubicBezTo>
                  <a:pt x="59045" y="113371"/>
                  <a:pt x="56040" y="114347"/>
                  <a:pt x="53140" y="114347"/>
                </a:cubicBezTo>
                <a:cubicBezTo>
                  <a:pt x="49556" y="114347"/>
                  <a:pt x="46709" y="113332"/>
                  <a:pt x="44600" y="111302"/>
                </a:cubicBezTo>
                <a:cubicBezTo>
                  <a:pt x="42491" y="109273"/>
                  <a:pt x="40831" y="105885"/>
                  <a:pt x="39618" y="101141"/>
                </a:cubicBezTo>
                <a:lnTo>
                  <a:pt x="34399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Text &quot;%(">
            <a:extLst xmlns:a="http://schemas.openxmlformats.org/drawingml/2006/main">
              <a:ext uri="{FF2B5EF4-FFF2-40B4-BE49-F238E27FC236}">
                <a16:creationId xmlns:a16="http://schemas.microsoft.com/office/drawing/2014/main" id="{5524D477-F879-4A9E-8F87-E49B610D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921" y="1847842"/>
            <a:ext cx="188542" cy="77101"/>
          </a:xfrm>
          <a:custGeom xmlns:a="http://schemas.openxmlformats.org/drawingml/2006/main">
            <a:pathLst>
              <a:path w="188542" h="77101">
                <a:moveTo>
                  <a:pt x="32501" y="61147"/>
                </a:moveTo>
                <a:cubicBezTo>
                  <a:pt x="32501" y="62373"/>
                  <a:pt x="32541" y="63430"/>
                  <a:pt x="32620" y="64320"/>
                </a:cubicBezTo>
                <a:cubicBezTo>
                  <a:pt x="32699" y="65210"/>
                  <a:pt x="32827" y="65961"/>
                  <a:pt x="33005" y="66574"/>
                </a:cubicBezTo>
                <a:cubicBezTo>
                  <a:pt x="33183" y="67187"/>
                  <a:pt x="33420" y="67710"/>
                  <a:pt x="33717" y="68145"/>
                </a:cubicBezTo>
                <a:cubicBezTo>
                  <a:pt x="34013" y="68580"/>
                  <a:pt x="34359" y="68956"/>
                  <a:pt x="34755" y="69272"/>
                </a:cubicBezTo>
                <a:cubicBezTo>
                  <a:pt x="35229" y="69747"/>
                  <a:pt x="35862" y="70112"/>
                  <a:pt x="36653" y="70369"/>
                </a:cubicBezTo>
                <a:cubicBezTo>
                  <a:pt x="37443" y="70626"/>
                  <a:pt x="38452" y="70844"/>
                  <a:pt x="39677" y="71022"/>
                </a:cubicBezTo>
                <a:cubicBezTo>
                  <a:pt x="40903" y="71200"/>
                  <a:pt x="42376" y="71338"/>
                  <a:pt x="44096" y="71437"/>
                </a:cubicBezTo>
                <a:cubicBezTo>
                  <a:pt x="45816" y="71536"/>
                  <a:pt x="47882" y="71605"/>
                  <a:pt x="50294" y="71645"/>
                </a:cubicBezTo>
                <a:lnTo>
                  <a:pt x="50294" y="76804"/>
                </a:lnTo>
                <a:lnTo>
                  <a:pt x="3262" y="76804"/>
                </a:lnTo>
                <a:lnTo>
                  <a:pt x="3262" y="71645"/>
                </a:lnTo>
                <a:cubicBezTo>
                  <a:pt x="5595" y="71566"/>
                  <a:pt x="7572" y="71477"/>
                  <a:pt x="9193" y="71378"/>
                </a:cubicBezTo>
                <a:cubicBezTo>
                  <a:pt x="10814" y="71279"/>
                  <a:pt x="12198" y="71141"/>
                  <a:pt x="13344" y="70963"/>
                </a:cubicBezTo>
                <a:cubicBezTo>
                  <a:pt x="14491" y="70785"/>
                  <a:pt x="15410" y="70587"/>
                  <a:pt x="16102" y="70369"/>
                </a:cubicBezTo>
                <a:cubicBezTo>
                  <a:pt x="16794" y="70152"/>
                  <a:pt x="17397" y="69885"/>
                  <a:pt x="17911" y="69569"/>
                </a:cubicBezTo>
                <a:cubicBezTo>
                  <a:pt x="18465" y="69213"/>
                  <a:pt x="18939" y="68827"/>
                  <a:pt x="19335" y="68412"/>
                </a:cubicBezTo>
                <a:cubicBezTo>
                  <a:pt x="19730" y="67997"/>
                  <a:pt x="20046" y="67473"/>
                  <a:pt x="20283" y="66841"/>
                </a:cubicBezTo>
                <a:cubicBezTo>
                  <a:pt x="20521" y="66208"/>
                  <a:pt x="20709" y="65437"/>
                  <a:pt x="20847" y="64528"/>
                </a:cubicBezTo>
                <a:cubicBezTo>
                  <a:pt x="20985" y="63618"/>
                  <a:pt x="21055" y="62491"/>
                  <a:pt x="21055" y="61147"/>
                </a:cubicBezTo>
                <a:lnTo>
                  <a:pt x="21055" y="18623"/>
                </a:lnTo>
                <a:cubicBezTo>
                  <a:pt x="21055" y="17081"/>
                  <a:pt x="20758" y="15994"/>
                  <a:pt x="20165" y="15361"/>
                </a:cubicBezTo>
                <a:cubicBezTo>
                  <a:pt x="19572" y="14728"/>
                  <a:pt x="18722" y="14412"/>
                  <a:pt x="17615" y="14412"/>
                </a:cubicBezTo>
                <a:cubicBezTo>
                  <a:pt x="16389" y="14412"/>
                  <a:pt x="14570" y="15045"/>
                  <a:pt x="12158" y="16310"/>
                </a:cubicBezTo>
                <a:cubicBezTo>
                  <a:pt x="9746" y="17575"/>
                  <a:pt x="6623" y="19453"/>
                  <a:pt x="2787" y="21944"/>
                </a:cubicBezTo>
                <a:cubicBezTo>
                  <a:pt x="2273" y="21035"/>
                  <a:pt x="1799" y="20125"/>
                  <a:pt x="1364" y="19216"/>
                </a:cubicBezTo>
                <a:cubicBezTo>
                  <a:pt x="929" y="18307"/>
                  <a:pt x="474" y="17377"/>
                  <a:pt x="0" y="16428"/>
                </a:cubicBezTo>
                <a:cubicBezTo>
                  <a:pt x="4903" y="13740"/>
                  <a:pt x="9756" y="11061"/>
                  <a:pt x="14560" y="8392"/>
                </a:cubicBezTo>
                <a:cubicBezTo>
                  <a:pt x="19364" y="5723"/>
                  <a:pt x="24237" y="3064"/>
                  <a:pt x="29180" y="415"/>
                </a:cubicBezTo>
                <a:lnTo>
                  <a:pt x="32798" y="415"/>
                </a:lnTo>
                <a:cubicBezTo>
                  <a:pt x="32719" y="2590"/>
                  <a:pt x="32659" y="4537"/>
                  <a:pt x="32620" y="6257"/>
                </a:cubicBezTo>
                <a:cubicBezTo>
                  <a:pt x="32580" y="7977"/>
                  <a:pt x="32550" y="9648"/>
                  <a:pt x="32531" y="11269"/>
                </a:cubicBezTo>
                <a:cubicBezTo>
                  <a:pt x="32511" y="12890"/>
                  <a:pt x="32501" y="14491"/>
                  <a:pt x="32501" y="16073"/>
                </a:cubicBezTo>
                <a:lnTo>
                  <a:pt x="32501" y="61147"/>
                </a:lnTo>
                <a:close/>
                <a:moveTo>
                  <a:pt x="100528" y="67137"/>
                </a:moveTo>
                <a:cubicBezTo>
                  <a:pt x="102386" y="67137"/>
                  <a:pt x="103869" y="67068"/>
                  <a:pt x="104976" y="66930"/>
                </a:cubicBezTo>
                <a:cubicBezTo>
                  <a:pt x="106083" y="66791"/>
                  <a:pt x="107002" y="66485"/>
                  <a:pt x="107734" y="66010"/>
                </a:cubicBezTo>
                <a:cubicBezTo>
                  <a:pt x="108465" y="65536"/>
                  <a:pt x="109088" y="64814"/>
                  <a:pt x="109602" y="63846"/>
                </a:cubicBezTo>
                <a:cubicBezTo>
                  <a:pt x="110116" y="62877"/>
                  <a:pt x="110709" y="61542"/>
                  <a:pt x="111381" y="59842"/>
                </a:cubicBezTo>
                <a:lnTo>
                  <a:pt x="116897" y="59842"/>
                </a:lnTo>
                <a:cubicBezTo>
                  <a:pt x="116699" y="62650"/>
                  <a:pt x="116512" y="65477"/>
                  <a:pt x="116334" y="68323"/>
                </a:cubicBezTo>
                <a:cubicBezTo>
                  <a:pt x="116156" y="71170"/>
                  <a:pt x="115968" y="73997"/>
                  <a:pt x="115770" y="76804"/>
                </a:cubicBezTo>
                <a:lnTo>
                  <a:pt x="65536" y="76804"/>
                </a:lnTo>
                <a:lnTo>
                  <a:pt x="65536" y="73720"/>
                </a:lnTo>
                <a:cubicBezTo>
                  <a:pt x="66485" y="71585"/>
                  <a:pt x="67592" y="69480"/>
                  <a:pt x="68857" y="67404"/>
                </a:cubicBezTo>
                <a:cubicBezTo>
                  <a:pt x="70122" y="65328"/>
                  <a:pt x="71546" y="63223"/>
                  <a:pt x="73127" y="61088"/>
                </a:cubicBezTo>
                <a:cubicBezTo>
                  <a:pt x="74709" y="58953"/>
                  <a:pt x="76508" y="56748"/>
                  <a:pt x="78524" y="54475"/>
                </a:cubicBezTo>
                <a:cubicBezTo>
                  <a:pt x="80541" y="52201"/>
                  <a:pt x="82775" y="49839"/>
                  <a:pt x="85226" y="47387"/>
                </a:cubicBezTo>
                <a:cubicBezTo>
                  <a:pt x="88943" y="43671"/>
                  <a:pt x="91968" y="40498"/>
                  <a:pt x="94301" y="37868"/>
                </a:cubicBezTo>
                <a:cubicBezTo>
                  <a:pt x="96633" y="35239"/>
                  <a:pt x="98472" y="32896"/>
                  <a:pt x="99816" y="30840"/>
                </a:cubicBezTo>
                <a:cubicBezTo>
                  <a:pt x="101161" y="28784"/>
                  <a:pt x="102080" y="26887"/>
                  <a:pt x="102574" y="25147"/>
                </a:cubicBezTo>
                <a:cubicBezTo>
                  <a:pt x="103068" y="23407"/>
                  <a:pt x="103315" y="21549"/>
                  <a:pt x="103315" y="19572"/>
                </a:cubicBezTo>
                <a:cubicBezTo>
                  <a:pt x="103315" y="17555"/>
                  <a:pt x="103029" y="15697"/>
                  <a:pt x="102455" y="13997"/>
                </a:cubicBezTo>
                <a:cubicBezTo>
                  <a:pt x="101882" y="12297"/>
                  <a:pt x="101062" y="10853"/>
                  <a:pt x="99994" y="9667"/>
                </a:cubicBezTo>
                <a:cubicBezTo>
                  <a:pt x="98927" y="8481"/>
                  <a:pt x="97572" y="7552"/>
                  <a:pt x="95931" y="6880"/>
                </a:cubicBezTo>
                <a:cubicBezTo>
                  <a:pt x="94291" y="6208"/>
                  <a:pt x="92403" y="5872"/>
                  <a:pt x="90268" y="5872"/>
                </a:cubicBezTo>
                <a:cubicBezTo>
                  <a:pt x="86590" y="5872"/>
                  <a:pt x="83506" y="6870"/>
                  <a:pt x="81015" y="8867"/>
                </a:cubicBezTo>
                <a:cubicBezTo>
                  <a:pt x="78524" y="10863"/>
                  <a:pt x="76587" y="13760"/>
                  <a:pt x="75203" y="17555"/>
                </a:cubicBezTo>
                <a:lnTo>
                  <a:pt x="67434" y="17555"/>
                </a:lnTo>
                <a:lnTo>
                  <a:pt x="67434" y="5990"/>
                </a:lnTo>
                <a:cubicBezTo>
                  <a:pt x="72495" y="3895"/>
                  <a:pt x="77150" y="2372"/>
                  <a:pt x="81401" y="1423"/>
                </a:cubicBezTo>
                <a:cubicBezTo>
                  <a:pt x="85651" y="474"/>
                  <a:pt x="89477" y="0"/>
                  <a:pt x="92877" y="0"/>
                </a:cubicBezTo>
                <a:cubicBezTo>
                  <a:pt x="96989" y="0"/>
                  <a:pt x="100498" y="465"/>
                  <a:pt x="103404" y="1394"/>
                </a:cubicBezTo>
                <a:cubicBezTo>
                  <a:pt x="106310" y="2323"/>
                  <a:pt x="108673" y="3578"/>
                  <a:pt x="110492" y="5160"/>
                </a:cubicBezTo>
                <a:cubicBezTo>
                  <a:pt x="112311" y="6741"/>
                  <a:pt x="113625" y="8639"/>
                  <a:pt x="114436" y="10853"/>
                </a:cubicBezTo>
                <a:cubicBezTo>
                  <a:pt x="115246" y="13068"/>
                  <a:pt x="115652" y="15460"/>
                  <a:pt x="115652" y="18030"/>
                </a:cubicBezTo>
                <a:cubicBezTo>
                  <a:pt x="115652" y="19572"/>
                  <a:pt x="115543" y="21005"/>
                  <a:pt x="115325" y="22330"/>
                </a:cubicBezTo>
                <a:cubicBezTo>
                  <a:pt x="115108" y="23654"/>
                  <a:pt x="114732" y="24959"/>
                  <a:pt x="114198" y="26244"/>
                </a:cubicBezTo>
                <a:cubicBezTo>
                  <a:pt x="113665" y="27529"/>
                  <a:pt x="112963" y="28824"/>
                  <a:pt x="112093" y="30129"/>
                </a:cubicBezTo>
                <a:cubicBezTo>
                  <a:pt x="111223" y="31433"/>
                  <a:pt x="110136" y="32817"/>
                  <a:pt x="108831" y="34280"/>
                </a:cubicBezTo>
                <a:cubicBezTo>
                  <a:pt x="107843" y="35546"/>
                  <a:pt x="106558" y="37008"/>
                  <a:pt x="104976" y="38669"/>
                </a:cubicBezTo>
                <a:cubicBezTo>
                  <a:pt x="103394" y="40330"/>
                  <a:pt x="101665" y="42109"/>
                  <a:pt x="99787" y="44007"/>
                </a:cubicBezTo>
                <a:cubicBezTo>
                  <a:pt x="97908" y="45905"/>
                  <a:pt x="95941" y="47882"/>
                  <a:pt x="93885" y="49938"/>
                </a:cubicBezTo>
                <a:cubicBezTo>
                  <a:pt x="91829" y="51994"/>
                  <a:pt x="89833" y="54030"/>
                  <a:pt x="87895" y="56047"/>
                </a:cubicBezTo>
                <a:cubicBezTo>
                  <a:pt x="85958" y="58063"/>
                  <a:pt x="84179" y="60020"/>
                  <a:pt x="82557" y="61918"/>
                </a:cubicBezTo>
                <a:cubicBezTo>
                  <a:pt x="80936" y="63816"/>
                  <a:pt x="79612" y="65556"/>
                  <a:pt x="78584" y="67137"/>
                </a:cubicBezTo>
                <a:lnTo>
                  <a:pt x="100528" y="67137"/>
                </a:lnTo>
                <a:close/>
                <a:moveTo>
                  <a:pt x="188542" y="3974"/>
                </a:moveTo>
                <a:lnTo>
                  <a:pt x="153728" y="77101"/>
                </a:lnTo>
                <a:lnTo>
                  <a:pt x="144653" y="77101"/>
                </a:lnTo>
                <a:lnTo>
                  <a:pt x="144653" y="74432"/>
                </a:lnTo>
                <a:lnTo>
                  <a:pt x="176561" y="12395"/>
                </a:lnTo>
                <a:lnTo>
                  <a:pt x="176561" y="11506"/>
                </a:lnTo>
                <a:lnTo>
                  <a:pt x="151415" y="11506"/>
                </a:lnTo>
                <a:cubicBezTo>
                  <a:pt x="149675" y="11506"/>
                  <a:pt x="148321" y="11644"/>
                  <a:pt x="147352" y="11921"/>
                </a:cubicBezTo>
                <a:cubicBezTo>
                  <a:pt x="146383" y="12198"/>
                  <a:pt x="145523" y="12593"/>
                  <a:pt x="144772" y="13107"/>
                </a:cubicBezTo>
                <a:cubicBezTo>
                  <a:pt x="144456" y="13384"/>
                  <a:pt x="144179" y="13671"/>
                  <a:pt x="143942" y="13967"/>
                </a:cubicBezTo>
                <a:cubicBezTo>
                  <a:pt x="143705" y="14264"/>
                  <a:pt x="143467" y="14659"/>
                  <a:pt x="143230" y="15153"/>
                </a:cubicBezTo>
                <a:cubicBezTo>
                  <a:pt x="142993" y="15648"/>
                  <a:pt x="142746" y="16300"/>
                  <a:pt x="142489" y="17110"/>
                </a:cubicBezTo>
                <a:cubicBezTo>
                  <a:pt x="142232" y="17921"/>
                  <a:pt x="141925" y="18959"/>
                  <a:pt x="141569" y="20224"/>
                </a:cubicBezTo>
                <a:lnTo>
                  <a:pt x="135639" y="20224"/>
                </a:lnTo>
                <a:lnTo>
                  <a:pt x="136943" y="1127"/>
                </a:lnTo>
                <a:lnTo>
                  <a:pt x="188542" y="1127"/>
                </a:lnTo>
                <a:lnTo>
                  <a:pt x="188542" y="39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C93D00-395B-41A4-8601-7D4398E6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608" y="1469059"/>
            <a:ext cx="385418" cy="222951"/>
          </a:xfrm>
          <a:custGeom xmlns:a="http://schemas.openxmlformats.org/drawingml/2006/main">
            <a:pathLst>
              <a:path w="385418" h="222951">
                <a:moveTo>
                  <a:pt x="0" y="0"/>
                </a:moveTo>
                <a:lnTo>
                  <a:pt x="385418" y="0"/>
                </a:lnTo>
                <a:lnTo>
                  <a:pt x="385418" y="222951"/>
                </a:lnTo>
                <a:lnTo>
                  <a:pt x="0" y="2229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7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2D07B4-8434-462B-881C-8B3EE69B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609" y="1469059"/>
            <a:ext cx="385418" cy="222950"/>
          </a:xfrm>
          <a:custGeom xmlns:a="http://schemas.openxmlformats.org/drawingml/2006/main">
            <a:pathLst>
              <a:path w="385418" h="222950" fill="none">
                <a:moveTo>
                  <a:pt x="0" y="0"/>
                </a:moveTo>
                <a:lnTo>
                  <a:pt x="385418" y="0"/>
                </a:lnTo>
                <a:lnTo>
                  <a:pt x="385418" y="222950"/>
                </a:lnTo>
                <a:lnTo>
                  <a:pt x="0" y="2229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216" name="Text 𝑘">
            <a:extLst xmlns:a="http://schemas.openxmlformats.org/drawingml/2006/main">
              <a:ext uri="{FF2B5EF4-FFF2-40B4-BE49-F238E27FC236}">
                <a16:creationId xmlns:a16="http://schemas.microsoft.com/office/drawing/2014/main" id="{CCB4B963-A5D5-4AEC-AE4D-A1A4A7A7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677" y="1524911"/>
            <a:ext cx="77734" cy="114347"/>
          </a:xfrm>
          <a:custGeom xmlns:a="http://schemas.openxmlformats.org/drawingml/2006/main">
            <a:pathLst>
              <a:path w="77734" h="114347">
                <a:moveTo>
                  <a:pt x="34399" y="80580"/>
                </a:moveTo>
                <a:cubicBezTo>
                  <a:pt x="33872" y="78524"/>
                  <a:pt x="33345" y="77101"/>
                  <a:pt x="32817" y="76310"/>
                </a:cubicBezTo>
                <a:cubicBezTo>
                  <a:pt x="32290" y="75519"/>
                  <a:pt x="31684" y="74992"/>
                  <a:pt x="30999" y="74729"/>
                </a:cubicBezTo>
                <a:cubicBezTo>
                  <a:pt x="30313" y="74465"/>
                  <a:pt x="29101" y="74333"/>
                  <a:pt x="27361" y="74333"/>
                </a:cubicBezTo>
                <a:lnTo>
                  <a:pt x="21905" y="74333"/>
                </a:lnTo>
                <a:lnTo>
                  <a:pt x="13680" y="113081"/>
                </a:lnTo>
                <a:lnTo>
                  <a:pt x="0" y="113081"/>
                </a:lnTo>
                <a:lnTo>
                  <a:pt x="20323" y="22695"/>
                </a:lnTo>
                <a:cubicBezTo>
                  <a:pt x="21008" y="19638"/>
                  <a:pt x="21496" y="17252"/>
                  <a:pt x="21786" y="15539"/>
                </a:cubicBezTo>
                <a:cubicBezTo>
                  <a:pt x="22076" y="13825"/>
                  <a:pt x="22221" y="12310"/>
                  <a:pt x="22221" y="10992"/>
                </a:cubicBezTo>
                <a:cubicBezTo>
                  <a:pt x="22221" y="8778"/>
                  <a:pt x="21549" y="7222"/>
                  <a:pt x="20204" y="6326"/>
                </a:cubicBezTo>
                <a:cubicBezTo>
                  <a:pt x="18860" y="5430"/>
                  <a:pt x="16448" y="4929"/>
                  <a:pt x="12969" y="4824"/>
                </a:cubicBezTo>
                <a:lnTo>
                  <a:pt x="13918" y="712"/>
                </a:lnTo>
                <a:lnTo>
                  <a:pt x="33924" y="0"/>
                </a:lnTo>
                <a:lnTo>
                  <a:pt x="38511" y="0"/>
                </a:lnTo>
                <a:lnTo>
                  <a:pt x="23012" y="69035"/>
                </a:lnTo>
                <a:lnTo>
                  <a:pt x="25542" y="69035"/>
                </a:lnTo>
                <a:cubicBezTo>
                  <a:pt x="29496" y="69035"/>
                  <a:pt x="33938" y="67309"/>
                  <a:pt x="38867" y="63855"/>
                </a:cubicBezTo>
                <a:cubicBezTo>
                  <a:pt x="43796" y="60402"/>
                  <a:pt x="47737" y="57200"/>
                  <a:pt x="50689" y="54247"/>
                </a:cubicBezTo>
                <a:cubicBezTo>
                  <a:pt x="53641" y="51295"/>
                  <a:pt x="55117" y="48448"/>
                  <a:pt x="55117" y="45707"/>
                </a:cubicBezTo>
                <a:cubicBezTo>
                  <a:pt x="55117" y="43124"/>
                  <a:pt x="53325" y="41674"/>
                  <a:pt x="49740" y="41358"/>
                </a:cubicBezTo>
                <a:lnTo>
                  <a:pt x="50610" y="37483"/>
                </a:lnTo>
                <a:lnTo>
                  <a:pt x="76231" y="37483"/>
                </a:lnTo>
                <a:lnTo>
                  <a:pt x="77734" y="41358"/>
                </a:lnTo>
                <a:cubicBezTo>
                  <a:pt x="73358" y="45312"/>
                  <a:pt x="68719" y="49186"/>
                  <a:pt x="63816" y="52982"/>
                </a:cubicBezTo>
                <a:lnTo>
                  <a:pt x="44205" y="68165"/>
                </a:lnTo>
                <a:lnTo>
                  <a:pt x="51954" y="96712"/>
                </a:lnTo>
                <a:cubicBezTo>
                  <a:pt x="52587" y="99137"/>
                  <a:pt x="53154" y="100890"/>
                  <a:pt x="53654" y="101971"/>
                </a:cubicBezTo>
                <a:cubicBezTo>
                  <a:pt x="54155" y="103052"/>
                  <a:pt x="54735" y="103856"/>
                  <a:pt x="55394" y="104383"/>
                </a:cubicBezTo>
                <a:cubicBezTo>
                  <a:pt x="56053" y="104910"/>
                  <a:pt x="56936" y="105174"/>
                  <a:pt x="58043" y="105174"/>
                </a:cubicBezTo>
                <a:cubicBezTo>
                  <a:pt x="59414" y="105174"/>
                  <a:pt x="61048" y="104436"/>
                  <a:pt x="62946" y="102960"/>
                </a:cubicBezTo>
                <a:cubicBezTo>
                  <a:pt x="64844" y="101483"/>
                  <a:pt x="67005" y="99348"/>
                  <a:pt x="69430" y="96554"/>
                </a:cubicBezTo>
                <a:lnTo>
                  <a:pt x="73938" y="100983"/>
                </a:lnTo>
                <a:cubicBezTo>
                  <a:pt x="69193" y="105991"/>
                  <a:pt x="65266" y="109470"/>
                  <a:pt x="62155" y="111421"/>
                </a:cubicBezTo>
                <a:cubicBezTo>
                  <a:pt x="59045" y="113371"/>
                  <a:pt x="56040" y="114347"/>
                  <a:pt x="53140" y="114347"/>
                </a:cubicBezTo>
                <a:cubicBezTo>
                  <a:pt x="49556" y="114347"/>
                  <a:pt x="46709" y="113332"/>
                  <a:pt x="44600" y="111302"/>
                </a:cubicBezTo>
                <a:cubicBezTo>
                  <a:pt x="42491" y="109273"/>
                  <a:pt x="40831" y="105885"/>
                  <a:pt x="39618" y="101141"/>
                </a:cubicBezTo>
                <a:lnTo>
                  <a:pt x="34399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Text &quot;%#">
            <a:extLst xmlns:a="http://schemas.openxmlformats.org/drawingml/2006/main">
              <a:ext uri="{FF2B5EF4-FFF2-40B4-BE49-F238E27FC236}">
                <a16:creationId xmlns:a16="http://schemas.microsoft.com/office/drawing/2014/main" id="{7DE473F2-F822-4E37-BFC6-DAA71C11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921" y="1595198"/>
            <a:ext cx="189313" cy="78050"/>
          </a:xfrm>
          <a:custGeom xmlns:a="http://schemas.openxmlformats.org/drawingml/2006/main">
            <a:pathLst>
              <a:path w="189313" h="78050">
                <a:moveTo>
                  <a:pt x="32501" y="61147"/>
                </a:moveTo>
                <a:cubicBezTo>
                  <a:pt x="32501" y="62373"/>
                  <a:pt x="32541" y="63430"/>
                  <a:pt x="32620" y="64320"/>
                </a:cubicBezTo>
                <a:cubicBezTo>
                  <a:pt x="32699" y="65210"/>
                  <a:pt x="32827" y="65961"/>
                  <a:pt x="33005" y="66574"/>
                </a:cubicBezTo>
                <a:cubicBezTo>
                  <a:pt x="33183" y="67187"/>
                  <a:pt x="33420" y="67710"/>
                  <a:pt x="33717" y="68145"/>
                </a:cubicBezTo>
                <a:cubicBezTo>
                  <a:pt x="34013" y="68580"/>
                  <a:pt x="34359" y="68956"/>
                  <a:pt x="34755" y="69272"/>
                </a:cubicBezTo>
                <a:cubicBezTo>
                  <a:pt x="35229" y="69747"/>
                  <a:pt x="35862" y="70112"/>
                  <a:pt x="36653" y="70369"/>
                </a:cubicBezTo>
                <a:cubicBezTo>
                  <a:pt x="37443" y="70626"/>
                  <a:pt x="38452" y="70844"/>
                  <a:pt x="39677" y="71022"/>
                </a:cubicBezTo>
                <a:cubicBezTo>
                  <a:pt x="40903" y="71200"/>
                  <a:pt x="42376" y="71338"/>
                  <a:pt x="44096" y="71437"/>
                </a:cubicBezTo>
                <a:cubicBezTo>
                  <a:pt x="45816" y="71536"/>
                  <a:pt x="47882" y="71605"/>
                  <a:pt x="50294" y="71645"/>
                </a:cubicBezTo>
                <a:lnTo>
                  <a:pt x="50294" y="76804"/>
                </a:lnTo>
                <a:lnTo>
                  <a:pt x="3262" y="76804"/>
                </a:lnTo>
                <a:lnTo>
                  <a:pt x="3262" y="71645"/>
                </a:lnTo>
                <a:cubicBezTo>
                  <a:pt x="5595" y="71566"/>
                  <a:pt x="7572" y="71477"/>
                  <a:pt x="9193" y="71378"/>
                </a:cubicBezTo>
                <a:cubicBezTo>
                  <a:pt x="10814" y="71279"/>
                  <a:pt x="12198" y="71141"/>
                  <a:pt x="13344" y="70963"/>
                </a:cubicBezTo>
                <a:cubicBezTo>
                  <a:pt x="14491" y="70785"/>
                  <a:pt x="15410" y="70587"/>
                  <a:pt x="16102" y="70369"/>
                </a:cubicBezTo>
                <a:cubicBezTo>
                  <a:pt x="16794" y="70152"/>
                  <a:pt x="17397" y="69885"/>
                  <a:pt x="17911" y="69569"/>
                </a:cubicBezTo>
                <a:cubicBezTo>
                  <a:pt x="18465" y="69213"/>
                  <a:pt x="18939" y="68827"/>
                  <a:pt x="19335" y="68412"/>
                </a:cubicBezTo>
                <a:cubicBezTo>
                  <a:pt x="19730" y="67997"/>
                  <a:pt x="20046" y="67473"/>
                  <a:pt x="20283" y="66841"/>
                </a:cubicBezTo>
                <a:cubicBezTo>
                  <a:pt x="20521" y="66208"/>
                  <a:pt x="20709" y="65437"/>
                  <a:pt x="20847" y="64528"/>
                </a:cubicBezTo>
                <a:cubicBezTo>
                  <a:pt x="20985" y="63618"/>
                  <a:pt x="21055" y="62491"/>
                  <a:pt x="21055" y="61147"/>
                </a:cubicBezTo>
                <a:lnTo>
                  <a:pt x="21055" y="18623"/>
                </a:lnTo>
                <a:cubicBezTo>
                  <a:pt x="21055" y="17081"/>
                  <a:pt x="20758" y="15994"/>
                  <a:pt x="20165" y="15361"/>
                </a:cubicBezTo>
                <a:cubicBezTo>
                  <a:pt x="19572" y="14728"/>
                  <a:pt x="18722" y="14412"/>
                  <a:pt x="17615" y="14412"/>
                </a:cubicBezTo>
                <a:cubicBezTo>
                  <a:pt x="16389" y="14412"/>
                  <a:pt x="14570" y="15045"/>
                  <a:pt x="12158" y="16310"/>
                </a:cubicBezTo>
                <a:cubicBezTo>
                  <a:pt x="9746" y="17575"/>
                  <a:pt x="6623" y="19453"/>
                  <a:pt x="2787" y="21944"/>
                </a:cubicBezTo>
                <a:cubicBezTo>
                  <a:pt x="2273" y="21035"/>
                  <a:pt x="1799" y="20125"/>
                  <a:pt x="1364" y="19216"/>
                </a:cubicBezTo>
                <a:cubicBezTo>
                  <a:pt x="929" y="18307"/>
                  <a:pt x="474" y="17377"/>
                  <a:pt x="0" y="16428"/>
                </a:cubicBezTo>
                <a:cubicBezTo>
                  <a:pt x="4903" y="13740"/>
                  <a:pt x="9756" y="11061"/>
                  <a:pt x="14560" y="8392"/>
                </a:cubicBezTo>
                <a:cubicBezTo>
                  <a:pt x="19364" y="5723"/>
                  <a:pt x="24237" y="3064"/>
                  <a:pt x="29180" y="415"/>
                </a:cubicBezTo>
                <a:lnTo>
                  <a:pt x="32798" y="415"/>
                </a:lnTo>
                <a:cubicBezTo>
                  <a:pt x="32719" y="2590"/>
                  <a:pt x="32659" y="4537"/>
                  <a:pt x="32620" y="6257"/>
                </a:cubicBezTo>
                <a:cubicBezTo>
                  <a:pt x="32580" y="7977"/>
                  <a:pt x="32550" y="9648"/>
                  <a:pt x="32531" y="11269"/>
                </a:cubicBezTo>
                <a:cubicBezTo>
                  <a:pt x="32511" y="12890"/>
                  <a:pt x="32501" y="14491"/>
                  <a:pt x="32501" y="16073"/>
                </a:cubicBezTo>
                <a:lnTo>
                  <a:pt x="32501" y="61147"/>
                </a:lnTo>
                <a:close/>
                <a:moveTo>
                  <a:pt x="100528" y="67137"/>
                </a:moveTo>
                <a:cubicBezTo>
                  <a:pt x="102386" y="67137"/>
                  <a:pt x="103869" y="67068"/>
                  <a:pt x="104976" y="66930"/>
                </a:cubicBezTo>
                <a:cubicBezTo>
                  <a:pt x="106083" y="66791"/>
                  <a:pt x="107002" y="66485"/>
                  <a:pt x="107734" y="66010"/>
                </a:cubicBezTo>
                <a:cubicBezTo>
                  <a:pt x="108465" y="65536"/>
                  <a:pt x="109088" y="64814"/>
                  <a:pt x="109602" y="63846"/>
                </a:cubicBezTo>
                <a:cubicBezTo>
                  <a:pt x="110116" y="62877"/>
                  <a:pt x="110709" y="61542"/>
                  <a:pt x="111381" y="59842"/>
                </a:cubicBezTo>
                <a:lnTo>
                  <a:pt x="116897" y="59842"/>
                </a:lnTo>
                <a:cubicBezTo>
                  <a:pt x="116699" y="62650"/>
                  <a:pt x="116512" y="65477"/>
                  <a:pt x="116334" y="68323"/>
                </a:cubicBezTo>
                <a:cubicBezTo>
                  <a:pt x="116156" y="71170"/>
                  <a:pt x="115968" y="73997"/>
                  <a:pt x="115770" y="76804"/>
                </a:cubicBezTo>
                <a:lnTo>
                  <a:pt x="65536" y="76804"/>
                </a:lnTo>
                <a:lnTo>
                  <a:pt x="65536" y="73720"/>
                </a:lnTo>
                <a:cubicBezTo>
                  <a:pt x="66485" y="71585"/>
                  <a:pt x="67592" y="69480"/>
                  <a:pt x="68857" y="67404"/>
                </a:cubicBezTo>
                <a:cubicBezTo>
                  <a:pt x="70122" y="65328"/>
                  <a:pt x="71546" y="63223"/>
                  <a:pt x="73127" y="61088"/>
                </a:cubicBezTo>
                <a:cubicBezTo>
                  <a:pt x="74709" y="58953"/>
                  <a:pt x="76508" y="56748"/>
                  <a:pt x="78524" y="54475"/>
                </a:cubicBezTo>
                <a:cubicBezTo>
                  <a:pt x="80541" y="52201"/>
                  <a:pt x="82775" y="49839"/>
                  <a:pt x="85226" y="47387"/>
                </a:cubicBezTo>
                <a:cubicBezTo>
                  <a:pt x="88943" y="43671"/>
                  <a:pt x="91968" y="40498"/>
                  <a:pt x="94301" y="37868"/>
                </a:cubicBezTo>
                <a:cubicBezTo>
                  <a:pt x="96633" y="35239"/>
                  <a:pt x="98472" y="32896"/>
                  <a:pt x="99816" y="30840"/>
                </a:cubicBezTo>
                <a:cubicBezTo>
                  <a:pt x="101161" y="28784"/>
                  <a:pt x="102080" y="26887"/>
                  <a:pt x="102574" y="25147"/>
                </a:cubicBezTo>
                <a:cubicBezTo>
                  <a:pt x="103068" y="23407"/>
                  <a:pt x="103315" y="21549"/>
                  <a:pt x="103315" y="19572"/>
                </a:cubicBezTo>
                <a:cubicBezTo>
                  <a:pt x="103315" y="17555"/>
                  <a:pt x="103029" y="15697"/>
                  <a:pt x="102455" y="13997"/>
                </a:cubicBezTo>
                <a:cubicBezTo>
                  <a:pt x="101882" y="12297"/>
                  <a:pt x="101062" y="10853"/>
                  <a:pt x="99994" y="9667"/>
                </a:cubicBezTo>
                <a:cubicBezTo>
                  <a:pt x="98927" y="8481"/>
                  <a:pt x="97572" y="7552"/>
                  <a:pt x="95931" y="6880"/>
                </a:cubicBezTo>
                <a:cubicBezTo>
                  <a:pt x="94291" y="6208"/>
                  <a:pt x="92403" y="5872"/>
                  <a:pt x="90268" y="5872"/>
                </a:cubicBezTo>
                <a:cubicBezTo>
                  <a:pt x="86590" y="5872"/>
                  <a:pt x="83506" y="6870"/>
                  <a:pt x="81015" y="8867"/>
                </a:cubicBezTo>
                <a:cubicBezTo>
                  <a:pt x="78524" y="10863"/>
                  <a:pt x="76587" y="13760"/>
                  <a:pt x="75203" y="17555"/>
                </a:cubicBezTo>
                <a:lnTo>
                  <a:pt x="67434" y="17555"/>
                </a:lnTo>
                <a:lnTo>
                  <a:pt x="67434" y="5990"/>
                </a:lnTo>
                <a:cubicBezTo>
                  <a:pt x="72495" y="3895"/>
                  <a:pt x="77150" y="2372"/>
                  <a:pt x="81401" y="1423"/>
                </a:cubicBezTo>
                <a:cubicBezTo>
                  <a:pt x="85651" y="474"/>
                  <a:pt x="89477" y="0"/>
                  <a:pt x="92877" y="0"/>
                </a:cubicBezTo>
                <a:cubicBezTo>
                  <a:pt x="96989" y="0"/>
                  <a:pt x="100498" y="465"/>
                  <a:pt x="103404" y="1394"/>
                </a:cubicBezTo>
                <a:cubicBezTo>
                  <a:pt x="106310" y="2323"/>
                  <a:pt x="108673" y="3578"/>
                  <a:pt x="110492" y="5160"/>
                </a:cubicBezTo>
                <a:cubicBezTo>
                  <a:pt x="112311" y="6741"/>
                  <a:pt x="113625" y="8639"/>
                  <a:pt x="114436" y="10853"/>
                </a:cubicBezTo>
                <a:cubicBezTo>
                  <a:pt x="115246" y="13068"/>
                  <a:pt x="115652" y="15460"/>
                  <a:pt x="115652" y="18030"/>
                </a:cubicBezTo>
                <a:cubicBezTo>
                  <a:pt x="115652" y="19572"/>
                  <a:pt x="115543" y="21005"/>
                  <a:pt x="115325" y="22330"/>
                </a:cubicBezTo>
                <a:cubicBezTo>
                  <a:pt x="115108" y="23654"/>
                  <a:pt x="114732" y="24959"/>
                  <a:pt x="114198" y="26244"/>
                </a:cubicBezTo>
                <a:cubicBezTo>
                  <a:pt x="113665" y="27529"/>
                  <a:pt x="112963" y="28824"/>
                  <a:pt x="112093" y="30129"/>
                </a:cubicBezTo>
                <a:cubicBezTo>
                  <a:pt x="111223" y="31433"/>
                  <a:pt x="110136" y="32817"/>
                  <a:pt x="108831" y="34280"/>
                </a:cubicBezTo>
                <a:cubicBezTo>
                  <a:pt x="107843" y="35546"/>
                  <a:pt x="106558" y="37008"/>
                  <a:pt x="104976" y="38669"/>
                </a:cubicBezTo>
                <a:cubicBezTo>
                  <a:pt x="103394" y="40330"/>
                  <a:pt x="101665" y="42109"/>
                  <a:pt x="99787" y="44007"/>
                </a:cubicBezTo>
                <a:cubicBezTo>
                  <a:pt x="97908" y="45905"/>
                  <a:pt x="95941" y="47882"/>
                  <a:pt x="93885" y="49938"/>
                </a:cubicBezTo>
                <a:cubicBezTo>
                  <a:pt x="91829" y="51994"/>
                  <a:pt x="89833" y="54030"/>
                  <a:pt x="87895" y="56047"/>
                </a:cubicBezTo>
                <a:cubicBezTo>
                  <a:pt x="85958" y="58063"/>
                  <a:pt x="84179" y="60020"/>
                  <a:pt x="82557" y="61918"/>
                </a:cubicBezTo>
                <a:cubicBezTo>
                  <a:pt x="80936" y="63816"/>
                  <a:pt x="79612" y="65556"/>
                  <a:pt x="78584" y="67137"/>
                </a:cubicBezTo>
                <a:lnTo>
                  <a:pt x="100528" y="67137"/>
                </a:lnTo>
                <a:close/>
                <a:moveTo>
                  <a:pt x="179230" y="0"/>
                </a:moveTo>
                <a:cubicBezTo>
                  <a:pt x="179705" y="554"/>
                  <a:pt x="180140" y="1087"/>
                  <a:pt x="180535" y="1601"/>
                </a:cubicBezTo>
                <a:cubicBezTo>
                  <a:pt x="180930" y="2115"/>
                  <a:pt x="181365" y="2629"/>
                  <a:pt x="181840" y="3143"/>
                </a:cubicBezTo>
                <a:lnTo>
                  <a:pt x="181840" y="6643"/>
                </a:lnTo>
                <a:cubicBezTo>
                  <a:pt x="177056" y="6563"/>
                  <a:pt x="172746" y="7196"/>
                  <a:pt x="168911" y="8540"/>
                </a:cubicBezTo>
                <a:cubicBezTo>
                  <a:pt x="165075" y="9885"/>
                  <a:pt x="161695" y="11852"/>
                  <a:pt x="158769" y="14442"/>
                </a:cubicBezTo>
                <a:cubicBezTo>
                  <a:pt x="155843" y="17031"/>
                  <a:pt x="153392" y="20214"/>
                  <a:pt x="151415" y="23990"/>
                </a:cubicBezTo>
                <a:cubicBezTo>
                  <a:pt x="149438" y="27766"/>
                  <a:pt x="147896" y="32027"/>
                  <a:pt x="146789" y="36771"/>
                </a:cubicBezTo>
                <a:lnTo>
                  <a:pt x="147441" y="37068"/>
                </a:lnTo>
                <a:cubicBezTo>
                  <a:pt x="149062" y="35961"/>
                  <a:pt x="150663" y="35002"/>
                  <a:pt x="152245" y="34191"/>
                </a:cubicBezTo>
                <a:cubicBezTo>
                  <a:pt x="153826" y="33381"/>
                  <a:pt x="155428" y="32709"/>
                  <a:pt x="157049" y="32175"/>
                </a:cubicBezTo>
                <a:cubicBezTo>
                  <a:pt x="158670" y="31641"/>
                  <a:pt x="160350" y="31256"/>
                  <a:pt x="162090" y="31018"/>
                </a:cubicBezTo>
                <a:cubicBezTo>
                  <a:pt x="163830" y="30781"/>
                  <a:pt x="165688" y="30662"/>
                  <a:pt x="167665" y="30662"/>
                </a:cubicBezTo>
                <a:cubicBezTo>
                  <a:pt x="171145" y="30662"/>
                  <a:pt x="174219" y="31176"/>
                  <a:pt x="176888" y="32204"/>
                </a:cubicBezTo>
                <a:cubicBezTo>
                  <a:pt x="179556" y="33233"/>
                  <a:pt x="181820" y="34735"/>
                  <a:pt x="183678" y="36712"/>
                </a:cubicBezTo>
                <a:cubicBezTo>
                  <a:pt x="185537" y="38689"/>
                  <a:pt x="186940" y="41061"/>
                  <a:pt x="187889" y="43829"/>
                </a:cubicBezTo>
                <a:cubicBezTo>
                  <a:pt x="188838" y="46597"/>
                  <a:pt x="189313" y="49681"/>
                  <a:pt x="189313" y="53081"/>
                </a:cubicBezTo>
                <a:cubicBezTo>
                  <a:pt x="189313" y="56679"/>
                  <a:pt x="188720" y="60020"/>
                  <a:pt x="187533" y="63104"/>
                </a:cubicBezTo>
                <a:cubicBezTo>
                  <a:pt x="186347" y="66188"/>
                  <a:pt x="184568" y="68837"/>
                  <a:pt x="182196" y="71052"/>
                </a:cubicBezTo>
                <a:cubicBezTo>
                  <a:pt x="179823" y="73266"/>
                  <a:pt x="176888" y="74986"/>
                  <a:pt x="173388" y="76211"/>
                </a:cubicBezTo>
                <a:cubicBezTo>
                  <a:pt x="169889" y="77437"/>
                  <a:pt x="165787" y="78050"/>
                  <a:pt x="161082" y="78050"/>
                </a:cubicBezTo>
                <a:cubicBezTo>
                  <a:pt x="152186" y="78050"/>
                  <a:pt x="145474" y="75510"/>
                  <a:pt x="140947" y="70429"/>
                </a:cubicBezTo>
                <a:cubicBezTo>
                  <a:pt x="136419" y="65348"/>
                  <a:pt x="134156" y="57865"/>
                  <a:pt x="134156" y="47981"/>
                </a:cubicBezTo>
                <a:cubicBezTo>
                  <a:pt x="134156" y="43552"/>
                  <a:pt x="134650" y="39312"/>
                  <a:pt x="135639" y="35259"/>
                </a:cubicBezTo>
                <a:cubicBezTo>
                  <a:pt x="136627" y="31206"/>
                  <a:pt x="138080" y="27430"/>
                  <a:pt x="139998" y="23931"/>
                </a:cubicBezTo>
                <a:cubicBezTo>
                  <a:pt x="141915" y="20432"/>
                  <a:pt x="144238" y="17269"/>
                  <a:pt x="146966" y="14442"/>
                </a:cubicBezTo>
                <a:cubicBezTo>
                  <a:pt x="149695" y="11615"/>
                  <a:pt x="152739" y="9163"/>
                  <a:pt x="156100" y="7087"/>
                </a:cubicBezTo>
                <a:cubicBezTo>
                  <a:pt x="159461" y="5012"/>
                  <a:pt x="163098" y="3371"/>
                  <a:pt x="167013" y="2165"/>
                </a:cubicBezTo>
                <a:cubicBezTo>
                  <a:pt x="170927" y="959"/>
                  <a:pt x="175000" y="237"/>
                  <a:pt x="179230" y="0"/>
                </a:cubicBezTo>
                <a:moveTo>
                  <a:pt x="163514" y="37483"/>
                </a:moveTo>
                <a:cubicBezTo>
                  <a:pt x="160864" y="37483"/>
                  <a:pt x="158423" y="37839"/>
                  <a:pt x="156189" y="38551"/>
                </a:cubicBezTo>
                <a:cubicBezTo>
                  <a:pt x="153955" y="39262"/>
                  <a:pt x="151830" y="40231"/>
                  <a:pt x="149813" y="41457"/>
                </a:cubicBezTo>
                <a:cubicBezTo>
                  <a:pt x="148983" y="42010"/>
                  <a:pt x="148340" y="42524"/>
                  <a:pt x="147886" y="42999"/>
                </a:cubicBezTo>
                <a:cubicBezTo>
                  <a:pt x="147431" y="43473"/>
                  <a:pt x="147095" y="44037"/>
                  <a:pt x="146878" y="44689"/>
                </a:cubicBezTo>
                <a:cubicBezTo>
                  <a:pt x="146660" y="45341"/>
                  <a:pt x="146512" y="46152"/>
                  <a:pt x="146433" y="47121"/>
                </a:cubicBezTo>
                <a:cubicBezTo>
                  <a:pt x="146354" y="48089"/>
                  <a:pt x="146314" y="49404"/>
                  <a:pt x="146314" y="51065"/>
                </a:cubicBezTo>
                <a:cubicBezTo>
                  <a:pt x="146314" y="65061"/>
                  <a:pt x="151395" y="72060"/>
                  <a:pt x="161556" y="72060"/>
                </a:cubicBezTo>
                <a:cubicBezTo>
                  <a:pt x="164324" y="72060"/>
                  <a:pt x="166706" y="71655"/>
                  <a:pt x="168703" y="70844"/>
                </a:cubicBezTo>
                <a:cubicBezTo>
                  <a:pt x="170700" y="70033"/>
                  <a:pt x="172331" y="68867"/>
                  <a:pt x="173596" y="67345"/>
                </a:cubicBezTo>
                <a:cubicBezTo>
                  <a:pt x="174861" y="65823"/>
                  <a:pt x="175790" y="63944"/>
                  <a:pt x="176383" y="61710"/>
                </a:cubicBezTo>
                <a:cubicBezTo>
                  <a:pt x="176977" y="59477"/>
                  <a:pt x="177273" y="56936"/>
                  <a:pt x="177273" y="54089"/>
                </a:cubicBezTo>
                <a:cubicBezTo>
                  <a:pt x="177273" y="48791"/>
                  <a:pt x="176087" y="44699"/>
                  <a:pt x="173715" y="41812"/>
                </a:cubicBezTo>
                <a:cubicBezTo>
                  <a:pt x="171342" y="38926"/>
                  <a:pt x="167942" y="37483"/>
                  <a:pt x="163514" y="374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Text Trainingset">
            <a:extLst xmlns:a="http://schemas.openxmlformats.org/drawingml/2006/main">
              <a:ext uri="{FF2B5EF4-FFF2-40B4-BE49-F238E27FC236}">
                <a16:creationId xmlns:a16="http://schemas.microsoft.com/office/drawing/2014/main" id="{A43D9D34-9616-4349-A7DA-1730D91B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105" y="3396432"/>
            <a:ext cx="831221" cy="159685"/>
          </a:xfrm>
          <a:custGeom xmlns:a="http://schemas.openxmlformats.org/drawingml/2006/main">
            <a:pathLst>
              <a:path w="831221" h="159685">
                <a:moveTo>
                  <a:pt x="96205" y="5654"/>
                </a:moveTo>
                <a:lnTo>
                  <a:pt x="97490" y="32896"/>
                </a:lnTo>
                <a:lnTo>
                  <a:pt x="94235" y="32896"/>
                </a:lnTo>
                <a:cubicBezTo>
                  <a:pt x="93606" y="28099"/>
                  <a:pt x="92750" y="24672"/>
                  <a:pt x="91665" y="22616"/>
                </a:cubicBezTo>
                <a:cubicBezTo>
                  <a:pt x="89894" y="19304"/>
                  <a:pt x="87538" y="16862"/>
                  <a:pt x="84597" y="15292"/>
                </a:cubicBezTo>
                <a:cubicBezTo>
                  <a:pt x="81656" y="13721"/>
                  <a:pt x="77786" y="12936"/>
                  <a:pt x="72989" y="12936"/>
                </a:cubicBezTo>
                <a:lnTo>
                  <a:pt x="56626" y="12936"/>
                </a:lnTo>
                <a:lnTo>
                  <a:pt x="56626" y="101688"/>
                </a:lnTo>
                <a:cubicBezTo>
                  <a:pt x="56626" y="108827"/>
                  <a:pt x="57397" y="113281"/>
                  <a:pt x="58939" y="115052"/>
                </a:cubicBezTo>
                <a:cubicBezTo>
                  <a:pt x="61110" y="117451"/>
                  <a:pt x="64451" y="118650"/>
                  <a:pt x="68963" y="118650"/>
                </a:cubicBezTo>
                <a:lnTo>
                  <a:pt x="72989" y="118650"/>
                </a:lnTo>
                <a:lnTo>
                  <a:pt x="72989" y="121820"/>
                </a:lnTo>
                <a:lnTo>
                  <a:pt x="23730" y="121820"/>
                </a:lnTo>
                <a:lnTo>
                  <a:pt x="23730" y="118650"/>
                </a:lnTo>
                <a:lnTo>
                  <a:pt x="27842" y="118650"/>
                </a:lnTo>
                <a:cubicBezTo>
                  <a:pt x="32754" y="118650"/>
                  <a:pt x="36237" y="117165"/>
                  <a:pt x="38293" y="114195"/>
                </a:cubicBezTo>
                <a:cubicBezTo>
                  <a:pt x="39550" y="112368"/>
                  <a:pt x="40178" y="108198"/>
                  <a:pt x="40178" y="101688"/>
                </a:cubicBezTo>
                <a:lnTo>
                  <a:pt x="40178" y="12936"/>
                </a:lnTo>
                <a:lnTo>
                  <a:pt x="26214" y="12936"/>
                </a:lnTo>
                <a:cubicBezTo>
                  <a:pt x="20789" y="12936"/>
                  <a:pt x="16934" y="13336"/>
                  <a:pt x="14649" y="14135"/>
                </a:cubicBezTo>
                <a:cubicBezTo>
                  <a:pt x="11679" y="15220"/>
                  <a:pt x="9138" y="17305"/>
                  <a:pt x="7025" y="20389"/>
                </a:cubicBezTo>
                <a:cubicBezTo>
                  <a:pt x="4912" y="23473"/>
                  <a:pt x="3655" y="27642"/>
                  <a:pt x="3255" y="32896"/>
                </a:cubicBezTo>
                <a:lnTo>
                  <a:pt x="0" y="32896"/>
                </a:lnTo>
                <a:lnTo>
                  <a:pt x="1371" y="5654"/>
                </a:lnTo>
                <a:lnTo>
                  <a:pt x="96205" y="5654"/>
                </a:lnTo>
                <a:close/>
                <a:moveTo>
                  <a:pt x="124083" y="41121"/>
                </a:moveTo>
                <a:lnTo>
                  <a:pt x="124083" y="58768"/>
                </a:lnTo>
                <a:cubicBezTo>
                  <a:pt x="130651" y="47003"/>
                  <a:pt x="137390" y="41121"/>
                  <a:pt x="144301" y="41121"/>
                </a:cubicBezTo>
                <a:cubicBezTo>
                  <a:pt x="147442" y="41121"/>
                  <a:pt x="150040" y="42077"/>
                  <a:pt x="152096" y="43990"/>
                </a:cubicBezTo>
                <a:cubicBezTo>
                  <a:pt x="154152" y="45904"/>
                  <a:pt x="155180" y="48117"/>
                  <a:pt x="155180" y="50630"/>
                </a:cubicBezTo>
                <a:cubicBezTo>
                  <a:pt x="155180" y="52857"/>
                  <a:pt x="154438" y="54742"/>
                  <a:pt x="152953" y="56284"/>
                </a:cubicBezTo>
                <a:cubicBezTo>
                  <a:pt x="151468" y="57826"/>
                  <a:pt x="149698" y="58597"/>
                  <a:pt x="147642" y="58597"/>
                </a:cubicBezTo>
                <a:cubicBezTo>
                  <a:pt x="145643" y="58597"/>
                  <a:pt x="143401" y="57612"/>
                  <a:pt x="140917" y="55641"/>
                </a:cubicBezTo>
                <a:cubicBezTo>
                  <a:pt x="138432" y="53671"/>
                  <a:pt x="136590" y="52686"/>
                  <a:pt x="135391" y="52686"/>
                </a:cubicBezTo>
                <a:cubicBezTo>
                  <a:pt x="134363" y="52686"/>
                  <a:pt x="133249" y="53255"/>
                  <a:pt x="132050" y="54394"/>
                </a:cubicBezTo>
                <a:cubicBezTo>
                  <a:pt x="129480" y="56730"/>
                  <a:pt x="126824" y="60575"/>
                  <a:pt x="124083" y="65929"/>
                </a:cubicBezTo>
                <a:lnTo>
                  <a:pt x="124083" y="103441"/>
                </a:lnTo>
                <a:cubicBezTo>
                  <a:pt x="124083" y="107769"/>
                  <a:pt x="124625" y="111044"/>
                  <a:pt x="125711" y="113266"/>
                </a:cubicBezTo>
                <a:cubicBezTo>
                  <a:pt x="126453" y="114805"/>
                  <a:pt x="127767" y="116087"/>
                  <a:pt x="129651" y="117113"/>
                </a:cubicBezTo>
                <a:cubicBezTo>
                  <a:pt x="131536" y="118138"/>
                  <a:pt x="134249" y="118650"/>
                  <a:pt x="137790" y="118650"/>
                </a:cubicBezTo>
                <a:lnTo>
                  <a:pt x="137790" y="121820"/>
                </a:lnTo>
                <a:lnTo>
                  <a:pt x="97612" y="121820"/>
                </a:lnTo>
                <a:lnTo>
                  <a:pt x="97612" y="118650"/>
                </a:lnTo>
                <a:cubicBezTo>
                  <a:pt x="101609" y="118650"/>
                  <a:pt x="104579" y="118023"/>
                  <a:pt x="106521" y="116771"/>
                </a:cubicBezTo>
                <a:cubicBezTo>
                  <a:pt x="107949" y="115859"/>
                  <a:pt x="108948" y="114405"/>
                  <a:pt x="109519" y="112409"/>
                </a:cubicBezTo>
                <a:cubicBezTo>
                  <a:pt x="109805" y="111440"/>
                  <a:pt x="109948" y="108677"/>
                  <a:pt x="109948" y="104118"/>
                </a:cubicBezTo>
                <a:lnTo>
                  <a:pt x="109948" y="73773"/>
                </a:lnTo>
                <a:cubicBezTo>
                  <a:pt x="109948" y="64655"/>
                  <a:pt x="109762" y="59228"/>
                  <a:pt x="109391" y="57491"/>
                </a:cubicBezTo>
                <a:cubicBezTo>
                  <a:pt x="109020" y="55753"/>
                  <a:pt x="108334" y="54485"/>
                  <a:pt x="107335" y="53687"/>
                </a:cubicBezTo>
                <a:cubicBezTo>
                  <a:pt x="106335" y="52889"/>
                  <a:pt x="105093" y="52490"/>
                  <a:pt x="103608" y="52490"/>
                </a:cubicBezTo>
                <a:cubicBezTo>
                  <a:pt x="101838" y="52490"/>
                  <a:pt x="99839" y="52918"/>
                  <a:pt x="97612" y="53773"/>
                </a:cubicBezTo>
                <a:lnTo>
                  <a:pt x="96755" y="50694"/>
                </a:lnTo>
                <a:lnTo>
                  <a:pt x="120485" y="41121"/>
                </a:lnTo>
                <a:lnTo>
                  <a:pt x="124083" y="41121"/>
                </a:lnTo>
                <a:close/>
                <a:moveTo>
                  <a:pt x="203781" y="110511"/>
                </a:moveTo>
                <a:cubicBezTo>
                  <a:pt x="195728" y="116737"/>
                  <a:pt x="190674" y="120335"/>
                  <a:pt x="188618" y="121306"/>
                </a:cubicBezTo>
                <a:cubicBezTo>
                  <a:pt x="185534" y="122790"/>
                  <a:pt x="182250" y="123533"/>
                  <a:pt x="178766" y="123533"/>
                </a:cubicBezTo>
                <a:cubicBezTo>
                  <a:pt x="173340" y="123533"/>
                  <a:pt x="168871" y="121677"/>
                  <a:pt x="165359" y="117965"/>
                </a:cubicBezTo>
                <a:cubicBezTo>
                  <a:pt x="161847" y="114252"/>
                  <a:pt x="160091" y="109369"/>
                  <a:pt x="160091" y="103315"/>
                </a:cubicBezTo>
                <a:cubicBezTo>
                  <a:pt x="160091" y="99489"/>
                  <a:pt x="160947" y="96176"/>
                  <a:pt x="162661" y="93378"/>
                </a:cubicBezTo>
                <a:cubicBezTo>
                  <a:pt x="165002" y="89494"/>
                  <a:pt x="169071" y="85839"/>
                  <a:pt x="174868" y="82412"/>
                </a:cubicBezTo>
                <a:cubicBezTo>
                  <a:pt x="180665" y="78986"/>
                  <a:pt x="190303" y="74817"/>
                  <a:pt x="203781" y="69905"/>
                </a:cubicBezTo>
                <a:lnTo>
                  <a:pt x="203781" y="66821"/>
                </a:lnTo>
                <a:cubicBezTo>
                  <a:pt x="203781" y="58997"/>
                  <a:pt x="202539" y="53628"/>
                  <a:pt x="200055" y="50715"/>
                </a:cubicBezTo>
                <a:cubicBezTo>
                  <a:pt x="197570" y="47803"/>
                  <a:pt x="193958" y="46346"/>
                  <a:pt x="189218" y="46346"/>
                </a:cubicBezTo>
                <a:cubicBezTo>
                  <a:pt x="185620" y="46346"/>
                  <a:pt x="182764" y="47314"/>
                  <a:pt x="180651" y="49248"/>
                </a:cubicBezTo>
                <a:cubicBezTo>
                  <a:pt x="178481" y="51183"/>
                  <a:pt x="177395" y="53402"/>
                  <a:pt x="177395" y="55906"/>
                </a:cubicBezTo>
                <a:lnTo>
                  <a:pt x="177567" y="60856"/>
                </a:lnTo>
                <a:cubicBezTo>
                  <a:pt x="177567" y="63473"/>
                  <a:pt x="176896" y="65492"/>
                  <a:pt x="175554" y="66915"/>
                </a:cubicBezTo>
                <a:cubicBezTo>
                  <a:pt x="174211" y="68337"/>
                  <a:pt x="172455" y="69048"/>
                  <a:pt x="170285" y="69048"/>
                </a:cubicBezTo>
                <a:cubicBezTo>
                  <a:pt x="168172" y="69048"/>
                  <a:pt x="166444" y="68308"/>
                  <a:pt x="165102" y="66829"/>
                </a:cubicBezTo>
                <a:cubicBezTo>
                  <a:pt x="163760" y="65348"/>
                  <a:pt x="163089" y="63325"/>
                  <a:pt x="163089" y="60763"/>
                </a:cubicBezTo>
                <a:cubicBezTo>
                  <a:pt x="163089" y="55867"/>
                  <a:pt x="165602" y="51369"/>
                  <a:pt x="170628" y="47270"/>
                </a:cubicBezTo>
                <a:cubicBezTo>
                  <a:pt x="175653" y="43170"/>
                  <a:pt x="182707" y="41121"/>
                  <a:pt x="191788" y="41121"/>
                </a:cubicBezTo>
                <a:cubicBezTo>
                  <a:pt x="198755" y="41121"/>
                  <a:pt x="204466" y="42290"/>
                  <a:pt x="208921" y="44628"/>
                </a:cubicBezTo>
                <a:cubicBezTo>
                  <a:pt x="212291" y="46396"/>
                  <a:pt x="214775" y="49163"/>
                  <a:pt x="216374" y="52929"/>
                </a:cubicBezTo>
                <a:cubicBezTo>
                  <a:pt x="217402" y="55382"/>
                  <a:pt x="217916" y="60401"/>
                  <a:pt x="217916" y="67988"/>
                </a:cubicBezTo>
                <a:lnTo>
                  <a:pt x="217916" y="94599"/>
                </a:lnTo>
                <a:cubicBezTo>
                  <a:pt x="217916" y="102071"/>
                  <a:pt x="218059" y="106649"/>
                  <a:pt x="218345" y="108332"/>
                </a:cubicBezTo>
                <a:cubicBezTo>
                  <a:pt x="218630" y="110015"/>
                  <a:pt x="219101" y="111142"/>
                  <a:pt x="219758" y="111713"/>
                </a:cubicBezTo>
                <a:cubicBezTo>
                  <a:pt x="220415" y="112283"/>
                  <a:pt x="221172" y="112567"/>
                  <a:pt x="222028" y="112567"/>
                </a:cubicBezTo>
                <a:cubicBezTo>
                  <a:pt x="222942" y="112567"/>
                  <a:pt x="223742" y="112368"/>
                  <a:pt x="224427" y="111968"/>
                </a:cubicBezTo>
                <a:cubicBezTo>
                  <a:pt x="225626" y="111225"/>
                  <a:pt x="227939" y="109141"/>
                  <a:pt x="231366" y="105714"/>
                </a:cubicBezTo>
                <a:lnTo>
                  <a:pt x="231366" y="110511"/>
                </a:lnTo>
                <a:cubicBezTo>
                  <a:pt x="224970" y="119078"/>
                  <a:pt x="218859" y="123362"/>
                  <a:pt x="213033" y="123362"/>
                </a:cubicBezTo>
                <a:cubicBezTo>
                  <a:pt x="210235" y="123362"/>
                  <a:pt x="208007" y="122391"/>
                  <a:pt x="206351" y="120449"/>
                </a:cubicBezTo>
                <a:cubicBezTo>
                  <a:pt x="204695" y="118507"/>
                  <a:pt x="203838" y="115195"/>
                  <a:pt x="203781" y="110511"/>
                </a:cubicBezTo>
                <a:moveTo>
                  <a:pt x="203781" y="104895"/>
                </a:moveTo>
                <a:lnTo>
                  <a:pt x="203781" y="75131"/>
                </a:lnTo>
                <a:cubicBezTo>
                  <a:pt x="195157" y="78541"/>
                  <a:pt x="189589" y="80958"/>
                  <a:pt x="187076" y="82380"/>
                </a:cubicBezTo>
                <a:cubicBezTo>
                  <a:pt x="182564" y="84882"/>
                  <a:pt x="179337" y="87498"/>
                  <a:pt x="177395" y="90227"/>
                </a:cubicBezTo>
                <a:cubicBezTo>
                  <a:pt x="175454" y="92956"/>
                  <a:pt x="174483" y="95941"/>
                  <a:pt x="174483" y="99182"/>
                </a:cubicBezTo>
                <a:cubicBezTo>
                  <a:pt x="174483" y="103276"/>
                  <a:pt x="175711" y="106673"/>
                  <a:pt x="178166" y="109374"/>
                </a:cubicBezTo>
                <a:cubicBezTo>
                  <a:pt x="180622" y="112074"/>
                  <a:pt x="183449" y="113424"/>
                  <a:pt x="186648" y="113424"/>
                </a:cubicBezTo>
                <a:cubicBezTo>
                  <a:pt x="190988" y="113424"/>
                  <a:pt x="196699" y="110581"/>
                  <a:pt x="203781" y="104895"/>
                </a:cubicBezTo>
                <a:close/>
                <a:moveTo>
                  <a:pt x="256881" y="0"/>
                </a:moveTo>
                <a:cubicBezTo>
                  <a:pt x="259280" y="0"/>
                  <a:pt x="261322" y="847"/>
                  <a:pt x="263006" y="2541"/>
                </a:cubicBezTo>
                <a:cubicBezTo>
                  <a:pt x="264691" y="4233"/>
                  <a:pt x="265534" y="6284"/>
                  <a:pt x="265534" y="8695"/>
                </a:cubicBezTo>
                <a:cubicBezTo>
                  <a:pt x="265534" y="11106"/>
                  <a:pt x="264691" y="13173"/>
                  <a:pt x="263006" y="14895"/>
                </a:cubicBezTo>
                <a:cubicBezTo>
                  <a:pt x="261322" y="16616"/>
                  <a:pt x="259280" y="17476"/>
                  <a:pt x="256881" y="17476"/>
                </a:cubicBezTo>
                <a:cubicBezTo>
                  <a:pt x="254483" y="17476"/>
                  <a:pt x="252427" y="16616"/>
                  <a:pt x="250713" y="14895"/>
                </a:cubicBezTo>
                <a:cubicBezTo>
                  <a:pt x="249000" y="13173"/>
                  <a:pt x="248143" y="11106"/>
                  <a:pt x="248143" y="8695"/>
                </a:cubicBezTo>
                <a:cubicBezTo>
                  <a:pt x="248143" y="6284"/>
                  <a:pt x="248986" y="4233"/>
                  <a:pt x="250670" y="2541"/>
                </a:cubicBezTo>
                <a:cubicBezTo>
                  <a:pt x="252355" y="847"/>
                  <a:pt x="254425" y="0"/>
                  <a:pt x="256881" y="0"/>
                </a:cubicBezTo>
                <a:moveTo>
                  <a:pt x="263992" y="41121"/>
                </a:moveTo>
                <a:lnTo>
                  <a:pt x="263992" y="104033"/>
                </a:lnTo>
                <a:cubicBezTo>
                  <a:pt x="263992" y="108934"/>
                  <a:pt x="264349" y="112196"/>
                  <a:pt x="265063" y="113820"/>
                </a:cubicBezTo>
                <a:cubicBezTo>
                  <a:pt x="265776" y="115444"/>
                  <a:pt x="266833" y="116655"/>
                  <a:pt x="268232" y="117453"/>
                </a:cubicBezTo>
                <a:cubicBezTo>
                  <a:pt x="269631" y="118251"/>
                  <a:pt x="272187" y="118650"/>
                  <a:pt x="275899" y="118650"/>
                </a:cubicBezTo>
                <a:lnTo>
                  <a:pt x="275899" y="121820"/>
                </a:lnTo>
                <a:lnTo>
                  <a:pt x="237777" y="121820"/>
                </a:lnTo>
                <a:lnTo>
                  <a:pt x="237777" y="118650"/>
                </a:lnTo>
                <a:cubicBezTo>
                  <a:pt x="241604" y="118650"/>
                  <a:pt x="244174" y="118280"/>
                  <a:pt x="245487" y="117539"/>
                </a:cubicBezTo>
                <a:cubicBezTo>
                  <a:pt x="246801" y="116798"/>
                  <a:pt x="247843" y="115573"/>
                  <a:pt x="248614" y="113863"/>
                </a:cubicBezTo>
                <a:cubicBezTo>
                  <a:pt x="249385" y="112153"/>
                  <a:pt x="249771" y="108877"/>
                  <a:pt x="249771" y="104033"/>
                </a:cubicBezTo>
                <a:lnTo>
                  <a:pt x="249771" y="73859"/>
                </a:lnTo>
                <a:cubicBezTo>
                  <a:pt x="249771" y="65367"/>
                  <a:pt x="249514" y="59868"/>
                  <a:pt x="249000" y="57363"/>
                </a:cubicBezTo>
                <a:cubicBezTo>
                  <a:pt x="248600" y="55539"/>
                  <a:pt x="247972" y="54271"/>
                  <a:pt x="247115" y="53558"/>
                </a:cubicBezTo>
                <a:cubicBezTo>
                  <a:pt x="246258" y="52846"/>
                  <a:pt x="245088" y="52490"/>
                  <a:pt x="243603" y="52490"/>
                </a:cubicBezTo>
                <a:cubicBezTo>
                  <a:pt x="242004" y="52490"/>
                  <a:pt x="240062" y="52918"/>
                  <a:pt x="237777" y="53773"/>
                </a:cubicBezTo>
                <a:lnTo>
                  <a:pt x="236578" y="50694"/>
                </a:lnTo>
                <a:lnTo>
                  <a:pt x="260222" y="41121"/>
                </a:lnTo>
                <a:lnTo>
                  <a:pt x="263992" y="41121"/>
                </a:lnTo>
                <a:close/>
                <a:moveTo>
                  <a:pt x="308708" y="57740"/>
                </a:moveTo>
                <a:cubicBezTo>
                  <a:pt x="317903" y="46660"/>
                  <a:pt x="326670" y="41121"/>
                  <a:pt x="335008" y="41121"/>
                </a:cubicBezTo>
                <a:cubicBezTo>
                  <a:pt x="339292" y="41121"/>
                  <a:pt x="342975" y="42190"/>
                  <a:pt x="346059" y="44328"/>
                </a:cubicBezTo>
                <a:cubicBezTo>
                  <a:pt x="349144" y="46464"/>
                  <a:pt x="351599" y="49983"/>
                  <a:pt x="353427" y="54884"/>
                </a:cubicBezTo>
                <a:cubicBezTo>
                  <a:pt x="354683" y="58301"/>
                  <a:pt x="355312" y="63544"/>
                  <a:pt x="355312" y="70612"/>
                </a:cubicBezTo>
                <a:lnTo>
                  <a:pt x="355312" y="104033"/>
                </a:lnTo>
                <a:cubicBezTo>
                  <a:pt x="355312" y="108991"/>
                  <a:pt x="355711" y="112353"/>
                  <a:pt x="356511" y="114120"/>
                </a:cubicBezTo>
                <a:cubicBezTo>
                  <a:pt x="357139" y="115544"/>
                  <a:pt x="358153" y="116655"/>
                  <a:pt x="359552" y="117453"/>
                </a:cubicBezTo>
                <a:cubicBezTo>
                  <a:pt x="360951" y="118251"/>
                  <a:pt x="363536" y="118650"/>
                  <a:pt x="367305" y="118650"/>
                </a:cubicBezTo>
                <a:lnTo>
                  <a:pt x="367305" y="121820"/>
                </a:lnTo>
                <a:lnTo>
                  <a:pt x="328498" y="121820"/>
                </a:lnTo>
                <a:lnTo>
                  <a:pt x="328498" y="118650"/>
                </a:lnTo>
                <a:lnTo>
                  <a:pt x="330125" y="118650"/>
                </a:lnTo>
                <a:cubicBezTo>
                  <a:pt x="333780" y="118650"/>
                  <a:pt x="336336" y="118096"/>
                  <a:pt x="337793" y="116987"/>
                </a:cubicBezTo>
                <a:cubicBezTo>
                  <a:pt x="339249" y="115879"/>
                  <a:pt x="340263" y="114246"/>
                  <a:pt x="340834" y="112088"/>
                </a:cubicBezTo>
                <a:cubicBezTo>
                  <a:pt x="341062" y="111235"/>
                  <a:pt x="341176" y="108564"/>
                  <a:pt x="341176" y="104076"/>
                </a:cubicBezTo>
                <a:lnTo>
                  <a:pt x="341176" y="72114"/>
                </a:lnTo>
                <a:cubicBezTo>
                  <a:pt x="341176" y="65012"/>
                  <a:pt x="340248" y="59856"/>
                  <a:pt x="338392" y="56645"/>
                </a:cubicBezTo>
                <a:cubicBezTo>
                  <a:pt x="336536" y="53434"/>
                  <a:pt x="333409" y="51829"/>
                  <a:pt x="329012" y="51829"/>
                </a:cubicBezTo>
                <a:cubicBezTo>
                  <a:pt x="322215" y="51829"/>
                  <a:pt x="315448" y="55523"/>
                  <a:pt x="308708" y="62910"/>
                </a:cubicBezTo>
                <a:lnTo>
                  <a:pt x="308708" y="104076"/>
                </a:lnTo>
                <a:cubicBezTo>
                  <a:pt x="308708" y="109360"/>
                  <a:pt x="309022" y="112627"/>
                  <a:pt x="309651" y="113877"/>
                </a:cubicBezTo>
                <a:cubicBezTo>
                  <a:pt x="310450" y="115524"/>
                  <a:pt x="311550" y="116731"/>
                  <a:pt x="312949" y="117499"/>
                </a:cubicBezTo>
                <a:cubicBezTo>
                  <a:pt x="314348" y="118266"/>
                  <a:pt x="317189" y="118650"/>
                  <a:pt x="321473" y="118650"/>
                </a:cubicBezTo>
                <a:lnTo>
                  <a:pt x="321473" y="121820"/>
                </a:lnTo>
                <a:lnTo>
                  <a:pt x="282665" y="121820"/>
                </a:lnTo>
                <a:lnTo>
                  <a:pt x="282665" y="118650"/>
                </a:lnTo>
                <a:lnTo>
                  <a:pt x="284379" y="118650"/>
                </a:lnTo>
                <a:cubicBezTo>
                  <a:pt x="288377" y="118650"/>
                  <a:pt x="291075" y="117639"/>
                  <a:pt x="292474" y="115617"/>
                </a:cubicBezTo>
                <a:cubicBezTo>
                  <a:pt x="293874" y="113593"/>
                  <a:pt x="294573" y="109731"/>
                  <a:pt x="294573" y="104033"/>
                </a:cubicBezTo>
                <a:lnTo>
                  <a:pt x="294573" y="74970"/>
                </a:lnTo>
                <a:cubicBezTo>
                  <a:pt x="294573" y="65568"/>
                  <a:pt x="294359" y="59842"/>
                  <a:pt x="293931" y="57791"/>
                </a:cubicBezTo>
                <a:cubicBezTo>
                  <a:pt x="293502" y="55738"/>
                  <a:pt x="292846" y="54342"/>
                  <a:pt x="291960" y="53601"/>
                </a:cubicBezTo>
                <a:cubicBezTo>
                  <a:pt x="291075" y="52861"/>
                  <a:pt x="289890" y="52490"/>
                  <a:pt x="288405" y="52490"/>
                </a:cubicBezTo>
                <a:cubicBezTo>
                  <a:pt x="286806" y="52490"/>
                  <a:pt x="284893" y="52918"/>
                  <a:pt x="282665" y="53773"/>
                </a:cubicBezTo>
                <a:lnTo>
                  <a:pt x="281380" y="50694"/>
                </a:lnTo>
                <a:lnTo>
                  <a:pt x="305025" y="41121"/>
                </a:lnTo>
                <a:lnTo>
                  <a:pt x="308708" y="41121"/>
                </a:lnTo>
                <a:lnTo>
                  <a:pt x="308708" y="57740"/>
                </a:lnTo>
                <a:close/>
                <a:moveTo>
                  <a:pt x="393519" y="0"/>
                </a:moveTo>
                <a:cubicBezTo>
                  <a:pt x="395918" y="0"/>
                  <a:pt x="397960" y="847"/>
                  <a:pt x="399645" y="2541"/>
                </a:cubicBezTo>
                <a:cubicBezTo>
                  <a:pt x="401329" y="4233"/>
                  <a:pt x="402172" y="6284"/>
                  <a:pt x="402172" y="8695"/>
                </a:cubicBezTo>
                <a:cubicBezTo>
                  <a:pt x="402172" y="11106"/>
                  <a:pt x="401329" y="13173"/>
                  <a:pt x="399645" y="14895"/>
                </a:cubicBezTo>
                <a:cubicBezTo>
                  <a:pt x="397960" y="16616"/>
                  <a:pt x="395918" y="17476"/>
                  <a:pt x="393519" y="17476"/>
                </a:cubicBezTo>
                <a:cubicBezTo>
                  <a:pt x="391121" y="17476"/>
                  <a:pt x="389065" y="16616"/>
                  <a:pt x="387351" y="14895"/>
                </a:cubicBezTo>
                <a:cubicBezTo>
                  <a:pt x="385638" y="13173"/>
                  <a:pt x="384781" y="11106"/>
                  <a:pt x="384781" y="8695"/>
                </a:cubicBezTo>
                <a:cubicBezTo>
                  <a:pt x="384781" y="6284"/>
                  <a:pt x="385624" y="4233"/>
                  <a:pt x="387309" y="2541"/>
                </a:cubicBezTo>
                <a:cubicBezTo>
                  <a:pt x="388993" y="847"/>
                  <a:pt x="391064" y="0"/>
                  <a:pt x="393519" y="0"/>
                </a:cubicBezTo>
                <a:moveTo>
                  <a:pt x="400630" y="41121"/>
                </a:moveTo>
                <a:lnTo>
                  <a:pt x="400630" y="104033"/>
                </a:lnTo>
                <a:cubicBezTo>
                  <a:pt x="400630" y="108934"/>
                  <a:pt x="400987" y="112196"/>
                  <a:pt x="401701" y="113820"/>
                </a:cubicBezTo>
                <a:cubicBezTo>
                  <a:pt x="402415" y="115444"/>
                  <a:pt x="403471" y="116655"/>
                  <a:pt x="404870" y="117453"/>
                </a:cubicBezTo>
                <a:cubicBezTo>
                  <a:pt x="406270" y="118251"/>
                  <a:pt x="408825" y="118650"/>
                  <a:pt x="412538" y="118650"/>
                </a:cubicBezTo>
                <a:lnTo>
                  <a:pt x="412538" y="121820"/>
                </a:lnTo>
                <a:lnTo>
                  <a:pt x="374416" y="121820"/>
                </a:lnTo>
                <a:lnTo>
                  <a:pt x="374416" y="118650"/>
                </a:lnTo>
                <a:cubicBezTo>
                  <a:pt x="378242" y="118650"/>
                  <a:pt x="380812" y="118280"/>
                  <a:pt x="382126" y="117539"/>
                </a:cubicBezTo>
                <a:cubicBezTo>
                  <a:pt x="383439" y="116798"/>
                  <a:pt x="384482" y="115573"/>
                  <a:pt x="385253" y="113863"/>
                </a:cubicBezTo>
                <a:cubicBezTo>
                  <a:pt x="386024" y="112153"/>
                  <a:pt x="386409" y="108877"/>
                  <a:pt x="386409" y="104033"/>
                </a:cubicBezTo>
                <a:lnTo>
                  <a:pt x="386409" y="73859"/>
                </a:lnTo>
                <a:cubicBezTo>
                  <a:pt x="386409" y="65367"/>
                  <a:pt x="386152" y="59868"/>
                  <a:pt x="385638" y="57363"/>
                </a:cubicBezTo>
                <a:cubicBezTo>
                  <a:pt x="385238" y="55539"/>
                  <a:pt x="384610" y="54271"/>
                  <a:pt x="383753" y="53558"/>
                </a:cubicBezTo>
                <a:cubicBezTo>
                  <a:pt x="382897" y="52846"/>
                  <a:pt x="381726" y="52490"/>
                  <a:pt x="380241" y="52490"/>
                </a:cubicBezTo>
                <a:cubicBezTo>
                  <a:pt x="378642" y="52490"/>
                  <a:pt x="376700" y="52918"/>
                  <a:pt x="374416" y="53773"/>
                </a:cubicBezTo>
                <a:lnTo>
                  <a:pt x="373216" y="50694"/>
                </a:lnTo>
                <a:lnTo>
                  <a:pt x="396860" y="41121"/>
                </a:lnTo>
                <a:lnTo>
                  <a:pt x="400630" y="41121"/>
                </a:lnTo>
                <a:close/>
                <a:moveTo>
                  <a:pt x="445347" y="57740"/>
                </a:moveTo>
                <a:cubicBezTo>
                  <a:pt x="454542" y="46660"/>
                  <a:pt x="463309" y="41121"/>
                  <a:pt x="471647" y="41121"/>
                </a:cubicBezTo>
                <a:cubicBezTo>
                  <a:pt x="475930" y="41121"/>
                  <a:pt x="479614" y="42190"/>
                  <a:pt x="482698" y="44328"/>
                </a:cubicBezTo>
                <a:cubicBezTo>
                  <a:pt x="485782" y="46464"/>
                  <a:pt x="488238" y="49983"/>
                  <a:pt x="490065" y="54884"/>
                </a:cubicBezTo>
                <a:cubicBezTo>
                  <a:pt x="491322" y="58301"/>
                  <a:pt x="491950" y="63544"/>
                  <a:pt x="491950" y="70612"/>
                </a:cubicBezTo>
                <a:lnTo>
                  <a:pt x="491950" y="104033"/>
                </a:lnTo>
                <a:cubicBezTo>
                  <a:pt x="491950" y="108991"/>
                  <a:pt x="492350" y="112353"/>
                  <a:pt x="493149" y="114120"/>
                </a:cubicBezTo>
                <a:cubicBezTo>
                  <a:pt x="493778" y="115544"/>
                  <a:pt x="494791" y="116655"/>
                  <a:pt x="496191" y="117453"/>
                </a:cubicBezTo>
                <a:cubicBezTo>
                  <a:pt x="497590" y="118251"/>
                  <a:pt x="500174" y="118650"/>
                  <a:pt x="503944" y="118650"/>
                </a:cubicBezTo>
                <a:lnTo>
                  <a:pt x="503944" y="121820"/>
                </a:lnTo>
                <a:lnTo>
                  <a:pt x="465136" y="121820"/>
                </a:lnTo>
                <a:lnTo>
                  <a:pt x="465136" y="118650"/>
                </a:lnTo>
                <a:lnTo>
                  <a:pt x="466764" y="118650"/>
                </a:lnTo>
                <a:cubicBezTo>
                  <a:pt x="470419" y="118650"/>
                  <a:pt x="472975" y="118096"/>
                  <a:pt x="474431" y="116987"/>
                </a:cubicBezTo>
                <a:cubicBezTo>
                  <a:pt x="475887" y="115879"/>
                  <a:pt x="476901" y="114246"/>
                  <a:pt x="477472" y="112088"/>
                </a:cubicBezTo>
                <a:cubicBezTo>
                  <a:pt x="477701" y="111235"/>
                  <a:pt x="477815" y="108564"/>
                  <a:pt x="477815" y="104076"/>
                </a:cubicBezTo>
                <a:lnTo>
                  <a:pt x="477815" y="72114"/>
                </a:lnTo>
                <a:cubicBezTo>
                  <a:pt x="477815" y="65012"/>
                  <a:pt x="476887" y="59856"/>
                  <a:pt x="475031" y="56645"/>
                </a:cubicBezTo>
                <a:cubicBezTo>
                  <a:pt x="473175" y="53434"/>
                  <a:pt x="470048" y="51829"/>
                  <a:pt x="465650" y="51829"/>
                </a:cubicBezTo>
                <a:cubicBezTo>
                  <a:pt x="458854" y="51829"/>
                  <a:pt x="452086" y="55523"/>
                  <a:pt x="445347" y="62910"/>
                </a:cubicBezTo>
                <a:lnTo>
                  <a:pt x="445347" y="104076"/>
                </a:lnTo>
                <a:cubicBezTo>
                  <a:pt x="445347" y="109360"/>
                  <a:pt x="445661" y="112627"/>
                  <a:pt x="446289" y="113877"/>
                </a:cubicBezTo>
                <a:cubicBezTo>
                  <a:pt x="447089" y="115524"/>
                  <a:pt x="448188" y="116731"/>
                  <a:pt x="449587" y="117499"/>
                </a:cubicBezTo>
                <a:cubicBezTo>
                  <a:pt x="450987" y="118266"/>
                  <a:pt x="453828" y="118650"/>
                  <a:pt x="458111" y="118650"/>
                </a:cubicBezTo>
                <a:lnTo>
                  <a:pt x="458111" y="121820"/>
                </a:lnTo>
                <a:lnTo>
                  <a:pt x="419304" y="121820"/>
                </a:lnTo>
                <a:lnTo>
                  <a:pt x="419304" y="118650"/>
                </a:lnTo>
                <a:lnTo>
                  <a:pt x="421017" y="118650"/>
                </a:lnTo>
                <a:cubicBezTo>
                  <a:pt x="425015" y="118650"/>
                  <a:pt x="427714" y="117639"/>
                  <a:pt x="429113" y="115617"/>
                </a:cubicBezTo>
                <a:cubicBezTo>
                  <a:pt x="430512" y="113593"/>
                  <a:pt x="431212" y="109731"/>
                  <a:pt x="431212" y="104033"/>
                </a:cubicBezTo>
                <a:lnTo>
                  <a:pt x="431212" y="74970"/>
                </a:lnTo>
                <a:cubicBezTo>
                  <a:pt x="431212" y="65568"/>
                  <a:pt x="430997" y="59842"/>
                  <a:pt x="430569" y="57791"/>
                </a:cubicBezTo>
                <a:cubicBezTo>
                  <a:pt x="430141" y="55738"/>
                  <a:pt x="429484" y="54342"/>
                  <a:pt x="428599" y="53601"/>
                </a:cubicBezTo>
                <a:cubicBezTo>
                  <a:pt x="427714" y="52861"/>
                  <a:pt x="426528" y="52490"/>
                  <a:pt x="425044" y="52490"/>
                </a:cubicBezTo>
                <a:cubicBezTo>
                  <a:pt x="423444" y="52490"/>
                  <a:pt x="421531" y="52918"/>
                  <a:pt x="419304" y="53773"/>
                </a:cubicBezTo>
                <a:lnTo>
                  <a:pt x="418019" y="50694"/>
                </a:lnTo>
                <a:lnTo>
                  <a:pt x="441663" y="41121"/>
                </a:lnTo>
                <a:lnTo>
                  <a:pt x="445347" y="41121"/>
                </a:lnTo>
                <a:lnTo>
                  <a:pt x="445347" y="57740"/>
                </a:lnTo>
                <a:close/>
                <a:moveTo>
                  <a:pt x="531187" y="93225"/>
                </a:moveTo>
                <a:cubicBezTo>
                  <a:pt x="526389" y="90887"/>
                  <a:pt x="522705" y="87622"/>
                  <a:pt x="520135" y="83430"/>
                </a:cubicBezTo>
                <a:cubicBezTo>
                  <a:pt x="517565" y="79237"/>
                  <a:pt x="516280" y="74602"/>
                  <a:pt x="516280" y="69525"/>
                </a:cubicBezTo>
                <a:cubicBezTo>
                  <a:pt x="516280" y="61768"/>
                  <a:pt x="519207" y="55095"/>
                  <a:pt x="525061" y="49505"/>
                </a:cubicBezTo>
                <a:cubicBezTo>
                  <a:pt x="530915" y="43915"/>
                  <a:pt x="538411" y="41121"/>
                  <a:pt x="547549" y="41121"/>
                </a:cubicBezTo>
                <a:cubicBezTo>
                  <a:pt x="555031" y="41121"/>
                  <a:pt x="561513" y="42948"/>
                  <a:pt x="566996" y="46603"/>
                </a:cubicBezTo>
                <a:lnTo>
                  <a:pt x="583615" y="46603"/>
                </a:lnTo>
                <a:cubicBezTo>
                  <a:pt x="586071" y="46603"/>
                  <a:pt x="587499" y="46674"/>
                  <a:pt x="587899" y="46815"/>
                </a:cubicBezTo>
                <a:cubicBezTo>
                  <a:pt x="588298" y="46956"/>
                  <a:pt x="588584" y="47196"/>
                  <a:pt x="588755" y="47535"/>
                </a:cubicBezTo>
                <a:cubicBezTo>
                  <a:pt x="589098" y="48044"/>
                  <a:pt x="589269" y="48948"/>
                  <a:pt x="589269" y="50247"/>
                </a:cubicBezTo>
                <a:cubicBezTo>
                  <a:pt x="589269" y="51714"/>
                  <a:pt x="589127" y="52730"/>
                  <a:pt x="588841" y="53296"/>
                </a:cubicBezTo>
                <a:cubicBezTo>
                  <a:pt x="588670" y="53578"/>
                  <a:pt x="588370" y="53804"/>
                  <a:pt x="587941" y="53973"/>
                </a:cubicBezTo>
                <a:cubicBezTo>
                  <a:pt x="587513" y="54143"/>
                  <a:pt x="586071" y="54228"/>
                  <a:pt x="583615" y="54228"/>
                </a:cubicBezTo>
                <a:lnTo>
                  <a:pt x="573421" y="54228"/>
                </a:lnTo>
                <a:cubicBezTo>
                  <a:pt x="576619" y="58349"/>
                  <a:pt x="578218" y="63614"/>
                  <a:pt x="578218" y="70023"/>
                </a:cubicBezTo>
                <a:cubicBezTo>
                  <a:pt x="578218" y="77347"/>
                  <a:pt x="575420" y="83614"/>
                  <a:pt x="569823" y="88821"/>
                </a:cubicBezTo>
                <a:cubicBezTo>
                  <a:pt x="564226" y="94029"/>
                  <a:pt x="556716" y="96633"/>
                  <a:pt x="547292" y="96633"/>
                </a:cubicBezTo>
                <a:cubicBezTo>
                  <a:pt x="543408" y="96633"/>
                  <a:pt x="539439" y="96051"/>
                  <a:pt x="535384" y="94885"/>
                </a:cubicBezTo>
                <a:cubicBezTo>
                  <a:pt x="532871" y="97054"/>
                  <a:pt x="531172" y="98952"/>
                  <a:pt x="530287" y="100579"/>
                </a:cubicBezTo>
                <a:cubicBezTo>
                  <a:pt x="529402" y="102205"/>
                  <a:pt x="528959" y="103588"/>
                  <a:pt x="528959" y="104729"/>
                </a:cubicBezTo>
                <a:cubicBezTo>
                  <a:pt x="528959" y="105700"/>
                  <a:pt x="529430" y="106642"/>
                  <a:pt x="530373" y="107556"/>
                </a:cubicBezTo>
                <a:cubicBezTo>
                  <a:pt x="531315" y="108468"/>
                  <a:pt x="533157" y="109124"/>
                  <a:pt x="535898" y="109524"/>
                </a:cubicBezTo>
                <a:cubicBezTo>
                  <a:pt x="537497" y="109752"/>
                  <a:pt x="541495" y="109952"/>
                  <a:pt x="547892" y="110123"/>
                </a:cubicBezTo>
                <a:cubicBezTo>
                  <a:pt x="559657" y="110407"/>
                  <a:pt x="567281" y="110806"/>
                  <a:pt x="570765" y="111320"/>
                </a:cubicBezTo>
                <a:cubicBezTo>
                  <a:pt x="576076" y="112062"/>
                  <a:pt x="580317" y="114032"/>
                  <a:pt x="583487" y="117228"/>
                </a:cubicBezTo>
                <a:cubicBezTo>
                  <a:pt x="586656" y="120423"/>
                  <a:pt x="588241" y="124360"/>
                  <a:pt x="588241" y="129040"/>
                </a:cubicBezTo>
                <a:cubicBezTo>
                  <a:pt x="588241" y="135488"/>
                  <a:pt x="585214" y="141537"/>
                  <a:pt x="579160" y="147188"/>
                </a:cubicBezTo>
                <a:cubicBezTo>
                  <a:pt x="570251" y="155519"/>
                  <a:pt x="558629" y="159685"/>
                  <a:pt x="544294" y="159685"/>
                </a:cubicBezTo>
                <a:cubicBezTo>
                  <a:pt x="533271" y="159685"/>
                  <a:pt x="523962" y="157204"/>
                  <a:pt x="516366" y="152242"/>
                </a:cubicBezTo>
                <a:cubicBezTo>
                  <a:pt x="512083" y="149390"/>
                  <a:pt x="509941" y="146424"/>
                  <a:pt x="509941" y="143344"/>
                </a:cubicBezTo>
                <a:cubicBezTo>
                  <a:pt x="509941" y="141976"/>
                  <a:pt x="510255" y="140608"/>
                  <a:pt x="510883" y="139240"/>
                </a:cubicBezTo>
                <a:cubicBezTo>
                  <a:pt x="511854" y="137128"/>
                  <a:pt x="513853" y="134191"/>
                  <a:pt x="516880" y="130427"/>
                </a:cubicBezTo>
                <a:cubicBezTo>
                  <a:pt x="517280" y="129914"/>
                  <a:pt x="520193" y="126835"/>
                  <a:pt x="525618" y="121188"/>
                </a:cubicBezTo>
                <a:cubicBezTo>
                  <a:pt x="522648" y="119416"/>
                  <a:pt x="520549" y="117829"/>
                  <a:pt x="519322" y="116428"/>
                </a:cubicBezTo>
                <a:cubicBezTo>
                  <a:pt x="518094" y="115027"/>
                  <a:pt x="517480" y="113440"/>
                  <a:pt x="517480" y="111668"/>
                </a:cubicBezTo>
                <a:cubicBezTo>
                  <a:pt x="517480" y="109665"/>
                  <a:pt x="518294" y="107320"/>
                  <a:pt x="519921" y="104632"/>
                </a:cubicBezTo>
                <a:cubicBezTo>
                  <a:pt x="521549" y="101945"/>
                  <a:pt x="525304" y="98142"/>
                  <a:pt x="531187" y="93225"/>
                </a:cubicBezTo>
                <a:moveTo>
                  <a:pt x="546093" y="45404"/>
                </a:moveTo>
                <a:cubicBezTo>
                  <a:pt x="541866" y="45404"/>
                  <a:pt x="538326" y="47080"/>
                  <a:pt x="535470" y="50432"/>
                </a:cubicBezTo>
                <a:cubicBezTo>
                  <a:pt x="532614" y="53782"/>
                  <a:pt x="531187" y="58922"/>
                  <a:pt x="531187" y="65852"/>
                </a:cubicBezTo>
                <a:cubicBezTo>
                  <a:pt x="531187" y="74827"/>
                  <a:pt x="533128" y="81785"/>
                  <a:pt x="537012" y="86725"/>
                </a:cubicBezTo>
                <a:cubicBezTo>
                  <a:pt x="539982" y="90475"/>
                  <a:pt x="543751" y="92350"/>
                  <a:pt x="548320" y="92350"/>
                </a:cubicBezTo>
                <a:cubicBezTo>
                  <a:pt x="552661" y="92350"/>
                  <a:pt x="556230" y="90731"/>
                  <a:pt x="559029" y="87494"/>
                </a:cubicBezTo>
                <a:cubicBezTo>
                  <a:pt x="561827" y="84256"/>
                  <a:pt x="563226" y="79172"/>
                  <a:pt x="563226" y="72242"/>
                </a:cubicBezTo>
                <a:cubicBezTo>
                  <a:pt x="563226" y="63211"/>
                  <a:pt x="561256" y="56139"/>
                  <a:pt x="557315" y="51026"/>
                </a:cubicBezTo>
                <a:cubicBezTo>
                  <a:pt x="554403" y="47278"/>
                  <a:pt x="550662" y="45404"/>
                  <a:pt x="546093" y="45404"/>
                </a:cubicBezTo>
                <a:moveTo>
                  <a:pt x="530330" y="121870"/>
                </a:moveTo>
                <a:cubicBezTo>
                  <a:pt x="527646" y="124778"/>
                  <a:pt x="525618" y="127485"/>
                  <a:pt x="524247" y="129993"/>
                </a:cubicBezTo>
                <a:cubicBezTo>
                  <a:pt x="522877" y="132502"/>
                  <a:pt x="522191" y="134812"/>
                  <a:pt x="522191" y="136921"/>
                </a:cubicBezTo>
                <a:cubicBezTo>
                  <a:pt x="522191" y="139657"/>
                  <a:pt x="523848" y="142051"/>
                  <a:pt x="527160" y="144104"/>
                </a:cubicBezTo>
                <a:cubicBezTo>
                  <a:pt x="532871" y="147638"/>
                  <a:pt x="541124" y="149405"/>
                  <a:pt x="551918" y="149405"/>
                </a:cubicBezTo>
                <a:cubicBezTo>
                  <a:pt x="562198" y="149405"/>
                  <a:pt x="569780" y="147594"/>
                  <a:pt x="574663" y="143973"/>
                </a:cubicBezTo>
                <a:cubicBezTo>
                  <a:pt x="579546" y="140353"/>
                  <a:pt x="581988" y="136492"/>
                  <a:pt x="581988" y="132389"/>
                </a:cubicBezTo>
                <a:cubicBezTo>
                  <a:pt x="581988" y="129424"/>
                  <a:pt x="580531" y="127315"/>
                  <a:pt x="577618" y="126060"/>
                </a:cubicBezTo>
                <a:cubicBezTo>
                  <a:pt x="574649" y="124805"/>
                  <a:pt x="568766" y="124065"/>
                  <a:pt x="559971" y="123838"/>
                </a:cubicBezTo>
                <a:cubicBezTo>
                  <a:pt x="547121" y="123495"/>
                  <a:pt x="537240" y="122840"/>
                  <a:pt x="530330" y="121870"/>
                </a:cubicBezTo>
                <a:close/>
                <a:moveTo>
                  <a:pt x="692499" y="41121"/>
                </a:moveTo>
                <a:lnTo>
                  <a:pt x="692499" y="67678"/>
                </a:lnTo>
                <a:lnTo>
                  <a:pt x="689672" y="67678"/>
                </a:lnTo>
                <a:cubicBezTo>
                  <a:pt x="687502" y="59348"/>
                  <a:pt x="684717" y="53682"/>
                  <a:pt x="681319" y="50681"/>
                </a:cubicBezTo>
                <a:cubicBezTo>
                  <a:pt x="677921" y="47677"/>
                  <a:pt x="673595" y="46175"/>
                  <a:pt x="668341" y="46175"/>
                </a:cubicBezTo>
                <a:cubicBezTo>
                  <a:pt x="664343" y="46175"/>
                  <a:pt x="661116" y="47231"/>
                  <a:pt x="658660" y="49342"/>
                </a:cubicBezTo>
                <a:cubicBezTo>
                  <a:pt x="656204" y="51452"/>
                  <a:pt x="654976" y="53790"/>
                  <a:pt x="654976" y="56359"/>
                </a:cubicBezTo>
                <a:cubicBezTo>
                  <a:pt x="654976" y="59553"/>
                  <a:pt x="655890" y="62291"/>
                  <a:pt x="657718" y="64572"/>
                </a:cubicBezTo>
                <a:cubicBezTo>
                  <a:pt x="659488" y="66912"/>
                  <a:pt x="663086" y="69394"/>
                  <a:pt x="668512" y="72017"/>
                </a:cubicBezTo>
                <a:lnTo>
                  <a:pt x="681019" y="78094"/>
                </a:lnTo>
                <a:cubicBezTo>
                  <a:pt x="692613" y="83741"/>
                  <a:pt x="698410" y="91186"/>
                  <a:pt x="698410" y="100429"/>
                </a:cubicBezTo>
                <a:cubicBezTo>
                  <a:pt x="698410" y="107559"/>
                  <a:pt x="695711" y="113307"/>
                  <a:pt x="690314" y="117673"/>
                </a:cubicBezTo>
                <a:cubicBezTo>
                  <a:pt x="684917" y="122036"/>
                  <a:pt x="678878" y="124218"/>
                  <a:pt x="672196" y="124218"/>
                </a:cubicBezTo>
                <a:cubicBezTo>
                  <a:pt x="667398" y="124218"/>
                  <a:pt x="661915" y="123362"/>
                  <a:pt x="655747" y="121648"/>
                </a:cubicBezTo>
                <a:cubicBezTo>
                  <a:pt x="653863" y="121077"/>
                  <a:pt x="652321" y="120792"/>
                  <a:pt x="651121" y="120792"/>
                </a:cubicBezTo>
                <a:cubicBezTo>
                  <a:pt x="649808" y="120792"/>
                  <a:pt x="648780" y="121534"/>
                  <a:pt x="648037" y="123019"/>
                </a:cubicBezTo>
                <a:lnTo>
                  <a:pt x="645210" y="123019"/>
                </a:lnTo>
                <a:lnTo>
                  <a:pt x="645210" y="94920"/>
                </a:lnTo>
                <a:lnTo>
                  <a:pt x="648037" y="94920"/>
                </a:lnTo>
                <a:cubicBezTo>
                  <a:pt x="649636" y="102944"/>
                  <a:pt x="652692" y="108991"/>
                  <a:pt x="657204" y="113060"/>
                </a:cubicBezTo>
                <a:cubicBezTo>
                  <a:pt x="661716" y="117129"/>
                  <a:pt x="666770" y="119164"/>
                  <a:pt x="672367" y="119164"/>
                </a:cubicBezTo>
                <a:cubicBezTo>
                  <a:pt x="676308" y="119164"/>
                  <a:pt x="679520" y="118009"/>
                  <a:pt x="682005" y="115700"/>
                </a:cubicBezTo>
                <a:cubicBezTo>
                  <a:pt x="684489" y="113388"/>
                  <a:pt x="685731" y="110607"/>
                  <a:pt x="685731" y="107355"/>
                </a:cubicBezTo>
                <a:cubicBezTo>
                  <a:pt x="685731" y="103418"/>
                  <a:pt x="684346" y="100109"/>
                  <a:pt x="681576" y="97428"/>
                </a:cubicBezTo>
                <a:cubicBezTo>
                  <a:pt x="678806" y="94748"/>
                  <a:pt x="673281" y="91354"/>
                  <a:pt x="664999" y="87247"/>
                </a:cubicBezTo>
                <a:cubicBezTo>
                  <a:pt x="656718" y="83139"/>
                  <a:pt x="651293" y="79430"/>
                  <a:pt x="648723" y="76121"/>
                </a:cubicBezTo>
                <a:cubicBezTo>
                  <a:pt x="646153" y="72869"/>
                  <a:pt x="644868" y="68762"/>
                  <a:pt x="644868" y="63798"/>
                </a:cubicBezTo>
                <a:cubicBezTo>
                  <a:pt x="644868" y="57352"/>
                  <a:pt x="647081" y="51961"/>
                  <a:pt x="651507" y="47626"/>
                </a:cubicBezTo>
                <a:cubicBezTo>
                  <a:pt x="655933" y="43289"/>
                  <a:pt x="661658" y="41121"/>
                  <a:pt x="668683" y="41121"/>
                </a:cubicBezTo>
                <a:cubicBezTo>
                  <a:pt x="671767" y="41121"/>
                  <a:pt x="675508" y="41777"/>
                  <a:pt x="679906" y="43091"/>
                </a:cubicBezTo>
                <a:cubicBezTo>
                  <a:pt x="682818" y="43948"/>
                  <a:pt x="684760" y="44376"/>
                  <a:pt x="685731" y="44376"/>
                </a:cubicBezTo>
                <a:cubicBezTo>
                  <a:pt x="686645" y="44376"/>
                  <a:pt x="687359" y="44176"/>
                  <a:pt x="687873" y="43776"/>
                </a:cubicBezTo>
                <a:cubicBezTo>
                  <a:pt x="688387" y="43376"/>
                  <a:pt x="688986" y="42491"/>
                  <a:pt x="689672" y="41121"/>
                </a:cubicBezTo>
                <a:lnTo>
                  <a:pt x="692499" y="41121"/>
                </a:lnTo>
                <a:close/>
                <a:moveTo>
                  <a:pt x="723295" y="72989"/>
                </a:moveTo>
                <a:cubicBezTo>
                  <a:pt x="723238" y="84613"/>
                  <a:pt x="726065" y="93730"/>
                  <a:pt x="731777" y="100341"/>
                </a:cubicBezTo>
                <a:cubicBezTo>
                  <a:pt x="737488" y="106950"/>
                  <a:pt x="744198" y="110254"/>
                  <a:pt x="751909" y="110254"/>
                </a:cubicBezTo>
                <a:cubicBezTo>
                  <a:pt x="757049" y="110254"/>
                  <a:pt x="761518" y="108841"/>
                  <a:pt x="765316" y="106014"/>
                </a:cubicBezTo>
                <a:cubicBezTo>
                  <a:pt x="769113" y="103187"/>
                  <a:pt x="772297" y="98347"/>
                  <a:pt x="774867" y="91493"/>
                </a:cubicBezTo>
                <a:lnTo>
                  <a:pt x="777523" y="93207"/>
                </a:lnTo>
                <a:cubicBezTo>
                  <a:pt x="776324" y="101031"/>
                  <a:pt x="772840" y="108156"/>
                  <a:pt x="767072" y="114581"/>
                </a:cubicBezTo>
                <a:cubicBezTo>
                  <a:pt x="761303" y="121006"/>
                  <a:pt x="754079" y="124218"/>
                  <a:pt x="745398" y="124218"/>
                </a:cubicBezTo>
                <a:cubicBezTo>
                  <a:pt x="735974" y="124218"/>
                  <a:pt x="727907" y="120557"/>
                  <a:pt x="721197" y="113234"/>
                </a:cubicBezTo>
                <a:cubicBezTo>
                  <a:pt x="714486" y="105909"/>
                  <a:pt x="711131" y="96063"/>
                  <a:pt x="711131" y="83695"/>
                </a:cubicBezTo>
                <a:cubicBezTo>
                  <a:pt x="711131" y="70302"/>
                  <a:pt x="714572" y="59859"/>
                  <a:pt x="721454" y="52364"/>
                </a:cubicBezTo>
                <a:cubicBezTo>
                  <a:pt x="728336" y="44868"/>
                  <a:pt x="736974" y="41121"/>
                  <a:pt x="747368" y="41121"/>
                </a:cubicBezTo>
                <a:cubicBezTo>
                  <a:pt x="756163" y="41121"/>
                  <a:pt x="763388" y="44012"/>
                  <a:pt x="769042" y="49794"/>
                </a:cubicBezTo>
                <a:cubicBezTo>
                  <a:pt x="774696" y="55575"/>
                  <a:pt x="777523" y="63307"/>
                  <a:pt x="777523" y="72989"/>
                </a:cubicBezTo>
                <a:lnTo>
                  <a:pt x="723295" y="72989"/>
                </a:lnTo>
                <a:moveTo>
                  <a:pt x="723295" y="68020"/>
                </a:moveTo>
                <a:lnTo>
                  <a:pt x="759619" y="68020"/>
                </a:lnTo>
                <a:cubicBezTo>
                  <a:pt x="759333" y="62994"/>
                  <a:pt x="758733" y="59453"/>
                  <a:pt x="757820" y="57397"/>
                </a:cubicBezTo>
                <a:cubicBezTo>
                  <a:pt x="756392" y="54199"/>
                  <a:pt x="754264" y="51686"/>
                  <a:pt x="751437" y="49859"/>
                </a:cubicBezTo>
                <a:cubicBezTo>
                  <a:pt x="748610" y="48031"/>
                  <a:pt x="745655" y="47117"/>
                  <a:pt x="742571" y="47117"/>
                </a:cubicBezTo>
                <a:cubicBezTo>
                  <a:pt x="737830" y="47117"/>
                  <a:pt x="733590" y="48959"/>
                  <a:pt x="729849" y="52643"/>
                </a:cubicBezTo>
                <a:cubicBezTo>
                  <a:pt x="726108" y="56327"/>
                  <a:pt x="723924" y="61452"/>
                  <a:pt x="723295" y="68020"/>
                </a:cubicBezTo>
                <a:close/>
                <a:moveTo>
                  <a:pt x="810490" y="17476"/>
                </a:moveTo>
                <a:lnTo>
                  <a:pt x="810490" y="43348"/>
                </a:lnTo>
                <a:lnTo>
                  <a:pt x="828823" y="43348"/>
                </a:lnTo>
                <a:lnTo>
                  <a:pt x="828823" y="49345"/>
                </a:lnTo>
                <a:lnTo>
                  <a:pt x="810490" y="49345"/>
                </a:lnTo>
                <a:lnTo>
                  <a:pt x="810490" y="100162"/>
                </a:lnTo>
                <a:cubicBezTo>
                  <a:pt x="810490" y="105239"/>
                  <a:pt x="811218" y="108662"/>
                  <a:pt x="812674" y="110431"/>
                </a:cubicBezTo>
                <a:cubicBezTo>
                  <a:pt x="814131" y="112198"/>
                  <a:pt x="816001" y="113081"/>
                  <a:pt x="818285" y="113081"/>
                </a:cubicBezTo>
                <a:cubicBezTo>
                  <a:pt x="820170" y="113081"/>
                  <a:pt x="821998" y="112496"/>
                  <a:pt x="823768" y="111325"/>
                </a:cubicBezTo>
                <a:cubicBezTo>
                  <a:pt x="825539" y="110154"/>
                  <a:pt x="826909" y="108427"/>
                  <a:pt x="827880" y="106142"/>
                </a:cubicBezTo>
                <a:lnTo>
                  <a:pt x="831221" y="106142"/>
                </a:lnTo>
                <a:cubicBezTo>
                  <a:pt x="829222" y="111755"/>
                  <a:pt x="826395" y="116000"/>
                  <a:pt x="822740" y="118877"/>
                </a:cubicBezTo>
                <a:cubicBezTo>
                  <a:pt x="819085" y="121753"/>
                  <a:pt x="815316" y="123190"/>
                  <a:pt x="811432" y="123190"/>
                </a:cubicBezTo>
                <a:cubicBezTo>
                  <a:pt x="808805" y="123190"/>
                  <a:pt x="806235" y="122461"/>
                  <a:pt x="803722" y="121003"/>
                </a:cubicBezTo>
                <a:cubicBezTo>
                  <a:pt x="801209" y="119545"/>
                  <a:pt x="799353" y="117459"/>
                  <a:pt x="798154" y="114744"/>
                </a:cubicBezTo>
                <a:cubicBezTo>
                  <a:pt x="796954" y="112028"/>
                  <a:pt x="796354" y="107839"/>
                  <a:pt x="796354" y="102178"/>
                </a:cubicBezTo>
                <a:lnTo>
                  <a:pt x="796354" y="49345"/>
                </a:lnTo>
                <a:lnTo>
                  <a:pt x="783933" y="49345"/>
                </a:lnTo>
                <a:lnTo>
                  <a:pt x="783933" y="46518"/>
                </a:lnTo>
                <a:cubicBezTo>
                  <a:pt x="787074" y="45258"/>
                  <a:pt x="790286" y="43124"/>
                  <a:pt x="793570" y="40117"/>
                </a:cubicBezTo>
                <a:cubicBezTo>
                  <a:pt x="796854" y="37109"/>
                  <a:pt x="799781" y="33543"/>
                  <a:pt x="802351" y="29419"/>
                </a:cubicBezTo>
                <a:cubicBezTo>
                  <a:pt x="803665" y="27243"/>
                  <a:pt x="805492" y="23262"/>
                  <a:pt x="807834" y="17476"/>
                </a:cubicBezTo>
                <a:lnTo>
                  <a:pt x="810490" y="174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Text Setsofrelevantkernelsf">
            <a:extLst xmlns:a="http://schemas.openxmlformats.org/drawingml/2006/main">
              <a:ext uri="{FF2B5EF4-FFF2-40B4-BE49-F238E27FC236}">
                <a16:creationId xmlns:a16="http://schemas.microsoft.com/office/drawing/2014/main" id="{A4AD9E50-D42D-4BD9-ABD8-32580937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4403" y="3389215"/>
            <a:ext cx="1700298" cy="111974"/>
          </a:xfrm>
          <a:custGeom xmlns:a="http://schemas.openxmlformats.org/drawingml/2006/main">
            <a:pathLst>
              <a:path w="1700298" h="111974">
                <a:moveTo>
                  <a:pt x="67691" y="0"/>
                </a:moveTo>
                <a:lnTo>
                  <a:pt x="68561" y="35743"/>
                </a:lnTo>
                <a:lnTo>
                  <a:pt x="65318" y="35743"/>
                </a:lnTo>
                <a:cubicBezTo>
                  <a:pt x="63790" y="26804"/>
                  <a:pt x="60033" y="19614"/>
                  <a:pt x="54050" y="14172"/>
                </a:cubicBezTo>
                <a:cubicBezTo>
                  <a:pt x="48066" y="8731"/>
                  <a:pt x="41595" y="6010"/>
                  <a:pt x="34636" y="6010"/>
                </a:cubicBezTo>
                <a:cubicBezTo>
                  <a:pt x="29259" y="6010"/>
                  <a:pt x="25002" y="7442"/>
                  <a:pt x="21865" y="10307"/>
                </a:cubicBezTo>
                <a:cubicBezTo>
                  <a:pt x="18728" y="13171"/>
                  <a:pt x="17160" y="16468"/>
                  <a:pt x="17160" y="20199"/>
                </a:cubicBezTo>
                <a:cubicBezTo>
                  <a:pt x="17160" y="22564"/>
                  <a:pt x="17713" y="24666"/>
                  <a:pt x="18821" y="26506"/>
                </a:cubicBezTo>
                <a:cubicBezTo>
                  <a:pt x="20349" y="28975"/>
                  <a:pt x="22801" y="31419"/>
                  <a:pt x="26175" y="33835"/>
                </a:cubicBezTo>
                <a:cubicBezTo>
                  <a:pt x="28653" y="35570"/>
                  <a:pt x="34373" y="38645"/>
                  <a:pt x="43335" y="43060"/>
                </a:cubicBezTo>
                <a:cubicBezTo>
                  <a:pt x="55882" y="49209"/>
                  <a:pt x="64343" y="55017"/>
                  <a:pt x="68719" y="60485"/>
                </a:cubicBezTo>
                <a:cubicBezTo>
                  <a:pt x="73042" y="65951"/>
                  <a:pt x="75203" y="72206"/>
                  <a:pt x="75203" y="79251"/>
                </a:cubicBezTo>
                <a:cubicBezTo>
                  <a:pt x="75203" y="88187"/>
                  <a:pt x="71711" y="95875"/>
                  <a:pt x="64725" y="102315"/>
                </a:cubicBezTo>
                <a:cubicBezTo>
                  <a:pt x="57740" y="108754"/>
                  <a:pt x="48870" y="111974"/>
                  <a:pt x="38116" y="111974"/>
                </a:cubicBezTo>
                <a:cubicBezTo>
                  <a:pt x="34742" y="111974"/>
                  <a:pt x="31552" y="111632"/>
                  <a:pt x="28547" y="110946"/>
                </a:cubicBezTo>
                <a:cubicBezTo>
                  <a:pt x="25542" y="110261"/>
                  <a:pt x="21773" y="108969"/>
                  <a:pt x="17239" y="107072"/>
                </a:cubicBezTo>
                <a:cubicBezTo>
                  <a:pt x="14709" y="106017"/>
                  <a:pt x="12626" y="105490"/>
                  <a:pt x="10992" y="105490"/>
                </a:cubicBezTo>
                <a:cubicBezTo>
                  <a:pt x="9621" y="105490"/>
                  <a:pt x="8171" y="106024"/>
                  <a:pt x="6643" y="107091"/>
                </a:cubicBezTo>
                <a:cubicBezTo>
                  <a:pt x="5114" y="108159"/>
                  <a:pt x="3875" y="109787"/>
                  <a:pt x="2926" y="111974"/>
                </a:cubicBezTo>
                <a:lnTo>
                  <a:pt x="0" y="111974"/>
                </a:lnTo>
                <a:lnTo>
                  <a:pt x="0" y="71486"/>
                </a:lnTo>
                <a:lnTo>
                  <a:pt x="2926" y="71486"/>
                </a:lnTo>
                <a:cubicBezTo>
                  <a:pt x="5246" y="82847"/>
                  <a:pt x="9713" y="91513"/>
                  <a:pt x="16330" y="97483"/>
                </a:cubicBezTo>
                <a:cubicBezTo>
                  <a:pt x="22946" y="103454"/>
                  <a:pt x="30076" y="106439"/>
                  <a:pt x="37720" y="106439"/>
                </a:cubicBezTo>
                <a:cubicBezTo>
                  <a:pt x="43625" y="106439"/>
                  <a:pt x="48330" y="104836"/>
                  <a:pt x="51836" y="101630"/>
                </a:cubicBezTo>
                <a:cubicBezTo>
                  <a:pt x="55341" y="98424"/>
                  <a:pt x="57094" y="94693"/>
                  <a:pt x="57094" y="90436"/>
                </a:cubicBezTo>
                <a:cubicBezTo>
                  <a:pt x="57094" y="87913"/>
                  <a:pt x="56422" y="85470"/>
                  <a:pt x="55078" y="83106"/>
                </a:cubicBezTo>
                <a:cubicBezTo>
                  <a:pt x="53733" y="80740"/>
                  <a:pt x="51691" y="78493"/>
                  <a:pt x="48949" y="76365"/>
                </a:cubicBezTo>
                <a:cubicBezTo>
                  <a:pt x="46208" y="74236"/>
                  <a:pt x="41358" y="71464"/>
                  <a:pt x="34399" y="68049"/>
                </a:cubicBezTo>
                <a:cubicBezTo>
                  <a:pt x="24646" y="63266"/>
                  <a:pt x="17634" y="59191"/>
                  <a:pt x="13364" y="55822"/>
                </a:cubicBezTo>
                <a:cubicBezTo>
                  <a:pt x="9094" y="52453"/>
                  <a:pt x="5812" y="48689"/>
                  <a:pt x="3519" y="44531"/>
                </a:cubicBezTo>
                <a:cubicBezTo>
                  <a:pt x="1226" y="40373"/>
                  <a:pt x="79" y="35793"/>
                  <a:pt x="79" y="30793"/>
                </a:cubicBezTo>
                <a:cubicBezTo>
                  <a:pt x="79" y="22266"/>
                  <a:pt x="3216" y="15003"/>
                  <a:pt x="9489" y="9003"/>
                </a:cubicBezTo>
                <a:cubicBezTo>
                  <a:pt x="15763" y="3001"/>
                  <a:pt x="23671" y="0"/>
                  <a:pt x="33213" y="0"/>
                </a:cubicBezTo>
                <a:cubicBezTo>
                  <a:pt x="36692" y="0"/>
                  <a:pt x="40066" y="427"/>
                  <a:pt x="43335" y="1280"/>
                </a:cubicBezTo>
                <a:cubicBezTo>
                  <a:pt x="45812" y="1919"/>
                  <a:pt x="48831" y="3105"/>
                  <a:pt x="52389" y="4836"/>
                </a:cubicBezTo>
                <a:cubicBezTo>
                  <a:pt x="55948" y="6568"/>
                  <a:pt x="58439" y="7433"/>
                  <a:pt x="59862" y="7433"/>
                </a:cubicBezTo>
                <a:cubicBezTo>
                  <a:pt x="61233" y="7433"/>
                  <a:pt x="62313" y="7007"/>
                  <a:pt x="63104" y="6156"/>
                </a:cubicBezTo>
                <a:cubicBezTo>
                  <a:pt x="63895" y="5302"/>
                  <a:pt x="64633" y="3250"/>
                  <a:pt x="65318" y="0"/>
                </a:cubicBezTo>
                <a:lnTo>
                  <a:pt x="67691" y="0"/>
                </a:lnTo>
                <a:close/>
                <a:moveTo>
                  <a:pt x="149959" y="69905"/>
                </a:moveTo>
                <a:lnTo>
                  <a:pt x="109392" y="69905"/>
                </a:lnTo>
                <a:cubicBezTo>
                  <a:pt x="109867" y="79737"/>
                  <a:pt x="112476" y="87507"/>
                  <a:pt x="117221" y="93216"/>
                </a:cubicBezTo>
                <a:cubicBezTo>
                  <a:pt x="120858" y="97603"/>
                  <a:pt x="125234" y="99796"/>
                  <a:pt x="130348" y="99796"/>
                </a:cubicBezTo>
                <a:cubicBezTo>
                  <a:pt x="133511" y="99796"/>
                  <a:pt x="136384" y="98913"/>
                  <a:pt x="138967" y="97147"/>
                </a:cubicBezTo>
                <a:cubicBezTo>
                  <a:pt x="141551" y="95381"/>
                  <a:pt x="144318" y="92205"/>
                  <a:pt x="147270" y="87618"/>
                </a:cubicBezTo>
                <a:lnTo>
                  <a:pt x="149959" y="89358"/>
                </a:lnTo>
                <a:cubicBezTo>
                  <a:pt x="145953" y="97529"/>
                  <a:pt x="141524" y="103315"/>
                  <a:pt x="136674" y="106716"/>
                </a:cubicBezTo>
                <a:cubicBezTo>
                  <a:pt x="131824" y="110116"/>
                  <a:pt x="126209" y="111816"/>
                  <a:pt x="119830" y="111816"/>
                </a:cubicBezTo>
                <a:cubicBezTo>
                  <a:pt x="108865" y="111816"/>
                  <a:pt x="100562" y="107595"/>
                  <a:pt x="94921" y="99151"/>
                </a:cubicBezTo>
                <a:cubicBezTo>
                  <a:pt x="90387" y="92344"/>
                  <a:pt x="88120" y="83901"/>
                  <a:pt x="88120" y="73822"/>
                </a:cubicBezTo>
                <a:cubicBezTo>
                  <a:pt x="88120" y="61472"/>
                  <a:pt x="91455" y="51644"/>
                  <a:pt x="98124" y="44336"/>
                </a:cubicBezTo>
                <a:cubicBezTo>
                  <a:pt x="104792" y="37026"/>
                  <a:pt x="112608" y="33371"/>
                  <a:pt x="121570" y="33371"/>
                </a:cubicBezTo>
                <a:cubicBezTo>
                  <a:pt x="129056" y="33371"/>
                  <a:pt x="135554" y="36442"/>
                  <a:pt x="141063" y="42583"/>
                </a:cubicBezTo>
                <a:cubicBezTo>
                  <a:pt x="146572" y="48725"/>
                  <a:pt x="149537" y="57832"/>
                  <a:pt x="149959" y="69905"/>
                </a:cubicBezTo>
                <a:moveTo>
                  <a:pt x="130506" y="64686"/>
                </a:moveTo>
                <a:cubicBezTo>
                  <a:pt x="130506" y="56198"/>
                  <a:pt x="130045" y="50373"/>
                  <a:pt x="129122" y="47210"/>
                </a:cubicBezTo>
                <a:cubicBezTo>
                  <a:pt x="128200" y="44046"/>
                  <a:pt x="126763" y="41648"/>
                  <a:pt x="124812" y="40013"/>
                </a:cubicBezTo>
                <a:cubicBezTo>
                  <a:pt x="123705" y="39065"/>
                  <a:pt x="122229" y="38590"/>
                  <a:pt x="120384" y="38590"/>
                </a:cubicBezTo>
                <a:cubicBezTo>
                  <a:pt x="117643" y="38590"/>
                  <a:pt x="115402" y="39934"/>
                  <a:pt x="113662" y="42623"/>
                </a:cubicBezTo>
                <a:cubicBezTo>
                  <a:pt x="110552" y="47315"/>
                  <a:pt x="108997" y="53747"/>
                  <a:pt x="108997" y="61918"/>
                </a:cubicBezTo>
                <a:lnTo>
                  <a:pt x="108997" y="64686"/>
                </a:lnTo>
                <a:lnTo>
                  <a:pt x="130506" y="64686"/>
                </a:lnTo>
                <a:close/>
                <a:moveTo>
                  <a:pt x="188364" y="8382"/>
                </a:moveTo>
                <a:lnTo>
                  <a:pt x="188364" y="35585"/>
                </a:lnTo>
                <a:lnTo>
                  <a:pt x="205919" y="35585"/>
                </a:lnTo>
                <a:lnTo>
                  <a:pt x="205919" y="43335"/>
                </a:lnTo>
                <a:lnTo>
                  <a:pt x="188364" y="43335"/>
                </a:lnTo>
                <a:lnTo>
                  <a:pt x="188364" y="89086"/>
                </a:lnTo>
                <a:cubicBezTo>
                  <a:pt x="188364" y="93368"/>
                  <a:pt x="188562" y="96130"/>
                  <a:pt x="188957" y="97372"/>
                </a:cubicBezTo>
                <a:cubicBezTo>
                  <a:pt x="189352" y="98614"/>
                  <a:pt x="190051" y="99619"/>
                  <a:pt x="191053" y="100387"/>
                </a:cubicBezTo>
                <a:cubicBezTo>
                  <a:pt x="192054" y="101153"/>
                  <a:pt x="192977" y="101536"/>
                  <a:pt x="193820" y="101536"/>
                </a:cubicBezTo>
                <a:cubicBezTo>
                  <a:pt x="197247" y="101536"/>
                  <a:pt x="200489" y="98900"/>
                  <a:pt x="203547" y="93628"/>
                </a:cubicBezTo>
                <a:lnTo>
                  <a:pt x="205919" y="95385"/>
                </a:lnTo>
                <a:cubicBezTo>
                  <a:pt x="201649" y="105601"/>
                  <a:pt x="194717" y="110709"/>
                  <a:pt x="185122" y="110709"/>
                </a:cubicBezTo>
                <a:cubicBezTo>
                  <a:pt x="180430" y="110709"/>
                  <a:pt x="176463" y="109400"/>
                  <a:pt x="173221" y="106782"/>
                </a:cubicBezTo>
                <a:cubicBezTo>
                  <a:pt x="169978" y="104163"/>
                  <a:pt x="167909" y="101240"/>
                  <a:pt x="167013" y="98012"/>
                </a:cubicBezTo>
                <a:cubicBezTo>
                  <a:pt x="166486" y="96213"/>
                  <a:pt x="166222" y="91346"/>
                  <a:pt x="166222" y="83410"/>
                </a:cubicBezTo>
                <a:lnTo>
                  <a:pt x="166222" y="43335"/>
                </a:lnTo>
                <a:lnTo>
                  <a:pt x="156575" y="43335"/>
                </a:lnTo>
                <a:lnTo>
                  <a:pt x="156575" y="40560"/>
                </a:lnTo>
                <a:cubicBezTo>
                  <a:pt x="163217" y="35858"/>
                  <a:pt x="168871" y="30918"/>
                  <a:pt x="173537" y="25740"/>
                </a:cubicBezTo>
                <a:cubicBezTo>
                  <a:pt x="178202" y="20562"/>
                  <a:pt x="182275" y="14776"/>
                  <a:pt x="185754" y="8382"/>
                </a:cubicBezTo>
                <a:lnTo>
                  <a:pt x="188364" y="8382"/>
                </a:lnTo>
                <a:close/>
                <a:moveTo>
                  <a:pt x="259739" y="33687"/>
                </a:moveTo>
                <a:lnTo>
                  <a:pt x="260925" y="58992"/>
                </a:lnTo>
                <a:lnTo>
                  <a:pt x="258237" y="58992"/>
                </a:lnTo>
                <a:cubicBezTo>
                  <a:pt x="255021" y="51445"/>
                  <a:pt x="251687" y="46290"/>
                  <a:pt x="248233" y="43527"/>
                </a:cubicBezTo>
                <a:cubicBezTo>
                  <a:pt x="244780" y="40763"/>
                  <a:pt x="241341" y="39381"/>
                  <a:pt x="237914" y="39381"/>
                </a:cubicBezTo>
                <a:cubicBezTo>
                  <a:pt x="235752" y="39381"/>
                  <a:pt x="233907" y="40106"/>
                  <a:pt x="232378" y="41555"/>
                </a:cubicBezTo>
                <a:cubicBezTo>
                  <a:pt x="230850" y="43005"/>
                  <a:pt x="230085" y="44679"/>
                  <a:pt x="230085" y="46577"/>
                </a:cubicBezTo>
                <a:cubicBezTo>
                  <a:pt x="230085" y="48000"/>
                  <a:pt x="230612" y="49371"/>
                  <a:pt x="231667" y="50689"/>
                </a:cubicBezTo>
                <a:cubicBezTo>
                  <a:pt x="233354" y="52850"/>
                  <a:pt x="238072" y="56554"/>
                  <a:pt x="245822" y="61799"/>
                </a:cubicBezTo>
                <a:cubicBezTo>
                  <a:pt x="253571" y="67045"/>
                  <a:pt x="258672" y="71500"/>
                  <a:pt x="261123" y="75164"/>
                </a:cubicBezTo>
                <a:cubicBezTo>
                  <a:pt x="263575" y="78828"/>
                  <a:pt x="264800" y="82926"/>
                  <a:pt x="264800" y="87460"/>
                </a:cubicBezTo>
                <a:cubicBezTo>
                  <a:pt x="264800" y="91572"/>
                  <a:pt x="263772" y="95605"/>
                  <a:pt x="261716" y="99559"/>
                </a:cubicBezTo>
                <a:cubicBezTo>
                  <a:pt x="259660" y="103513"/>
                  <a:pt x="256761" y="106544"/>
                  <a:pt x="253018" y="108653"/>
                </a:cubicBezTo>
                <a:cubicBezTo>
                  <a:pt x="249275" y="110762"/>
                  <a:pt x="245136" y="111816"/>
                  <a:pt x="240602" y="111816"/>
                </a:cubicBezTo>
                <a:cubicBezTo>
                  <a:pt x="237070" y="111816"/>
                  <a:pt x="232352" y="110689"/>
                  <a:pt x="226447" y="108433"/>
                </a:cubicBezTo>
                <a:cubicBezTo>
                  <a:pt x="224866" y="107842"/>
                  <a:pt x="223785" y="107546"/>
                  <a:pt x="223205" y="107546"/>
                </a:cubicBezTo>
                <a:cubicBezTo>
                  <a:pt x="221466" y="107546"/>
                  <a:pt x="220016" y="108864"/>
                  <a:pt x="218856" y="111500"/>
                </a:cubicBezTo>
                <a:lnTo>
                  <a:pt x="216246" y="111500"/>
                </a:lnTo>
                <a:lnTo>
                  <a:pt x="214981" y="84930"/>
                </a:lnTo>
                <a:lnTo>
                  <a:pt x="217670" y="84930"/>
                </a:lnTo>
                <a:cubicBezTo>
                  <a:pt x="220042" y="91889"/>
                  <a:pt x="223298" y="97108"/>
                  <a:pt x="227436" y="100587"/>
                </a:cubicBezTo>
                <a:cubicBezTo>
                  <a:pt x="231574" y="104067"/>
                  <a:pt x="235489" y="105806"/>
                  <a:pt x="239179" y="105806"/>
                </a:cubicBezTo>
                <a:cubicBezTo>
                  <a:pt x="241710" y="105806"/>
                  <a:pt x="243779" y="105029"/>
                  <a:pt x="245387" y="103474"/>
                </a:cubicBezTo>
                <a:cubicBezTo>
                  <a:pt x="246995" y="101918"/>
                  <a:pt x="247799" y="100034"/>
                  <a:pt x="247799" y="97819"/>
                </a:cubicBezTo>
                <a:cubicBezTo>
                  <a:pt x="247799" y="95289"/>
                  <a:pt x="247008" y="93101"/>
                  <a:pt x="245426" y="91256"/>
                </a:cubicBezTo>
                <a:cubicBezTo>
                  <a:pt x="243845" y="89411"/>
                  <a:pt x="240313" y="86617"/>
                  <a:pt x="234830" y="82874"/>
                </a:cubicBezTo>
                <a:cubicBezTo>
                  <a:pt x="226764" y="77286"/>
                  <a:pt x="221545" y="73015"/>
                  <a:pt x="219172" y="70063"/>
                </a:cubicBezTo>
                <a:cubicBezTo>
                  <a:pt x="215693" y="65740"/>
                  <a:pt x="213953" y="60969"/>
                  <a:pt x="213953" y="55750"/>
                </a:cubicBezTo>
                <a:cubicBezTo>
                  <a:pt x="213953" y="50056"/>
                  <a:pt x="215917" y="44903"/>
                  <a:pt x="219844" y="40290"/>
                </a:cubicBezTo>
                <a:cubicBezTo>
                  <a:pt x="223772" y="35677"/>
                  <a:pt x="229452" y="33371"/>
                  <a:pt x="236886" y="33371"/>
                </a:cubicBezTo>
                <a:cubicBezTo>
                  <a:pt x="240892" y="33371"/>
                  <a:pt x="244767" y="34384"/>
                  <a:pt x="248510" y="36410"/>
                </a:cubicBezTo>
                <a:cubicBezTo>
                  <a:pt x="249934" y="37231"/>
                  <a:pt x="251093" y="37641"/>
                  <a:pt x="251990" y="37641"/>
                </a:cubicBezTo>
                <a:cubicBezTo>
                  <a:pt x="252939" y="37641"/>
                  <a:pt x="253703" y="37443"/>
                  <a:pt x="254283" y="37048"/>
                </a:cubicBezTo>
                <a:cubicBezTo>
                  <a:pt x="254863" y="36653"/>
                  <a:pt x="255785" y="35532"/>
                  <a:pt x="257051" y="33687"/>
                </a:cubicBezTo>
                <a:lnTo>
                  <a:pt x="259739" y="33687"/>
                </a:lnTo>
                <a:close/>
                <a:moveTo>
                  <a:pt x="351624" y="33371"/>
                </a:moveTo>
                <a:cubicBezTo>
                  <a:pt x="358055" y="33371"/>
                  <a:pt x="364039" y="35033"/>
                  <a:pt x="369574" y="38358"/>
                </a:cubicBezTo>
                <a:cubicBezTo>
                  <a:pt x="375110" y="41682"/>
                  <a:pt x="379314" y="46406"/>
                  <a:pt x="382187" y="52528"/>
                </a:cubicBezTo>
                <a:cubicBezTo>
                  <a:pt x="385061" y="58649"/>
                  <a:pt x="386497" y="65351"/>
                  <a:pt x="386497" y="72633"/>
                </a:cubicBezTo>
                <a:cubicBezTo>
                  <a:pt x="386497" y="83134"/>
                  <a:pt x="383835" y="91921"/>
                  <a:pt x="378510" y="98993"/>
                </a:cubicBezTo>
                <a:cubicBezTo>
                  <a:pt x="372079" y="107542"/>
                  <a:pt x="363195" y="111816"/>
                  <a:pt x="351861" y="111816"/>
                </a:cubicBezTo>
                <a:cubicBezTo>
                  <a:pt x="340737" y="111816"/>
                  <a:pt x="332171" y="107911"/>
                  <a:pt x="326161" y="100100"/>
                </a:cubicBezTo>
                <a:cubicBezTo>
                  <a:pt x="320151" y="92290"/>
                  <a:pt x="317146" y="83239"/>
                  <a:pt x="317146" y="72949"/>
                </a:cubicBezTo>
                <a:cubicBezTo>
                  <a:pt x="317146" y="62343"/>
                  <a:pt x="320217" y="53095"/>
                  <a:pt x="326358" y="45205"/>
                </a:cubicBezTo>
                <a:cubicBezTo>
                  <a:pt x="332500" y="37316"/>
                  <a:pt x="340922" y="33371"/>
                  <a:pt x="351624" y="33371"/>
                </a:cubicBezTo>
                <a:moveTo>
                  <a:pt x="351940" y="38906"/>
                </a:moveTo>
                <a:cubicBezTo>
                  <a:pt x="349251" y="38906"/>
                  <a:pt x="346945" y="39923"/>
                  <a:pt x="345021" y="41956"/>
                </a:cubicBezTo>
                <a:cubicBezTo>
                  <a:pt x="343096" y="43987"/>
                  <a:pt x="341831" y="47998"/>
                  <a:pt x="341225" y="53988"/>
                </a:cubicBezTo>
                <a:cubicBezTo>
                  <a:pt x="340619" y="59978"/>
                  <a:pt x="340316" y="68304"/>
                  <a:pt x="340316" y="78967"/>
                </a:cubicBezTo>
                <a:cubicBezTo>
                  <a:pt x="340316" y="84614"/>
                  <a:pt x="340685" y="89893"/>
                  <a:pt x="341423" y="94802"/>
                </a:cubicBezTo>
                <a:cubicBezTo>
                  <a:pt x="342003" y="98548"/>
                  <a:pt x="343241" y="101399"/>
                  <a:pt x="345139" y="103352"/>
                </a:cubicBezTo>
                <a:cubicBezTo>
                  <a:pt x="347037" y="105305"/>
                  <a:pt x="349199" y="106281"/>
                  <a:pt x="351624" y="106281"/>
                </a:cubicBezTo>
                <a:cubicBezTo>
                  <a:pt x="353996" y="106281"/>
                  <a:pt x="355973" y="105621"/>
                  <a:pt x="357555" y="104301"/>
                </a:cubicBezTo>
                <a:cubicBezTo>
                  <a:pt x="359611" y="102507"/>
                  <a:pt x="360981" y="100000"/>
                  <a:pt x="361667" y="96779"/>
                </a:cubicBezTo>
                <a:cubicBezTo>
                  <a:pt x="362721" y="91766"/>
                  <a:pt x="363248" y="81632"/>
                  <a:pt x="363248" y="66379"/>
                </a:cubicBezTo>
                <a:cubicBezTo>
                  <a:pt x="363248" y="57406"/>
                  <a:pt x="362747" y="51245"/>
                  <a:pt x="361746" y="47894"/>
                </a:cubicBezTo>
                <a:cubicBezTo>
                  <a:pt x="360744" y="44541"/>
                  <a:pt x="359268" y="42100"/>
                  <a:pt x="357317" y="40569"/>
                </a:cubicBezTo>
                <a:cubicBezTo>
                  <a:pt x="355947" y="39461"/>
                  <a:pt x="354154" y="38906"/>
                  <a:pt x="351940" y="38906"/>
                </a:cubicBezTo>
                <a:close/>
                <a:moveTo>
                  <a:pt x="430148" y="43335"/>
                </a:moveTo>
                <a:lnTo>
                  <a:pt x="430148" y="94735"/>
                </a:lnTo>
                <a:cubicBezTo>
                  <a:pt x="430148" y="99691"/>
                  <a:pt x="430675" y="102801"/>
                  <a:pt x="431730" y="104067"/>
                </a:cubicBezTo>
                <a:cubicBezTo>
                  <a:pt x="433417" y="106017"/>
                  <a:pt x="436527" y="106913"/>
                  <a:pt x="441061" y="106755"/>
                </a:cubicBezTo>
                <a:lnTo>
                  <a:pt x="441061" y="109602"/>
                </a:lnTo>
                <a:lnTo>
                  <a:pt x="397489" y="109602"/>
                </a:lnTo>
                <a:lnTo>
                  <a:pt x="397489" y="106755"/>
                </a:lnTo>
                <a:cubicBezTo>
                  <a:pt x="400810" y="106703"/>
                  <a:pt x="403169" y="106320"/>
                  <a:pt x="404566" y="105609"/>
                </a:cubicBezTo>
                <a:cubicBezTo>
                  <a:pt x="405963" y="104897"/>
                  <a:pt x="406926" y="103908"/>
                  <a:pt x="407453" y="102643"/>
                </a:cubicBezTo>
                <a:cubicBezTo>
                  <a:pt x="407980" y="101378"/>
                  <a:pt x="408244" y="98742"/>
                  <a:pt x="408244" y="94735"/>
                </a:cubicBezTo>
                <a:lnTo>
                  <a:pt x="408244" y="43335"/>
                </a:lnTo>
                <a:lnTo>
                  <a:pt x="397489" y="43335"/>
                </a:lnTo>
                <a:lnTo>
                  <a:pt x="397489" y="35585"/>
                </a:lnTo>
                <a:lnTo>
                  <a:pt x="408244" y="35585"/>
                </a:lnTo>
                <a:lnTo>
                  <a:pt x="408244" y="30153"/>
                </a:lnTo>
                <a:lnTo>
                  <a:pt x="408164" y="26452"/>
                </a:lnTo>
                <a:cubicBezTo>
                  <a:pt x="408164" y="18895"/>
                  <a:pt x="410945" y="12597"/>
                  <a:pt x="416507" y="7559"/>
                </a:cubicBezTo>
                <a:cubicBezTo>
                  <a:pt x="422069" y="2520"/>
                  <a:pt x="429595" y="0"/>
                  <a:pt x="439084" y="0"/>
                </a:cubicBezTo>
                <a:cubicBezTo>
                  <a:pt x="445568" y="0"/>
                  <a:pt x="450379" y="1217"/>
                  <a:pt x="453516" y="3652"/>
                </a:cubicBezTo>
                <a:cubicBezTo>
                  <a:pt x="456652" y="6086"/>
                  <a:pt x="458221" y="8784"/>
                  <a:pt x="458221" y="11748"/>
                </a:cubicBezTo>
                <a:cubicBezTo>
                  <a:pt x="458221" y="14130"/>
                  <a:pt x="457246" y="16195"/>
                  <a:pt x="455295" y="17941"/>
                </a:cubicBezTo>
                <a:cubicBezTo>
                  <a:pt x="453344" y="19687"/>
                  <a:pt x="450761" y="20560"/>
                  <a:pt x="447545" y="20560"/>
                </a:cubicBezTo>
                <a:cubicBezTo>
                  <a:pt x="444804" y="20560"/>
                  <a:pt x="442629" y="19849"/>
                  <a:pt x="441021" y="18425"/>
                </a:cubicBezTo>
                <a:cubicBezTo>
                  <a:pt x="439413" y="17002"/>
                  <a:pt x="438609" y="15420"/>
                  <a:pt x="438609" y="13680"/>
                </a:cubicBezTo>
                <a:cubicBezTo>
                  <a:pt x="438609" y="13206"/>
                  <a:pt x="438768" y="12231"/>
                  <a:pt x="439084" y="10755"/>
                </a:cubicBezTo>
                <a:cubicBezTo>
                  <a:pt x="439295" y="9858"/>
                  <a:pt x="439400" y="9015"/>
                  <a:pt x="439400" y="8224"/>
                </a:cubicBezTo>
                <a:cubicBezTo>
                  <a:pt x="439400" y="7117"/>
                  <a:pt x="439084" y="6300"/>
                  <a:pt x="438451" y="5773"/>
                </a:cubicBezTo>
                <a:cubicBezTo>
                  <a:pt x="437608" y="4982"/>
                  <a:pt x="436580" y="4587"/>
                  <a:pt x="435367" y="4587"/>
                </a:cubicBezTo>
                <a:cubicBezTo>
                  <a:pt x="433838" y="4587"/>
                  <a:pt x="432560" y="5214"/>
                  <a:pt x="431532" y="6470"/>
                </a:cubicBezTo>
                <a:cubicBezTo>
                  <a:pt x="430504" y="7725"/>
                  <a:pt x="429990" y="9739"/>
                  <a:pt x="429990" y="12512"/>
                </a:cubicBezTo>
                <a:lnTo>
                  <a:pt x="430148" y="26246"/>
                </a:lnTo>
                <a:lnTo>
                  <a:pt x="430148" y="35585"/>
                </a:lnTo>
                <a:lnTo>
                  <a:pt x="441061" y="35585"/>
                </a:lnTo>
                <a:lnTo>
                  <a:pt x="441061" y="43335"/>
                </a:lnTo>
                <a:lnTo>
                  <a:pt x="430148" y="43335"/>
                </a:lnTo>
                <a:close/>
                <a:moveTo>
                  <a:pt x="522875" y="35585"/>
                </a:moveTo>
                <a:lnTo>
                  <a:pt x="522875" y="52350"/>
                </a:lnTo>
                <a:cubicBezTo>
                  <a:pt x="527778" y="44705"/>
                  <a:pt x="532075" y="39631"/>
                  <a:pt x="535765" y="37127"/>
                </a:cubicBezTo>
                <a:cubicBezTo>
                  <a:pt x="539455" y="34623"/>
                  <a:pt x="543014" y="33371"/>
                  <a:pt x="546441" y="33371"/>
                </a:cubicBezTo>
                <a:cubicBezTo>
                  <a:pt x="549393" y="33371"/>
                  <a:pt x="551752" y="34284"/>
                  <a:pt x="553518" y="36109"/>
                </a:cubicBezTo>
                <a:cubicBezTo>
                  <a:pt x="555284" y="37934"/>
                  <a:pt x="556167" y="40513"/>
                  <a:pt x="556167" y="43846"/>
                </a:cubicBezTo>
                <a:cubicBezTo>
                  <a:pt x="556167" y="47392"/>
                  <a:pt x="555311" y="50144"/>
                  <a:pt x="553597" y="52102"/>
                </a:cubicBezTo>
                <a:cubicBezTo>
                  <a:pt x="551884" y="54060"/>
                  <a:pt x="549815" y="55038"/>
                  <a:pt x="547390" y="55038"/>
                </a:cubicBezTo>
                <a:cubicBezTo>
                  <a:pt x="544595" y="55038"/>
                  <a:pt x="542170" y="54142"/>
                  <a:pt x="540114" y="52350"/>
                </a:cubicBezTo>
                <a:cubicBezTo>
                  <a:pt x="538058" y="50557"/>
                  <a:pt x="536846" y="49556"/>
                  <a:pt x="536477" y="49345"/>
                </a:cubicBezTo>
                <a:cubicBezTo>
                  <a:pt x="535950" y="49028"/>
                  <a:pt x="535343" y="48870"/>
                  <a:pt x="534658" y="48870"/>
                </a:cubicBezTo>
                <a:cubicBezTo>
                  <a:pt x="533129" y="48870"/>
                  <a:pt x="531679" y="49450"/>
                  <a:pt x="530309" y="50610"/>
                </a:cubicBezTo>
                <a:cubicBezTo>
                  <a:pt x="528147" y="52402"/>
                  <a:pt x="526513" y="54959"/>
                  <a:pt x="525406" y="58280"/>
                </a:cubicBezTo>
                <a:cubicBezTo>
                  <a:pt x="523719" y="63394"/>
                  <a:pt x="522875" y="69035"/>
                  <a:pt x="522875" y="75203"/>
                </a:cubicBezTo>
                <a:lnTo>
                  <a:pt x="522875" y="92205"/>
                </a:lnTo>
                <a:lnTo>
                  <a:pt x="522954" y="96633"/>
                </a:lnTo>
                <a:cubicBezTo>
                  <a:pt x="522954" y="99638"/>
                  <a:pt x="523139" y="101562"/>
                  <a:pt x="523508" y="102406"/>
                </a:cubicBezTo>
                <a:cubicBezTo>
                  <a:pt x="524141" y="103829"/>
                  <a:pt x="525076" y="104871"/>
                  <a:pt x="526315" y="105530"/>
                </a:cubicBezTo>
                <a:cubicBezTo>
                  <a:pt x="527554" y="106189"/>
                  <a:pt x="529650" y="106597"/>
                  <a:pt x="532602" y="106755"/>
                </a:cubicBezTo>
                <a:lnTo>
                  <a:pt x="532602" y="109602"/>
                </a:lnTo>
                <a:lnTo>
                  <a:pt x="492668" y="109602"/>
                </a:lnTo>
                <a:lnTo>
                  <a:pt x="492668" y="106755"/>
                </a:lnTo>
                <a:cubicBezTo>
                  <a:pt x="495883" y="106492"/>
                  <a:pt x="498058" y="105609"/>
                  <a:pt x="499192" y="104106"/>
                </a:cubicBezTo>
                <a:cubicBezTo>
                  <a:pt x="500325" y="102604"/>
                  <a:pt x="500892" y="98637"/>
                  <a:pt x="500892" y="92205"/>
                </a:cubicBezTo>
                <a:lnTo>
                  <a:pt x="500892" y="51243"/>
                </a:lnTo>
                <a:cubicBezTo>
                  <a:pt x="500892" y="46999"/>
                  <a:pt x="500681" y="44294"/>
                  <a:pt x="500259" y="43127"/>
                </a:cubicBezTo>
                <a:cubicBezTo>
                  <a:pt x="499732" y="41641"/>
                  <a:pt x="498967" y="40554"/>
                  <a:pt x="497966" y="39865"/>
                </a:cubicBezTo>
                <a:cubicBezTo>
                  <a:pt x="496964" y="39175"/>
                  <a:pt x="495198" y="38697"/>
                  <a:pt x="492668" y="38432"/>
                </a:cubicBezTo>
                <a:lnTo>
                  <a:pt x="492668" y="35585"/>
                </a:lnTo>
                <a:lnTo>
                  <a:pt x="522875" y="35585"/>
                </a:lnTo>
                <a:close/>
                <a:moveTo>
                  <a:pt x="623587" y="69905"/>
                </a:moveTo>
                <a:lnTo>
                  <a:pt x="583020" y="69905"/>
                </a:lnTo>
                <a:cubicBezTo>
                  <a:pt x="583495" y="79737"/>
                  <a:pt x="586105" y="87507"/>
                  <a:pt x="590849" y="93216"/>
                </a:cubicBezTo>
                <a:cubicBezTo>
                  <a:pt x="594487" y="97603"/>
                  <a:pt x="598862" y="99796"/>
                  <a:pt x="603976" y="99796"/>
                </a:cubicBezTo>
                <a:cubicBezTo>
                  <a:pt x="607139" y="99796"/>
                  <a:pt x="610012" y="98913"/>
                  <a:pt x="612596" y="97147"/>
                </a:cubicBezTo>
                <a:cubicBezTo>
                  <a:pt x="615179" y="95381"/>
                  <a:pt x="617947" y="92205"/>
                  <a:pt x="620899" y="87618"/>
                </a:cubicBezTo>
                <a:lnTo>
                  <a:pt x="623587" y="89358"/>
                </a:lnTo>
                <a:cubicBezTo>
                  <a:pt x="619581" y="97529"/>
                  <a:pt x="615152" y="103315"/>
                  <a:pt x="610302" y="106716"/>
                </a:cubicBezTo>
                <a:cubicBezTo>
                  <a:pt x="605452" y="110116"/>
                  <a:pt x="599838" y="111816"/>
                  <a:pt x="593459" y="111816"/>
                </a:cubicBezTo>
                <a:cubicBezTo>
                  <a:pt x="582493" y="111816"/>
                  <a:pt x="574190" y="107595"/>
                  <a:pt x="568549" y="99151"/>
                </a:cubicBezTo>
                <a:cubicBezTo>
                  <a:pt x="564015" y="92344"/>
                  <a:pt x="561749" y="83901"/>
                  <a:pt x="561749" y="73822"/>
                </a:cubicBezTo>
                <a:cubicBezTo>
                  <a:pt x="561749" y="61472"/>
                  <a:pt x="565083" y="51644"/>
                  <a:pt x="571752" y="44336"/>
                </a:cubicBezTo>
                <a:cubicBezTo>
                  <a:pt x="578421" y="37026"/>
                  <a:pt x="586236" y="33371"/>
                  <a:pt x="595198" y="33371"/>
                </a:cubicBezTo>
                <a:cubicBezTo>
                  <a:pt x="602685" y="33371"/>
                  <a:pt x="609182" y="36442"/>
                  <a:pt x="614691" y="42583"/>
                </a:cubicBezTo>
                <a:cubicBezTo>
                  <a:pt x="620200" y="48725"/>
                  <a:pt x="623166" y="57832"/>
                  <a:pt x="623587" y="69905"/>
                </a:cubicBezTo>
                <a:moveTo>
                  <a:pt x="604134" y="64686"/>
                </a:moveTo>
                <a:cubicBezTo>
                  <a:pt x="604134" y="56198"/>
                  <a:pt x="603673" y="50373"/>
                  <a:pt x="602750" y="47210"/>
                </a:cubicBezTo>
                <a:cubicBezTo>
                  <a:pt x="601828" y="44046"/>
                  <a:pt x="600391" y="41648"/>
                  <a:pt x="598441" y="40013"/>
                </a:cubicBezTo>
                <a:cubicBezTo>
                  <a:pt x="597334" y="39065"/>
                  <a:pt x="595857" y="38590"/>
                  <a:pt x="594012" y="38590"/>
                </a:cubicBezTo>
                <a:cubicBezTo>
                  <a:pt x="591271" y="38590"/>
                  <a:pt x="589030" y="39934"/>
                  <a:pt x="587291" y="42623"/>
                </a:cubicBezTo>
                <a:cubicBezTo>
                  <a:pt x="584180" y="47315"/>
                  <a:pt x="582625" y="53747"/>
                  <a:pt x="582625" y="61918"/>
                </a:cubicBezTo>
                <a:lnTo>
                  <a:pt x="582625" y="64686"/>
                </a:lnTo>
                <a:lnTo>
                  <a:pt x="604134" y="64686"/>
                </a:lnTo>
                <a:close/>
                <a:moveTo>
                  <a:pt x="661596" y="2372"/>
                </a:moveTo>
                <a:lnTo>
                  <a:pt x="661596" y="94261"/>
                </a:lnTo>
                <a:cubicBezTo>
                  <a:pt x="661596" y="99480"/>
                  <a:pt x="662202" y="102815"/>
                  <a:pt x="663415" y="104264"/>
                </a:cubicBezTo>
                <a:cubicBezTo>
                  <a:pt x="664627" y="105714"/>
                  <a:pt x="667000" y="106544"/>
                  <a:pt x="670532" y="106755"/>
                </a:cubicBezTo>
                <a:lnTo>
                  <a:pt x="670532" y="109602"/>
                </a:lnTo>
                <a:lnTo>
                  <a:pt x="630598" y="109602"/>
                </a:lnTo>
                <a:lnTo>
                  <a:pt x="630598" y="106755"/>
                </a:lnTo>
                <a:cubicBezTo>
                  <a:pt x="633866" y="106650"/>
                  <a:pt x="636291" y="105701"/>
                  <a:pt x="637873" y="103908"/>
                </a:cubicBezTo>
                <a:cubicBezTo>
                  <a:pt x="638927" y="102696"/>
                  <a:pt x="639454" y="99480"/>
                  <a:pt x="639454" y="94261"/>
                </a:cubicBezTo>
                <a:lnTo>
                  <a:pt x="639454" y="17713"/>
                </a:lnTo>
                <a:cubicBezTo>
                  <a:pt x="639454" y="12514"/>
                  <a:pt x="638848" y="9185"/>
                  <a:pt x="637635" y="7727"/>
                </a:cubicBezTo>
                <a:cubicBezTo>
                  <a:pt x="636423" y="6268"/>
                  <a:pt x="634077" y="5432"/>
                  <a:pt x="630598" y="5219"/>
                </a:cubicBezTo>
                <a:lnTo>
                  <a:pt x="630598" y="2372"/>
                </a:lnTo>
                <a:lnTo>
                  <a:pt x="661596" y="2372"/>
                </a:lnTo>
                <a:close/>
                <a:moveTo>
                  <a:pt x="739982" y="69905"/>
                </a:moveTo>
                <a:lnTo>
                  <a:pt x="699415" y="69905"/>
                </a:lnTo>
                <a:cubicBezTo>
                  <a:pt x="699890" y="79737"/>
                  <a:pt x="702499" y="87507"/>
                  <a:pt x="707244" y="93216"/>
                </a:cubicBezTo>
                <a:cubicBezTo>
                  <a:pt x="710882" y="97603"/>
                  <a:pt x="715257" y="99796"/>
                  <a:pt x="720371" y="99796"/>
                </a:cubicBezTo>
                <a:cubicBezTo>
                  <a:pt x="723534" y="99796"/>
                  <a:pt x="726407" y="98913"/>
                  <a:pt x="728990" y="97147"/>
                </a:cubicBezTo>
                <a:cubicBezTo>
                  <a:pt x="731574" y="95381"/>
                  <a:pt x="734341" y="92205"/>
                  <a:pt x="737294" y="87618"/>
                </a:cubicBezTo>
                <a:lnTo>
                  <a:pt x="739982" y="89358"/>
                </a:lnTo>
                <a:cubicBezTo>
                  <a:pt x="735976" y="97529"/>
                  <a:pt x="731547" y="103315"/>
                  <a:pt x="726697" y="106716"/>
                </a:cubicBezTo>
                <a:cubicBezTo>
                  <a:pt x="721847" y="110116"/>
                  <a:pt x="716233" y="111816"/>
                  <a:pt x="709854" y="111816"/>
                </a:cubicBezTo>
                <a:cubicBezTo>
                  <a:pt x="698888" y="111816"/>
                  <a:pt x="690585" y="107595"/>
                  <a:pt x="684944" y="99151"/>
                </a:cubicBezTo>
                <a:cubicBezTo>
                  <a:pt x="680410" y="92344"/>
                  <a:pt x="678143" y="83901"/>
                  <a:pt x="678143" y="73822"/>
                </a:cubicBezTo>
                <a:cubicBezTo>
                  <a:pt x="678143" y="61472"/>
                  <a:pt x="681478" y="51644"/>
                  <a:pt x="688147" y="44336"/>
                </a:cubicBezTo>
                <a:cubicBezTo>
                  <a:pt x="694816" y="37026"/>
                  <a:pt x="702631" y="33371"/>
                  <a:pt x="711593" y="33371"/>
                </a:cubicBezTo>
                <a:cubicBezTo>
                  <a:pt x="719079" y="33371"/>
                  <a:pt x="725577" y="36442"/>
                  <a:pt x="731086" y="42583"/>
                </a:cubicBezTo>
                <a:cubicBezTo>
                  <a:pt x="736595" y="48725"/>
                  <a:pt x="739561" y="57832"/>
                  <a:pt x="739982" y="69905"/>
                </a:cubicBezTo>
                <a:moveTo>
                  <a:pt x="720529" y="64686"/>
                </a:moveTo>
                <a:cubicBezTo>
                  <a:pt x="720529" y="56198"/>
                  <a:pt x="720068" y="50373"/>
                  <a:pt x="719145" y="47210"/>
                </a:cubicBezTo>
                <a:cubicBezTo>
                  <a:pt x="718223" y="44046"/>
                  <a:pt x="716786" y="41648"/>
                  <a:pt x="714836" y="40013"/>
                </a:cubicBezTo>
                <a:cubicBezTo>
                  <a:pt x="713728" y="39065"/>
                  <a:pt x="712252" y="38590"/>
                  <a:pt x="710407" y="38590"/>
                </a:cubicBezTo>
                <a:cubicBezTo>
                  <a:pt x="707666" y="38590"/>
                  <a:pt x="705425" y="39934"/>
                  <a:pt x="703686" y="42623"/>
                </a:cubicBezTo>
                <a:cubicBezTo>
                  <a:pt x="700575" y="47315"/>
                  <a:pt x="699020" y="53747"/>
                  <a:pt x="699020" y="61918"/>
                </a:cubicBezTo>
                <a:lnTo>
                  <a:pt x="699020" y="64686"/>
                </a:lnTo>
                <a:lnTo>
                  <a:pt x="720529" y="64686"/>
                </a:lnTo>
                <a:close/>
                <a:moveTo>
                  <a:pt x="782419" y="111816"/>
                </a:moveTo>
                <a:lnTo>
                  <a:pt x="757509" y="54450"/>
                </a:lnTo>
                <a:cubicBezTo>
                  <a:pt x="754504" y="47490"/>
                  <a:pt x="752159" y="43080"/>
                  <a:pt x="750472" y="41222"/>
                </a:cubicBezTo>
                <a:cubicBezTo>
                  <a:pt x="749259" y="39840"/>
                  <a:pt x="747467" y="38910"/>
                  <a:pt x="745094" y="38432"/>
                </a:cubicBezTo>
                <a:lnTo>
                  <a:pt x="745094" y="35585"/>
                </a:lnTo>
                <a:lnTo>
                  <a:pt x="784396" y="35585"/>
                </a:lnTo>
                <a:lnTo>
                  <a:pt x="784396" y="38432"/>
                </a:lnTo>
                <a:cubicBezTo>
                  <a:pt x="781918" y="38432"/>
                  <a:pt x="780231" y="38882"/>
                  <a:pt x="779335" y="39784"/>
                </a:cubicBezTo>
                <a:cubicBezTo>
                  <a:pt x="778070" y="40952"/>
                  <a:pt x="777437" y="42331"/>
                  <a:pt x="777437" y="43920"/>
                </a:cubicBezTo>
                <a:cubicBezTo>
                  <a:pt x="777437" y="45883"/>
                  <a:pt x="778597" y="49569"/>
                  <a:pt x="780917" y="54979"/>
                </a:cubicBezTo>
                <a:lnTo>
                  <a:pt x="793095" y="82765"/>
                </a:lnTo>
                <a:lnTo>
                  <a:pt x="802821" y="58780"/>
                </a:lnTo>
                <a:cubicBezTo>
                  <a:pt x="805615" y="51892"/>
                  <a:pt x="807012" y="47017"/>
                  <a:pt x="807012" y="44155"/>
                </a:cubicBezTo>
                <a:cubicBezTo>
                  <a:pt x="807012" y="42513"/>
                  <a:pt x="806419" y="41175"/>
                  <a:pt x="805233" y="40142"/>
                </a:cubicBezTo>
                <a:cubicBezTo>
                  <a:pt x="804047" y="39107"/>
                  <a:pt x="801951" y="38537"/>
                  <a:pt x="798946" y="38432"/>
                </a:cubicBezTo>
                <a:lnTo>
                  <a:pt x="798946" y="35585"/>
                </a:lnTo>
                <a:lnTo>
                  <a:pt x="823144" y="35585"/>
                </a:lnTo>
                <a:lnTo>
                  <a:pt x="823144" y="38432"/>
                </a:lnTo>
                <a:cubicBezTo>
                  <a:pt x="820825" y="38750"/>
                  <a:pt x="818927" y="39624"/>
                  <a:pt x="817451" y="41054"/>
                </a:cubicBezTo>
                <a:cubicBezTo>
                  <a:pt x="815974" y="42484"/>
                  <a:pt x="813760" y="46694"/>
                  <a:pt x="810808" y="53684"/>
                </a:cubicBezTo>
                <a:lnTo>
                  <a:pt x="786136" y="111816"/>
                </a:lnTo>
                <a:lnTo>
                  <a:pt x="782419" y="111816"/>
                </a:lnTo>
                <a:close/>
                <a:moveTo>
                  <a:pt x="870828" y="98689"/>
                </a:moveTo>
                <a:cubicBezTo>
                  <a:pt x="861813" y="106703"/>
                  <a:pt x="853721" y="110709"/>
                  <a:pt x="846551" y="110709"/>
                </a:cubicBezTo>
                <a:cubicBezTo>
                  <a:pt x="842334" y="110709"/>
                  <a:pt x="838828" y="109321"/>
                  <a:pt x="836034" y="106545"/>
                </a:cubicBezTo>
                <a:cubicBezTo>
                  <a:pt x="833240" y="103768"/>
                  <a:pt x="831843" y="100290"/>
                  <a:pt x="831843" y="96112"/>
                </a:cubicBezTo>
                <a:cubicBezTo>
                  <a:pt x="831843" y="90451"/>
                  <a:pt x="834268" y="85360"/>
                  <a:pt x="839118" y="80837"/>
                </a:cubicBezTo>
                <a:cubicBezTo>
                  <a:pt x="843968" y="76315"/>
                  <a:pt x="854538" y="70299"/>
                  <a:pt x="870828" y="62788"/>
                </a:cubicBezTo>
                <a:lnTo>
                  <a:pt x="870828" y="55355"/>
                </a:lnTo>
                <a:cubicBezTo>
                  <a:pt x="870828" y="49766"/>
                  <a:pt x="870525" y="46247"/>
                  <a:pt x="869919" y="44798"/>
                </a:cubicBezTo>
                <a:cubicBezTo>
                  <a:pt x="869313" y="43348"/>
                  <a:pt x="868166" y="42083"/>
                  <a:pt x="866479" y="41002"/>
                </a:cubicBezTo>
                <a:cubicBezTo>
                  <a:pt x="864792" y="39921"/>
                  <a:pt x="862894" y="39381"/>
                  <a:pt x="860785" y="39381"/>
                </a:cubicBezTo>
                <a:cubicBezTo>
                  <a:pt x="857359" y="39381"/>
                  <a:pt x="854538" y="40145"/>
                  <a:pt x="852324" y="41674"/>
                </a:cubicBezTo>
                <a:cubicBezTo>
                  <a:pt x="850953" y="42623"/>
                  <a:pt x="850268" y="43730"/>
                  <a:pt x="850268" y="44995"/>
                </a:cubicBezTo>
                <a:cubicBezTo>
                  <a:pt x="850268" y="46102"/>
                  <a:pt x="851006" y="47473"/>
                  <a:pt x="852482" y="49107"/>
                </a:cubicBezTo>
                <a:cubicBezTo>
                  <a:pt x="854485" y="51374"/>
                  <a:pt x="855487" y="53562"/>
                  <a:pt x="855487" y="55671"/>
                </a:cubicBezTo>
                <a:cubicBezTo>
                  <a:pt x="855487" y="58254"/>
                  <a:pt x="854525" y="60455"/>
                  <a:pt x="852601" y="62274"/>
                </a:cubicBezTo>
                <a:cubicBezTo>
                  <a:pt x="850676" y="64093"/>
                  <a:pt x="848159" y="65002"/>
                  <a:pt x="845049" y="65002"/>
                </a:cubicBezTo>
                <a:cubicBezTo>
                  <a:pt x="841727" y="65002"/>
                  <a:pt x="838947" y="64000"/>
                  <a:pt x="836706" y="61997"/>
                </a:cubicBezTo>
                <a:cubicBezTo>
                  <a:pt x="834465" y="59994"/>
                  <a:pt x="833345" y="57648"/>
                  <a:pt x="833345" y="54959"/>
                </a:cubicBezTo>
                <a:cubicBezTo>
                  <a:pt x="833345" y="51163"/>
                  <a:pt x="834848" y="47539"/>
                  <a:pt x="837853" y="44086"/>
                </a:cubicBezTo>
                <a:cubicBezTo>
                  <a:pt x="840858" y="40633"/>
                  <a:pt x="845049" y="37984"/>
                  <a:pt x="850426" y="36139"/>
                </a:cubicBezTo>
                <a:cubicBezTo>
                  <a:pt x="855803" y="34293"/>
                  <a:pt x="861392" y="33371"/>
                  <a:pt x="867191" y="33371"/>
                </a:cubicBezTo>
                <a:cubicBezTo>
                  <a:pt x="874202" y="33371"/>
                  <a:pt x="879751" y="34864"/>
                  <a:pt x="883836" y="37851"/>
                </a:cubicBezTo>
                <a:cubicBezTo>
                  <a:pt x="887922" y="40836"/>
                  <a:pt x="890571" y="44073"/>
                  <a:pt x="891784" y="47560"/>
                </a:cubicBezTo>
                <a:cubicBezTo>
                  <a:pt x="892522" y="49780"/>
                  <a:pt x="892891" y="54878"/>
                  <a:pt x="892891" y="62857"/>
                </a:cubicBezTo>
                <a:lnTo>
                  <a:pt x="892891" y="91629"/>
                </a:lnTo>
                <a:cubicBezTo>
                  <a:pt x="892891" y="95011"/>
                  <a:pt x="893023" y="97139"/>
                  <a:pt x="893286" y="98012"/>
                </a:cubicBezTo>
                <a:cubicBezTo>
                  <a:pt x="893550" y="98884"/>
                  <a:pt x="893945" y="99531"/>
                  <a:pt x="894472" y="99955"/>
                </a:cubicBezTo>
                <a:cubicBezTo>
                  <a:pt x="895000" y="100376"/>
                  <a:pt x="895606" y="100587"/>
                  <a:pt x="896291" y="100587"/>
                </a:cubicBezTo>
                <a:cubicBezTo>
                  <a:pt x="897662" y="100587"/>
                  <a:pt x="899059" y="99612"/>
                  <a:pt x="900482" y="97661"/>
                </a:cubicBezTo>
                <a:lnTo>
                  <a:pt x="902855" y="99559"/>
                </a:lnTo>
                <a:cubicBezTo>
                  <a:pt x="900219" y="103460"/>
                  <a:pt x="897491" y="106294"/>
                  <a:pt x="894670" y="108060"/>
                </a:cubicBezTo>
                <a:cubicBezTo>
                  <a:pt x="891850" y="109826"/>
                  <a:pt x="888647" y="110709"/>
                  <a:pt x="885062" y="110709"/>
                </a:cubicBezTo>
                <a:cubicBezTo>
                  <a:pt x="880845" y="110709"/>
                  <a:pt x="877550" y="109714"/>
                  <a:pt x="875177" y="107724"/>
                </a:cubicBezTo>
                <a:cubicBezTo>
                  <a:pt x="872805" y="105734"/>
                  <a:pt x="871355" y="102722"/>
                  <a:pt x="870828" y="98689"/>
                </a:cubicBezTo>
                <a:moveTo>
                  <a:pt x="870828" y="92838"/>
                </a:moveTo>
                <a:lnTo>
                  <a:pt x="870828" y="68101"/>
                </a:lnTo>
                <a:cubicBezTo>
                  <a:pt x="864449" y="71862"/>
                  <a:pt x="859705" y="75888"/>
                  <a:pt x="856594" y="80180"/>
                </a:cubicBezTo>
                <a:cubicBezTo>
                  <a:pt x="854538" y="83040"/>
                  <a:pt x="853510" y="85927"/>
                  <a:pt x="853510" y="88842"/>
                </a:cubicBezTo>
                <a:cubicBezTo>
                  <a:pt x="853510" y="91278"/>
                  <a:pt x="854380" y="93424"/>
                  <a:pt x="856120" y="95279"/>
                </a:cubicBezTo>
                <a:cubicBezTo>
                  <a:pt x="857438" y="96709"/>
                  <a:pt x="859283" y="97424"/>
                  <a:pt x="861655" y="97424"/>
                </a:cubicBezTo>
                <a:cubicBezTo>
                  <a:pt x="864291" y="97424"/>
                  <a:pt x="867349" y="95895"/>
                  <a:pt x="870828" y="92838"/>
                </a:cubicBezTo>
                <a:close/>
                <a:moveTo>
                  <a:pt x="941208" y="35585"/>
                </a:moveTo>
                <a:lnTo>
                  <a:pt x="941208" y="45233"/>
                </a:lnTo>
                <a:cubicBezTo>
                  <a:pt x="945003" y="41093"/>
                  <a:pt x="948641" y="38081"/>
                  <a:pt x="952120" y="36198"/>
                </a:cubicBezTo>
                <a:cubicBezTo>
                  <a:pt x="955600" y="34313"/>
                  <a:pt x="959343" y="33371"/>
                  <a:pt x="963349" y="33371"/>
                </a:cubicBezTo>
                <a:cubicBezTo>
                  <a:pt x="968147" y="33371"/>
                  <a:pt x="972127" y="34704"/>
                  <a:pt x="975290" y="37369"/>
                </a:cubicBezTo>
                <a:cubicBezTo>
                  <a:pt x="978453" y="40035"/>
                  <a:pt x="980562" y="43347"/>
                  <a:pt x="981616" y="47306"/>
                </a:cubicBezTo>
                <a:cubicBezTo>
                  <a:pt x="982460" y="50316"/>
                  <a:pt x="982882" y="56097"/>
                  <a:pt x="982882" y="64649"/>
                </a:cubicBezTo>
                <a:lnTo>
                  <a:pt x="982882" y="93470"/>
                </a:lnTo>
                <a:cubicBezTo>
                  <a:pt x="982882" y="99164"/>
                  <a:pt x="983396" y="102709"/>
                  <a:pt x="984424" y="104106"/>
                </a:cubicBezTo>
                <a:cubicBezTo>
                  <a:pt x="985452" y="105503"/>
                  <a:pt x="987600" y="106386"/>
                  <a:pt x="990869" y="106755"/>
                </a:cubicBezTo>
                <a:lnTo>
                  <a:pt x="990869" y="109602"/>
                </a:lnTo>
                <a:lnTo>
                  <a:pt x="953465" y="109602"/>
                </a:lnTo>
                <a:lnTo>
                  <a:pt x="953465" y="106755"/>
                </a:lnTo>
                <a:cubicBezTo>
                  <a:pt x="956259" y="106386"/>
                  <a:pt x="958262" y="105226"/>
                  <a:pt x="959475" y="103276"/>
                </a:cubicBezTo>
                <a:cubicBezTo>
                  <a:pt x="960318" y="101958"/>
                  <a:pt x="960740" y="98689"/>
                  <a:pt x="960740" y="93470"/>
                </a:cubicBezTo>
                <a:lnTo>
                  <a:pt x="960740" y="60574"/>
                </a:lnTo>
                <a:cubicBezTo>
                  <a:pt x="960740" y="54511"/>
                  <a:pt x="960503" y="50689"/>
                  <a:pt x="960028" y="49107"/>
                </a:cubicBezTo>
                <a:cubicBezTo>
                  <a:pt x="959554" y="47526"/>
                  <a:pt x="958750" y="46300"/>
                  <a:pt x="957616" y="45430"/>
                </a:cubicBezTo>
                <a:cubicBezTo>
                  <a:pt x="956483" y="44560"/>
                  <a:pt x="955231" y="44126"/>
                  <a:pt x="953860" y="44126"/>
                </a:cubicBezTo>
                <a:cubicBezTo>
                  <a:pt x="949326" y="44126"/>
                  <a:pt x="945109" y="47394"/>
                  <a:pt x="941208" y="53931"/>
                </a:cubicBezTo>
                <a:lnTo>
                  <a:pt x="941208" y="93470"/>
                </a:lnTo>
                <a:cubicBezTo>
                  <a:pt x="941208" y="99006"/>
                  <a:pt x="941722" y="102511"/>
                  <a:pt x="942750" y="103988"/>
                </a:cubicBezTo>
                <a:cubicBezTo>
                  <a:pt x="943778" y="105464"/>
                  <a:pt x="945689" y="106386"/>
                  <a:pt x="948483" y="106755"/>
                </a:cubicBezTo>
                <a:lnTo>
                  <a:pt x="948483" y="109602"/>
                </a:lnTo>
                <a:lnTo>
                  <a:pt x="911079" y="109602"/>
                </a:lnTo>
                <a:lnTo>
                  <a:pt x="911079" y="106755"/>
                </a:lnTo>
                <a:cubicBezTo>
                  <a:pt x="914189" y="106439"/>
                  <a:pt x="916403" y="105437"/>
                  <a:pt x="917721" y="103750"/>
                </a:cubicBezTo>
                <a:cubicBezTo>
                  <a:pt x="918618" y="102590"/>
                  <a:pt x="919066" y="99164"/>
                  <a:pt x="919066" y="93470"/>
                </a:cubicBezTo>
                <a:lnTo>
                  <a:pt x="919066" y="51717"/>
                </a:lnTo>
                <a:cubicBezTo>
                  <a:pt x="919066" y="46061"/>
                  <a:pt x="918552" y="42540"/>
                  <a:pt x="917524" y="41153"/>
                </a:cubicBezTo>
                <a:cubicBezTo>
                  <a:pt x="916496" y="39766"/>
                  <a:pt x="914347" y="38859"/>
                  <a:pt x="911079" y="38432"/>
                </a:cubicBezTo>
                <a:lnTo>
                  <a:pt x="911079" y="35585"/>
                </a:lnTo>
                <a:lnTo>
                  <a:pt x="941208" y="35585"/>
                </a:lnTo>
                <a:close/>
                <a:moveTo>
                  <a:pt x="1030593" y="8382"/>
                </a:moveTo>
                <a:lnTo>
                  <a:pt x="1030593" y="35585"/>
                </a:lnTo>
                <a:lnTo>
                  <a:pt x="1048148" y="35585"/>
                </a:lnTo>
                <a:lnTo>
                  <a:pt x="1048148" y="43335"/>
                </a:lnTo>
                <a:lnTo>
                  <a:pt x="1030593" y="43335"/>
                </a:lnTo>
                <a:lnTo>
                  <a:pt x="1030593" y="89086"/>
                </a:lnTo>
                <a:cubicBezTo>
                  <a:pt x="1030593" y="93368"/>
                  <a:pt x="1030791" y="96130"/>
                  <a:pt x="1031186" y="97372"/>
                </a:cubicBezTo>
                <a:cubicBezTo>
                  <a:pt x="1031581" y="98614"/>
                  <a:pt x="1032280" y="99619"/>
                  <a:pt x="1033282" y="100387"/>
                </a:cubicBezTo>
                <a:cubicBezTo>
                  <a:pt x="1034283" y="101153"/>
                  <a:pt x="1035206" y="101536"/>
                  <a:pt x="1036049" y="101536"/>
                </a:cubicBezTo>
                <a:cubicBezTo>
                  <a:pt x="1039476" y="101536"/>
                  <a:pt x="1042718" y="98900"/>
                  <a:pt x="1045776" y="93628"/>
                </a:cubicBezTo>
                <a:lnTo>
                  <a:pt x="1048148" y="95385"/>
                </a:lnTo>
                <a:cubicBezTo>
                  <a:pt x="1043878" y="105601"/>
                  <a:pt x="1036946" y="110709"/>
                  <a:pt x="1027351" y="110709"/>
                </a:cubicBezTo>
                <a:cubicBezTo>
                  <a:pt x="1022659" y="110709"/>
                  <a:pt x="1018692" y="109400"/>
                  <a:pt x="1015450" y="106782"/>
                </a:cubicBezTo>
                <a:cubicBezTo>
                  <a:pt x="1012207" y="104163"/>
                  <a:pt x="1010138" y="101240"/>
                  <a:pt x="1009242" y="98012"/>
                </a:cubicBezTo>
                <a:cubicBezTo>
                  <a:pt x="1008715" y="96213"/>
                  <a:pt x="1008451" y="91346"/>
                  <a:pt x="1008451" y="83410"/>
                </a:cubicBezTo>
                <a:lnTo>
                  <a:pt x="1008451" y="43335"/>
                </a:lnTo>
                <a:lnTo>
                  <a:pt x="998804" y="43335"/>
                </a:lnTo>
                <a:lnTo>
                  <a:pt x="998804" y="40560"/>
                </a:lnTo>
                <a:cubicBezTo>
                  <a:pt x="1005446" y="35858"/>
                  <a:pt x="1011100" y="30918"/>
                  <a:pt x="1015766" y="25740"/>
                </a:cubicBezTo>
                <a:cubicBezTo>
                  <a:pt x="1020431" y="20562"/>
                  <a:pt x="1024504" y="14776"/>
                  <a:pt x="1027983" y="8382"/>
                </a:cubicBezTo>
                <a:lnTo>
                  <a:pt x="1030593" y="8382"/>
                </a:lnTo>
                <a:close/>
                <a:moveTo>
                  <a:pt x="1125771" y="2372"/>
                </a:moveTo>
                <a:lnTo>
                  <a:pt x="1125771" y="72969"/>
                </a:lnTo>
                <a:lnTo>
                  <a:pt x="1142931" y="56098"/>
                </a:lnTo>
                <a:cubicBezTo>
                  <a:pt x="1146463" y="52662"/>
                  <a:pt x="1148664" y="50168"/>
                  <a:pt x="1149534" y="48618"/>
                </a:cubicBezTo>
                <a:cubicBezTo>
                  <a:pt x="1150404" y="47068"/>
                  <a:pt x="1150839" y="45570"/>
                  <a:pt x="1150839" y="44126"/>
                </a:cubicBezTo>
                <a:cubicBezTo>
                  <a:pt x="1150839" y="42682"/>
                  <a:pt x="1150259" y="41480"/>
                  <a:pt x="1149099" y="40518"/>
                </a:cubicBezTo>
                <a:cubicBezTo>
                  <a:pt x="1147939" y="39555"/>
                  <a:pt x="1145672" y="38860"/>
                  <a:pt x="1142298" y="38432"/>
                </a:cubicBezTo>
                <a:lnTo>
                  <a:pt x="1142298" y="35585"/>
                </a:lnTo>
                <a:lnTo>
                  <a:pt x="1175432" y="35585"/>
                </a:lnTo>
                <a:lnTo>
                  <a:pt x="1175432" y="38432"/>
                </a:lnTo>
                <a:cubicBezTo>
                  <a:pt x="1172269" y="38592"/>
                  <a:pt x="1169501" y="39351"/>
                  <a:pt x="1167129" y="40710"/>
                </a:cubicBezTo>
                <a:cubicBezTo>
                  <a:pt x="1164756" y="42069"/>
                  <a:pt x="1160117" y="46160"/>
                  <a:pt x="1153211" y="52982"/>
                </a:cubicBezTo>
                <a:lnTo>
                  <a:pt x="1145145" y="60957"/>
                </a:lnTo>
                <a:lnTo>
                  <a:pt x="1162542" y="86361"/>
                </a:lnTo>
                <a:cubicBezTo>
                  <a:pt x="1169554" y="96690"/>
                  <a:pt x="1173719" y="102487"/>
                  <a:pt x="1175037" y="103750"/>
                </a:cubicBezTo>
                <a:cubicBezTo>
                  <a:pt x="1176829" y="105543"/>
                  <a:pt x="1179096" y="106544"/>
                  <a:pt x="1181837" y="106755"/>
                </a:cubicBezTo>
                <a:lnTo>
                  <a:pt x="1181837" y="109602"/>
                </a:lnTo>
                <a:lnTo>
                  <a:pt x="1143643" y="109602"/>
                </a:lnTo>
                <a:lnTo>
                  <a:pt x="1143643" y="106755"/>
                </a:lnTo>
                <a:cubicBezTo>
                  <a:pt x="1145330" y="106755"/>
                  <a:pt x="1146555" y="106439"/>
                  <a:pt x="1147320" y="105806"/>
                </a:cubicBezTo>
                <a:cubicBezTo>
                  <a:pt x="1148084" y="105172"/>
                  <a:pt x="1148466" y="104486"/>
                  <a:pt x="1148466" y="103748"/>
                </a:cubicBezTo>
                <a:cubicBezTo>
                  <a:pt x="1148466" y="102534"/>
                  <a:pt x="1147359" y="100291"/>
                  <a:pt x="1145145" y="97019"/>
                </a:cubicBezTo>
                <a:lnTo>
                  <a:pt x="1130516" y="75566"/>
                </a:lnTo>
                <a:lnTo>
                  <a:pt x="1125771" y="80264"/>
                </a:lnTo>
                <a:lnTo>
                  <a:pt x="1125771" y="93470"/>
                </a:lnTo>
                <a:cubicBezTo>
                  <a:pt x="1125771" y="99146"/>
                  <a:pt x="1126298" y="102686"/>
                  <a:pt x="1127353" y="104091"/>
                </a:cubicBezTo>
                <a:cubicBezTo>
                  <a:pt x="1128407" y="105497"/>
                  <a:pt x="1130568" y="106385"/>
                  <a:pt x="1133837" y="106755"/>
                </a:cubicBezTo>
                <a:lnTo>
                  <a:pt x="1133837" y="109602"/>
                </a:lnTo>
                <a:lnTo>
                  <a:pt x="1095642" y="109602"/>
                </a:lnTo>
                <a:lnTo>
                  <a:pt x="1095642" y="106755"/>
                </a:lnTo>
                <a:cubicBezTo>
                  <a:pt x="1098753" y="106437"/>
                  <a:pt x="1100967" y="105430"/>
                  <a:pt x="1102285" y="103733"/>
                </a:cubicBezTo>
                <a:cubicBezTo>
                  <a:pt x="1103181" y="102567"/>
                  <a:pt x="1103629" y="99146"/>
                  <a:pt x="1103629" y="93470"/>
                </a:cubicBezTo>
                <a:lnTo>
                  <a:pt x="1103629" y="18504"/>
                </a:lnTo>
                <a:cubicBezTo>
                  <a:pt x="1103629" y="12849"/>
                  <a:pt x="1103115" y="9327"/>
                  <a:pt x="1102087" y="7940"/>
                </a:cubicBezTo>
                <a:cubicBezTo>
                  <a:pt x="1101059" y="6553"/>
                  <a:pt x="1098911" y="5646"/>
                  <a:pt x="1095642" y="5219"/>
                </a:cubicBezTo>
                <a:lnTo>
                  <a:pt x="1095642" y="2372"/>
                </a:lnTo>
                <a:lnTo>
                  <a:pt x="1125771" y="2372"/>
                </a:lnTo>
                <a:close/>
                <a:moveTo>
                  <a:pt x="1248607" y="69905"/>
                </a:moveTo>
                <a:lnTo>
                  <a:pt x="1208040" y="69905"/>
                </a:lnTo>
                <a:cubicBezTo>
                  <a:pt x="1208515" y="79737"/>
                  <a:pt x="1211124" y="87507"/>
                  <a:pt x="1215869" y="93216"/>
                </a:cubicBezTo>
                <a:cubicBezTo>
                  <a:pt x="1219507" y="97603"/>
                  <a:pt x="1223882" y="99796"/>
                  <a:pt x="1228996" y="99796"/>
                </a:cubicBezTo>
                <a:cubicBezTo>
                  <a:pt x="1232159" y="99796"/>
                  <a:pt x="1235032" y="98913"/>
                  <a:pt x="1237615" y="97147"/>
                </a:cubicBezTo>
                <a:cubicBezTo>
                  <a:pt x="1240199" y="95381"/>
                  <a:pt x="1242966" y="92205"/>
                  <a:pt x="1245919" y="87618"/>
                </a:cubicBezTo>
                <a:lnTo>
                  <a:pt x="1248607" y="89358"/>
                </a:lnTo>
                <a:cubicBezTo>
                  <a:pt x="1244601" y="97529"/>
                  <a:pt x="1240172" y="103315"/>
                  <a:pt x="1235322" y="106716"/>
                </a:cubicBezTo>
                <a:cubicBezTo>
                  <a:pt x="1230472" y="110116"/>
                  <a:pt x="1224858" y="111816"/>
                  <a:pt x="1218479" y="111816"/>
                </a:cubicBezTo>
                <a:cubicBezTo>
                  <a:pt x="1207513" y="111816"/>
                  <a:pt x="1199210" y="107595"/>
                  <a:pt x="1193569" y="99151"/>
                </a:cubicBezTo>
                <a:cubicBezTo>
                  <a:pt x="1189035" y="92344"/>
                  <a:pt x="1186768" y="83901"/>
                  <a:pt x="1186768" y="73822"/>
                </a:cubicBezTo>
                <a:cubicBezTo>
                  <a:pt x="1186768" y="61472"/>
                  <a:pt x="1190103" y="51644"/>
                  <a:pt x="1196772" y="44336"/>
                </a:cubicBezTo>
                <a:cubicBezTo>
                  <a:pt x="1203441" y="37026"/>
                  <a:pt x="1211256" y="33371"/>
                  <a:pt x="1220218" y="33371"/>
                </a:cubicBezTo>
                <a:cubicBezTo>
                  <a:pt x="1227704" y="33371"/>
                  <a:pt x="1234202" y="36442"/>
                  <a:pt x="1239711" y="42583"/>
                </a:cubicBezTo>
                <a:cubicBezTo>
                  <a:pt x="1245220" y="48725"/>
                  <a:pt x="1248186" y="57832"/>
                  <a:pt x="1248607" y="69905"/>
                </a:cubicBezTo>
                <a:moveTo>
                  <a:pt x="1229154" y="64686"/>
                </a:moveTo>
                <a:cubicBezTo>
                  <a:pt x="1229154" y="56198"/>
                  <a:pt x="1228693" y="50373"/>
                  <a:pt x="1227770" y="47210"/>
                </a:cubicBezTo>
                <a:cubicBezTo>
                  <a:pt x="1226848" y="44046"/>
                  <a:pt x="1225411" y="41648"/>
                  <a:pt x="1223461" y="40013"/>
                </a:cubicBezTo>
                <a:cubicBezTo>
                  <a:pt x="1222353" y="39065"/>
                  <a:pt x="1220877" y="38590"/>
                  <a:pt x="1219032" y="38590"/>
                </a:cubicBezTo>
                <a:cubicBezTo>
                  <a:pt x="1216291" y="38590"/>
                  <a:pt x="1214050" y="39934"/>
                  <a:pt x="1212311" y="42623"/>
                </a:cubicBezTo>
                <a:cubicBezTo>
                  <a:pt x="1209200" y="47315"/>
                  <a:pt x="1207645" y="53747"/>
                  <a:pt x="1207645" y="61918"/>
                </a:cubicBezTo>
                <a:lnTo>
                  <a:pt x="1207645" y="64686"/>
                </a:lnTo>
                <a:lnTo>
                  <a:pt x="1229154" y="64686"/>
                </a:lnTo>
                <a:close/>
                <a:moveTo>
                  <a:pt x="1288355" y="35585"/>
                </a:moveTo>
                <a:lnTo>
                  <a:pt x="1288355" y="52350"/>
                </a:lnTo>
                <a:cubicBezTo>
                  <a:pt x="1293258" y="44705"/>
                  <a:pt x="1297555" y="39631"/>
                  <a:pt x="1301245" y="37127"/>
                </a:cubicBezTo>
                <a:cubicBezTo>
                  <a:pt x="1304935" y="34623"/>
                  <a:pt x="1308494" y="33371"/>
                  <a:pt x="1311921" y="33371"/>
                </a:cubicBezTo>
                <a:cubicBezTo>
                  <a:pt x="1314873" y="33371"/>
                  <a:pt x="1317232" y="34284"/>
                  <a:pt x="1318998" y="36109"/>
                </a:cubicBezTo>
                <a:cubicBezTo>
                  <a:pt x="1320764" y="37934"/>
                  <a:pt x="1321647" y="40513"/>
                  <a:pt x="1321647" y="43846"/>
                </a:cubicBezTo>
                <a:cubicBezTo>
                  <a:pt x="1321647" y="47392"/>
                  <a:pt x="1320790" y="50144"/>
                  <a:pt x="1319077" y="52102"/>
                </a:cubicBezTo>
                <a:cubicBezTo>
                  <a:pt x="1317364" y="54060"/>
                  <a:pt x="1315295" y="55038"/>
                  <a:pt x="1312870" y="55038"/>
                </a:cubicBezTo>
                <a:cubicBezTo>
                  <a:pt x="1310075" y="55038"/>
                  <a:pt x="1307650" y="54142"/>
                  <a:pt x="1305594" y="52350"/>
                </a:cubicBezTo>
                <a:cubicBezTo>
                  <a:pt x="1303538" y="50557"/>
                  <a:pt x="1302326" y="49556"/>
                  <a:pt x="1301957" y="49345"/>
                </a:cubicBezTo>
                <a:cubicBezTo>
                  <a:pt x="1301430" y="49028"/>
                  <a:pt x="1300823" y="48870"/>
                  <a:pt x="1300138" y="48870"/>
                </a:cubicBezTo>
                <a:cubicBezTo>
                  <a:pt x="1298609" y="48870"/>
                  <a:pt x="1297159" y="49450"/>
                  <a:pt x="1295789" y="50610"/>
                </a:cubicBezTo>
                <a:cubicBezTo>
                  <a:pt x="1293627" y="52402"/>
                  <a:pt x="1291993" y="54959"/>
                  <a:pt x="1290886" y="58280"/>
                </a:cubicBezTo>
                <a:cubicBezTo>
                  <a:pt x="1289199" y="63394"/>
                  <a:pt x="1288355" y="69035"/>
                  <a:pt x="1288355" y="75203"/>
                </a:cubicBezTo>
                <a:lnTo>
                  <a:pt x="1288355" y="92205"/>
                </a:lnTo>
                <a:lnTo>
                  <a:pt x="1288434" y="96633"/>
                </a:lnTo>
                <a:cubicBezTo>
                  <a:pt x="1288434" y="99638"/>
                  <a:pt x="1288619" y="101562"/>
                  <a:pt x="1288988" y="102406"/>
                </a:cubicBezTo>
                <a:cubicBezTo>
                  <a:pt x="1289621" y="103829"/>
                  <a:pt x="1290556" y="104871"/>
                  <a:pt x="1291795" y="105530"/>
                </a:cubicBezTo>
                <a:cubicBezTo>
                  <a:pt x="1293034" y="106189"/>
                  <a:pt x="1295130" y="106597"/>
                  <a:pt x="1298082" y="106755"/>
                </a:cubicBezTo>
                <a:lnTo>
                  <a:pt x="1298082" y="109602"/>
                </a:lnTo>
                <a:lnTo>
                  <a:pt x="1258148" y="109602"/>
                </a:lnTo>
                <a:lnTo>
                  <a:pt x="1258148" y="106755"/>
                </a:lnTo>
                <a:cubicBezTo>
                  <a:pt x="1261363" y="106492"/>
                  <a:pt x="1263538" y="105609"/>
                  <a:pt x="1264671" y="104106"/>
                </a:cubicBezTo>
                <a:cubicBezTo>
                  <a:pt x="1265805" y="102604"/>
                  <a:pt x="1266372" y="98637"/>
                  <a:pt x="1266372" y="92205"/>
                </a:cubicBezTo>
                <a:lnTo>
                  <a:pt x="1266372" y="51243"/>
                </a:lnTo>
                <a:cubicBezTo>
                  <a:pt x="1266372" y="46999"/>
                  <a:pt x="1266161" y="44294"/>
                  <a:pt x="1265739" y="43127"/>
                </a:cubicBezTo>
                <a:cubicBezTo>
                  <a:pt x="1265212" y="41641"/>
                  <a:pt x="1264447" y="40554"/>
                  <a:pt x="1263446" y="39865"/>
                </a:cubicBezTo>
                <a:cubicBezTo>
                  <a:pt x="1262444" y="39175"/>
                  <a:pt x="1260678" y="38697"/>
                  <a:pt x="1258148" y="38432"/>
                </a:cubicBezTo>
                <a:lnTo>
                  <a:pt x="1258148" y="35585"/>
                </a:lnTo>
                <a:lnTo>
                  <a:pt x="1288355" y="35585"/>
                </a:lnTo>
                <a:close/>
                <a:moveTo>
                  <a:pt x="1359578" y="35585"/>
                </a:moveTo>
                <a:lnTo>
                  <a:pt x="1359578" y="45233"/>
                </a:lnTo>
                <a:cubicBezTo>
                  <a:pt x="1363373" y="41093"/>
                  <a:pt x="1367011" y="38081"/>
                  <a:pt x="1370490" y="36198"/>
                </a:cubicBezTo>
                <a:cubicBezTo>
                  <a:pt x="1373970" y="34313"/>
                  <a:pt x="1377713" y="33371"/>
                  <a:pt x="1381719" y="33371"/>
                </a:cubicBezTo>
                <a:cubicBezTo>
                  <a:pt x="1386517" y="33371"/>
                  <a:pt x="1390497" y="34704"/>
                  <a:pt x="1393660" y="37369"/>
                </a:cubicBezTo>
                <a:cubicBezTo>
                  <a:pt x="1396823" y="40035"/>
                  <a:pt x="1398932" y="43347"/>
                  <a:pt x="1399986" y="47306"/>
                </a:cubicBezTo>
                <a:cubicBezTo>
                  <a:pt x="1400830" y="50316"/>
                  <a:pt x="1401252" y="56097"/>
                  <a:pt x="1401252" y="64649"/>
                </a:cubicBezTo>
                <a:lnTo>
                  <a:pt x="1401252" y="93470"/>
                </a:lnTo>
                <a:cubicBezTo>
                  <a:pt x="1401252" y="99164"/>
                  <a:pt x="1401766" y="102709"/>
                  <a:pt x="1402794" y="104106"/>
                </a:cubicBezTo>
                <a:cubicBezTo>
                  <a:pt x="1403822" y="105503"/>
                  <a:pt x="1405970" y="106386"/>
                  <a:pt x="1409239" y="106755"/>
                </a:cubicBezTo>
                <a:lnTo>
                  <a:pt x="1409239" y="109602"/>
                </a:lnTo>
                <a:lnTo>
                  <a:pt x="1371835" y="109602"/>
                </a:lnTo>
                <a:lnTo>
                  <a:pt x="1371835" y="106755"/>
                </a:lnTo>
                <a:cubicBezTo>
                  <a:pt x="1374629" y="106386"/>
                  <a:pt x="1376632" y="105226"/>
                  <a:pt x="1377845" y="103276"/>
                </a:cubicBezTo>
                <a:cubicBezTo>
                  <a:pt x="1378688" y="101958"/>
                  <a:pt x="1379110" y="98689"/>
                  <a:pt x="1379110" y="93470"/>
                </a:cubicBezTo>
                <a:lnTo>
                  <a:pt x="1379110" y="60574"/>
                </a:lnTo>
                <a:cubicBezTo>
                  <a:pt x="1379110" y="54511"/>
                  <a:pt x="1378873" y="50689"/>
                  <a:pt x="1378398" y="49107"/>
                </a:cubicBezTo>
                <a:cubicBezTo>
                  <a:pt x="1377924" y="47526"/>
                  <a:pt x="1377120" y="46300"/>
                  <a:pt x="1375986" y="45430"/>
                </a:cubicBezTo>
                <a:cubicBezTo>
                  <a:pt x="1374853" y="44560"/>
                  <a:pt x="1373601" y="44126"/>
                  <a:pt x="1372230" y="44126"/>
                </a:cubicBezTo>
                <a:cubicBezTo>
                  <a:pt x="1367696" y="44126"/>
                  <a:pt x="1363479" y="47394"/>
                  <a:pt x="1359578" y="53931"/>
                </a:cubicBezTo>
                <a:lnTo>
                  <a:pt x="1359578" y="93470"/>
                </a:lnTo>
                <a:cubicBezTo>
                  <a:pt x="1359578" y="99006"/>
                  <a:pt x="1360092" y="102511"/>
                  <a:pt x="1361120" y="103988"/>
                </a:cubicBezTo>
                <a:cubicBezTo>
                  <a:pt x="1362148" y="105464"/>
                  <a:pt x="1364059" y="106386"/>
                  <a:pt x="1366853" y="106755"/>
                </a:cubicBezTo>
                <a:lnTo>
                  <a:pt x="1366853" y="109602"/>
                </a:lnTo>
                <a:lnTo>
                  <a:pt x="1329449" y="109602"/>
                </a:lnTo>
                <a:lnTo>
                  <a:pt x="1329449" y="106755"/>
                </a:lnTo>
                <a:cubicBezTo>
                  <a:pt x="1332559" y="106439"/>
                  <a:pt x="1334773" y="105437"/>
                  <a:pt x="1336091" y="103750"/>
                </a:cubicBezTo>
                <a:cubicBezTo>
                  <a:pt x="1336988" y="102590"/>
                  <a:pt x="1337436" y="99164"/>
                  <a:pt x="1337436" y="93470"/>
                </a:cubicBezTo>
                <a:lnTo>
                  <a:pt x="1337436" y="51717"/>
                </a:lnTo>
                <a:cubicBezTo>
                  <a:pt x="1337436" y="46061"/>
                  <a:pt x="1336922" y="42540"/>
                  <a:pt x="1335894" y="41153"/>
                </a:cubicBezTo>
                <a:cubicBezTo>
                  <a:pt x="1334866" y="39766"/>
                  <a:pt x="1332717" y="38859"/>
                  <a:pt x="1329449" y="38432"/>
                </a:cubicBezTo>
                <a:lnTo>
                  <a:pt x="1329449" y="35585"/>
                </a:lnTo>
                <a:lnTo>
                  <a:pt x="1359578" y="35585"/>
                </a:lnTo>
                <a:close/>
                <a:moveTo>
                  <a:pt x="1482255" y="69905"/>
                </a:moveTo>
                <a:lnTo>
                  <a:pt x="1441688" y="69905"/>
                </a:lnTo>
                <a:cubicBezTo>
                  <a:pt x="1442162" y="79737"/>
                  <a:pt x="1444772" y="87507"/>
                  <a:pt x="1449516" y="93216"/>
                </a:cubicBezTo>
                <a:cubicBezTo>
                  <a:pt x="1453154" y="97603"/>
                  <a:pt x="1457529" y="99796"/>
                  <a:pt x="1462643" y="99796"/>
                </a:cubicBezTo>
                <a:cubicBezTo>
                  <a:pt x="1465806" y="99796"/>
                  <a:pt x="1468679" y="98913"/>
                  <a:pt x="1471263" y="97147"/>
                </a:cubicBezTo>
                <a:cubicBezTo>
                  <a:pt x="1473846" y="95381"/>
                  <a:pt x="1476614" y="92205"/>
                  <a:pt x="1479566" y="87618"/>
                </a:cubicBezTo>
                <a:lnTo>
                  <a:pt x="1482255" y="89358"/>
                </a:lnTo>
                <a:cubicBezTo>
                  <a:pt x="1478248" y="97529"/>
                  <a:pt x="1473820" y="103315"/>
                  <a:pt x="1468969" y="106716"/>
                </a:cubicBezTo>
                <a:cubicBezTo>
                  <a:pt x="1464119" y="110116"/>
                  <a:pt x="1458505" y="111816"/>
                  <a:pt x="1452126" y="111816"/>
                </a:cubicBezTo>
                <a:cubicBezTo>
                  <a:pt x="1441160" y="111816"/>
                  <a:pt x="1432857" y="107595"/>
                  <a:pt x="1427216" y="99151"/>
                </a:cubicBezTo>
                <a:cubicBezTo>
                  <a:pt x="1422682" y="92344"/>
                  <a:pt x="1420416" y="83901"/>
                  <a:pt x="1420416" y="73822"/>
                </a:cubicBezTo>
                <a:cubicBezTo>
                  <a:pt x="1420416" y="61472"/>
                  <a:pt x="1423750" y="51644"/>
                  <a:pt x="1430419" y="44336"/>
                </a:cubicBezTo>
                <a:cubicBezTo>
                  <a:pt x="1437088" y="37026"/>
                  <a:pt x="1444903" y="33371"/>
                  <a:pt x="1453866" y="33371"/>
                </a:cubicBezTo>
                <a:cubicBezTo>
                  <a:pt x="1461352" y="33371"/>
                  <a:pt x="1467849" y="36442"/>
                  <a:pt x="1473358" y="42583"/>
                </a:cubicBezTo>
                <a:cubicBezTo>
                  <a:pt x="1478867" y="48725"/>
                  <a:pt x="1481833" y="57832"/>
                  <a:pt x="1482255" y="69905"/>
                </a:cubicBezTo>
                <a:moveTo>
                  <a:pt x="1462801" y="64686"/>
                </a:moveTo>
                <a:cubicBezTo>
                  <a:pt x="1462801" y="56198"/>
                  <a:pt x="1462340" y="50373"/>
                  <a:pt x="1461417" y="47210"/>
                </a:cubicBezTo>
                <a:cubicBezTo>
                  <a:pt x="1460495" y="44046"/>
                  <a:pt x="1459058" y="41648"/>
                  <a:pt x="1457108" y="40013"/>
                </a:cubicBezTo>
                <a:cubicBezTo>
                  <a:pt x="1456001" y="39065"/>
                  <a:pt x="1454525" y="38590"/>
                  <a:pt x="1452679" y="38590"/>
                </a:cubicBezTo>
                <a:cubicBezTo>
                  <a:pt x="1449938" y="38590"/>
                  <a:pt x="1447697" y="39934"/>
                  <a:pt x="1445958" y="42623"/>
                </a:cubicBezTo>
                <a:cubicBezTo>
                  <a:pt x="1442847" y="47315"/>
                  <a:pt x="1441292" y="53747"/>
                  <a:pt x="1441292" y="61918"/>
                </a:cubicBezTo>
                <a:lnTo>
                  <a:pt x="1441292" y="64686"/>
                </a:lnTo>
                <a:lnTo>
                  <a:pt x="1462801" y="64686"/>
                </a:lnTo>
                <a:close/>
                <a:moveTo>
                  <a:pt x="1520264" y="2372"/>
                </a:moveTo>
                <a:lnTo>
                  <a:pt x="1520264" y="94261"/>
                </a:lnTo>
                <a:cubicBezTo>
                  <a:pt x="1520264" y="99480"/>
                  <a:pt x="1520870" y="102815"/>
                  <a:pt x="1522083" y="104264"/>
                </a:cubicBezTo>
                <a:cubicBezTo>
                  <a:pt x="1523295" y="105714"/>
                  <a:pt x="1525668" y="106544"/>
                  <a:pt x="1529200" y="106755"/>
                </a:cubicBezTo>
                <a:lnTo>
                  <a:pt x="1529200" y="109602"/>
                </a:lnTo>
                <a:lnTo>
                  <a:pt x="1489265" y="109602"/>
                </a:lnTo>
                <a:lnTo>
                  <a:pt x="1489265" y="106755"/>
                </a:lnTo>
                <a:cubicBezTo>
                  <a:pt x="1492534" y="106650"/>
                  <a:pt x="1494959" y="105701"/>
                  <a:pt x="1496541" y="103908"/>
                </a:cubicBezTo>
                <a:cubicBezTo>
                  <a:pt x="1497595" y="102696"/>
                  <a:pt x="1498122" y="99480"/>
                  <a:pt x="1498122" y="94261"/>
                </a:cubicBezTo>
                <a:lnTo>
                  <a:pt x="1498122" y="17713"/>
                </a:lnTo>
                <a:cubicBezTo>
                  <a:pt x="1498122" y="12514"/>
                  <a:pt x="1497516" y="9185"/>
                  <a:pt x="1496303" y="7727"/>
                </a:cubicBezTo>
                <a:cubicBezTo>
                  <a:pt x="1495091" y="6268"/>
                  <a:pt x="1492745" y="5432"/>
                  <a:pt x="1489265" y="5219"/>
                </a:cubicBezTo>
                <a:lnTo>
                  <a:pt x="1489265" y="2372"/>
                </a:lnTo>
                <a:lnTo>
                  <a:pt x="1520264" y="2372"/>
                </a:lnTo>
                <a:close/>
                <a:moveTo>
                  <a:pt x="1582755" y="33687"/>
                </a:moveTo>
                <a:lnTo>
                  <a:pt x="1583941" y="58992"/>
                </a:lnTo>
                <a:lnTo>
                  <a:pt x="1581252" y="58992"/>
                </a:lnTo>
                <a:cubicBezTo>
                  <a:pt x="1578036" y="51445"/>
                  <a:pt x="1574702" y="46290"/>
                  <a:pt x="1571249" y="43527"/>
                </a:cubicBezTo>
                <a:cubicBezTo>
                  <a:pt x="1567796" y="40763"/>
                  <a:pt x="1564356" y="39381"/>
                  <a:pt x="1560929" y="39381"/>
                </a:cubicBezTo>
                <a:cubicBezTo>
                  <a:pt x="1558768" y="39381"/>
                  <a:pt x="1556923" y="40106"/>
                  <a:pt x="1555394" y="41555"/>
                </a:cubicBezTo>
                <a:cubicBezTo>
                  <a:pt x="1553865" y="43005"/>
                  <a:pt x="1553100" y="44679"/>
                  <a:pt x="1553100" y="46577"/>
                </a:cubicBezTo>
                <a:cubicBezTo>
                  <a:pt x="1553100" y="48000"/>
                  <a:pt x="1553628" y="49371"/>
                  <a:pt x="1554682" y="50689"/>
                </a:cubicBezTo>
                <a:cubicBezTo>
                  <a:pt x="1556369" y="52850"/>
                  <a:pt x="1561087" y="56554"/>
                  <a:pt x="1568837" y="61799"/>
                </a:cubicBezTo>
                <a:cubicBezTo>
                  <a:pt x="1576587" y="67045"/>
                  <a:pt x="1581687" y="71500"/>
                  <a:pt x="1584139" y="75164"/>
                </a:cubicBezTo>
                <a:cubicBezTo>
                  <a:pt x="1586590" y="78828"/>
                  <a:pt x="1587816" y="82926"/>
                  <a:pt x="1587816" y="87460"/>
                </a:cubicBezTo>
                <a:cubicBezTo>
                  <a:pt x="1587816" y="91572"/>
                  <a:pt x="1586788" y="95605"/>
                  <a:pt x="1584732" y="99559"/>
                </a:cubicBezTo>
                <a:cubicBezTo>
                  <a:pt x="1582676" y="103513"/>
                  <a:pt x="1579776" y="106544"/>
                  <a:pt x="1576033" y="108653"/>
                </a:cubicBezTo>
                <a:cubicBezTo>
                  <a:pt x="1572290" y="110762"/>
                  <a:pt x="1568152" y="111816"/>
                  <a:pt x="1563618" y="111816"/>
                </a:cubicBezTo>
                <a:cubicBezTo>
                  <a:pt x="1560086" y="111816"/>
                  <a:pt x="1555367" y="110689"/>
                  <a:pt x="1549463" y="108433"/>
                </a:cubicBezTo>
                <a:cubicBezTo>
                  <a:pt x="1547881" y="107842"/>
                  <a:pt x="1546801" y="107546"/>
                  <a:pt x="1546221" y="107546"/>
                </a:cubicBezTo>
                <a:cubicBezTo>
                  <a:pt x="1544481" y="107546"/>
                  <a:pt x="1543031" y="108864"/>
                  <a:pt x="1541871" y="111500"/>
                </a:cubicBezTo>
                <a:lnTo>
                  <a:pt x="1539262" y="111500"/>
                </a:lnTo>
                <a:lnTo>
                  <a:pt x="1537997" y="84930"/>
                </a:lnTo>
                <a:lnTo>
                  <a:pt x="1540685" y="84930"/>
                </a:lnTo>
                <a:cubicBezTo>
                  <a:pt x="1543058" y="91889"/>
                  <a:pt x="1546313" y="97108"/>
                  <a:pt x="1550451" y="100587"/>
                </a:cubicBezTo>
                <a:cubicBezTo>
                  <a:pt x="1554590" y="104067"/>
                  <a:pt x="1558504" y="105806"/>
                  <a:pt x="1562194" y="105806"/>
                </a:cubicBezTo>
                <a:cubicBezTo>
                  <a:pt x="1564725" y="105806"/>
                  <a:pt x="1566794" y="105029"/>
                  <a:pt x="1568402" y="103474"/>
                </a:cubicBezTo>
                <a:cubicBezTo>
                  <a:pt x="1570010" y="101918"/>
                  <a:pt x="1570814" y="100034"/>
                  <a:pt x="1570814" y="97819"/>
                </a:cubicBezTo>
                <a:cubicBezTo>
                  <a:pt x="1570814" y="95289"/>
                  <a:pt x="1570023" y="93101"/>
                  <a:pt x="1568442" y="91256"/>
                </a:cubicBezTo>
                <a:cubicBezTo>
                  <a:pt x="1566860" y="89411"/>
                  <a:pt x="1563328" y="86617"/>
                  <a:pt x="1557845" y="82874"/>
                </a:cubicBezTo>
                <a:cubicBezTo>
                  <a:pt x="1549779" y="77286"/>
                  <a:pt x="1544560" y="73015"/>
                  <a:pt x="1542188" y="70063"/>
                </a:cubicBezTo>
                <a:cubicBezTo>
                  <a:pt x="1538708" y="65740"/>
                  <a:pt x="1536969" y="60969"/>
                  <a:pt x="1536969" y="55750"/>
                </a:cubicBezTo>
                <a:cubicBezTo>
                  <a:pt x="1536969" y="50056"/>
                  <a:pt x="1538932" y="44903"/>
                  <a:pt x="1542860" y="40290"/>
                </a:cubicBezTo>
                <a:cubicBezTo>
                  <a:pt x="1546787" y="35677"/>
                  <a:pt x="1552468" y="33371"/>
                  <a:pt x="1559901" y="33371"/>
                </a:cubicBezTo>
                <a:cubicBezTo>
                  <a:pt x="1563908" y="33371"/>
                  <a:pt x="1567783" y="34384"/>
                  <a:pt x="1571526" y="36410"/>
                </a:cubicBezTo>
                <a:cubicBezTo>
                  <a:pt x="1572949" y="37231"/>
                  <a:pt x="1574109" y="37641"/>
                  <a:pt x="1575005" y="37641"/>
                </a:cubicBezTo>
                <a:cubicBezTo>
                  <a:pt x="1575954" y="37641"/>
                  <a:pt x="1576718" y="37443"/>
                  <a:pt x="1577298" y="37048"/>
                </a:cubicBezTo>
                <a:cubicBezTo>
                  <a:pt x="1577878" y="36653"/>
                  <a:pt x="1578801" y="35532"/>
                  <a:pt x="1580066" y="33687"/>
                </a:cubicBezTo>
                <a:lnTo>
                  <a:pt x="1582755" y="33687"/>
                </a:lnTo>
                <a:close/>
                <a:moveTo>
                  <a:pt x="1672226" y="43335"/>
                </a:moveTo>
                <a:lnTo>
                  <a:pt x="1672226" y="94735"/>
                </a:lnTo>
                <a:cubicBezTo>
                  <a:pt x="1672226" y="99691"/>
                  <a:pt x="1672753" y="102801"/>
                  <a:pt x="1673807" y="104067"/>
                </a:cubicBezTo>
                <a:cubicBezTo>
                  <a:pt x="1675494" y="106017"/>
                  <a:pt x="1678605" y="106913"/>
                  <a:pt x="1683138" y="106755"/>
                </a:cubicBezTo>
                <a:lnTo>
                  <a:pt x="1683138" y="109602"/>
                </a:lnTo>
                <a:lnTo>
                  <a:pt x="1639566" y="109602"/>
                </a:lnTo>
                <a:lnTo>
                  <a:pt x="1639566" y="106755"/>
                </a:lnTo>
                <a:cubicBezTo>
                  <a:pt x="1642888" y="106703"/>
                  <a:pt x="1645247" y="106320"/>
                  <a:pt x="1646644" y="105609"/>
                </a:cubicBezTo>
                <a:cubicBezTo>
                  <a:pt x="1648041" y="104897"/>
                  <a:pt x="1649003" y="103908"/>
                  <a:pt x="1649530" y="102643"/>
                </a:cubicBezTo>
                <a:cubicBezTo>
                  <a:pt x="1650057" y="101378"/>
                  <a:pt x="1650321" y="98742"/>
                  <a:pt x="1650321" y="94735"/>
                </a:cubicBezTo>
                <a:lnTo>
                  <a:pt x="1650321" y="43335"/>
                </a:lnTo>
                <a:lnTo>
                  <a:pt x="1639566" y="43335"/>
                </a:lnTo>
                <a:lnTo>
                  <a:pt x="1639566" y="35585"/>
                </a:lnTo>
                <a:lnTo>
                  <a:pt x="1650321" y="35585"/>
                </a:lnTo>
                <a:lnTo>
                  <a:pt x="1650321" y="30153"/>
                </a:lnTo>
                <a:lnTo>
                  <a:pt x="1650242" y="26452"/>
                </a:lnTo>
                <a:cubicBezTo>
                  <a:pt x="1650242" y="18895"/>
                  <a:pt x="1653023" y="12597"/>
                  <a:pt x="1658585" y="7559"/>
                </a:cubicBezTo>
                <a:cubicBezTo>
                  <a:pt x="1664147" y="2520"/>
                  <a:pt x="1671672" y="0"/>
                  <a:pt x="1681161" y="0"/>
                </a:cubicBezTo>
                <a:cubicBezTo>
                  <a:pt x="1687646" y="0"/>
                  <a:pt x="1692456" y="1217"/>
                  <a:pt x="1695593" y="3652"/>
                </a:cubicBezTo>
                <a:cubicBezTo>
                  <a:pt x="1698730" y="6086"/>
                  <a:pt x="1700298" y="8784"/>
                  <a:pt x="1700298" y="11748"/>
                </a:cubicBezTo>
                <a:cubicBezTo>
                  <a:pt x="1700298" y="14130"/>
                  <a:pt x="1699323" y="16195"/>
                  <a:pt x="1697372" y="17941"/>
                </a:cubicBezTo>
                <a:cubicBezTo>
                  <a:pt x="1695422" y="19687"/>
                  <a:pt x="1692839" y="20560"/>
                  <a:pt x="1689623" y="20560"/>
                </a:cubicBezTo>
                <a:cubicBezTo>
                  <a:pt x="1686881" y="20560"/>
                  <a:pt x="1684707" y="19849"/>
                  <a:pt x="1683099" y="18425"/>
                </a:cubicBezTo>
                <a:cubicBezTo>
                  <a:pt x="1681491" y="17002"/>
                  <a:pt x="1680687" y="15420"/>
                  <a:pt x="1680687" y="13680"/>
                </a:cubicBezTo>
                <a:cubicBezTo>
                  <a:pt x="1680687" y="13206"/>
                  <a:pt x="1680845" y="12231"/>
                  <a:pt x="1681161" y="10755"/>
                </a:cubicBezTo>
                <a:cubicBezTo>
                  <a:pt x="1681372" y="9858"/>
                  <a:pt x="1681478" y="9015"/>
                  <a:pt x="1681478" y="8224"/>
                </a:cubicBezTo>
                <a:cubicBezTo>
                  <a:pt x="1681478" y="7117"/>
                  <a:pt x="1681161" y="6300"/>
                  <a:pt x="1680529" y="5773"/>
                </a:cubicBezTo>
                <a:cubicBezTo>
                  <a:pt x="1679685" y="4982"/>
                  <a:pt x="1678657" y="4587"/>
                  <a:pt x="1677445" y="4587"/>
                </a:cubicBezTo>
                <a:cubicBezTo>
                  <a:pt x="1675916" y="4587"/>
                  <a:pt x="1674638" y="5214"/>
                  <a:pt x="1673610" y="6470"/>
                </a:cubicBezTo>
                <a:cubicBezTo>
                  <a:pt x="1672582" y="7725"/>
                  <a:pt x="1672068" y="9739"/>
                  <a:pt x="1672068" y="12512"/>
                </a:cubicBezTo>
                <a:lnTo>
                  <a:pt x="1672226" y="26246"/>
                </a:lnTo>
                <a:lnTo>
                  <a:pt x="1672226" y="35585"/>
                </a:lnTo>
                <a:lnTo>
                  <a:pt x="1683138" y="35585"/>
                </a:lnTo>
                <a:lnTo>
                  <a:pt x="1683138" y="43335"/>
                </a:lnTo>
                <a:lnTo>
                  <a:pt x="1672226" y="433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Text orsamples">
            <a:extLst xmlns:a="http://schemas.openxmlformats.org/drawingml/2006/main">
              <a:ext uri="{FF2B5EF4-FFF2-40B4-BE49-F238E27FC236}">
                <a16:creationId xmlns:a16="http://schemas.microsoft.com/office/drawing/2014/main" id="{5C775469-098E-47DD-B09F-BFC2A991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8580" y="3391587"/>
            <a:ext cx="727468" cy="141866"/>
          </a:xfrm>
          <a:custGeom xmlns:a="http://schemas.openxmlformats.org/drawingml/2006/main">
            <a:pathLst>
              <a:path w="727468" h="141866">
                <a:moveTo>
                  <a:pt x="34478" y="30999"/>
                </a:moveTo>
                <a:cubicBezTo>
                  <a:pt x="40910" y="30999"/>
                  <a:pt x="46893" y="32661"/>
                  <a:pt x="52429" y="35985"/>
                </a:cubicBezTo>
                <a:cubicBezTo>
                  <a:pt x="57964" y="39310"/>
                  <a:pt x="62168" y="44033"/>
                  <a:pt x="65042" y="50155"/>
                </a:cubicBezTo>
                <a:cubicBezTo>
                  <a:pt x="67915" y="56277"/>
                  <a:pt x="69351" y="62979"/>
                  <a:pt x="69351" y="70261"/>
                </a:cubicBezTo>
                <a:cubicBezTo>
                  <a:pt x="69351" y="80762"/>
                  <a:pt x="66689" y="89548"/>
                  <a:pt x="61364" y="96621"/>
                </a:cubicBezTo>
                <a:cubicBezTo>
                  <a:pt x="54933" y="105170"/>
                  <a:pt x="46050" y="109444"/>
                  <a:pt x="34715" y="109444"/>
                </a:cubicBezTo>
                <a:cubicBezTo>
                  <a:pt x="23592" y="109444"/>
                  <a:pt x="15025" y="105539"/>
                  <a:pt x="9015" y="97728"/>
                </a:cubicBezTo>
                <a:cubicBezTo>
                  <a:pt x="3005" y="89917"/>
                  <a:pt x="0" y="80867"/>
                  <a:pt x="0" y="70577"/>
                </a:cubicBezTo>
                <a:cubicBezTo>
                  <a:pt x="0" y="59971"/>
                  <a:pt x="3071" y="50723"/>
                  <a:pt x="9213" y="42833"/>
                </a:cubicBezTo>
                <a:cubicBezTo>
                  <a:pt x="15354" y="34943"/>
                  <a:pt x="23776" y="30999"/>
                  <a:pt x="34478" y="30999"/>
                </a:cubicBezTo>
                <a:moveTo>
                  <a:pt x="34794" y="36534"/>
                </a:moveTo>
                <a:cubicBezTo>
                  <a:pt x="32106" y="36534"/>
                  <a:pt x="29799" y="37551"/>
                  <a:pt x="27875" y="39583"/>
                </a:cubicBezTo>
                <a:cubicBezTo>
                  <a:pt x="25951" y="41615"/>
                  <a:pt x="24686" y="45626"/>
                  <a:pt x="24079" y="51616"/>
                </a:cubicBezTo>
                <a:cubicBezTo>
                  <a:pt x="23473" y="57606"/>
                  <a:pt x="23170" y="65932"/>
                  <a:pt x="23170" y="76594"/>
                </a:cubicBezTo>
                <a:cubicBezTo>
                  <a:pt x="23170" y="82242"/>
                  <a:pt x="23539" y="87520"/>
                  <a:pt x="24277" y="92430"/>
                </a:cubicBezTo>
                <a:cubicBezTo>
                  <a:pt x="24857" y="96176"/>
                  <a:pt x="26096" y="99026"/>
                  <a:pt x="27994" y="100980"/>
                </a:cubicBezTo>
                <a:cubicBezTo>
                  <a:pt x="29891" y="102932"/>
                  <a:pt x="32053" y="103908"/>
                  <a:pt x="34478" y="103908"/>
                </a:cubicBezTo>
                <a:cubicBezTo>
                  <a:pt x="36850" y="103908"/>
                  <a:pt x="38827" y="103249"/>
                  <a:pt x="40409" y="101929"/>
                </a:cubicBezTo>
                <a:cubicBezTo>
                  <a:pt x="42465" y="100135"/>
                  <a:pt x="43836" y="97628"/>
                  <a:pt x="44521" y="94407"/>
                </a:cubicBezTo>
                <a:cubicBezTo>
                  <a:pt x="45575" y="89394"/>
                  <a:pt x="46102" y="79260"/>
                  <a:pt x="46102" y="64006"/>
                </a:cubicBezTo>
                <a:cubicBezTo>
                  <a:pt x="46102" y="55034"/>
                  <a:pt x="45602" y="48873"/>
                  <a:pt x="44600" y="45522"/>
                </a:cubicBezTo>
                <a:cubicBezTo>
                  <a:pt x="43598" y="42169"/>
                  <a:pt x="42122" y="39728"/>
                  <a:pt x="40172" y="38197"/>
                </a:cubicBezTo>
                <a:cubicBezTo>
                  <a:pt x="38801" y="37088"/>
                  <a:pt x="37008" y="36534"/>
                  <a:pt x="34794" y="36534"/>
                </a:cubicBezTo>
                <a:close/>
                <a:moveTo>
                  <a:pt x="111263" y="33213"/>
                </a:moveTo>
                <a:lnTo>
                  <a:pt x="111263" y="49977"/>
                </a:lnTo>
                <a:cubicBezTo>
                  <a:pt x="116166" y="42333"/>
                  <a:pt x="120462" y="37259"/>
                  <a:pt x="124152" y="34755"/>
                </a:cubicBezTo>
                <a:cubicBezTo>
                  <a:pt x="127843" y="32251"/>
                  <a:pt x="131401" y="30999"/>
                  <a:pt x="134828" y="30999"/>
                </a:cubicBezTo>
                <a:cubicBezTo>
                  <a:pt x="137780" y="30999"/>
                  <a:pt x="140139" y="31911"/>
                  <a:pt x="141905" y="33737"/>
                </a:cubicBezTo>
                <a:cubicBezTo>
                  <a:pt x="143671" y="35562"/>
                  <a:pt x="144555" y="38141"/>
                  <a:pt x="144555" y="41474"/>
                </a:cubicBezTo>
                <a:cubicBezTo>
                  <a:pt x="144555" y="45019"/>
                  <a:pt x="143698" y="47771"/>
                  <a:pt x="141984" y="49730"/>
                </a:cubicBezTo>
                <a:cubicBezTo>
                  <a:pt x="140271" y="51687"/>
                  <a:pt x="138202" y="52666"/>
                  <a:pt x="135777" y="52666"/>
                </a:cubicBezTo>
                <a:cubicBezTo>
                  <a:pt x="132983" y="52666"/>
                  <a:pt x="130558" y="51770"/>
                  <a:pt x="128502" y="49977"/>
                </a:cubicBezTo>
                <a:cubicBezTo>
                  <a:pt x="126446" y="48185"/>
                  <a:pt x="125233" y="47183"/>
                  <a:pt x="124864" y="46972"/>
                </a:cubicBezTo>
                <a:cubicBezTo>
                  <a:pt x="124337" y="46656"/>
                  <a:pt x="123731" y="46498"/>
                  <a:pt x="123045" y="46498"/>
                </a:cubicBezTo>
                <a:cubicBezTo>
                  <a:pt x="121516" y="46498"/>
                  <a:pt x="120067" y="47078"/>
                  <a:pt x="118696" y="48238"/>
                </a:cubicBezTo>
                <a:cubicBezTo>
                  <a:pt x="116535" y="50030"/>
                  <a:pt x="114900" y="52587"/>
                  <a:pt x="113793" y="55908"/>
                </a:cubicBezTo>
                <a:cubicBezTo>
                  <a:pt x="112106" y="61022"/>
                  <a:pt x="111263" y="66663"/>
                  <a:pt x="111263" y="72831"/>
                </a:cubicBezTo>
                <a:lnTo>
                  <a:pt x="111263" y="89833"/>
                </a:lnTo>
                <a:lnTo>
                  <a:pt x="111342" y="94261"/>
                </a:lnTo>
                <a:cubicBezTo>
                  <a:pt x="111342" y="97266"/>
                  <a:pt x="111526" y="99190"/>
                  <a:pt x="111895" y="100034"/>
                </a:cubicBezTo>
                <a:cubicBezTo>
                  <a:pt x="112528" y="101457"/>
                  <a:pt x="113464" y="102498"/>
                  <a:pt x="114703" y="103157"/>
                </a:cubicBezTo>
                <a:cubicBezTo>
                  <a:pt x="115941" y="103816"/>
                  <a:pt x="118037" y="104225"/>
                  <a:pt x="120989" y="104383"/>
                </a:cubicBezTo>
                <a:lnTo>
                  <a:pt x="120989" y="107230"/>
                </a:lnTo>
                <a:lnTo>
                  <a:pt x="81055" y="107230"/>
                </a:lnTo>
                <a:lnTo>
                  <a:pt x="81055" y="104383"/>
                </a:lnTo>
                <a:cubicBezTo>
                  <a:pt x="84271" y="104119"/>
                  <a:pt x="86445" y="103236"/>
                  <a:pt x="87579" y="101734"/>
                </a:cubicBezTo>
                <a:cubicBezTo>
                  <a:pt x="88712" y="100231"/>
                  <a:pt x="89279" y="96264"/>
                  <a:pt x="89279" y="89833"/>
                </a:cubicBezTo>
                <a:lnTo>
                  <a:pt x="89279" y="48870"/>
                </a:lnTo>
                <a:cubicBezTo>
                  <a:pt x="89279" y="44626"/>
                  <a:pt x="89068" y="41921"/>
                  <a:pt x="88646" y="40755"/>
                </a:cubicBezTo>
                <a:cubicBezTo>
                  <a:pt x="88119" y="39269"/>
                  <a:pt x="87355" y="38181"/>
                  <a:pt x="86353" y="37493"/>
                </a:cubicBezTo>
                <a:cubicBezTo>
                  <a:pt x="85351" y="36803"/>
                  <a:pt x="83585" y="36325"/>
                  <a:pt x="81055" y="36060"/>
                </a:cubicBezTo>
                <a:lnTo>
                  <a:pt x="81055" y="33213"/>
                </a:lnTo>
                <a:lnTo>
                  <a:pt x="111263" y="33213"/>
                </a:lnTo>
                <a:close/>
                <a:moveTo>
                  <a:pt x="236568" y="31315"/>
                </a:moveTo>
                <a:lnTo>
                  <a:pt x="237754" y="56620"/>
                </a:lnTo>
                <a:lnTo>
                  <a:pt x="235066" y="56620"/>
                </a:lnTo>
                <a:cubicBezTo>
                  <a:pt x="231850" y="49073"/>
                  <a:pt x="228516" y="43918"/>
                  <a:pt x="225062" y="41155"/>
                </a:cubicBezTo>
                <a:cubicBezTo>
                  <a:pt x="221609" y="38391"/>
                  <a:pt x="218170" y="37008"/>
                  <a:pt x="214743" y="37008"/>
                </a:cubicBezTo>
                <a:cubicBezTo>
                  <a:pt x="212581" y="37008"/>
                  <a:pt x="210736" y="37733"/>
                  <a:pt x="209207" y="39183"/>
                </a:cubicBezTo>
                <a:cubicBezTo>
                  <a:pt x="207679" y="40633"/>
                  <a:pt x="206914" y="42307"/>
                  <a:pt x="206914" y="44205"/>
                </a:cubicBezTo>
                <a:cubicBezTo>
                  <a:pt x="206914" y="45628"/>
                  <a:pt x="207441" y="46999"/>
                  <a:pt x="208496" y="48317"/>
                </a:cubicBezTo>
                <a:cubicBezTo>
                  <a:pt x="210183" y="50478"/>
                  <a:pt x="214901" y="54182"/>
                  <a:pt x="222651" y="59427"/>
                </a:cubicBezTo>
                <a:cubicBezTo>
                  <a:pt x="230400" y="64673"/>
                  <a:pt x="235501" y="69127"/>
                  <a:pt x="237952" y="72791"/>
                </a:cubicBezTo>
                <a:cubicBezTo>
                  <a:pt x="240404" y="76455"/>
                  <a:pt x="241629" y="80554"/>
                  <a:pt x="241629" y="85088"/>
                </a:cubicBezTo>
                <a:cubicBezTo>
                  <a:pt x="241629" y="89200"/>
                  <a:pt x="240601" y="93233"/>
                  <a:pt x="238545" y="97187"/>
                </a:cubicBezTo>
                <a:cubicBezTo>
                  <a:pt x="236489" y="101141"/>
                  <a:pt x="233590" y="104172"/>
                  <a:pt x="229847" y="106281"/>
                </a:cubicBezTo>
                <a:cubicBezTo>
                  <a:pt x="226104" y="108390"/>
                  <a:pt x="221965" y="109444"/>
                  <a:pt x="217431" y="109444"/>
                </a:cubicBezTo>
                <a:cubicBezTo>
                  <a:pt x="213899" y="109444"/>
                  <a:pt x="209181" y="108316"/>
                  <a:pt x="203276" y="106061"/>
                </a:cubicBezTo>
                <a:cubicBezTo>
                  <a:pt x="201695" y="105469"/>
                  <a:pt x="200614" y="105174"/>
                  <a:pt x="200034" y="105174"/>
                </a:cubicBezTo>
                <a:cubicBezTo>
                  <a:pt x="198295" y="105174"/>
                  <a:pt x="196845" y="106492"/>
                  <a:pt x="195685" y="109128"/>
                </a:cubicBezTo>
                <a:lnTo>
                  <a:pt x="193075" y="109128"/>
                </a:lnTo>
                <a:lnTo>
                  <a:pt x="191810" y="82557"/>
                </a:lnTo>
                <a:lnTo>
                  <a:pt x="194499" y="82557"/>
                </a:lnTo>
                <a:cubicBezTo>
                  <a:pt x="196871" y="89516"/>
                  <a:pt x="200127" y="94735"/>
                  <a:pt x="204265" y="98215"/>
                </a:cubicBezTo>
                <a:cubicBezTo>
                  <a:pt x="208403" y="101694"/>
                  <a:pt x="212318" y="103434"/>
                  <a:pt x="216008" y="103434"/>
                </a:cubicBezTo>
                <a:cubicBezTo>
                  <a:pt x="218539" y="103434"/>
                  <a:pt x="220608" y="102656"/>
                  <a:pt x="222216" y="101101"/>
                </a:cubicBezTo>
                <a:cubicBezTo>
                  <a:pt x="223824" y="99546"/>
                  <a:pt x="224628" y="97661"/>
                  <a:pt x="224628" y="95447"/>
                </a:cubicBezTo>
                <a:cubicBezTo>
                  <a:pt x="224628" y="92917"/>
                  <a:pt x="223837" y="90729"/>
                  <a:pt x="222255" y="88884"/>
                </a:cubicBezTo>
                <a:cubicBezTo>
                  <a:pt x="220674" y="87038"/>
                  <a:pt x="217141" y="84244"/>
                  <a:pt x="211659" y="80501"/>
                </a:cubicBezTo>
                <a:cubicBezTo>
                  <a:pt x="203593" y="74913"/>
                  <a:pt x="198374" y="70643"/>
                  <a:pt x="196001" y="67691"/>
                </a:cubicBezTo>
                <a:cubicBezTo>
                  <a:pt x="192522" y="63368"/>
                  <a:pt x="190782" y="58597"/>
                  <a:pt x="190782" y="53378"/>
                </a:cubicBezTo>
                <a:cubicBezTo>
                  <a:pt x="190782" y="47684"/>
                  <a:pt x="192746" y="42531"/>
                  <a:pt x="196673" y="37918"/>
                </a:cubicBezTo>
                <a:cubicBezTo>
                  <a:pt x="200601" y="33305"/>
                  <a:pt x="206281" y="30999"/>
                  <a:pt x="213715" y="30999"/>
                </a:cubicBezTo>
                <a:cubicBezTo>
                  <a:pt x="217721" y="30999"/>
                  <a:pt x="221596" y="32012"/>
                  <a:pt x="225339" y="34038"/>
                </a:cubicBezTo>
                <a:cubicBezTo>
                  <a:pt x="226763" y="34859"/>
                  <a:pt x="227922" y="35269"/>
                  <a:pt x="228819" y="35269"/>
                </a:cubicBezTo>
                <a:cubicBezTo>
                  <a:pt x="229768" y="35269"/>
                  <a:pt x="230532" y="35071"/>
                  <a:pt x="231112" y="34676"/>
                </a:cubicBezTo>
                <a:cubicBezTo>
                  <a:pt x="231692" y="34280"/>
                  <a:pt x="232614" y="33160"/>
                  <a:pt x="233880" y="31315"/>
                </a:cubicBezTo>
                <a:lnTo>
                  <a:pt x="236568" y="31315"/>
                </a:lnTo>
                <a:close/>
                <a:moveTo>
                  <a:pt x="293895" y="96317"/>
                </a:moveTo>
                <a:cubicBezTo>
                  <a:pt x="284880" y="104330"/>
                  <a:pt x="276788" y="108337"/>
                  <a:pt x="269618" y="108337"/>
                </a:cubicBezTo>
                <a:cubicBezTo>
                  <a:pt x="265401" y="108337"/>
                  <a:pt x="261895" y="106949"/>
                  <a:pt x="259101" y="104173"/>
                </a:cubicBezTo>
                <a:cubicBezTo>
                  <a:pt x="256307" y="101395"/>
                  <a:pt x="254910" y="97917"/>
                  <a:pt x="254910" y="93740"/>
                </a:cubicBezTo>
                <a:cubicBezTo>
                  <a:pt x="254910" y="88079"/>
                  <a:pt x="257335" y="82987"/>
                  <a:pt x="262185" y="78465"/>
                </a:cubicBezTo>
                <a:cubicBezTo>
                  <a:pt x="267035" y="73943"/>
                  <a:pt x="277605" y="67926"/>
                  <a:pt x="293895" y="60416"/>
                </a:cubicBezTo>
                <a:lnTo>
                  <a:pt x="293895" y="52982"/>
                </a:lnTo>
                <a:cubicBezTo>
                  <a:pt x="293895" y="47394"/>
                  <a:pt x="293592" y="43875"/>
                  <a:pt x="292986" y="42425"/>
                </a:cubicBezTo>
                <a:cubicBezTo>
                  <a:pt x="292380" y="40976"/>
                  <a:pt x="291233" y="39710"/>
                  <a:pt x="289546" y="38630"/>
                </a:cubicBezTo>
                <a:cubicBezTo>
                  <a:pt x="287859" y="37549"/>
                  <a:pt x="285961" y="37008"/>
                  <a:pt x="283852" y="37008"/>
                </a:cubicBezTo>
                <a:cubicBezTo>
                  <a:pt x="280426" y="37008"/>
                  <a:pt x="277605" y="37773"/>
                  <a:pt x="275391" y="39302"/>
                </a:cubicBezTo>
                <a:cubicBezTo>
                  <a:pt x="274020" y="40251"/>
                  <a:pt x="273335" y="41358"/>
                  <a:pt x="273335" y="42623"/>
                </a:cubicBezTo>
                <a:cubicBezTo>
                  <a:pt x="273335" y="43730"/>
                  <a:pt x="274073" y="45101"/>
                  <a:pt x="275549" y="46735"/>
                </a:cubicBezTo>
                <a:cubicBezTo>
                  <a:pt x="277553" y="49002"/>
                  <a:pt x="278554" y="51190"/>
                  <a:pt x="278554" y="53299"/>
                </a:cubicBezTo>
                <a:cubicBezTo>
                  <a:pt x="278554" y="55882"/>
                  <a:pt x="277592" y="58083"/>
                  <a:pt x="275668" y="59902"/>
                </a:cubicBezTo>
                <a:cubicBezTo>
                  <a:pt x="273744" y="61720"/>
                  <a:pt x="271226" y="62630"/>
                  <a:pt x="268116" y="62630"/>
                </a:cubicBezTo>
                <a:cubicBezTo>
                  <a:pt x="264795" y="62630"/>
                  <a:pt x="262014" y="61628"/>
                  <a:pt x="259773" y="59625"/>
                </a:cubicBezTo>
                <a:cubicBezTo>
                  <a:pt x="257533" y="57621"/>
                  <a:pt x="256412" y="55275"/>
                  <a:pt x="256412" y="52587"/>
                </a:cubicBezTo>
                <a:cubicBezTo>
                  <a:pt x="256412" y="48791"/>
                  <a:pt x="257915" y="45167"/>
                  <a:pt x="260920" y="41714"/>
                </a:cubicBezTo>
                <a:cubicBezTo>
                  <a:pt x="263925" y="38261"/>
                  <a:pt x="268116" y="35611"/>
                  <a:pt x="273493" y="33766"/>
                </a:cubicBezTo>
                <a:cubicBezTo>
                  <a:pt x="278871" y="31921"/>
                  <a:pt x="284459" y="30999"/>
                  <a:pt x="290258" y="30999"/>
                </a:cubicBezTo>
                <a:cubicBezTo>
                  <a:pt x="297269" y="30999"/>
                  <a:pt x="302818" y="32492"/>
                  <a:pt x="306904" y="35479"/>
                </a:cubicBezTo>
                <a:cubicBezTo>
                  <a:pt x="310989" y="38464"/>
                  <a:pt x="313639" y="41700"/>
                  <a:pt x="314851" y="45188"/>
                </a:cubicBezTo>
                <a:cubicBezTo>
                  <a:pt x="315589" y="47407"/>
                  <a:pt x="315958" y="52506"/>
                  <a:pt x="315958" y="60485"/>
                </a:cubicBezTo>
                <a:lnTo>
                  <a:pt x="315958" y="89257"/>
                </a:lnTo>
                <a:cubicBezTo>
                  <a:pt x="315958" y="92639"/>
                  <a:pt x="316090" y="94767"/>
                  <a:pt x="316354" y="95640"/>
                </a:cubicBezTo>
                <a:cubicBezTo>
                  <a:pt x="316617" y="96511"/>
                  <a:pt x="317012" y="97159"/>
                  <a:pt x="317540" y="97582"/>
                </a:cubicBezTo>
                <a:cubicBezTo>
                  <a:pt x="318067" y="98004"/>
                  <a:pt x="318673" y="98215"/>
                  <a:pt x="319358" y="98215"/>
                </a:cubicBezTo>
                <a:cubicBezTo>
                  <a:pt x="320729" y="98215"/>
                  <a:pt x="322126" y="97240"/>
                  <a:pt x="323550" y="95289"/>
                </a:cubicBezTo>
                <a:lnTo>
                  <a:pt x="325922" y="97187"/>
                </a:lnTo>
                <a:cubicBezTo>
                  <a:pt x="323286" y="101088"/>
                  <a:pt x="320558" y="103922"/>
                  <a:pt x="317737" y="105688"/>
                </a:cubicBezTo>
                <a:cubicBezTo>
                  <a:pt x="314917" y="107454"/>
                  <a:pt x="311714" y="108337"/>
                  <a:pt x="308129" y="108337"/>
                </a:cubicBezTo>
                <a:cubicBezTo>
                  <a:pt x="303912" y="108337"/>
                  <a:pt x="300617" y="107342"/>
                  <a:pt x="298245" y="105352"/>
                </a:cubicBezTo>
                <a:cubicBezTo>
                  <a:pt x="295872" y="103361"/>
                  <a:pt x="294423" y="100350"/>
                  <a:pt x="293895" y="96317"/>
                </a:cubicBezTo>
                <a:moveTo>
                  <a:pt x="293895" y="90465"/>
                </a:moveTo>
                <a:lnTo>
                  <a:pt x="293895" y="65729"/>
                </a:lnTo>
                <a:cubicBezTo>
                  <a:pt x="287516" y="69490"/>
                  <a:pt x="282772" y="73516"/>
                  <a:pt x="279661" y="77808"/>
                </a:cubicBezTo>
                <a:cubicBezTo>
                  <a:pt x="277605" y="80668"/>
                  <a:pt x="276577" y="83555"/>
                  <a:pt x="276577" y="86469"/>
                </a:cubicBezTo>
                <a:cubicBezTo>
                  <a:pt x="276577" y="88906"/>
                  <a:pt x="277447" y="91052"/>
                  <a:pt x="279187" y="92907"/>
                </a:cubicBezTo>
                <a:cubicBezTo>
                  <a:pt x="280505" y="94337"/>
                  <a:pt x="282350" y="95052"/>
                  <a:pt x="284722" y="95052"/>
                </a:cubicBezTo>
                <a:cubicBezTo>
                  <a:pt x="287358" y="95052"/>
                  <a:pt x="290416" y="93523"/>
                  <a:pt x="293895" y="90465"/>
                </a:cubicBezTo>
                <a:close/>
                <a:moveTo>
                  <a:pt x="364750" y="33213"/>
                </a:moveTo>
                <a:lnTo>
                  <a:pt x="364750" y="43018"/>
                </a:lnTo>
                <a:cubicBezTo>
                  <a:pt x="368809" y="38560"/>
                  <a:pt x="372566" y="35443"/>
                  <a:pt x="376019" y="33665"/>
                </a:cubicBezTo>
                <a:cubicBezTo>
                  <a:pt x="379472" y="31887"/>
                  <a:pt x="383254" y="30999"/>
                  <a:pt x="387366" y="30999"/>
                </a:cubicBezTo>
                <a:cubicBezTo>
                  <a:pt x="392111" y="30999"/>
                  <a:pt x="396091" y="32112"/>
                  <a:pt x="399307" y="34340"/>
                </a:cubicBezTo>
                <a:cubicBezTo>
                  <a:pt x="402523" y="36567"/>
                  <a:pt x="405001" y="39961"/>
                  <a:pt x="406740" y="44521"/>
                </a:cubicBezTo>
                <a:cubicBezTo>
                  <a:pt x="410958" y="39748"/>
                  <a:pt x="415004" y="36302"/>
                  <a:pt x="418879" y="34181"/>
                </a:cubicBezTo>
                <a:cubicBezTo>
                  <a:pt x="422754" y="32060"/>
                  <a:pt x="426800" y="30999"/>
                  <a:pt x="431017" y="30999"/>
                </a:cubicBezTo>
                <a:cubicBezTo>
                  <a:pt x="436131" y="30999"/>
                  <a:pt x="440204" y="32173"/>
                  <a:pt x="443235" y="34522"/>
                </a:cubicBezTo>
                <a:cubicBezTo>
                  <a:pt x="446266" y="36872"/>
                  <a:pt x="448375" y="39854"/>
                  <a:pt x="449561" y="43471"/>
                </a:cubicBezTo>
                <a:cubicBezTo>
                  <a:pt x="450747" y="47087"/>
                  <a:pt x="451340" y="52854"/>
                  <a:pt x="451340" y="60771"/>
                </a:cubicBezTo>
                <a:lnTo>
                  <a:pt x="451340" y="91098"/>
                </a:lnTo>
                <a:cubicBezTo>
                  <a:pt x="451340" y="96791"/>
                  <a:pt x="451854" y="100324"/>
                  <a:pt x="452882" y="101694"/>
                </a:cubicBezTo>
                <a:cubicBezTo>
                  <a:pt x="453910" y="103065"/>
                  <a:pt x="456059" y="103961"/>
                  <a:pt x="459327" y="104383"/>
                </a:cubicBezTo>
                <a:lnTo>
                  <a:pt x="459327" y="107230"/>
                </a:lnTo>
                <a:lnTo>
                  <a:pt x="421133" y="107230"/>
                </a:lnTo>
                <a:lnTo>
                  <a:pt x="421133" y="104383"/>
                </a:lnTo>
                <a:cubicBezTo>
                  <a:pt x="424138" y="104119"/>
                  <a:pt x="426352" y="102960"/>
                  <a:pt x="427775" y="100903"/>
                </a:cubicBezTo>
                <a:cubicBezTo>
                  <a:pt x="428724" y="99480"/>
                  <a:pt x="429199" y="96212"/>
                  <a:pt x="429199" y="91098"/>
                </a:cubicBezTo>
                <a:lnTo>
                  <a:pt x="429199" y="59308"/>
                </a:lnTo>
                <a:cubicBezTo>
                  <a:pt x="429199" y="52719"/>
                  <a:pt x="428935" y="48528"/>
                  <a:pt x="428408" y="46735"/>
                </a:cubicBezTo>
                <a:cubicBezTo>
                  <a:pt x="427881" y="44943"/>
                  <a:pt x="427050" y="43611"/>
                  <a:pt x="425917" y="42742"/>
                </a:cubicBezTo>
                <a:cubicBezTo>
                  <a:pt x="424783" y="41872"/>
                  <a:pt x="423452" y="41437"/>
                  <a:pt x="421923" y="41437"/>
                </a:cubicBezTo>
                <a:cubicBezTo>
                  <a:pt x="419657" y="41437"/>
                  <a:pt x="417363" y="42267"/>
                  <a:pt x="415044" y="43928"/>
                </a:cubicBezTo>
                <a:cubicBezTo>
                  <a:pt x="412724" y="45588"/>
                  <a:pt x="410378" y="48079"/>
                  <a:pt x="408006" y="51401"/>
                </a:cubicBezTo>
                <a:lnTo>
                  <a:pt x="408006" y="91098"/>
                </a:lnTo>
                <a:cubicBezTo>
                  <a:pt x="408006" y="96422"/>
                  <a:pt x="408454" y="99770"/>
                  <a:pt x="409350" y="101141"/>
                </a:cubicBezTo>
                <a:cubicBezTo>
                  <a:pt x="410563" y="103091"/>
                  <a:pt x="412882" y="104172"/>
                  <a:pt x="416309" y="104383"/>
                </a:cubicBezTo>
                <a:lnTo>
                  <a:pt x="416309" y="107230"/>
                </a:lnTo>
                <a:lnTo>
                  <a:pt x="378035" y="107230"/>
                </a:lnTo>
                <a:lnTo>
                  <a:pt x="378035" y="104383"/>
                </a:lnTo>
                <a:cubicBezTo>
                  <a:pt x="380091" y="104277"/>
                  <a:pt x="381712" y="103763"/>
                  <a:pt x="382898" y="102841"/>
                </a:cubicBezTo>
                <a:cubicBezTo>
                  <a:pt x="384085" y="101918"/>
                  <a:pt x="384875" y="100811"/>
                  <a:pt x="385271" y="99520"/>
                </a:cubicBezTo>
                <a:cubicBezTo>
                  <a:pt x="385666" y="98228"/>
                  <a:pt x="385864" y="95421"/>
                  <a:pt x="385864" y="91098"/>
                </a:cubicBezTo>
                <a:lnTo>
                  <a:pt x="385864" y="59259"/>
                </a:lnTo>
                <a:cubicBezTo>
                  <a:pt x="385864" y="52552"/>
                  <a:pt x="385600" y="48355"/>
                  <a:pt x="385073" y="46666"/>
                </a:cubicBezTo>
                <a:cubicBezTo>
                  <a:pt x="384546" y="44976"/>
                  <a:pt x="383663" y="43655"/>
                  <a:pt x="382424" y="42705"/>
                </a:cubicBezTo>
                <a:cubicBezTo>
                  <a:pt x="381185" y="41754"/>
                  <a:pt x="379854" y="41279"/>
                  <a:pt x="378431" y="41279"/>
                </a:cubicBezTo>
                <a:cubicBezTo>
                  <a:pt x="376322" y="41279"/>
                  <a:pt x="374398" y="41836"/>
                  <a:pt x="372658" y="42952"/>
                </a:cubicBezTo>
                <a:cubicBezTo>
                  <a:pt x="370180" y="44599"/>
                  <a:pt x="367544" y="47415"/>
                  <a:pt x="364750" y="51401"/>
                </a:cubicBezTo>
                <a:lnTo>
                  <a:pt x="364750" y="91098"/>
                </a:lnTo>
                <a:cubicBezTo>
                  <a:pt x="364750" y="96317"/>
                  <a:pt x="365264" y="99757"/>
                  <a:pt x="366292" y="101417"/>
                </a:cubicBezTo>
                <a:cubicBezTo>
                  <a:pt x="367320" y="103078"/>
                  <a:pt x="369468" y="104067"/>
                  <a:pt x="372737" y="104383"/>
                </a:cubicBezTo>
                <a:lnTo>
                  <a:pt x="372737" y="107230"/>
                </a:lnTo>
                <a:lnTo>
                  <a:pt x="334621" y="107230"/>
                </a:lnTo>
                <a:lnTo>
                  <a:pt x="334621" y="104383"/>
                </a:lnTo>
                <a:cubicBezTo>
                  <a:pt x="337732" y="104067"/>
                  <a:pt x="339946" y="103065"/>
                  <a:pt x="341264" y="101378"/>
                </a:cubicBezTo>
                <a:cubicBezTo>
                  <a:pt x="342160" y="100218"/>
                  <a:pt x="342608" y="96791"/>
                  <a:pt x="342608" y="91098"/>
                </a:cubicBezTo>
                <a:lnTo>
                  <a:pt x="342608" y="49345"/>
                </a:lnTo>
                <a:cubicBezTo>
                  <a:pt x="342608" y="43689"/>
                  <a:pt x="342094" y="40167"/>
                  <a:pt x="341066" y="38780"/>
                </a:cubicBezTo>
                <a:cubicBezTo>
                  <a:pt x="340038" y="37393"/>
                  <a:pt x="337890" y="36486"/>
                  <a:pt x="334621" y="36060"/>
                </a:cubicBezTo>
                <a:lnTo>
                  <a:pt x="334621" y="33213"/>
                </a:lnTo>
                <a:lnTo>
                  <a:pt x="364750" y="33213"/>
                </a:lnTo>
                <a:close/>
                <a:moveTo>
                  <a:pt x="497648" y="99717"/>
                </a:moveTo>
                <a:lnTo>
                  <a:pt x="497648" y="127157"/>
                </a:lnTo>
                <a:cubicBezTo>
                  <a:pt x="497648" y="131004"/>
                  <a:pt x="497951" y="133622"/>
                  <a:pt x="498557" y="135011"/>
                </a:cubicBezTo>
                <a:cubicBezTo>
                  <a:pt x="499164" y="136401"/>
                  <a:pt x="500099" y="137417"/>
                  <a:pt x="501365" y="138058"/>
                </a:cubicBezTo>
                <a:cubicBezTo>
                  <a:pt x="502630" y="138699"/>
                  <a:pt x="505108" y="139019"/>
                  <a:pt x="508798" y="139019"/>
                </a:cubicBezTo>
                <a:lnTo>
                  <a:pt x="508798" y="141866"/>
                </a:lnTo>
                <a:lnTo>
                  <a:pt x="466650" y="141866"/>
                </a:lnTo>
                <a:lnTo>
                  <a:pt x="466650" y="139019"/>
                </a:lnTo>
                <a:cubicBezTo>
                  <a:pt x="469918" y="138912"/>
                  <a:pt x="472343" y="137977"/>
                  <a:pt x="473925" y="136214"/>
                </a:cubicBezTo>
                <a:cubicBezTo>
                  <a:pt x="474979" y="134987"/>
                  <a:pt x="475506" y="131810"/>
                  <a:pt x="475506" y="126683"/>
                </a:cubicBezTo>
                <a:lnTo>
                  <a:pt x="475506" y="48712"/>
                </a:lnTo>
                <a:cubicBezTo>
                  <a:pt x="475506" y="43427"/>
                  <a:pt x="474900" y="40051"/>
                  <a:pt x="473687" y="38583"/>
                </a:cubicBezTo>
                <a:cubicBezTo>
                  <a:pt x="472475" y="37115"/>
                  <a:pt x="470129" y="36274"/>
                  <a:pt x="466650" y="36060"/>
                </a:cubicBezTo>
                <a:lnTo>
                  <a:pt x="466650" y="33213"/>
                </a:lnTo>
                <a:lnTo>
                  <a:pt x="497648" y="33213"/>
                </a:lnTo>
                <a:lnTo>
                  <a:pt x="497648" y="42939"/>
                </a:lnTo>
                <a:cubicBezTo>
                  <a:pt x="500231" y="39144"/>
                  <a:pt x="502867" y="36402"/>
                  <a:pt x="505556" y="34715"/>
                </a:cubicBezTo>
                <a:cubicBezTo>
                  <a:pt x="509404" y="32237"/>
                  <a:pt x="513595" y="30999"/>
                  <a:pt x="518129" y="30999"/>
                </a:cubicBezTo>
                <a:cubicBezTo>
                  <a:pt x="523559" y="30999"/>
                  <a:pt x="528502" y="32714"/>
                  <a:pt x="532956" y="36144"/>
                </a:cubicBezTo>
                <a:cubicBezTo>
                  <a:pt x="537411" y="39574"/>
                  <a:pt x="540798" y="44310"/>
                  <a:pt x="543118" y="50353"/>
                </a:cubicBezTo>
                <a:cubicBezTo>
                  <a:pt x="545438" y="56396"/>
                  <a:pt x="546597" y="62900"/>
                  <a:pt x="546597" y="69865"/>
                </a:cubicBezTo>
                <a:cubicBezTo>
                  <a:pt x="546597" y="77358"/>
                  <a:pt x="545398" y="84205"/>
                  <a:pt x="542999" y="90406"/>
                </a:cubicBezTo>
                <a:cubicBezTo>
                  <a:pt x="540601" y="96607"/>
                  <a:pt x="537121" y="101330"/>
                  <a:pt x="532561" y="104576"/>
                </a:cubicBezTo>
                <a:cubicBezTo>
                  <a:pt x="528001" y="107821"/>
                  <a:pt x="522927" y="109444"/>
                  <a:pt x="517338" y="109444"/>
                </a:cubicBezTo>
                <a:cubicBezTo>
                  <a:pt x="513279" y="109444"/>
                  <a:pt x="509483" y="108548"/>
                  <a:pt x="505951" y="106755"/>
                </a:cubicBezTo>
                <a:cubicBezTo>
                  <a:pt x="503315" y="105385"/>
                  <a:pt x="500548" y="103039"/>
                  <a:pt x="497648" y="99717"/>
                </a:cubicBezTo>
                <a:moveTo>
                  <a:pt x="497648" y="91718"/>
                </a:moveTo>
                <a:cubicBezTo>
                  <a:pt x="502182" y="98158"/>
                  <a:pt x="507032" y="101378"/>
                  <a:pt x="512198" y="101378"/>
                </a:cubicBezTo>
                <a:cubicBezTo>
                  <a:pt x="515045" y="101378"/>
                  <a:pt x="517391" y="99874"/>
                  <a:pt x="519236" y="96866"/>
                </a:cubicBezTo>
                <a:cubicBezTo>
                  <a:pt x="521978" y="92431"/>
                  <a:pt x="523348" y="83984"/>
                  <a:pt x="523348" y="71526"/>
                </a:cubicBezTo>
                <a:cubicBezTo>
                  <a:pt x="523348" y="58752"/>
                  <a:pt x="521846" y="50015"/>
                  <a:pt x="518841" y="45317"/>
                </a:cubicBezTo>
                <a:cubicBezTo>
                  <a:pt x="516838" y="42203"/>
                  <a:pt x="514149" y="40646"/>
                  <a:pt x="510775" y="40646"/>
                </a:cubicBezTo>
                <a:cubicBezTo>
                  <a:pt x="505450" y="40646"/>
                  <a:pt x="501075" y="44499"/>
                  <a:pt x="497648" y="52206"/>
                </a:cubicBezTo>
                <a:lnTo>
                  <a:pt x="497648" y="91718"/>
                </a:lnTo>
                <a:close/>
                <a:moveTo>
                  <a:pt x="588220" y="0"/>
                </a:moveTo>
                <a:lnTo>
                  <a:pt x="588220" y="91889"/>
                </a:lnTo>
                <a:cubicBezTo>
                  <a:pt x="588220" y="97108"/>
                  <a:pt x="588826" y="100442"/>
                  <a:pt x="590038" y="101892"/>
                </a:cubicBezTo>
                <a:cubicBezTo>
                  <a:pt x="591251" y="103342"/>
                  <a:pt x="593623" y="104172"/>
                  <a:pt x="597155" y="104383"/>
                </a:cubicBezTo>
                <a:lnTo>
                  <a:pt x="597155" y="107230"/>
                </a:lnTo>
                <a:lnTo>
                  <a:pt x="557221" y="107230"/>
                </a:lnTo>
                <a:lnTo>
                  <a:pt x="557221" y="104383"/>
                </a:lnTo>
                <a:cubicBezTo>
                  <a:pt x="560490" y="104277"/>
                  <a:pt x="562915" y="103329"/>
                  <a:pt x="564496" y="101536"/>
                </a:cubicBezTo>
                <a:cubicBezTo>
                  <a:pt x="565551" y="100324"/>
                  <a:pt x="566078" y="97108"/>
                  <a:pt x="566078" y="91889"/>
                </a:cubicBezTo>
                <a:lnTo>
                  <a:pt x="566078" y="15341"/>
                </a:lnTo>
                <a:cubicBezTo>
                  <a:pt x="566078" y="10142"/>
                  <a:pt x="565472" y="6813"/>
                  <a:pt x="564259" y="5355"/>
                </a:cubicBezTo>
                <a:cubicBezTo>
                  <a:pt x="563047" y="3895"/>
                  <a:pt x="560701" y="3059"/>
                  <a:pt x="557221" y="2847"/>
                </a:cubicBezTo>
                <a:lnTo>
                  <a:pt x="557221" y="0"/>
                </a:lnTo>
                <a:lnTo>
                  <a:pt x="588220" y="0"/>
                </a:lnTo>
                <a:close/>
                <a:moveTo>
                  <a:pt x="666606" y="67533"/>
                </a:moveTo>
                <a:lnTo>
                  <a:pt x="626039" y="67533"/>
                </a:lnTo>
                <a:cubicBezTo>
                  <a:pt x="626513" y="77365"/>
                  <a:pt x="629123" y="85135"/>
                  <a:pt x="633868" y="90843"/>
                </a:cubicBezTo>
                <a:cubicBezTo>
                  <a:pt x="637505" y="95230"/>
                  <a:pt x="641881" y="97424"/>
                  <a:pt x="646995" y="97424"/>
                </a:cubicBezTo>
                <a:cubicBezTo>
                  <a:pt x="650158" y="97424"/>
                  <a:pt x="653031" y="96541"/>
                  <a:pt x="655614" y="94775"/>
                </a:cubicBezTo>
                <a:cubicBezTo>
                  <a:pt x="658197" y="93009"/>
                  <a:pt x="660965" y="89833"/>
                  <a:pt x="663917" y="85246"/>
                </a:cubicBezTo>
                <a:lnTo>
                  <a:pt x="666606" y="86986"/>
                </a:lnTo>
                <a:cubicBezTo>
                  <a:pt x="662599" y="95157"/>
                  <a:pt x="658171" y="100943"/>
                  <a:pt x="653321" y="104343"/>
                </a:cubicBezTo>
                <a:cubicBezTo>
                  <a:pt x="648471" y="107744"/>
                  <a:pt x="642856" y="109444"/>
                  <a:pt x="636477" y="109444"/>
                </a:cubicBezTo>
                <a:cubicBezTo>
                  <a:pt x="625512" y="109444"/>
                  <a:pt x="617209" y="105222"/>
                  <a:pt x="611568" y="96779"/>
                </a:cubicBezTo>
                <a:cubicBezTo>
                  <a:pt x="607034" y="89972"/>
                  <a:pt x="604767" y="81529"/>
                  <a:pt x="604767" y="71449"/>
                </a:cubicBezTo>
                <a:cubicBezTo>
                  <a:pt x="604767" y="59100"/>
                  <a:pt x="608101" y="49271"/>
                  <a:pt x="614770" y="41963"/>
                </a:cubicBezTo>
                <a:cubicBezTo>
                  <a:pt x="621439" y="34653"/>
                  <a:pt x="629255" y="30999"/>
                  <a:pt x="638217" y="30999"/>
                </a:cubicBezTo>
                <a:cubicBezTo>
                  <a:pt x="645703" y="30999"/>
                  <a:pt x="652201" y="34069"/>
                  <a:pt x="657710" y="40211"/>
                </a:cubicBezTo>
                <a:cubicBezTo>
                  <a:pt x="663219" y="46353"/>
                  <a:pt x="666184" y="55460"/>
                  <a:pt x="666606" y="67533"/>
                </a:cubicBezTo>
                <a:moveTo>
                  <a:pt x="647153" y="62313"/>
                </a:moveTo>
                <a:cubicBezTo>
                  <a:pt x="647153" y="53826"/>
                  <a:pt x="646691" y="48000"/>
                  <a:pt x="645769" y="44837"/>
                </a:cubicBezTo>
                <a:cubicBezTo>
                  <a:pt x="644846" y="41674"/>
                  <a:pt x="643410" y="39275"/>
                  <a:pt x="641459" y="37641"/>
                </a:cubicBezTo>
                <a:cubicBezTo>
                  <a:pt x="640352" y="36692"/>
                  <a:pt x="638876" y="36218"/>
                  <a:pt x="637031" y="36218"/>
                </a:cubicBezTo>
                <a:cubicBezTo>
                  <a:pt x="634289" y="36218"/>
                  <a:pt x="632049" y="37562"/>
                  <a:pt x="630309" y="40251"/>
                </a:cubicBezTo>
                <a:cubicBezTo>
                  <a:pt x="627199" y="44943"/>
                  <a:pt x="625644" y="51374"/>
                  <a:pt x="625644" y="59546"/>
                </a:cubicBezTo>
                <a:lnTo>
                  <a:pt x="625644" y="62313"/>
                </a:lnTo>
                <a:lnTo>
                  <a:pt x="647153" y="62313"/>
                </a:lnTo>
                <a:close/>
                <a:moveTo>
                  <a:pt x="722407" y="31315"/>
                </a:moveTo>
                <a:lnTo>
                  <a:pt x="723593" y="56620"/>
                </a:lnTo>
                <a:lnTo>
                  <a:pt x="720905" y="56620"/>
                </a:lnTo>
                <a:cubicBezTo>
                  <a:pt x="717689" y="49073"/>
                  <a:pt x="714354" y="43918"/>
                  <a:pt x="710901" y="41155"/>
                </a:cubicBezTo>
                <a:cubicBezTo>
                  <a:pt x="707448" y="38391"/>
                  <a:pt x="704008" y="37008"/>
                  <a:pt x="700582" y="37008"/>
                </a:cubicBezTo>
                <a:cubicBezTo>
                  <a:pt x="698420" y="37008"/>
                  <a:pt x="696575" y="37733"/>
                  <a:pt x="695046" y="39183"/>
                </a:cubicBezTo>
                <a:cubicBezTo>
                  <a:pt x="693517" y="40633"/>
                  <a:pt x="692753" y="42307"/>
                  <a:pt x="692753" y="44205"/>
                </a:cubicBezTo>
                <a:cubicBezTo>
                  <a:pt x="692753" y="45628"/>
                  <a:pt x="693280" y="46999"/>
                  <a:pt x="694334" y="48317"/>
                </a:cubicBezTo>
                <a:cubicBezTo>
                  <a:pt x="696021" y="50478"/>
                  <a:pt x="700740" y="54182"/>
                  <a:pt x="708489" y="59427"/>
                </a:cubicBezTo>
                <a:cubicBezTo>
                  <a:pt x="716239" y="64673"/>
                  <a:pt x="721339" y="69127"/>
                  <a:pt x="723791" y="72791"/>
                </a:cubicBezTo>
                <a:cubicBezTo>
                  <a:pt x="726242" y="76455"/>
                  <a:pt x="727468" y="80554"/>
                  <a:pt x="727468" y="85088"/>
                </a:cubicBezTo>
                <a:cubicBezTo>
                  <a:pt x="727468" y="89200"/>
                  <a:pt x="726440" y="93233"/>
                  <a:pt x="724384" y="97187"/>
                </a:cubicBezTo>
                <a:cubicBezTo>
                  <a:pt x="722328" y="101141"/>
                  <a:pt x="719428" y="104172"/>
                  <a:pt x="715685" y="106281"/>
                </a:cubicBezTo>
                <a:cubicBezTo>
                  <a:pt x="711942" y="108390"/>
                  <a:pt x="707804" y="109444"/>
                  <a:pt x="703270" y="109444"/>
                </a:cubicBezTo>
                <a:cubicBezTo>
                  <a:pt x="699738" y="109444"/>
                  <a:pt x="695020" y="108316"/>
                  <a:pt x="689115" y="106061"/>
                </a:cubicBezTo>
                <a:cubicBezTo>
                  <a:pt x="687534" y="105469"/>
                  <a:pt x="686453" y="105174"/>
                  <a:pt x="685873" y="105174"/>
                </a:cubicBezTo>
                <a:cubicBezTo>
                  <a:pt x="684133" y="105174"/>
                  <a:pt x="682684" y="106492"/>
                  <a:pt x="681524" y="109128"/>
                </a:cubicBezTo>
                <a:lnTo>
                  <a:pt x="678914" y="109128"/>
                </a:lnTo>
                <a:lnTo>
                  <a:pt x="677649" y="82557"/>
                </a:lnTo>
                <a:lnTo>
                  <a:pt x="680338" y="82557"/>
                </a:lnTo>
                <a:cubicBezTo>
                  <a:pt x="682710" y="89516"/>
                  <a:pt x="685965" y="94735"/>
                  <a:pt x="690104" y="98215"/>
                </a:cubicBezTo>
                <a:cubicBezTo>
                  <a:pt x="694242" y="101694"/>
                  <a:pt x="698156" y="103434"/>
                  <a:pt x="701847" y="103434"/>
                </a:cubicBezTo>
                <a:cubicBezTo>
                  <a:pt x="704377" y="103434"/>
                  <a:pt x="706446" y="102656"/>
                  <a:pt x="708054" y="101101"/>
                </a:cubicBezTo>
                <a:cubicBezTo>
                  <a:pt x="709662" y="99546"/>
                  <a:pt x="710466" y="97661"/>
                  <a:pt x="710466" y="95447"/>
                </a:cubicBezTo>
                <a:cubicBezTo>
                  <a:pt x="710466" y="92917"/>
                  <a:pt x="709675" y="90729"/>
                  <a:pt x="708094" y="88884"/>
                </a:cubicBezTo>
                <a:cubicBezTo>
                  <a:pt x="706512" y="87038"/>
                  <a:pt x="702980" y="84244"/>
                  <a:pt x="697497" y="80501"/>
                </a:cubicBezTo>
                <a:cubicBezTo>
                  <a:pt x="689432" y="74913"/>
                  <a:pt x="684212" y="70643"/>
                  <a:pt x="681840" y="67691"/>
                </a:cubicBezTo>
                <a:cubicBezTo>
                  <a:pt x="678361" y="63368"/>
                  <a:pt x="676621" y="58597"/>
                  <a:pt x="676621" y="53378"/>
                </a:cubicBezTo>
                <a:cubicBezTo>
                  <a:pt x="676621" y="47684"/>
                  <a:pt x="678585" y="42531"/>
                  <a:pt x="682512" y="37918"/>
                </a:cubicBezTo>
                <a:cubicBezTo>
                  <a:pt x="686440" y="33305"/>
                  <a:pt x="692120" y="30999"/>
                  <a:pt x="699554" y="30999"/>
                </a:cubicBezTo>
                <a:cubicBezTo>
                  <a:pt x="703560" y="30999"/>
                  <a:pt x="707435" y="32012"/>
                  <a:pt x="711178" y="34038"/>
                </a:cubicBezTo>
                <a:cubicBezTo>
                  <a:pt x="712601" y="34859"/>
                  <a:pt x="713761" y="35269"/>
                  <a:pt x="714657" y="35269"/>
                </a:cubicBezTo>
                <a:cubicBezTo>
                  <a:pt x="715606" y="35269"/>
                  <a:pt x="716371" y="35071"/>
                  <a:pt x="716951" y="34676"/>
                </a:cubicBezTo>
                <a:cubicBezTo>
                  <a:pt x="717531" y="34280"/>
                  <a:pt x="718453" y="33160"/>
                  <a:pt x="719718" y="31315"/>
                </a:cubicBezTo>
                <a:lnTo>
                  <a:pt x="722407" y="313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CF0280-B936-43F8-94A6-A9071752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7169" y="2406661"/>
            <a:ext cx="2435332" cy="871231"/>
          </a:xfrm>
          <a:custGeom xmlns:a="http://schemas.openxmlformats.org/drawingml/2006/main">
            <a:pathLst>
              <a:path w="2435332" h="871231" fill="none">
                <a:moveTo>
                  <a:pt x="0" y="66649"/>
                </a:moveTo>
                <a:cubicBezTo>
                  <a:pt x="0" y="29840"/>
                  <a:pt x="29840" y="0"/>
                  <a:pt x="66649" y="0"/>
                </a:cubicBezTo>
                <a:lnTo>
                  <a:pt x="2368682" y="0"/>
                </a:lnTo>
                <a:cubicBezTo>
                  <a:pt x="2405492" y="0"/>
                  <a:pt x="2435332" y="29840"/>
                  <a:pt x="2435332" y="66649"/>
                </a:cubicBezTo>
                <a:lnTo>
                  <a:pt x="2435332" y="804582"/>
                </a:lnTo>
                <a:cubicBezTo>
                  <a:pt x="2435332" y="841391"/>
                  <a:pt x="2405492" y="871231"/>
                  <a:pt x="2368682" y="871231"/>
                </a:cubicBezTo>
                <a:lnTo>
                  <a:pt x="66649" y="871231"/>
                </a:lnTo>
                <a:cubicBezTo>
                  <a:pt x="29840" y="871231"/>
                  <a:pt x="0" y="841391"/>
                  <a:pt x="0" y="804582"/>
                </a:cubicBezTo>
                <a:lnTo>
                  <a:pt x="0" y="666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85968E-39E7-4BB3-B381-2DDEDD9A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288" y="2740502"/>
            <a:ext cx="943989" cy="272463"/>
          </a:xfrm>
          <a:custGeom xmlns:a="http://schemas.openxmlformats.org/drawingml/2006/main">
            <a:pathLst>
              <a:path w="943989" h="272463">
                <a:moveTo>
                  <a:pt x="0" y="0"/>
                </a:moveTo>
                <a:lnTo>
                  <a:pt x="943989" y="0"/>
                </a:lnTo>
                <a:lnTo>
                  <a:pt x="943989" y="272463"/>
                </a:lnTo>
                <a:lnTo>
                  <a:pt x="0" y="2724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E3A16E-3F48-44D7-8794-375CF487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288" y="2740502"/>
            <a:ext cx="943989" cy="272463"/>
          </a:xfrm>
          <a:custGeom xmlns:a="http://schemas.openxmlformats.org/drawingml/2006/main">
            <a:pathLst>
              <a:path w="943989" h="272463" fill="none">
                <a:moveTo>
                  <a:pt x="0" y="0"/>
                </a:moveTo>
                <a:lnTo>
                  <a:pt x="943989" y="0"/>
                </a:lnTo>
                <a:lnTo>
                  <a:pt x="943989" y="272463"/>
                </a:lnTo>
                <a:lnTo>
                  <a:pt x="0" y="27246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0F7354-8B70-44A7-8377-2C399620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1812" y="2811441"/>
            <a:ext cx="943989" cy="272462"/>
          </a:xfrm>
          <a:custGeom xmlns:a="http://schemas.openxmlformats.org/drawingml/2006/main">
            <a:pathLst>
              <a:path w="943989" h="272462">
                <a:moveTo>
                  <a:pt x="0" y="0"/>
                </a:moveTo>
                <a:lnTo>
                  <a:pt x="943989" y="0"/>
                </a:lnTo>
                <a:lnTo>
                  <a:pt x="943989" y="272462"/>
                </a:lnTo>
                <a:lnTo>
                  <a:pt x="0" y="2724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B94D9-8DC4-49BA-BB2C-5EF744B6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1812" y="2811441"/>
            <a:ext cx="943989" cy="272462"/>
          </a:xfrm>
          <a:custGeom xmlns:a="http://schemas.openxmlformats.org/drawingml/2006/main">
            <a:pathLst>
              <a:path w="943989" h="272462" fill="none">
                <a:moveTo>
                  <a:pt x="0" y="0"/>
                </a:moveTo>
                <a:lnTo>
                  <a:pt x="943989" y="0"/>
                </a:lnTo>
                <a:lnTo>
                  <a:pt x="943989" y="272462"/>
                </a:lnTo>
                <a:lnTo>
                  <a:pt x="0" y="27246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607AE7-5DC1-42F0-8733-E4080312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6343" y="2882381"/>
            <a:ext cx="943989" cy="272461"/>
          </a:xfrm>
          <a:custGeom xmlns:a="http://schemas.openxmlformats.org/drawingml/2006/main">
            <a:pathLst>
              <a:path w="943989" h="272461">
                <a:moveTo>
                  <a:pt x="0" y="0"/>
                </a:moveTo>
                <a:lnTo>
                  <a:pt x="943989" y="0"/>
                </a:lnTo>
                <a:lnTo>
                  <a:pt x="943989" y="272461"/>
                </a:lnTo>
                <a:lnTo>
                  <a:pt x="0" y="2724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F824BC-BBE6-4D0A-BA31-E2AFD52F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6343" y="2882381"/>
            <a:ext cx="943990" cy="272462"/>
          </a:xfrm>
          <a:custGeom xmlns:a="http://schemas.openxmlformats.org/drawingml/2006/main">
            <a:pathLst>
              <a:path w="943990" h="272462" fill="none">
                <a:moveTo>
                  <a:pt x="0" y="0"/>
                </a:moveTo>
                <a:lnTo>
                  <a:pt x="943990" y="0"/>
                </a:lnTo>
                <a:lnTo>
                  <a:pt x="943990" y="272462"/>
                </a:lnTo>
                <a:lnTo>
                  <a:pt x="0" y="27246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228" name="Text 𝑘">
            <a:extLst xmlns:a="http://schemas.openxmlformats.org/drawingml/2006/main">
              <a:ext uri="{FF2B5EF4-FFF2-40B4-BE49-F238E27FC236}">
                <a16:creationId xmlns:a16="http://schemas.microsoft.com/office/drawing/2014/main" id="{27699C64-3053-4C9B-8E46-B2208915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129" y="2963042"/>
            <a:ext cx="77734" cy="114347"/>
          </a:xfrm>
          <a:custGeom xmlns:a="http://schemas.openxmlformats.org/drawingml/2006/main">
            <a:pathLst>
              <a:path w="77734" h="114347">
                <a:moveTo>
                  <a:pt x="34399" y="80580"/>
                </a:moveTo>
                <a:cubicBezTo>
                  <a:pt x="33872" y="78524"/>
                  <a:pt x="33345" y="77101"/>
                  <a:pt x="32817" y="76310"/>
                </a:cubicBezTo>
                <a:cubicBezTo>
                  <a:pt x="32290" y="75519"/>
                  <a:pt x="31684" y="74992"/>
                  <a:pt x="30999" y="74729"/>
                </a:cubicBezTo>
                <a:cubicBezTo>
                  <a:pt x="30313" y="74465"/>
                  <a:pt x="29101" y="74333"/>
                  <a:pt x="27361" y="74333"/>
                </a:cubicBezTo>
                <a:lnTo>
                  <a:pt x="21905" y="74333"/>
                </a:lnTo>
                <a:lnTo>
                  <a:pt x="13680" y="113081"/>
                </a:lnTo>
                <a:lnTo>
                  <a:pt x="0" y="113081"/>
                </a:lnTo>
                <a:lnTo>
                  <a:pt x="20323" y="22695"/>
                </a:lnTo>
                <a:cubicBezTo>
                  <a:pt x="21008" y="19638"/>
                  <a:pt x="21496" y="17252"/>
                  <a:pt x="21786" y="15539"/>
                </a:cubicBezTo>
                <a:cubicBezTo>
                  <a:pt x="22076" y="13825"/>
                  <a:pt x="22221" y="12310"/>
                  <a:pt x="22221" y="10992"/>
                </a:cubicBezTo>
                <a:cubicBezTo>
                  <a:pt x="22221" y="8778"/>
                  <a:pt x="21549" y="7222"/>
                  <a:pt x="20204" y="6326"/>
                </a:cubicBezTo>
                <a:cubicBezTo>
                  <a:pt x="18860" y="5430"/>
                  <a:pt x="16448" y="4929"/>
                  <a:pt x="12969" y="4824"/>
                </a:cubicBezTo>
                <a:lnTo>
                  <a:pt x="13918" y="712"/>
                </a:lnTo>
                <a:lnTo>
                  <a:pt x="33924" y="0"/>
                </a:lnTo>
                <a:lnTo>
                  <a:pt x="38511" y="0"/>
                </a:lnTo>
                <a:lnTo>
                  <a:pt x="23012" y="69035"/>
                </a:lnTo>
                <a:lnTo>
                  <a:pt x="25542" y="69035"/>
                </a:lnTo>
                <a:cubicBezTo>
                  <a:pt x="29496" y="69035"/>
                  <a:pt x="33938" y="67309"/>
                  <a:pt x="38867" y="63855"/>
                </a:cubicBezTo>
                <a:cubicBezTo>
                  <a:pt x="43796" y="60402"/>
                  <a:pt x="47737" y="57200"/>
                  <a:pt x="50689" y="54247"/>
                </a:cubicBezTo>
                <a:cubicBezTo>
                  <a:pt x="53641" y="51295"/>
                  <a:pt x="55117" y="48448"/>
                  <a:pt x="55117" y="45707"/>
                </a:cubicBezTo>
                <a:cubicBezTo>
                  <a:pt x="55117" y="43124"/>
                  <a:pt x="53325" y="41674"/>
                  <a:pt x="49740" y="41358"/>
                </a:cubicBezTo>
                <a:lnTo>
                  <a:pt x="50610" y="37483"/>
                </a:lnTo>
                <a:lnTo>
                  <a:pt x="76231" y="37483"/>
                </a:lnTo>
                <a:lnTo>
                  <a:pt x="77734" y="41358"/>
                </a:lnTo>
                <a:cubicBezTo>
                  <a:pt x="73358" y="45312"/>
                  <a:pt x="68719" y="49186"/>
                  <a:pt x="63816" y="52982"/>
                </a:cubicBezTo>
                <a:lnTo>
                  <a:pt x="44205" y="68165"/>
                </a:lnTo>
                <a:lnTo>
                  <a:pt x="51954" y="96712"/>
                </a:lnTo>
                <a:cubicBezTo>
                  <a:pt x="52587" y="99137"/>
                  <a:pt x="53154" y="100890"/>
                  <a:pt x="53654" y="101971"/>
                </a:cubicBezTo>
                <a:cubicBezTo>
                  <a:pt x="54155" y="103052"/>
                  <a:pt x="54735" y="103856"/>
                  <a:pt x="55394" y="104383"/>
                </a:cubicBezTo>
                <a:cubicBezTo>
                  <a:pt x="56053" y="104910"/>
                  <a:pt x="56936" y="105174"/>
                  <a:pt x="58043" y="105174"/>
                </a:cubicBezTo>
                <a:cubicBezTo>
                  <a:pt x="59414" y="105174"/>
                  <a:pt x="61048" y="104436"/>
                  <a:pt x="62946" y="102960"/>
                </a:cubicBezTo>
                <a:cubicBezTo>
                  <a:pt x="64844" y="101483"/>
                  <a:pt x="67005" y="99348"/>
                  <a:pt x="69430" y="96554"/>
                </a:cubicBezTo>
                <a:lnTo>
                  <a:pt x="73938" y="100983"/>
                </a:lnTo>
                <a:cubicBezTo>
                  <a:pt x="69193" y="105991"/>
                  <a:pt x="65266" y="109470"/>
                  <a:pt x="62155" y="111421"/>
                </a:cubicBezTo>
                <a:cubicBezTo>
                  <a:pt x="59045" y="113371"/>
                  <a:pt x="56040" y="114347"/>
                  <a:pt x="53140" y="114347"/>
                </a:cubicBezTo>
                <a:cubicBezTo>
                  <a:pt x="49556" y="114347"/>
                  <a:pt x="46709" y="113332"/>
                  <a:pt x="44600" y="111302"/>
                </a:cubicBezTo>
                <a:cubicBezTo>
                  <a:pt x="42491" y="109273"/>
                  <a:pt x="40831" y="105885"/>
                  <a:pt x="39618" y="101141"/>
                </a:cubicBezTo>
                <a:lnTo>
                  <a:pt x="34399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Text !">
            <a:extLst xmlns:a="http://schemas.openxmlformats.org/drawingml/2006/main">
              <a:ext uri="{FF2B5EF4-FFF2-40B4-BE49-F238E27FC236}">
                <a16:creationId xmlns:a16="http://schemas.microsoft.com/office/drawing/2014/main" id="{755C27B1-69C1-4F80-8E6A-A0191257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804" y="3033329"/>
            <a:ext cx="53259" cy="78050"/>
          </a:xfrm>
          <a:custGeom xmlns:a="http://schemas.openxmlformats.org/drawingml/2006/main">
            <a:pathLst>
              <a:path w="53259" h="78050">
                <a:moveTo>
                  <a:pt x="25977" y="78050"/>
                </a:moveTo>
                <a:cubicBezTo>
                  <a:pt x="17199" y="78050"/>
                  <a:pt x="10676" y="74867"/>
                  <a:pt x="6405" y="68501"/>
                </a:cubicBezTo>
                <a:cubicBezTo>
                  <a:pt x="2135" y="62136"/>
                  <a:pt x="0" y="52488"/>
                  <a:pt x="0" y="39559"/>
                </a:cubicBezTo>
                <a:cubicBezTo>
                  <a:pt x="0" y="32798"/>
                  <a:pt x="662" y="26946"/>
                  <a:pt x="1987" y="22003"/>
                </a:cubicBezTo>
                <a:cubicBezTo>
                  <a:pt x="3311" y="17061"/>
                  <a:pt x="5170" y="12959"/>
                  <a:pt x="7562" y="9697"/>
                </a:cubicBezTo>
                <a:cubicBezTo>
                  <a:pt x="9954" y="6435"/>
                  <a:pt x="12791" y="4003"/>
                  <a:pt x="16073" y="2402"/>
                </a:cubicBezTo>
                <a:cubicBezTo>
                  <a:pt x="19354" y="801"/>
                  <a:pt x="22952" y="0"/>
                  <a:pt x="26867" y="0"/>
                </a:cubicBezTo>
                <a:cubicBezTo>
                  <a:pt x="31572" y="0"/>
                  <a:pt x="35595" y="880"/>
                  <a:pt x="38936" y="2639"/>
                </a:cubicBezTo>
                <a:cubicBezTo>
                  <a:pt x="42277" y="4399"/>
                  <a:pt x="45005" y="6909"/>
                  <a:pt x="47121" y="10171"/>
                </a:cubicBezTo>
                <a:cubicBezTo>
                  <a:pt x="49236" y="13433"/>
                  <a:pt x="50788" y="17417"/>
                  <a:pt x="51776" y="22122"/>
                </a:cubicBezTo>
                <a:cubicBezTo>
                  <a:pt x="52765" y="26827"/>
                  <a:pt x="53259" y="32145"/>
                  <a:pt x="53259" y="38076"/>
                </a:cubicBezTo>
                <a:cubicBezTo>
                  <a:pt x="53259" y="51243"/>
                  <a:pt x="50926" y="61196"/>
                  <a:pt x="46261" y="67938"/>
                </a:cubicBezTo>
                <a:cubicBezTo>
                  <a:pt x="41595" y="74679"/>
                  <a:pt x="34834" y="78050"/>
                  <a:pt x="25977" y="78050"/>
                </a:cubicBezTo>
                <a:moveTo>
                  <a:pt x="12277" y="38135"/>
                </a:moveTo>
                <a:cubicBezTo>
                  <a:pt x="12277" y="44027"/>
                  <a:pt x="12564" y="49117"/>
                  <a:pt x="13137" y="53407"/>
                </a:cubicBezTo>
                <a:cubicBezTo>
                  <a:pt x="13710" y="57697"/>
                  <a:pt x="14600" y="61226"/>
                  <a:pt x="15806" y="63994"/>
                </a:cubicBezTo>
                <a:cubicBezTo>
                  <a:pt x="17012" y="66762"/>
                  <a:pt x="18524" y="68798"/>
                  <a:pt x="20343" y="70103"/>
                </a:cubicBezTo>
                <a:cubicBezTo>
                  <a:pt x="22162" y="71407"/>
                  <a:pt x="24336" y="72060"/>
                  <a:pt x="26867" y="72060"/>
                </a:cubicBezTo>
                <a:cubicBezTo>
                  <a:pt x="29239" y="72060"/>
                  <a:pt x="31315" y="71447"/>
                  <a:pt x="33094" y="70221"/>
                </a:cubicBezTo>
                <a:cubicBezTo>
                  <a:pt x="34873" y="68996"/>
                  <a:pt x="36346" y="67088"/>
                  <a:pt x="37513" y="64498"/>
                </a:cubicBezTo>
                <a:cubicBezTo>
                  <a:pt x="38679" y="61908"/>
                  <a:pt x="39559" y="58626"/>
                  <a:pt x="40152" y="54653"/>
                </a:cubicBezTo>
                <a:cubicBezTo>
                  <a:pt x="40745" y="50679"/>
                  <a:pt x="41041" y="45984"/>
                  <a:pt x="41041" y="40567"/>
                </a:cubicBezTo>
                <a:cubicBezTo>
                  <a:pt x="41041" y="34478"/>
                  <a:pt x="40715" y="29239"/>
                  <a:pt x="40063" y="24850"/>
                </a:cubicBezTo>
                <a:cubicBezTo>
                  <a:pt x="39410" y="20461"/>
                  <a:pt x="38491" y="16853"/>
                  <a:pt x="37305" y="14026"/>
                </a:cubicBezTo>
                <a:cubicBezTo>
                  <a:pt x="36119" y="11199"/>
                  <a:pt x="34626" y="9114"/>
                  <a:pt x="32827" y="7769"/>
                </a:cubicBezTo>
                <a:cubicBezTo>
                  <a:pt x="31028" y="6425"/>
                  <a:pt x="28962" y="5753"/>
                  <a:pt x="26630" y="5753"/>
                </a:cubicBezTo>
                <a:cubicBezTo>
                  <a:pt x="23862" y="5753"/>
                  <a:pt x="21549" y="6475"/>
                  <a:pt x="19690" y="7918"/>
                </a:cubicBezTo>
                <a:cubicBezTo>
                  <a:pt x="17832" y="9361"/>
                  <a:pt x="16359" y="11476"/>
                  <a:pt x="15272" y="14264"/>
                </a:cubicBezTo>
                <a:cubicBezTo>
                  <a:pt x="14185" y="17051"/>
                  <a:pt x="13414" y="20452"/>
                  <a:pt x="12959" y="24465"/>
                </a:cubicBezTo>
                <a:cubicBezTo>
                  <a:pt x="12504" y="28478"/>
                  <a:pt x="12277" y="33035"/>
                  <a:pt x="12277" y="38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Text ,𝑘">
            <a:extLst xmlns:a="http://schemas.openxmlformats.org/drawingml/2006/main">
              <a:ext uri="{FF2B5EF4-FFF2-40B4-BE49-F238E27FC236}">
                <a16:creationId xmlns:a16="http://schemas.microsoft.com/office/drawing/2014/main" id="{036BE185-83B7-49B8-B94E-EC6BD385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200" y="2963042"/>
            <a:ext cx="142999" cy="134907"/>
          </a:xfrm>
          <a:custGeom xmlns:a="http://schemas.openxmlformats.org/drawingml/2006/main">
            <a:pathLst>
              <a:path w="142999" h="134907">
                <a:moveTo>
                  <a:pt x="22537" y="94735"/>
                </a:moveTo>
                <a:cubicBezTo>
                  <a:pt x="23275" y="98426"/>
                  <a:pt x="23644" y="102063"/>
                  <a:pt x="23644" y="105648"/>
                </a:cubicBezTo>
                <a:cubicBezTo>
                  <a:pt x="23644" y="109338"/>
                  <a:pt x="23012" y="112712"/>
                  <a:pt x="21746" y="115770"/>
                </a:cubicBezTo>
                <a:cubicBezTo>
                  <a:pt x="20481" y="118828"/>
                  <a:pt x="18465" y="121872"/>
                  <a:pt x="15697" y="124904"/>
                </a:cubicBezTo>
                <a:cubicBezTo>
                  <a:pt x="12929" y="127935"/>
                  <a:pt x="9120" y="131269"/>
                  <a:pt x="4270" y="134907"/>
                </a:cubicBezTo>
                <a:lnTo>
                  <a:pt x="0" y="130083"/>
                </a:lnTo>
                <a:cubicBezTo>
                  <a:pt x="2689" y="127553"/>
                  <a:pt x="4639" y="125273"/>
                  <a:pt x="5852" y="123243"/>
                </a:cubicBezTo>
                <a:cubicBezTo>
                  <a:pt x="7064" y="121213"/>
                  <a:pt x="7934" y="118907"/>
                  <a:pt x="8461" y="116324"/>
                </a:cubicBezTo>
                <a:cubicBezTo>
                  <a:pt x="8989" y="113740"/>
                  <a:pt x="9252" y="110498"/>
                  <a:pt x="9252" y="106597"/>
                </a:cubicBezTo>
                <a:cubicBezTo>
                  <a:pt x="9252" y="102590"/>
                  <a:pt x="9068" y="98637"/>
                  <a:pt x="8699" y="94735"/>
                </a:cubicBezTo>
                <a:lnTo>
                  <a:pt x="22537" y="94735"/>
                </a:lnTo>
                <a:close/>
                <a:moveTo>
                  <a:pt x="99665" y="80580"/>
                </a:moveTo>
                <a:cubicBezTo>
                  <a:pt x="99137" y="78524"/>
                  <a:pt x="98610" y="77101"/>
                  <a:pt x="98083" y="76310"/>
                </a:cubicBezTo>
                <a:cubicBezTo>
                  <a:pt x="97556" y="75519"/>
                  <a:pt x="96950" y="74992"/>
                  <a:pt x="96264" y="74729"/>
                </a:cubicBezTo>
                <a:cubicBezTo>
                  <a:pt x="95579" y="74465"/>
                  <a:pt x="94366" y="74333"/>
                  <a:pt x="92627" y="74333"/>
                </a:cubicBezTo>
                <a:lnTo>
                  <a:pt x="87170" y="74333"/>
                </a:lnTo>
                <a:lnTo>
                  <a:pt x="78946" y="113081"/>
                </a:lnTo>
                <a:lnTo>
                  <a:pt x="65266" y="113081"/>
                </a:lnTo>
                <a:lnTo>
                  <a:pt x="85589" y="22695"/>
                </a:lnTo>
                <a:cubicBezTo>
                  <a:pt x="86274" y="19638"/>
                  <a:pt x="86762" y="17252"/>
                  <a:pt x="87052" y="15539"/>
                </a:cubicBezTo>
                <a:cubicBezTo>
                  <a:pt x="87342" y="13825"/>
                  <a:pt x="87487" y="12310"/>
                  <a:pt x="87487" y="10992"/>
                </a:cubicBezTo>
                <a:cubicBezTo>
                  <a:pt x="87487" y="8778"/>
                  <a:pt x="86814" y="7222"/>
                  <a:pt x="85470" y="6326"/>
                </a:cubicBezTo>
                <a:cubicBezTo>
                  <a:pt x="84126" y="5430"/>
                  <a:pt x="81714" y="4929"/>
                  <a:pt x="78234" y="4824"/>
                </a:cubicBezTo>
                <a:lnTo>
                  <a:pt x="79183" y="712"/>
                </a:lnTo>
                <a:lnTo>
                  <a:pt x="99190" y="0"/>
                </a:lnTo>
                <a:lnTo>
                  <a:pt x="103777" y="0"/>
                </a:lnTo>
                <a:lnTo>
                  <a:pt x="88277" y="69035"/>
                </a:lnTo>
                <a:lnTo>
                  <a:pt x="90808" y="69035"/>
                </a:lnTo>
                <a:cubicBezTo>
                  <a:pt x="94762" y="69035"/>
                  <a:pt x="99203" y="67309"/>
                  <a:pt x="104132" y="63855"/>
                </a:cubicBezTo>
                <a:cubicBezTo>
                  <a:pt x="109062" y="60402"/>
                  <a:pt x="113002" y="57200"/>
                  <a:pt x="115955" y="54247"/>
                </a:cubicBezTo>
                <a:cubicBezTo>
                  <a:pt x="118907" y="51295"/>
                  <a:pt x="120383" y="48448"/>
                  <a:pt x="120383" y="45707"/>
                </a:cubicBezTo>
                <a:cubicBezTo>
                  <a:pt x="120383" y="43124"/>
                  <a:pt x="118591" y="41674"/>
                  <a:pt x="115006" y="41358"/>
                </a:cubicBezTo>
                <a:lnTo>
                  <a:pt x="115876" y="37483"/>
                </a:lnTo>
                <a:lnTo>
                  <a:pt x="141497" y="37483"/>
                </a:lnTo>
                <a:lnTo>
                  <a:pt x="142999" y="41358"/>
                </a:lnTo>
                <a:cubicBezTo>
                  <a:pt x="138624" y="45312"/>
                  <a:pt x="133984" y="49186"/>
                  <a:pt x="129082" y="52982"/>
                </a:cubicBezTo>
                <a:lnTo>
                  <a:pt x="109470" y="68165"/>
                </a:lnTo>
                <a:lnTo>
                  <a:pt x="117220" y="96712"/>
                </a:lnTo>
                <a:cubicBezTo>
                  <a:pt x="117852" y="99137"/>
                  <a:pt x="118419" y="100890"/>
                  <a:pt x="118920" y="101971"/>
                </a:cubicBezTo>
                <a:cubicBezTo>
                  <a:pt x="119421" y="103052"/>
                  <a:pt x="120001" y="103856"/>
                  <a:pt x="120660" y="104383"/>
                </a:cubicBezTo>
                <a:cubicBezTo>
                  <a:pt x="121319" y="104910"/>
                  <a:pt x="122202" y="105174"/>
                  <a:pt x="123309" y="105174"/>
                </a:cubicBezTo>
                <a:cubicBezTo>
                  <a:pt x="124680" y="105174"/>
                  <a:pt x="126314" y="104436"/>
                  <a:pt x="128212" y="102960"/>
                </a:cubicBezTo>
                <a:cubicBezTo>
                  <a:pt x="130110" y="101483"/>
                  <a:pt x="132271" y="99348"/>
                  <a:pt x="134696" y="96554"/>
                </a:cubicBezTo>
                <a:lnTo>
                  <a:pt x="139204" y="100983"/>
                </a:lnTo>
                <a:cubicBezTo>
                  <a:pt x="134459" y="105991"/>
                  <a:pt x="130531" y="109470"/>
                  <a:pt x="127421" y="111421"/>
                </a:cubicBezTo>
                <a:cubicBezTo>
                  <a:pt x="124311" y="113371"/>
                  <a:pt x="121306" y="114347"/>
                  <a:pt x="118406" y="114347"/>
                </a:cubicBezTo>
                <a:cubicBezTo>
                  <a:pt x="114821" y="114347"/>
                  <a:pt x="111974" y="113332"/>
                  <a:pt x="109866" y="111302"/>
                </a:cubicBezTo>
                <a:cubicBezTo>
                  <a:pt x="107757" y="109273"/>
                  <a:pt x="106096" y="105885"/>
                  <a:pt x="104884" y="101141"/>
                </a:cubicBezTo>
                <a:lnTo>
                  <a:pt x="99665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Text $">
            <a:extLst xmlns:a="http://schemas.openxmlformats.org/drawingml/2006/main">
              <a:ext uri="{FF2B5EF4-FFF2-40B4-BE49-F238E27FC236}">
                <a16:creationId xmlns:a16="http://schemas.microsoft.com/office/drawing/2014/main" id="{9CD6B6BB-7E39-4289-8ACD-A3D164F0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913" y="3033329"/>
            <a:ext cx="50116" cy="77813"/>
          </a:xfrm>
          <a:custGeom xmlns:a="http://schemas.openxmlformats.org/drawingml/2006/main">
            <a:pathLst>
              <a:path w="50116" h="77813">
                <a:moveTo>
                  <a:pt x="890" y="17674"/>
                </a:moveTo>
                <a:lnTo>
                  <a:pt x="890" y="5990"/>
                </a:lnTo>
                <a:cubicBezTo>
                  <a:pt x="5555" y="4013"/>
                  <a:pt x="9954" y="2521"/>
                  <a:pt x="14086" y="1512"/>
                </a:cubicBezTo>
                <a:cubicBezTo>
                  <a:pt x="18218" y="504"/>
                  <a:pt x="22181" y="0"/>
                  <a:pt x="25977" y="0"/>
                </a:cubicBezTo>
                <a:cubicBezTo>
                  <a:pt x="29140" y="0"/>
                  <a:pt x="32096" y="336"/>
                  <a:pt x="34844" y="1008"/>
                </a:cubicBezTo>
                <a:cubicBezTo>
                  <a:pt x="37592" y="1680"/>
                  <a:pt x="39974" y="2699"/>
                  <a:pt x="41990" y="4063"/>
                </a:cubicBezTo>
                <a:cubicBezTo>
                  <a:pt x="44007" y="5427"/>
                  <a:pt x="45579" y="7127"/>
                  <a:pt x="46705" y="9163"/>
                </a:cubicBezTo>
                <a:cubicBezTo>
                  <a:pt x="47832" y="11199"/>
                  <a:pt x="48396" y="13562"/>
                  <a:pt x="48396" y="16251"/>
                </a:cubicBezTo>
                <a:cubicBezTo>
                  <a:pt x="48396" y="18781"/>
                  <a:pt x="48040" y="21015"/>
                  <a:pt x="47328" y="22952"/>
                </a:cubicBezTo>
                <a:cubicBezTo>
                  <a:pt x="46616" y="24890"/>
                  <a:pt x="45519" y="26649"/>
                  <a:pt x="44037" y="28231"/>
                </a:cubicBezTo>
                <a:cubicBezTo>
                  <a:pt x="42554" y="29812"/>
                  <a:pt x="40735" y="31246"/>
                  <a:pt x="38580" y="32531"/>
                </a:cubicBezTo>
                <a:cubicBezTo>
                  <a:pt x="36425" y="33816"/>
                  <a:pt x="33944" y="35051"/>
                  <a:pt x="31137" y="36237"/>
                </a:cubicBezTo>
                <a:lnTo>
                  <a:pt x="31137" y="36949"/>
                </a:lnTo>
                <a:cubicBezTo>
                  <a:pt x="33786" y="37424"/>
                  <a:pt x="36257" y="38185"/>
                  <a:pt x="38551" y="39233"/>
                </a:cubicBezTo>
                <a:cubicBezTo>
                  <a:pt x="40844" y="40280"/>
                  <a:pt x="42850" y="41605"/>
                  <a:pt x="44570" y="43206"/>
                </a:cubicBezTo>
                <a:cubicBezTo>
                  <a:pt x="46290" y="44808"/>
                  <a:pt x="47644" y="46656"/>
                  <a:pt x="48633" y="48752"/>
                </a:cubicBezTo>
                <a:cubicBezTo>
                  <a:pt x="49621" y="50847"/>
                  <a:pt x="50116" y="53160"/>
                  <a:pt x="50116" y="55691"/>
                </a:cubicBezTo>
                <a:cubicBezTo>
                  <a:pt x="50116" y="58854"/>
                  <a:pt x="49523" y="61790"/>
                  <a:pt x="48336" y="64498"/>
                </a:cubicBezTo>
                <a:cubicBezTo>
                  <a:pt x="47150" y="67206"/>
                  <a:pt x="45371" y="69549"/>
                  <a:pt x="42999" y="71526"/>
                </a:cubicBezTo>
                <a:cubicBezTo>
                  <a:pt x="40626" y="73503"/>
                  <a:pt x="37700" y="75045"/>
                  <a:pt x="34221" y="76152"/>
                </a:cubicBezTo>
                <a:cubicBezTo>
                  <a:pt x="30742" y="77259"/>
                  <a:pt x="26669" y="77813"/>
                  <a:pt x="22003" y="77813"/>
                </a:cubicBezTo>
                <a:cubicBezTo>
                  <a:pt x="18326" y="77813"/>
                  <a:pt x="14590" y="77447"/>
                  <a:pt x="10794" y="76716"/>
                </a:cubicBezTo>
                <a:cubicBezTo>
                  <a:pt x="6998" y="75984"/>
                  <a:pt x="3400" y="75025"/>
                  <a:pt x="0" y="73839"/>
                </a:cubicBezTo>
                <a:lnTo>
                  <a:pt x="0" y="61028"/>
                </a:lnTo>
                <a:lnTo>
                  <a:pt x="7651" y="61028"/>
                </a:lnTo>
                <a:cubicBezTo>
                  <a:pt x="8283" y="63005"/>
                  <a:pt x="9035" y="64696"/>
                  <a:pt x="9905" y="66099"/>
                </a:cubicBezTo>
                <a:cubicBezTo>
                  <a:pt x="10774" y="67503"/>
                  <a:pt x="11793" y="68650"/>
                  <a:pt x="12959" y="69539"/>
                </a:cubicBezTo>
                <a:cubicBezTo>
                  <a:pt x="14125" y="70429"/>
                  <a:pt x="15470" y="71071"/>
                  <a:pt x="16992" y="71467"/>
                </a:cubicBezTo>
                <a:cubicBezTo>
                  <a:pt x="18514" y="71862"/>
                  <a:pt x="20244" y="72060"/>
                  <a:pt x="22181" y="72060"/>
                </a:cubicBezTo>
                <a:cubicBezTo>
                  <a:pt x="27282" y="72060"/>
                  <a:pt x="31147" y="70844"/>
                  <a:pt x="33776" y="68412"/>
                </a:cubicBezTo>
                <a:cubicBezTo>
                  <a:pt x="36406" y="65981"/>
                  <a:pt x="37720" y="62294"/>
                  <a:pt x="37720" y="57351"/>
                </a:cubicBezTo>
                <a:cubicBezTo>
                  <a:pt x="37720" y="52093"/>
                  <a:pt x="35990" y="48109"/>
                  <a:pt x="32531" y="45401"/>
                </a:cubicBezTo>
                <a:cubicBezTo>
                  <a:pt x="29071" y="42692"/>
                  <a:pt x="23941" y="41338"/>
                  <a:pt x="17140" y="41338"/>
                </a:cubicBezTo>
                <a:lnTo>
                  <a:pt x="11921" y="41338"/>
                </a:lnTo>
                <a:lnTo>
                  <a:pt x="11921" y="35644"/>
                </a:lnTo>
                <a:cubicBezTo>
                  <a:pt x="16073" y="35447"/>
                  <a:pt x="19661" y="34863"/>
                  <a:pt x="22685" y="33895"/>
                </a:cubicBezTo>
                <a:cubicBezTo>
                  <a:pt x="25710" y="32926"/>
                  <a:pt x="28231" y="31671"/>
                  <a:pt x="30247" y="30129"/>
                </a:cubicBezTo>
                <a:cubicBezTo>
                  <a:pt x="32264" y="28587"/>
                  <a:pt x="33766" y="26788"/>
                  <a:pt x="34755" y="24732"/>
                </a:cubicBezTo>
                <a:cubicBezTo>
                  <a:pt x="35743" y="22676"/>
                  <a:pt x="36237" y="20481"/>
                  <a:pt x="36237" y="18148"/>
                </a:cubicBezTo>
                <a:cubicBezTo>
                  <a:pt x="36237" y="14353"/>
                  <a:pt x="35111" y="11358"/>
                  <a:pt x="32857" y="9163"/>
                </a:cubicBezTo>
                <a:cubicBezTo>
                  <a:pt x="30603" y="6969"/>
                  <a:pt x="27341" y="5872"/>
                  <a:pt x="23071" y="5872"/>
                </a:cubicBezTo>
                <a:cubicBezTo>
                  <a:pt x="19473" y="5872"/>
                  <a:pt x="16458" y="6860"/>
                  <a:pt x="14026" y="8837"/>
                </a:cubicBezTo>
                <a:cubicBezTo>
                  <a:pt x="11595" y="10814"/>
                  <a:pt x="9727" y="13760"/>
                  <a:pt x="8422" y="17674"/>
                </a:cubicBezTo>
                <a:lnTo>
                  <a:pt x="890" y="176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Text ,𝑘">
            <a:extLst xmlns:a="http://schemas.openxmlformats.org/drawingml/2006/main">
              <a:ext uri="{FF2B5EF4-FFF2-40B4-BE49-F238E27FC236}">
                <a16:creationId xmlns:a16="http://schemas.microsoft.com/office/drawing/2014/main" id="{3743A2BD-04BF-414C-B102-70D3BC67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1536" y="2963042"/>
            <a:ext cx="142999" cy="134907"/>
          </a:xfrm>
          <a:custGeom xmlns:a="http://schemas.openxmlformats.org/drawingml/2006/main">
            <a:pathLst>
              <a:path w="142999" h="134907">
                <a:moveTo>
                  <a:pt x="22537" y="94735"/>
                </a:moveTo>
                <a:cubicBezTo>
                  <a:pt x="23275" y="98426"/>
                  <a:pt x="23644" y="102063"/>
                  <a:pt x="23644" y="105648"/>
                </a:cubicBezTo>
                <a:cubicBezTo>
                  <a:pt x="23644" y="109338"/>
                  <a:pt x="23012" y="112712"/>
                  <a:pt x="21746" y="115770"/>
                </a:cubicBezTo>
                <a:cubicBezTo>
                  <a:pt x="20481" y="118828"/>
                  <a:pt x="18465" y="121872"/>
                  <a:pt x="15697" y="124904"/>
                </a:cubicBezTo>
                <a:cubicBezTo>
                  <a:pt x="12929" y="127935"/>
                  <a:pt x="9120" y="131269"/>
                  <a:pt x="4270" y="134907"/>
                </a:cubicBezTo>
                <a:lnTo>
                  <a:pt x="0" y="130083"/>
                </a:lnTo>
                <a:cubicBezTo>
                  <a:pt x="2689" y="127553"/>
                  <a:pt x="4639" y="125273"/>
                  <a:pt x="5852" y="123243"/>
                </a:cubicBezTo>
                <a:cubicBezTo>
                  <a:pt x="7064" y="121213"/>
                  <a:pt x="7934" y="118907"/>
                  <a:pt x="8461" y="116324"/>
                </a:cubicBezTo>
                <a:cubicBezTo>
                  <a:pt x="8989" y="113740"/>
                  <a:pt x="9252" y="110498"/>
                  <a:pt x="9252" y="106597"/>
                </a:cubicBezTo>
                <a:cubicBezTo>
                  <a:pt x="9252" y="102590"/>
                  <a:pt x="9068" y="98637"/>
                  <a:pt x="8699" y="94735"/>
                </a:cubicBezTo>
                <a:lnTo>
                  <a:pt x="22537" y="94735"/>
                </a:lnTo>
                <a:close/>
                <a:moveTo>
                  <a:pt x="99665" y="80580"/>
                </a:moveTo>
                <a:cubicBezTo>
                  <a:pt x="99137" y="78524"/>
                  <a:pt x="98610" y="77101"/>
                  <a:pt x="98083" y="76310"/>
                </a:cubicBezTo>
                <a:cubicBezTo>
                  <a:pt x="97556" y="75519"/>
                  <a:pt x="96950" y="74992"/>
                  <a:pt x="96264" y="74729"/>
                </a:cubicBezTo>
                <a:cubicBezTo>
                  <a:pt x="95579" y="74465"/>
                  <a:pt x="94366" y="74333"/>
                  <a:pt x="92627" y="74333"/>
                </a:cubicBezTo>
                <a:lnTo>
                  <a:pt x="87170" y="74333"/>
                </a:lnTo>
                <a:lnTo>
                  <a:pt x="78946" y="113081"/>
                </a:lnTo>
                <a:lnTo>
                  <a:pt x="65266" y="113081"/>
                </a:lnTo>
                <a:lnTo>
                  <a:pt x="85589" y="22695"/>
                </a:lnTo>
                <a:cubicBezTo>
                  <a:pt x="86274" y="19638"/>
                  <a:pt x="86762" y="17252"/>
                  <a:pt x="87052" y="15539"/>
                </a:cubicBezTo>
                <a:cubicBezTo>
                  <a:pt x="87342" y="13825"/>
                  <a:pt x="87487" y="12310"/>
                  <a:pt x="87487" y="10992"/>
                </a:cubicBezTo>
                <a:cubicBezTo>
                  <a:pt x="87487" y="8778"/>
                  <a:pt x="86814" y="7222"/>
                  <a:pt x="85470" y="6326"/>
                </a:cubicBezTo>
                <a:cubicBezTo>
                  <a:pt x="84126" y="5430"/>
                  <a:pt x="81714" y="4929"/>
                  <a:pt x="78234" y="4824"/>
                </a:cubicBezTo>
                <a:lnTo>
                  <a:pt x="79183" y="712"/>
                </a:lnTo>
                <a:lnTo>
                  <a:pt x="99190" y="0"/>
                </a:lnTo>
                <a:lnTo>
                  <a:pt x="103777" y="0"/>
                </a:lnTo>
                <a:lnTo>
                  <a:pt x="88277" y="69035"/>
                </a:lnTo>
                <a:lnTo>
                  <a:pt x="90808" y="69035"/>
                </a:lnTo>
                <a:cubicBezTo>
                  <a:pt x="94762" y="69035"/>
                  <a:pt x="99203" y="67309"/>
                  <a:pt x="104132" y="63855"/>
                </a:cubicBezTo>
                <a:cubicBezTo>
                  <a:pt x="109062" y="60402"/>
                  <a:pt x="113002" y="57200"/>
                  <a:pt x="115955" y="54247"/>
                </a:cubicBezTo>
                <a:cubicBezTo>
                  <a:pt x="118907" y="51295"/>
                  <a:pt x="120383" y="48448"/>
                  <a:pt x="120383" y="45707"/>
                </a:cubicBezTo>
                <a:cubicBezTo>
                  <a:pt x="120383" y="43124"/>
                  <a:pt x="118591" y="41674"/>
                  <a:pt x="115006" y="41358"/>
                </a:cubicBezTo>
                <a:lnTo>
                  <a:pt x="115876" y="37483"/>
                </a:lnTo>
                <a:lnTo>
                  <a:pt x="141497" y="37483"/>
                </a:lnTo>
                <a:lnTo>
                  <a:pt x="142999" y="41358"/>
                </a:lnTo>
                <a:cubicBezTo>
                  <a:pt x="138624" y="45312"/>
                  <a:pt x="133984" y="49186"/>
                  <a:pt x="129082" y="52982"/>
                </a:cubicBezTo>
                <a:lnTo>
                  <a:pt x="109470" y="68165"/>
                </a:lnTo>
                <a:lnTo>
                  <a:pt x="117220" y="96712"/>
                </a:lnTo>
                <a:cubicBezTo>
                  <a:pt x="117852" y="99137"/>
                  <a:pt x="118419" y="100890"/>
                  <a:pt x="118920" y="101971"/>
                </a:cubicBezTo>
                <a:cubicBezTo>
                  <a:pt x="119421" y="103052"/>
                  <a:pt x="120001" y="103856"/>
                  <a:pt x="120660" y="104383"/>
                </a:cubicBezTo>
                <a:cubicBezTo>
                  <a:pt x="121319" y="104910"/>
                  <a:pt x="122202" y="105174"/>
                  <a:pt x="123309" y="105174"/>
                </a:cubicBezTo>
                <a:cubicBezTo>
                  <a:pt x="124680" y="105174"/>
                  <a:pt x="126314" y="104436"/>
                  <a:pt x="128212" y="102960"/>
                </a:cubicBezTo>
                <a:cubicBezTo>
                  <a:pt x="130110" y="101483"/>
                  <a:pt x="132271" y="99348"/>
                  <a:pt x="134696" y="96554"/>
                </a:cubicBezTo>
                <a:lnTo>
                  <a:pt x="139204" y="100983"/>
                </a:lnTo>
                <a:cubicBezTo>
                  <a:pt x="134459" y="105991"/>
                  <a:pt x="130531" y="109470"/>
                  <a:pt x="127421" y="111421"/>
                </a:cubicBezTo>
                <a:cubicBezTo>
                  <a:pt x="124311" y="113371"/>
                  <a:pt x="121306" y="114347"/>
                  <a:pt x="118406" y="114347"/>
                </a:cubicBezTo>
                <a:cubicBezTo>
                  <a:pt x="114821" y="114347"/>
                  <a:pt x="111974" y="113332"/>
                  <a:pt x="109866" y="111302"/>
                </a:cubicBezTo>
                <a:cubicBezTo>
                  <a:pt x="107757" y="109273"/>
                  <a:pt x="106096" y="105885"/>
                  <a:pt x="104884" y="101141"/>
                </a:cubicBezTo>
                <a:lnTo>
                  <a:pt x="99665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Text #">
            <a:extLst xmlns:a="http://schemas.openxmlformats.org/drawingml/2006/main">
              <a:ext uri="{FF2B5EF4-FFF2-40B4-BE49-F238E27FC236}">
                <a16:creationId xmlns:a16="http://schemas.microsoft.com/office/drawing/2014/main" id="{45458B90-4755-4290-B14B-6ED3F7F1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300" y="3033329"/>
            <a:ext cx="55157" cy="78050"/>
          </a:xfrm>
          <a:custGeom xmlns:a="http://schemas.openxmlformats.org/drawingml/2006/main">
            <a:pathLst>
              <a:path w="55157" h="78050">
                <a:moveTo>
                  <a:pt x="45074" y="0"/>
                </a:moveTo>
                <a:cubicBezTo>
                  <a:pt x="45549" y="554"/>
                  <a:pt x="45984" y="1087"/>
                  <a:pt x="46379" y="1601"/>
                </a:cubicBezTo>
                <a:cubicBezTo>
                  <a:pt x="46775" y="2115"/>
                  <a:pt x="47210" y="2629"/>
                  <a:pt x="47684" y="3143"/>
                </a:cubicBezTo>
                <a:lnTo>
                  <a:pt x="47684" y="6643"/>
                </a:lnTo>
                <a:cubicBezTo>
                  <a:pt x="42900" y="6563"/>
                  <a:pt x="38590" y="7196"/>
                  <a:pt x="34755" y="8540"/>
                </a:cubicBezTo>
                <a:cubicBezTo>
                  <a:pt x="30919" y="9885"/>
                  <a:pt x="27539" y="11852"/>
                  <a:pt x="24613" y="14442"/>
                </a:cubicBezTo>
                <a:cubicBezTo>
                  <a:pt x="21687" y="17031"/>
                  <a:pt x="19236" y="20214"/>
                  <a:pt x="17259" y="23990"/>
                </a:cubicBezTo>
                <a:cubicBezTo>
                  <a:pt x="15282" y="27766"/>
                  <a:pt x="13740" y="32027"/>
                  <a:pt x="12633" y="36771"/>
                </a:cubicBezTo>
                <a:lnTo>
                  <a:pt x="13285" y="37068"/>
                </a:lnTo>
                <a:cubicBezTo>
                  <a:pt x="14906" y="35961"/>
                  <a:pt x="16508" y="35002"/>
                  <a:pt x="18089" y="34191"/>
                </a:cubicBezTo>
                <a:cubicBezTo>
                  <a:pt x="19671" y="33381"/>
                  <a:pt x="21272" y="32709"/>
                  <a:pt x="22893" y="32175"/>
                </a:cubicBezTo>
                <a:cubicBezTo>
                  <a:pt x="24514" y="31641"/>
                  <a:pt x="26195" y="31256"/>
                  <a:pt x="27934" y="31018"/>
                </a:cubicBezTo>
                <a:cubicBezTo>
                  <a:pt x="29674" y="30781"/>
                  <a:pt x="31532" y="30662"/>
                  <a:pt x="33509" y="30662"/>
                </a:cubicBezTo>
                <a:cubicBezTo>
                  <a:pt x="36989" y="30662"/>
                  <a:pt x="40063" y="31176"/>
                  <a:pt x="42732" y="32204"/>
                </a:cubicBezTo>
                <a:cubicBezTo>
                  <a:pt x="45401" y="33233"/>
                  <a:pt x="47664" y="34735"/>
                  <a:pt x="49523" y="36712"/>
                </a:cubicBezTo>
                <a:cubicBezTo>
                  <a:pt x="51381" y="38689"/>
                  <a:pt x="52785" y="41061"/>
                  <a:pt x="53733" y="43829"/>
                </a:cubicBezTo>
                <a:cubicBezTo>
                  <a:pt x="54682" y="46597"/>
                  <a:pt x="55157" y="49681"/>
                  <a:pt x="55157" y="53081"/>
                </a:cubicBezTo>
                <a:cubicBezTo>
                  <a:pt x="55157" y="56679"/>
                  <a:pt x="54564" y="60020"/>
                  <a:pt x="53378" y="63104"/>
                </a:cubicBezTo>
                <a:cubicBezTo>
                  <a:pt x="52191" y="66188"/>
                  <a:pt x="50412" y="68837"/>
                  <a:pt x="48040" y="71052"/>
                </a:cubicBezTo>
                <a:cubicBezTo>
                  <a:pt x="45668" y="73266"/>
                  <a:pt x="42732" y="74986"/>
                  <a:pt x="39233" y="76211"/>
                </a:cubicBezTo>
                <a:cubicBezTo>
                  <a:pt x="35733" y="77437"/>
                  <a:pt x="31631" y="78050"/>
                  <a:pt x="26926" y="78050"/>
                </a:cubicBezTo>
                <a:cubicBezTo>
                  <a:pt x="18030" y="78050"/>
                  <a:pt x="11318" y="75510"/>
                  <a:pt x="6791" y="70429"/>
                </a:cubicBezTo>
                <a:cubicBezTo>
                  <a:pt x="2264" y="65348"/>
                  <a:pt x="0" y="57865"/>
                  <a:pt x="0" y="47981"/>
                </a:cubicBezTo>
                <a:cubicBezTo>
                  <a:pt x="0" y="43552"/>
                  <a:pt x="494" y="39312"/>
                  <a:pt x="1483" y="35259"/>
                </a:cubicBezTo>
                <a:cubicBezTo>
                  <a:pt x="2471" y="31206"/>
                  <a:pt x="3924" y="27430"/>
                  <a:pt x="5842" y="23931"/>
                </a:cubicBezTo>
                <a:cubicBezTo>
                  <a:pt x="7760" y="20432"/>
                  <a:pt x="10082" y="17269"/>
                  <a:pt x="12811" y="14442"/>
                </a:cubicBezTo>
                <a:cubicBezTo>
                  <a:pt x="15539" y="11615"/>
                  <a:pt x="18583" y="9163"/>
                  <a:pt x="21944" y="7087"/>
                </a:cubicBezTo>
                <a:cubicBezTo>
                  <a:pt x="25305" y="5012"/>
                  <a:pt x="28943" y="3371"/>
                  <a:pt x="32857" y="2165"/>
                </a:cubicBezTo>
                <a:cubicBezTo>
                  <a:pt x="36771" y="959"/>
                  <a:pt x="40844" y="237"/>
                  <a:pt x="45074" y="0"/>
                </a:cubicBezTo>
                <a:moveTo>
                  <a:pt x="29358" y="37483"/>
                </a:moveTo>
                <a:cubicBezTo>
                  <a:pt x="26709" y="37483"/>
                  <a:pt x="24267" y="37839"/>
                  <a:pt x="22033" y="38551"/>
                </a:cubicBezTo>
                <a:cubicBezTo>
                  <a:pt x="19799" y="39262"/>
                  <a:pt x="17674" y="40231"/>
                  <a:pt x="15657" y="41457"/>
                </a:cubicBezTo>
                <a:cubicBezTo>
                  <a:pt x="14827" y="42010"/>
                  <a:pt x="14185" y="42524"/>
                  <a:pt x="13730" y="42999"/>
                </a:cubicBezTo>
                <a:cubicBezTo>
                  <a:pt x="13275" y="43473"/>
                  <a:pt x="12939" y="44037"/>
                  <a:pt x="12722" y="44689"/>
                </a:cubicBezTo>
                <a:cubicBezTo>
                  <a:pt x="12504" y="45341"/>
                  <a:pt x="12356" y="46152"/>
                  <a:pt x="12277" y="47121"/>
                </a:cubicBezTo>
                <a:cubicBezTo>
                  <a:pt x="12198" y="48089"/>
                  <a:pt x="12158" y="49404"/>
                  <a:pt x="12158" y="51065"/>
                </a:cubicBezTo>
                <a:cubicBezTo>
                  <a:pt x="12158" y="65061"/>
                  <a:pt x="17239" y="72060"/>
                  <a:pt x="27401" y="72060"/>
                </a:cubicBezTo>
                <a:cubicBezTo>
                  <a:pt x="30168" y="72060"/>
                  <a:pt x="32550" y="71655"/>
                  <a:pt x="34547" y="70844"/>
                </a:cubicBezTo>
                <a:cubicBezTo>
                  <a:pt x="36544" y="70033"/>
                  <a:pt x="38175" y="68867"/>
                  <a:pt x="39440" y="67345"/>
                </a:cubicBezTo>
                <a:cubicBezTo>
                  <a:pt x="40705" y="65823"/>
                  <a:pt x="41635" y="63944"/>
                  <a:pt x="42228" y="61710"/>
                </a:cubicBezTo>
                <a:cubicBezTo>
                  <a:pt x="42821" y="59477"/>
                  <a:pt x="43117" y="56936"/>
                  <a:pt x="43117" y="54089"/>
                </a:cubicBezTo>
                <a:cubicBezTo>
                  <a:pt x="43117" y="48791"/>
                  <a:pt x="41931" y="44699"/>
                  <a:pt x="39559" y="41812"/>
                </a:cubicBezTo>
                <a:cubicBezTo>
                  <a:pt x="37186" y="38926"/>
                  <a:pt x="33786" y="37483"/>
                  <a:pt x="29358" y="374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Text ,…">
            <a:extLst xmlns:a="http://schemas.openxmlformats.org/drawingml/2006/main">
              <a:ext uri="{FF2B5EF4-FFF2-40B4-BE49-F238E27FC236}">
                <a16:creationId xmlns:a16="http://schemas.microsoft.com/office/drawing/2014/main" id="{B4368AA8-80A2-46C0-A72C-4E8F38D7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873" y="3057777"/>
            <a:ext cx="171151" cy="40172"/>
          </a:xfrm>
          <a:custGeom xmlns:a="http://schemas.openxmlformats.org/drawingml/2006/main">
            <a:pathLst>
              <a:path w="171151" h="40172">
                <a:moveTo>
                  <a:pt x="22537" y="0"/>
                </a:moveTo>
                <a:cubicBezTo>
                  <a:pt x="23275" y="3690"/>
                  <a:pt x="23644" y="7328"/>
                  <a:pt x="23644" y="10913"/>
                </a:cubicBezTo>
                <a:cubicBezTo>
                  <a:pt x="23644" y="14603"/>
                  <a:pt x="23012" y="17977"/>
                  <a:pt x="21746" y="21035"/>
                </a:cubicBezTo>
                <a:cubicBezTo>
                  <a:pt x="20481" y="24092"/>
                  <a:pt x="18465" y="27137"/>
                  <a:pt x="15697" y="30168"/>
                </a:cubicBezTo>
                <a:cubicBezTo>
                  <a:pt x="12929" y="33200"/>
                  <a:pt x="9120" y="36534"/>
                  <a:pt x="4270" y="40172"/>
                </a:cubicBezTo>
                <a:lnTo>
                  <a:pt x="0" y="35348"/>
                </a:lnTo>
                <a:cubicBezTo>
                  <a:pt x="2689" y="32817"/>
                  <a:pt x="4639" y="30537"/>
                  <a:pt x="5852" y="28508"/>
                </a:cubicBezTo>
                <a:cubicBezTo>
                  <a:pt x="7064" y="26478"/>
                  <a:pt x="7934" y="24171"/>
                  <a:pt x="8461" y="21588"/>
                </a:cubicBezTo>
                <a:cubicBezTo>
                  <a:pt x="8989" y="19005"/>
                  <a:pt x="9252" y="15763"/>
                  <a:pt x="9252" y="11862"/>
                </a:cubicBezTo>
                <a:cubicBezTo>
                  <a:pt x="9252" y="7855"/>
                  <a:pt x="9068" y="3901"/>
                  <a:pt x="8699" y="0"/>
                </a:cubicBezTo>
                <a:lnTo>
                  <a:pt x="22537" y="0"/>
                </a:lnTo>
                <a:close/>
                <a:moveTo>
                  <a:pt x="93655" y="0"/>
                </a:moveTo>
                <a:lnTo>
                  <a:pt x="93655" y="18346"/>
                </a:lnTo>
                <a:lnTo>
                  <a:pt x="77681" y="18346"/>
                </a:lnTo>
                <a:lnTo>
                  <a:pt x="77681" y="0"/>
                </a:lnTo>
                <a:lnTo>
                  <a:pt x="93655" y="0"/>
                </a:lnTo>
                <a:moveTo>
                  <a:pt x="132403" y="0"/>
                </a:moveTo>
                <a:lnTo>
                  <a:pt x="132403" y="18346"/>
                </a:lnTo>
                <a:lnTo>
                  <a:pt x="116429" y="18346"/>
                </a:lnTo>
                <a:lnTo>
                  <a:pt x="116429" y="0"/>
                </a:lnTo>
                <a:lnTo>
                  <a:pt x="132403" y="0"/>
                </a:lnTo>
                <a:moveTo>
                  <a:pt x="171151" y="0"/>
                </a:moveTo>
                <a:lnTo>
                  <a:pt x="171151" y="18346"/>
                </a:lnTo>
                <a:lnTo>
                  <a:pt x="155177" y="18346"/>
                </a:lnTo>
                <a:lnTo>
                  <a:pt x="155177" y="0"/>
                </a:lnTo>
                <a:lnTo>
                  <a:pt x="17115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9A61D0-BFC4-4E98-8C35-1D8959E6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187" y="2740504"/>
            <a:ext cx="943989" cy="272462"/>
          </a:xfrm>
          <a:custGeom xmlns:a="http://schemas.openxmlformats.org/drawingml/2006/main">
            <a:pathLst>
              <a:path w="943989" h="272462">
                <a:moveTo>
                  <a:pt x="0" y="0"/>
                </a:moveTo>
                <a:lnTo>
                  <a:pt x="943989" y="0"/>
                </a:lnTo>
                <a:lnTo>
                  <a:pt x="943989" y="272462"/>
                </a:lnTo>
                <a:lnTo>
                  <a:pt x="0" y="2724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D4D11B-620A-4091-AEDE-D5DB881A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187" y="2740504"/>
            <a:ext cx="943990" cy="272462"/>
          </a:xfrm>
          <a:custGeom xmlns:a="http://schemas.openxmlformats.org/drawingml/2006/main">
            <a:pathLst>
              <a:path w="943990" h="272462" fill="none">
                <a:moveTo>
                  <a:pt x="0" y="0"/>
                </a:moveTo>
                <a:lnTo>
                  <a:pt x="943990" y="0"/>
                </a:lnTo>
                <a:lnTo>
                  <a:pt x="943990" y="272462"/>
                </a:lnTo>
                <a:lnTo>
                  <a:pt x="0" y="27246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2E13EA-6FCA-4A29-A8CA-DF196B7B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711" y="2811441"/>
            <a:ext cx="943989" cy="272462"/>
          </a:xfrm>
          <a:custGeom xmlns:a="http://schemas.openxmlformats.org/drawingml/2006/main">
            <a:pathLst>
              <a:path w="943989" h="272462">
                <a:moveTo>
                  <a:pt x="0" y="0"/>
                </a:moveTo>
                <a:lnTo>
                  <a:pt x="943989" y="0"/>
                </a:lnTo>
                <a:lnTo>
                  <a:pt x="943989" y="272462"/>
                </a:lnTo>
                <a:lnTo>
                  <a:pt x="0" y="2724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F3C186-6D6D-49DC-8C01-3DBE5324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712" y="2811441"/>
            <a:ext cx="943990" cy="272462"/>
          </a:xfrm>
          <a:custGeom xmlns:a="http://schemas.openxmlformats.org/drawingml/2006/main">
            <a:pathLst>
              <a:path w="943990" h="272462" fill="none">
                <a:moveTo>
                  <a:pt x="0" y="0"/>
                </a:moveTo>
                <a:lnTo>
                  <a:pt x="943990" y="0"/>
                </a:lnTo>
                <a:lnTo>
                  <a:pt x="943990" y="272462"/>
                </a:lnTo>
                <a:lnTo>
                  <a:pt x="0" y="27246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BAD0C5-9D0E-4829-8BAB-4C1F52D5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3235" y="2882379"/>
            <a:ext cx="943989" cy="272462"/>
          </a:xfrm>
          <a:custGeom xmlns:a="http://schemas.openxmlformats.org/drawingml/2006/main">
            <a:pathLst>
              <a:path w="943989" h="272462">
                <a:moveTo>
                  <a:pt x="0" y="0"/>
                </a:moveTo>
                <a:lnTo>
                  <a:pt x="943989" y="0"/>
                </a:lnTo>
                <a:lnTo>
                  <a:pt x="943989" y="272462"/>
                </a:lnTo>
                <a:lnTo>
                  <a:pt x="0" y="2724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DD1BD1-9488-4B48-BBCF-32293A5A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3235" y="2882379"/>
            <a:ext cx="943990" cy="272462"/>
          </a:xfrm>
          <a:custGeom xmlns:a="http://schemas.openxmlformats.org/drawingml/2006/main">
            <a:pathLst>
              <a:path w="943990" h="272462" fill="none">
                <a:moveTo>
                  <a:pt x="0" y="0"/>
                </a:moveTo>
                <a:lnTo>
                  <a:pt x="943990" y="0"/>
                </a:lnTo>
                <a:lnTo>
                  <a:pt x="943990" y="272462"/>
                </a:lnTo>
                <a:lnTo>
                  <a:pt x="0" y="27246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241" name="Text 𝑘">
            <a:extLst xmlns:a="http://schemas.openxmlformats.org/drawingml/2006/main">
              <a:ext uri="{FF2B5EF4-FFF2-40B4-BE49-F238E27FC236}">
                <a16:creationId xmlns:a16="http://schemas.microsoft.com/office/drawing/2014/main" id="{40F20FAC-DCF5-44CD-AD81-5508F99D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608" y="2963042"/>
            <a:ext cx="77734" cy="114347"/>
          </a:xfrm>
          <a:custGeom xmlns:a="http://schemas.openxmlformats.org/drawingml/2006/main">
            <a:pathLst>
              <a:path w="77734" h="114347">
                <a:moveTo>
                  <a:pt x="34399" y="80580"/>
                </a:moveTo>
                <a:cubicBezTo>
                  <a:pt x="33872" y="78524"/>
                  <a:pt x="33345" y="77101"/>
                  <a:pt x="32817" y="76310"/>
                </a:cubicBezTo>
                <a:cubicBezTo>
                  <a:pt x="32290" y="75519"/>
                  <a:pt x="31684" y="74992"/>
                  <a:pt x="30999" y="74729"/>
                </a:cubicBezTo>
                <a:cubicBezTo>
                  <a:pt x="30313" y="74465"/>
                  <a:pt x="29101" y="74333"/>
                  <a:pt x="27361" y="74333"/>
                </a:cubicBezTo>
                <a:lnTo>
                  <a:pt x="21905" y="74333"/>
                </a:lnTo>
                <a:lnTo>
                  <a:pt x="13680" y="113081"/>
                </a:lnTo>
                <a:lnTo>
                  <a:pt x="0" y="113081"/>
                </a:lnTo>
                <a:lnTo>
                  <a:pt x="20323" y="22695"/>
                </a:lnTo>
                <a:cubicBezTo>
                  <a:pt x="21008" y="19638"/>
                  <a:pt x="21496" y="17252"/>
                  <a:pt x="21786" y="15539"/>
                </a:cubicBezTo>
                <a:cubicBezTo>
                  <a:pt x="22076" y="13825"/>
                  <a:pt x="22221" y="12310"/>
                  <a:pt x="22221" y="10992"/>
                </a:cubicBezTo>
                <a:cubicBezTo>
                  <a:pt x="22221" y="8778"/>
                  <a:pt x="21549" y="7222"/>
                  <a:pt x="20204" y="6326"/>
                </a:cubicBezTo>
                <a:cubicBezTo>
                  <a:pt x="18860" y="5430"/>
                  <a:pt x="16448" y="4929"/>
                  <a:pt x="12969" y="4824"/>
                </a:cubicBezTo>
                <a:lnTo>
                  <a:pt x="13918" y="712"/>
                </a:lnTo>
                <a:lnTo>
                  <a:pt x="33924" y="0"/>
                </a:lnTo>
                <a:lnTo>
                  <a:pt x="38511" y="0"/>
                </a:lnTo>
                <a:lnTo>
                  <a:pt x="23012" y="69035"/>
                </a:lnTo>
                <a:lnTo>
                  <a:pt x="25542" y="69035"/>
                </a:lnTo>
                <a:cubicBezTo>
                  <a:pt x="29496" y="69035"/>
                  <a:pt x="33938" y="67309"/>
                  <a:pt x="38867" y="63855"/>
                </a:cubicBezTo>
                <a:cubicBezTo>
                  <a:pt x="43796" y="60402"/>
                  <a:pt x="47737" y="57200"/>
                  <a:pt x="50689" y="54247"/>
                </a:cubicBezTo>
                <a:cubicBezTo>
                  <a:pt x="53641" y="51295"/>
                  <a:pt x="55117" y="48448"/>
                  <a:pt x="55117" y="45707"/>
                </a:cubicBezTo>
                <a:cubicBezTo>
                  <a:pt x="55117" y="43124"/>
                  <a:pt x="53325" y="41674"/>
                  <a:pt x="49740" y="41358"/>
                </a:cubicBezTo>
                <a:lnTo>
                  <a:pt x="50610" y="37483"/>
                </a:lnTo>
                <a:lnTo>
                  <a:pt x="76231" y="37483"/>
                </a:lnTo>
                <a:lnTo>
                  <a:pt x="77734" y="41358"/>
                </a:lnTo>
                <a:cubicBezTo>
                  <a:pt x="73358" y="45312"/>
                  <a:pt x="68719" y="49186"/>
                  <a:pt x="63816" y="52982"/>
                </a:cubicBezTo>
                <a:lnTo>
                  <a:pt x="44205" y="68165"/>
                </a:lnTo>
                <a:lnTo>
                  <a:pt x="51954" y="96712"/>
                </a:lnTo>
                <a:cubicBezTo>
                  <a:pt x="52587" y="99137"/>
                  <a:pt x="53154" y="100890"/>
                  <a:pt x="53654" y="101971"/>
                </a:cubicBezTo>
                <a:cubicBezTo>
                  <a:pt x="54155" y="103052"/>
                  <a:pt x="54735" y="103856"/>
                  <a:pt x="55394" y="104383"/>
                </a:cubicBezTo>
                <a:cubicBezTo>
                  <a:pt x="56053" y="104910"/>
                  <a:pt x="56936" y="105174"/>
                  <a:pt x="58043" y="105174"/>
                </a:cubicBezTo>
                <a:cubicBezTo>
                  <a:pt x="59414" y="105174"/>
                  <a:pt x="61048" y="104436"/>
                  <a:pt x="62946" y="102960"/>
                </a:cubicBezTo>
                <a:cubicBezTo>
                  <a:pt x="64844" y="101483"/>
                  <a:pt x="67005" y="99348"/>
                  <a:pt x="69430" y="96554"/>
                </a:cubicBezTo>
                <a:lnTo>
                  <a:pt x="73938" y="100983"/>
                </a:lnTo>
                <a:cubicBezTo>
                  <a:pt x="69193" y="105991"/>
                  <a:pt x="65266" y="109470"/>
                  <a:pt x="62155" y="111421"/>
                </a:cubicBezTo>
                <a:cubicBezTo>
                  <a:pt x="59045" y="113371"/>
                  <a:pt x="56040" y="114347"/>
                  <a:pt x="53140" y="114347"/>
                </a:cubicBezTo>
                <a:cubicBezTo>
                  <a:pt x="49556" y="114347"/>
                  <a:pt x="46709" y="113332"/>
                  <a:pt x="44600" y="111302"/>
                </a:cubicBezTo>
                <a:cubicBezTo>
                  <a:pt x="42491" y="109273"/>
                  <a:pt x="40831" y="105885"/>
                  <a:pt x="39618" y="101141"/>
                </a:cubicBezTo>
                <a:lnTo>
                  <a:pt x="34399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Text &quot;">
            <a:extLst xmlns:a="http://schemas.openxmlformats.org/drawingml/2006/main">
              <a:ext uri="{FF2B5EF4-FFF2-40B4-BE49-F238E27FC236}">
                <a16:creationId xmlns:a16="http://schemas.microsoft.com/office/drawing/2014/main" id="{3A9253AB-703A-493A-A8EC-DAADC474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852" y="3033744"/>
            <a:ext cx="50294" cy="76389"/>
          </a:xfrm>
          <a:custGeom xmlns:a="http://schemas.openxmlformats.org/drawingml/2006/main">
            <a:pathLst>
              <a:path w="50294" h="76389">
                <a:moveTo>
                  <a:pt x="32501" y="60732"/>
                </a:moveTo>
                <a:cubicBezTo>
                  <a:pt x="32501" y="61958"/>
                  <a:pt x="32541" y="63015"/>
                  <a:pt x="32620" y="63905"/>
                </a:cubicBezTo>
                <a:cubicBezTo>
                  <a:pt x="32699" y="64795"/>
                  <a:pt x="32827" y="65546"/>
                  <a:pt x="33005" y="66159"/>
                </a:cubicBezTo>
                <a:cubicBezTo>
                  <a:pt x="33183" y="66771"/>
                  <a:pt x="33420" y="67295"/>
                  <a:pt x="33717" y="67730"/>
                </a:cubicBezTo>
                <a:cubicBezTo>
                  <a:pt x="34013" y="68165"/>
                  <a:pt x="34359" y="68541"/>
                  <a:pt x="34755" y="68857"/>
                </a:cubicBezTo>
                <a:cubicBezTo>
                  <a:pt x="35229" y="69332"/>
                  <a:pt x="35862" y="69697"/>
                  <a:pt x="36653" y="69954"/>
                </a:cubicBezTo>
                <a:cubicBezTo>
                  <a:pt x="37443" y="70211"/>
                  <a:pt x="38452" y="70429"/>
                  <a:pt x="39677" y="70607"/>
                </a:cubicBezTo>
                <a:cubicBezTo>
                  <a:pt x="40903" y="70785"/>
                  <a:pt x="42376" y="70923"/>
                  <a:pt x="44096" y="71022"/>
                </a:cubicBezTo>
                <a:cubicBezTo>
                  <a:pt x="45816" y="71121"/>
                  <a:pt x="47882" y="71190"/>
                  <a:pt x="50294" y="71229"/>
                </a:cubicBezTo>
                <a:lnTo>
                  <a:pt x="50294" y="76389"/>
                </a:lnTo>
                <a:lnTo>
                  <a:pt x="3262" y="76389"/>
                </a:lnTo>
                <a:lnTo>
                  <a:pt x="3262" y="71229"/>
                </a:lnTo>
                <a:cubicBezTo>
                  <a:pt x="5595" y="71150"/>
                  <a:pt x="7572" y="71061"/>
                  <a:pt x="9193" y="70963"/>
                </a:cubicBezTo>
                <a:cubicBezTo>
                  <a:pt x="10814" y="70864"/>
                  <a:pt x="12198" y="70725"/>
                  <a:pt x="13344" y="70547"/>
                </a:cubicBezTo>
                <a:cubicBezTo>
                  <a:pt x="14491" y="70370"/>
                  <a:pt x="15410" y="70172"/>
                  <a:pt x="16102" y="69954"/>
                </a:cubicBezTo>
                <a:cubicBezTo>
                  <a:pt x="16794" y="69737"/>
                  <a:pt x="17397" y="69470"/>
                  <a:pt x="17911" y="69154"/>
                </a:cubicBezTo>
                <a:cubicBezTo>
                  <a:pt x="18465" y="68798"/>
                  <a:pt x="18939" y="68412"/>
                  <a:pt x="19335" y="67997"/>
                </a:cubicBezTo>
                <a:cubicBezTo>
                  <a:pt x="19730" y="67582"/>
                  <a:pt x="20046" y="67058"/>
                  <a:pt x="20283" y="66425"/>
                </a:cubicBezTo>
                <a:cubicBezTo>
                  <a:pt x="20521" y="65793"/>
                  <a:pt x="20709" y="65022"/>
                  <a:pt x="20847" y="64112"/>
                </a:cubicBezTo>
                <a:cubicBezTo>
                  <a:pt x="20985" y="63203"/>
                  <a:pt x="21055" y="62076"/>
                  <a:pt x="21055" y="60732"/>
                </a:cubicBezTo>
                <a:lnTo>
                  <a:pt x="21055" y="18208"/>
                </a:lnTo>
                <a:cubicBezTo>
                  <a:pt x="21055" y="16666"/>
                  <a:pt x="20758" y="15578"/>
                  <a:pt x="20165" y="14946"/>
                </a:cubicBezTo>
                <a:cubicBezTo>
                  <a:pt x="19572" y="14313"/>
                  <a:pt x="18722" y="13997"/>
                  <a:pt x="17615" y="13997"/>
                </a:cubicBezTo>
                <a:cubicBezTo>
                  <a:pt x="16389" y="13997"/>
                  <a:pt x="14570" y="14629"/>
                  <a:pt x="12158" y="15895"/>
                </a:cubicBezTo>
                <a:cubicBezTo>
                  <a:pt x="9746" y="17160"/>
                  <a:pt x="6623" y="19038"/>
                  <a:pt x="2787" y="21529"/>
                </a:cubicBezTo>
                <a:cubicBezTo>
                  <a:pt x="2273" y="20620"/>
                  <a:pt x="1799" y="19710"/>
                  <a:pt x="1364" y="18801"/>
                </a:cubicBezTo>
                <a:cubicBezTo>
                  <a:pt x="929" y="17891"/>
                  <a:pt x="474" y="16962"/>
                  <a:pt x="0" y="16013"/>
                </a:cubicBezTo>
                <a:cubicBezTo>
                  <a:pt x="4903" y="13325"/>
                  <a:pt x="9756" y="10646"/>
                  <a:pt x="14560" y="7977"/>
                </a:cubicBezTo>
                <a:cubicBezTo>
                  <a:pt x="19364" y="5308"/>
                  <a:pt x="24237" y="2649"/>
                  <a:pt x="29180" y="0"/>
                </a:cubicBezTo>
                <a:lnTo>
                  <a:pt x="32798" y="0"/>
                </a:lnTo>
                <a:cubicBezTo>
                  <a:pt x="32719" y="2175"/>
                  <a:pt x="32659" y="4122"/>
                  <a:pt x="32620" y="5842"/>
                </a:cubicBezTo>
                <a:cubicBezTo>
                  <a:pt x="32580" y="7562"/>
                  <a:pt x="32550" y="9232"/>
                  <a:pt x="32531" y="10853"/>
                </a:cubicBezTo>
                <a:cubicBezTo>
                  <a:pt x="32511" y="12475"/>
                  <a:pt x="32501" y="14076"/>
                  <a:pt x="32501" y="15657"/>
                </a:cubicBezTo>
                <a:lnTo>
                  <a:pt x="32501" y="607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Text ,𝑘">
            <a:extLst xmlns:a="http://schemas.openxmlformats.org/drawingml/2006/main">
              <a:ext uri="{FF2B5EF4-FFF2-40B4-BE49-F238E27FC236}">
                <a16:creationId xmlns:a16="http://schemas.microsoft.com/office/drawing/2014/main" id="{72F5966E-F09E-4E98-B1B8-0D6A7D76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9934" y="2963042"/>
            <a:ext cx="143000" cy="134907"/>
          </a:xfrm>
          <a:custGeom xmlns:a="http://schemas.openxmlformats.org/drawingml/2006/main">
            <a:pathLst>
              <a:path w="143000" h="134907">
                <a:moveTo>
                  <a:pt x="22537" y="94735"/>
                </a:moveTo>
                <a:cubicBezTo>
                  <a:pt x="23275" y="98426"/>
                  <a:pt x="23644" y="102063"/>
                  <a:pt x="23644" y="105648"/>
                </a:cubicBezTo>
                <a:cubicBezTo>
                  <a:pt x="23644" y="109338"/>
                  <a:pt x="23012" y="112712"/>
                  <a:pt x="21746" y="115770"/>
                </a:cubicBezTo>
                <a:cubicBezTo>
                  <a:pt x="20481" y="118828"/>
                  <a:pt x="18465" y="121872"/>
                  <a:pt x="15697" y="124904"/>
                </a:cubicBezTo>
                <a:cubicBezTo>
                  <a:pt x="12929" y="127935"/>
                  <a:pt x="9120" y="131269"/>
                  <a:pt x="4270" y="134907"/>
                </a:cubicBezTo>
                <a:lnTo>
                  <a:pt x="0" y="130083"/>
                </a:lnTo>
                <a:cubicBezTo>
                  <a:pt x="2689" y="127553"/>
                  <a:pt x="4639" y="125273"/>
                  <a:pt x="5852" y="123243"/>
                </a:cubicBezTo>
                <a:cubicBezTo>
                  <a:pt x="7064" y="121213"/>
                  <a:pt x="7934" y="118907"/>
                  <a:pt x="8461" y="116324"/>
                </a:cubicBezTo>
                <a:cubicBezTo>
                  <a:pt x="8989" y="113740"/>
                  <a:pt x="9252" y="110498"/>
                  <a:pt x="9252" y="106597"/>
                </a:cubicBezTo>
                <a:cubicBezTo>
                  <a:pt x="9252" y="102590"/>
                  <a:pt x="9068" y="98637"/>
                  <a:pt x="8699" y="94735"/>
                </a:cubicBezTo>
                <a:lnTo>
                  <a:pt x="22537" y="94735"/>
                </a:lnTo>
                <a:close/>
                <a:moveTo>
                  <a:pt x="99665" y="80580"/>
                </a:moveTo>
                <a:cubicBezTo>
                  <a:pt x="99138" y="78524"/>
                  <a:pt x="98610" y="77101"/>
                  <a:pt x="98083" y="76310"/>
                </a:cubicBezTo>
                <a:cubicBezTo>
                  <a:pt x="97556" y="75519"/>
                  <a:pt x="96950" y="74992"/>
                  <a:pt x="96264" y="74729"/>
                </a:cubicBezTo>
                <a:cubicBezTo>
                  <a:pt x="95579" y="74465"/>
                  <a:pt x="94367" y="74333"/>
                  <a:pt x="92627" y="74333"/>
                </a:cubicBezTo>
                <a:lnTo>
                  <a:pt x="87171" y="74333"/>
                </a:lnTo>
                <a:lnTo>
                  <a:pt x="78946" y="113081"/>
                </a:lnTo>
                <a:lnTo>
                  <a:pt x="65266" y="113081"/>
                </a:lnTo>
                <a:lnTo>
                  <a:pt x="85589" y="22695"/>
                </a:lnTo>
                <a:cubicBezTo>
                  <a:pt x="86274" y="19638"/>
                  <a:pt x="86762" y="17252"/>
                  <a:pt x="87052" y="15539"/>
                </a:cubicBezTo>
                <a:cubicBezTo>
                  <a:pt x="87342" y="13825"/>
                  <a:pt x="87487" y="12310"/>
                  <a:pt x="87487" y="10992"/>
                </a:cubicBezTo>
                <a:cubicBezTo>
                  <a:pt x="87487" y="8778"/>
                  <a:pt x="86815" y="7222"/>
                  <a:pt x="85470" y="6326"/>
                </a:cubicBezTo>
                <a:cubicBezTo>
                  <a:pt x="84126" y="5430"/>
                  <a:pt x="81714" y="4929"/>
                  <a:pt x="78235" y="4824"/>
                </a:cubicBezTo>
                <a:lnTo>
                  <a:pt x="79184" y="712"/>
                </a:lnTo>
                <a:lnTo>
                  <a:pt x="99190" y="0"/>
                </a:lnTo>
                <a:lnTo>
                  <a:pt x="103777" y="0"/>
                </a:lnTo>
                <a:lnTo>
                  <a:pt x="88278" y="69035"/>
                </a:lnTo>
                <a:lnTo>
                  <a:pt x="90808" y="69035"/>
                </a:lnTo>
                <a:cubicBezTo>
                  <a:pt x="94762" y="69035"/>
                  <a:pt x="99204" y="67309"/>
                  <a:pt x="104133" y="63855"/>
                </a:cubicBezTo>
                <a:cubicBezTo>
                  <a:pt x="109062" y="60402"/>
                  <a:pt x="113003" y="57200"/>
                  <a:pt x="115955" y="54247"/>
                </a:cubicBezTo>
                <a:cubicBezTo>
                  <a:pt x="118907" y="51295"/>
                  <a:pt x="120383" y="48448"/>
                  <a:pt x="120383" y="45707"/>
                </a:cubicBezTo>
                <a:cubicBezTo>
                  <a:pt x="120383" y="43124"/>
                  <a:pt x="118591" y="41674"/>
                  <a:pt x="115006" y="41358"/>
                </a:cubicBezTo>
                <a:lnTo>
                  <a:pt x="115876" y="37483"/>
                </a:lnTo>
                <a:lnTo>
                  <a:pt x="141497" y="37483"/>
                </a:lnTo>
                <a:lnTo>
                  <a:pt x="143000" y="41358"/>
                </a:lnTo>
                <a:cubicBezTo>
                  <a:pt x="138624" y="45312"/>
                  <a:pt x="133985" y="49186"/>
                  <a:pt x="129082" y="52982"/>
                </a:cubicBezTo>
                <a:lnTo>
                  <a:pt x="109471" y="68165"/>
                </a:lnTo>
                <a:lnTo>
                  <a:pt x="117220" y="96712"/>
                </a:lnTo>
                <a:cubicBezTo>
                  <a:pt x="117853" y="99137"/>
                  <a:pt x="118420" y="100890"/>
                  <a:pt x="118920" y="101971"/>
                </a:cubicBezTo>
                <a:cubicBezTo>
                  <a:pt x="119421" y="103052"/>
                  <a:pt x="120001" y="103856"/>
                  <a:pt x="120660" y="104383"/>
                </a:cubicBezTo>
                <a:cubicBezTo>
                  <a:pt x="121319" y="104910"/>
                  <a:pt x="122202" y="105174"/>
                  <a:pt x="123309" y="105174"/>
                </a:cubicBezTo>
                <a:cubicBezTo>
                  <a:pt x="124680" y="105174"/>
                  <a:pt x="126314" y="104436"/>
                  <a:pt x="128212" y="102960"/>
                </a:cubicBezTo>
                <a:cubicBezTo>
                  <a:pt x="130110" y="101483"/>
                  <a:pt x="132271" y="99348"/>
                  <a:pt x="134696" y="96554"/>
                </a:cubicBezTo>
                <a:lnTo>
                  <a:pt x="139204" y="100983"/>
                </a:lnTo>
                <a:cubicBezTo>
                  <a:pt x="134459" y="105991"/>
                  <a:pt x="130532" y="109470"/>
                  <a:pt x="127421" y="111421"/>
                </a:cubicBezTo>
                <a:cubicBezTo>
                  <a:pt x="124311" y="113371"/>
                  <a:pt x="121306" y="114347"/>
                  <a:pt x="118406" y="114347"/>
                </a:cubicBezTo>
                <a:cubicBezTo>
                  <a:pt x="114821" y="114347"/>
                  <a:pt x="111975" y="113332"/>
                  <a:pt x="109866" y="111302"/>
                </a:cubicBezTo>
                <a:cubicBezTo>
                  <a:pt x="107757" y="109273"/>
                  <a:pt x="106097" y="105885"/>
                  <a:pt x="104884" y="101141"/>
                </a:cubicBezTo>
                <a:lnTo>
                  <a:pt x="99665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Text &amp;">
            <a:extLst xmlns:a="http://schemas.openxmlformats.org/drawingml/2006/main">
              <a:ext uri="{FF2B5EF4-FFF2-40B4-BE49-F238E27FC236}">
                <a16:creationId xmlns:a16="http://schemas.microsoft.com/office/drawing/2014/main" id="{B1528960-ED06-42F3-98FA-728A8F4C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140" y="3034159"/>
            <a:ext cx="59902" cy="75974"/>
          </a:xfrm>
          <a:custGeom xmlns:a="http://schemas.openxmlformats.org/drawingml/2006/main">
            <a:pathLst>
              <a:path w="59902" h="75974">
                <a:moveTo>
                  <a:pt x="26214" y="72416"/>
                </a:moveTo>
                <a:cubicBezTo>
                  <a:pt x="27401" y="72099"/>
                  <a:pt x="28409" y="71813"/>
                  <a:pt x="29239" y="71556"/>
                </a:cubicBezTo>
                <a:cubicBezTo>
                  <a:pt x="30069" y="71299"/>
                  <a:pt x="30761" y="71002"/>
                  <a:pt x="31315" y="70666"/>
                </a:cubicBezTo>
                <a:cubicBezTo>
                  <a:pt x="31868" y="70330"/>
                  <a:pt x="32274" y="69935"/>
                  <a:pt x="32531" y="69480"/>
                </a:cubicBezTo>
                <a:cubicBezTo>
                  <a:pt x="32788" y="69025"/>
                  <a:pt x="32985" y="68452"/>
                  <a:pt x="33124" y="67760"/>
                </a:cubicBezTo>
                <a:cubicBezTo>
                  <a:pt x="33262" y="67068"/>
                  <a:pt x="33341" y="66198"/>
                  <a:pt x="33361" y="65150"/>
                </a:cubicBezTo>
                <a:cubicBezTo>
                  <a:pt x="33381" y="64103"/>
                  <a:pt x="33391" y="62808"/>
                  <a:pt x="33391" y="61266"/>
                </a:cubicBezTo>
                <a:lnTo>
                  <a:pt x="33391" y="53496"/>
                </a:lnTo>
                <a:lnTo>
                  <a:pt x="0" y="53496"/>
                </a:lnTo>
                <a:lnTo>
                  <a:pt x="0" y="48811"/>
                </a:lnTo>
                <a:cubicBezTo>
                  <a:pt x="5891" y="40626"/>
                  <a:pt x="11743" y="32491"/>
                  <a:pt x="17555" y="24405"/>
                </a:cubicBezTo>
                <a:cubicBezTo>
                  <a:pt x="23368" y="16320"/>
                  <a:pt x="29219" y="8185"/>
                  <a:pt x="35111" y="0"/>
                </a:cubicBezTo>
                <a:lnTo>
                  <a:pt x="44541" y="0"/>
                </a:lnTo>
                <a:lnTo>
                  <a:pt x="44541" y="47269"/>
                </a:lnTo>
                <a:lnTo>
                  <a:pt x="45608" y="47269"/>
                </a:lnTo>
                <a:cubicBezTo>
                  <a:pt x="47229" y="47269"/>
                  <a:pt x="48544" y="47190"/>
                  <a:pt x="49552" y="47032"/>
                </a:cubicBezTo>
                <a:cubicBezTo>
                  <a:pt x="50560" y="46873"/>
                  <a:pt x="51371" y="46547"/>
                  <a:pt x="51984" y="46053"/>
                </a:cubicBezTo>
                <a:cubicBezTo>
                  <a:pt x="52597" y="45559"/>
                  <a:pt x="53111" y="44867"/>
                  <a:pt x="53526" y="43977"/>
                </a:cubicBezTo>
                <a:cubicBezTo>
                  <a:pt x="53941" y="43088"/>
                  <a:pt x="54386" y="41931"/>
                  <a:pt x="54860" y="40508"/>
                </a:cubicBezTo>
                <a:lnTo>
                  <a:pt x="59902" y="40508"/>
                </a:lnTo>
                <a:cubicBezTo>
                  <a:pt x="59783" y="42682"/>
                  <a:pt x="59654" y="44837"/>
                  <a:pt x="59516" y="46972"/>
                </a:cubicBezTo>
                <a:cubicBezTo>
                  <a:pt x="59378" y="49107"/>
                  <a:pt x="59249" y="51282"/>
                  <a:pt x="59131" y="53496"/>
                </a:cubicBezTo>
                <a:lnTo>
                  <a:pt x="44541" y="53496"/>
                </a:lnTo>
                <a:lnTo>
                  <a:pt x="44541" y="61266"/>
                </a:lnTo>
                <a:cubicBezTo>
                  <a:pt x="44541" y="63559"/>
                  <a:pt x="44590" y="65338"/>
                  <a:pt x="44689" y="66603"/>
                </a:cubicBezTo>
                <a:cubicBezTo>
                  <a:pt x="44788" y="67869"/>
                  <a:pt x="45084" y="68857"/>
                  <a:pt x="45579" y="69569"/>
                </a:cubicBezTo>
                <a:cubicBezTo>
                  <a:pt x="46073" y="70281"/>
                  <a:pt x="46804" y="70814"/>
                  <a:pt x="47773" y="71170"/>
                </a:cubicBezTo>
                <a:cubicBezTo>
                  <a:pt x="48742" y="71526"/>
                  <a:pt x="50096" y="71941"/>
                  <a:pt x="51836" y="72416"/>
                </a:cubicBezTo>
                <a:lnTo>
                  <a:pt x="51836" y="75974"/>
                </a:lnTo>
                <a:lnTo>
                  <a:pt x="26214" y="75974"/>
                </a:lnTo>
                <a:lnTo>
                  <a:pt x="26214" y="72416"/>
                </a:lnTo>
                <a:moveTo>
                  <a:pt x="10616" y="47269"/>
                </a:moveTo>
                <a:lnTo>
                  <a:pt x="33391" y="47269"/>
                </a:lnTo>
                <a:lnTo>
                  <a:pt x="33391" y="35348"/>
                </a:lnTo>
                <a:cubicBezTo>
                  <a:pt x="33391" y="34004"/>
                  <a:pt x="33410" y="32343"/>
                  <a:pt x="33450" y="30366"/>
                </a:cubicBezTo>
                <a:cubicBezTo>
                  <a:pt x="33490" y="28389"/>
                  <a:pt x="33539" y="26382"/>
                  <a:pt x="33598" y="24346"/>
                </a:cubicBezTo>
                <a:cubicBezTo>
                  <a:pt x="33658" y="22310"/>
                  <a:pt x="33727" y="20372"/>
                  <a:pt x="33806" y="18534"/>
                </a:cubicBezTo>
                <a:cubicBezTo>
                  <a:pt x="33885" y="16695"/>
                  <a:pt x="33964" y="15143"/>
                  <a:pt x="34043" y="13878"/>
                </a:cubicBezTo>
                <a:lnTo>
                  <a:pt x="33391" y="13878"/>
                </a:lnTo>
                <a:cubicBezTo>
                  <a:pt x="29595" y="19374"/>
                  <a:pt x="25809" y="24830"/>
                  <a:pt x="22033" y="30247"/>
                </a:cubicBezTo>
                <a:cubicBezTo>
                  <a:pt x="18257" y="35664"/>
                  <a:pt x="14451" y="41101"/>
                  <a:pt x="10616" y="46557"/>
                </a:cubicBezTo>
                <a:lnTo>
                  <a:pt x="10616" y="472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Text ,𝑘">
            <a:extLst xmlns:a="http://schemas.openxmlformats.org/drawingml/2006/main">
              <a:ext uri="{FF2B5EF4-FFF2-40B4-BE49-F238E27FC236}">
                <a16:creationId xmlns:a16="http://schemas.microsoft.com/office/drawing/2014/main" id="{7AC1D8CC-F1F9-4DBA-B9BA-8F91B106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4270" y="2963042"/>
            <a:ext cx="143000" cy="134907"/>
          </a:xfrm>
          <a:custGeom xmlns:a="http://schemas.openxmlformats.org/drawingml/2006/main">
            <a:pathLst>
              <a:path w="143000" h="134907">
                <a:moveTo>
                  <a:pt x="22537" y="94735"/>
                </a:moveTo>
                <a:cubicBezTo>
                  <a:pt x="23275" y="98426"/>
                  <a:pt x="23644" y="102063"/>
                  <a:pt x="23644" y="105648"/>
                </a:cubicBezTo>
                <a:cubicBezTo>
                  <a:pt x="23644" y="109338"/>
                  <a:pt x="23012" y="112712"/>
                  <a:pt x="21746" y="115770"/>
                </a:cubicBezTo>
                <a:cubicBezTo>
                  <a:pt x="20481" y="118828"/>
                  <a:pt x="18465" y="121872"/>
                  <a:pt x="15697" y="124904"/>
                </a:cubicBezTo>
                <a:cubicBezTo>
                  <a:pt x="12929" y="127935"/>
                  <a:pt x="9120" y="131269"/>
                  <a:pt x="4270" y="134907"/>
                </a:cubicBezTo>
                <a:lnTo>
                  <a:pt x="0" y="130083"/>
                </a:lnTo>
                <a:cubicBezTo>
                  <a:pt x="2689" y="127553"/>
                  <a:pt x="4639" y="125273"/>
                  <a:pt x="5852" y="123243"/>
                </a:cubicBezTo>
                <a:cubicBezTo>
                  <a:pt x="7064" y="121213"/>
                  <a:pt x="7934" y="118907"/>
                  <a:pt x="8461" y="116324"/>
                </a:cubicBezTo>
                <a:cubicBezTo>
                  <a:pt x="8989" y="113740"/>
                  <a:pt x="9252" y="110498"/>
                  <a:pt x="9252" y="106597"/>
                </a:cubicBezTo>
                <a:cubicBezTo>
                  <a:pt x="9252" y="102590"/>
                  <a:pt x="9068" y="98637"/>
                  <a:pt x="8699" y="94735"/>
                </a:cubicBezTo>
                <a:lnTo>
                  <a:pt x="22537" y="94735"/>
                </a:lnTo>
                <a:close/>
                <a:moveTo>
                  <a:pt x="99665" y="80580"/>
                </a:moveTo>
                <a:cubicBezTo>
                  <a:pt x="99138" y="78524"/>
                  <a:pt x="98610" y="77101"/>
                  <a:pt x="98083" y="76310"/>
                </a:cubicBezTo>
                <a:cubicBezTo>
                  <a:pt x="97556" y="75519"/>
                  <a:pt x="96950" y="74992"/>
                  <a:pt x="96264" y="74729"/>
                </a:cubicBezTo>
                <a:cubicBezTo>
                  <a:pt x="95579" y="74465"/>
                  <a:pt x="94367" y="74333"/>
                  <a:pt x="92627" y="74333"/>
                </a:cubicBezTo>
                <a:lnTo>
                  <a:pt x="87171" y="74333"/>
                </a:lnTo>
                <a:lnTo>
                  <a:pt x="78946" y="113081"/>
                </a:lnTo>
                <a:lnTo>
                  <a:pt x="65266" y="113081"/>
                </a:lnTo>
                <a:lnTo>
                  <a:pt x="85589" y="22695"/>
                </a:lnTo>
                <a:cubicBezTo>
                  <a:pt x="86274" y="19638"/>
                  <a:pt x="86762" y="17252"/>
                  <a:pt x="87052" y="15539"/>
                </a:cubicBezTo>
                <a:cubicBezTo>
                  <a:pt x="87342" y="13825"/>
                  <a:pt x="87487" y="12310"/>
                  <a:pt x="87487" y="10992"/>
                </a:cubicBezTo>
                <a:cubicBezTo>
                  <a:pt x="87487" y="8778"/>
                  <a:pt x="86815" y="7222"/>
                  <a:pt x="85470" y="6326"/>
                </a:cubicBezTo>
                <a:cubicBezTo>
                  <a:pt x="84126" y="5430"/>
                  <a:pt x="81714" y="4929"/>
                  <a:pt x="78235" y="4824"/>
                </a:cubicBezTo>
                <a:lnTo>
                  <a:pt x="79184" y="712"/>
                </a:lnTo>
                <a:lnTo>
                  <a:pt x="99190" y="0"/>
                </a:lnTo>
                <a:lnTo>
                  <a:pt x="103777" y="0"/>
                </a:lnTo>
                <a:lnTo>
                  <a:pt x="88278" y="69035"/>
                </a:lnTo>
                <a:lnTo>
                  <a:pt x="90808" y="69035"/>
                </a:lnTo>
                <a:cubicBezTo>
                  <a:pt x="94762" y="69035"/>
                  <a:pt x="99204" y="67309"/>
                  <a:pt x="104133" y="63855"/>
                </a:cubicBezTo>
                <a:cubicBezTo>
                  <a:pt x="109062" y="60402"/>
                  <a:pt x="113003" y="57200"/>
                  <a:pt x="115955" y="54247"/>
                </a:cubicBezTo>
                <a:cubicBezTo>
                  <a:pt x="118907" y="51295"/>
                  <a:pt x="120383" y="48448"/>
                  <a:pt x="120383" y="45707"/>
                </a:cubicBezTo>
                <a:cubicBezTo>
                  <a:pt x="120383" y="43124"/>
                  <a:pt x="118591" y="41674"/>
                  <a:pt x="115006" y="41358"/>
                </a:cubicBezTo>
                <a:lnTo>
                  <a:pt x="115876" y="37483"/>
                </a:lnTo>
                <a:lnTo>
                  <a:pt x="141497" y="37483"/>
                </a:lnTo>
                <a:lnTo>
                  <a:pt x="143000" y="41358"/>
                </a:lnTo>
                <a:cubicBezTo>
                  <a:pt x="138624" y="45312"/>
                  <a:pt x="133985" y="49186"/>
                  <a:pt x="129082" y="52982"/>
                </a:cubicBezTo>
                <a:lnTo>
                  <a:pt x="109471" y="68165"/>
                </a:lnTo>
                <a:lnTo>
                  <a:pt x="117220" y="96712"/>
                </a:lnTo>
                <a:cubicBezTo>
                  <a:pt x="117853" y="99137"/>
                  <a:pt x="118420" y="100890"/>
                  <a:pt x="118920" y="101971"/>
                </a:cubicBezTo>
                <a:cubicBezTo>
                  <a:pt x="119421" y="103052"/>
                  <a:pt x="120001" y="103856"/>
                  <a:pt x="120660" y="104383"/>
                </a:cubicBezTo>
                <a:cubicBezTo>
                  <a:pt x="121319" y="104910"/>
                  <a:pt x="122202" y="105174"/>
                  <a:pt x="123309" y="105174"/>
                </a:cubicBezTo>
                <a:cubicBezTo>
                  <a:pt x="124680" y="105174"/>
                  <a:pt x="126314" y="104436"/>
                  <a:pt x="128212" y="102960"/>
                </a:cubicBezTo>
                <a:cubicBezTo>
                  <a:pt x="130110" y="101483"/>
                  <a:pt x="132271" y="99348"/>
                  <a:pt x="134696" y="96554"/>
                </a:cubicBezTo>
                <a:lnTo>
                  <a:pt x="139204" y="100983"/>
                </a:lnTo>
                <a:cubicBezTo>
                  <a:pt x="134459" y="105991"/>
                  <a:pt x="130532" y="109470"/>
                  <a:pt x="127421" y="111421"/>
                </a:cubicBezTo>
                <a:cubicBezTo>
                  <a:pt x="124311" y="113371"/>
                  <a:pt x="121306" y="114347"/>
                  <a:pt x="118406" y="114347"/>
                </a:cubicBezTo>
                <a:cubicBezTo>
                  <a:pt x="114821" y="114347"/>
                  <a:pt x="111975" y="113332"/>
                  <a:pt x="109866" y="111302"/>
                </a:cubicBezTo>
                <a:cubicBezTo>
                  <a:pt x="107757" y="109273"/>
                  <a:pt x="106097" y="105885"/>
                  <a:pt x="104884" y="101141"/>
                </a:cubicBezTo>
                <a:lnTo>
                  <a:pt x="99665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Text &quot;!">
            <a:extLst xmlns:a="http://schemas.openxmlformats.org/drawingml/2006/main">
              <a:ext uri="{FF2B5EF4-FFF2-40B4-BE49-F238E27FC236}">
                <a16:creationId xmlns:a16="http://schemas.microsoft.com/office/drawing/2014/main" id="{BD563614-95B5-4815-9253-A7F20F75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8781" y="3033329"/>
            <a:ext cx="119269" cy="78050"/>
          </a:xfrm>
          <a:custGeom xmlns:a="http://schemas.openxmlformats.org/drawingml/2006/main">
            <a:pathLst>
              <a:path w="119269" h="78050">
                <a:moveTo>
                  <a:pt x="32501" y="61147"/>
                </a:moveTo>
                <a:cubicBezTo>
                  <a:pt x="32501" y="62373"/>
                  <a:pt x="32541" y="63430"/>
                  <a:pt x="32620" y="64320"/>
                </a:cubicBezTo>
                <a:cubicBezTo>
                  <a:pt x="32699" y="65210"/>
                  <a:pt x="32827" y="65961"/>
                  <a:pt x="33005" y="66574"/>
                </a:cubicBezTo>
                <a:cubicBezTo>
                  <a:pt x="33183" y="67187"/>
                  <a:pt x="33420" y="67710"/>
                  <a:pt x="33717" y="68145"/>
                </a:cubicBezTo>
                <a:cubicBezTo>
                  <a:pt x="34013" y="68580"/>
                  <a:pt x="34359" y="68956"/>
                  <a:pt x="34755" y="69272"/>
                </a:cubicBezTo>
                <a:cubicBezTo>
                  <a:pt x="35229" y="69747"/>
                  <a:pt x="35862" y="70112"/>
                  <a:pt x="36653" y="70369"/>
                </a:cubicBezTo>
                <a:cubicBezTo>
                  <a:pt x="37443" y="70626"/>
                  <a:pt x="38452" y="70844"/>
                  <a:pt x="39677" y="71022"/>
                </a:cubicBezTo>
                <a:cubicBezTo>
                  <a:pt x="40903" y="71200"/>
                  <a:pt x="42376" y="71338"/>
                  <a:pt x="44096" y="71437"/>
                </a:cubicBezTo>
                <a:cubicBezTo>
                  <a:pt x="45816" y="71536"/>
                  <a:pt x="47882" y="71605"/>
                  <a:pt x="50294" y="71645"/>
                </a:cubicBezTo>
                <a:lnTo>
                  <a:pt x="50294" y="76804"/>
                </a:lnTo>
                <a:lnTo>
                  <a:pt x="3262" y="76804"/>
                </a:lnTo>
                <a:lnTo>
                  <a:pt x="3262" y="71645"/>
                </a:lnTo>
                <a:cubicBezTo>
                  <a:pt x="5595" y="71566"/>
                  <a:pt x="7572" y="71477"/>
                  <a:pt x="9193" y="71378"/>
                </a:cubicBezTo>
                <a:cubicBezTo>
                  <a:pt x="10814" y="71279"/>
                  <a:pt x="12198" y="71141"/>
                  <a:pt x="13344" y="70963"/>
                </a:cubicBezTo>
                <a:cubicBezTo>
                  <a:pt x="14491" y="70785"/>
                  <a:pt x="15410" y="70587"/>
                  <a:pt x="16102" y="70369"/>
                </a:cubicBezTo>
                <a:cubicBezTo>
                  <a:pt x="16794" y="70152"/>
                  <a:pt x="17397" y="69885"/>
                  <a:pt x="17911" y="69569"/>
                </a:cubicBezTo>
                <a:cubicBezTo>
                  <a:pt x="18465" y="69213"/>
                  <a:pt x="18939" y="68827"/>
                  <a:pt x="19335" y="68412"/>
                </a:cubicBezTo>
                <a:cubicBezTo>
                  <a:pt x="19730" y="67997"/>
                  <a:pt x="20046" y="67473"/>
                  <a:pt x="20283" y="66841"/>
                </a:cubicBezTo>
                <a:cubicBezTo>
                  <a:pt x="20521" y="66208"/>
                  <a:pt x="20709" y="65437"/>
                  <a:pt x="20847" y="64528"/>
                </a:cubicBezTo>
                <a:cubicBezTo>
                  <a:pt x="20985" y="63618"/>
                  <a:pt x="21055" y="62491"/>
                  <a:pt x="21055" y="61147"/>
                </a:cubicBezTo>
                <a:lnTo>
                  <a:pt x="21055" y="18623"/>
                </a:lnTo>
                <a:cubicBezTo>
                  <a:pt x="21055" y="17081"/>
                  <a:pt x="20758" y="15994"/>
                  <a:pt x="20165" y="15361"/>
                </a:cubicBezTo>
                <a:cubicBezTo>
                  <a:pt x="19572" y="14728"/>
                  <a:pt x="18722" y="14412"/>
                  <a:pt x="17615" y="14412"/>
                </a:cubicBezTo>
                <a:cubicBezTo>
                  <a:pt x="16389" y="14412"/>
                  <a:pt x="14570" y="15045"/>
                  <a:pt x="12158" y="16310"/>
                </a:cubicBezTo>
                <a:cubicBezTo>
                  <a:pt x="9746" y="17575"/>
                  <a:pt x="6623" y="19453"/>
                  <a:pt x="2787" y="21944"/>
                </a:cubicBezTo>
                <a:cubicBezTo>
                  <a:pt x="2273" y="21035"/>
                  <a:pt x="1799" y="20125"/>
                  <a:pt x="1364" y="19216"/>
                </a:cubicBezTo>
                <a:cubicBezTo>
                  <a:pt x="929" y="18307"/>
                  <a:pt x="474" y="17377"/>
                  <a:pt x="0" y="16428"/>
                </a:cubicBezTo>
                <a:cubicBezTo>
                  <a:pt x="4903" y="13740"/>
                  <a:pt x="9756" y="11061"/>
                  <a:pt x="14560" y="8392"/>
                </a:cubicBezTo>
                <a:cubicBezTo>
                  <a:pt x="19364" y="5723"/>
                  <a:pt x="24237" y="3064"/>
                  <a:pt x="29180" y="415"/>
                </a:cubicBezTo>
                <a:lnTo>
                  <a:pt x="32798" y="415"/>
                </a:lnTo>
                <a:cubicBezTo>
                  <a:pt x="32719" y="2590"/>
                  <a:pt x="32659" y="4537"/>
                  <a:pt x="32620" y="6257"/>
                </a:cubicBezTo>
                <a:cubicBezTo>
                  <a:pt x="32580" y="7977"/>
                  <a:pt x="32550" y="9648"/>
                  <a:pt x="32531" y="11269"/>
                </a:cubicBezTo>
                <a:cubicBezTo>
                  <a:pt x="32511" y="12890"/>
                  <a:pt x="32501" y="14491"/>
                  <a:pt x="32501" y="16073"/>
                </a:cubicBezTo>
                <a:lnTo>
                  <a:pt x="32501" y="61147"/>
                </a:lnTo>
                <a:close/>
                <a:moveTo>
                  <a:pt x="91987" y="78050"/>
                </a:moveTo>
                <a:cubicBezTo>
                  <a:pt x="83210" y="78050"/>
                  <a:pt x="76686" y="74867"/>
                  <a:pt x="72416" y="68501"/>
                </a:cubicBezTo>
                <a:cubicBezTo>
                  <a:pt x="68145" y="62136"/>
                  <a:pt x="66010" y="52488"/>
                  <a:pt x="66010" y="39559"/>
                </a:cubicBezTo>
                <a:cubicBezTo>
                  <a:pt x="66010" y="32798"/>
                  <a:pt x="66673" y="26946"/>
                  <a:pt x="67997" y="22003"/>
                </a:cubicBezTo>
                <a:cubicBezTo>
                  <a:pt x="69322" y="17061"/>
                  <a:pt x="71180" y="12959"/>
                  <a:pt x="73572" y="9697"/>
                </a:cubicBezTo>
                <a:cubicBezTo>
                  <a:pt x="75964" y="6435"/>
                  <a:pt x="78801" y="4003"/>
                  <a:pt x="82083" y="2402"/>
                </a:cubicBezTo>
                <a:cubicBezTo>
                  <a:pt x="85365" y="801"/>
                  <a:pt x="88963" y="0"/>
                  <a:pt x="92877" y="0"/>
                </a:cubicBezTo>
                <a:cubicBezTo>
                  <a:pt x="97582" y="0"/>
                  <a:pt x="101605" y="880"/>
                  <a:pt x="104946" y="2639"/>
                </a:cubicBezTo>
                <a:cubicBezTo>
                  <a:pt x="108287" y="4399"/>
                  <a:pt x="111016" y="6909"/>
                  <a:pt x="113131" y="10171"/>
                </a:cubicBezTo>
                <a:cubicBezTo>
                  <a:pt x="115246" y="13433"/>
                  <a:pt x="116798" y="17417"/>
                  <a:pt x="117787" y="22122"/>
                </a:cubicBezTo>
                <a:cubicBezTo>
                  <a:pt x="118775" y="26827"/>
                  <a:pt x="119269" y="32145"/>
                  <a:pt x="119269" y="38076"/>
                </a:cubicBezTo>
                <a:cubicBezTo>
                  <a:pt x="119269" y="51243"/>
                  <a:pt x="116937" y="61196"/>
                  <a:pt x="112271" y="67938"/>
                </a:cubicBezTo>
                <a:cubicBezTo>
                  <a:pt x="107605" y="74679"/>
                  <a:pt x="100844" y="78050"/>
                  <a:pt x="91987" y="78050"/>
                </a:cubicBezTo>
                <a:moveTo>
                  <a:pt x="78287" y="38135"/>
                </a:moveTo>
                <a:cubicBezTo>
                  <a:pt x="78287" y="44027"/>
                  <a:pt x="78574" y="49117"/>
                  <a:pt x="79147" y="53407"/>
                </a:cubicBezTo>
                <a:cubicBezTo>
                  <a:pt x="79721" y="57697"/>
                  <a:pt x="80610" y="61226"/>
                  <a:pt x="81816" y="63994"/>
                </a:cubicBezTo>
                <a:cubicBezTo>
                  <a:pt x="83022" y="66762"/>
                  <a:pt x="84534" y="68798"/>
                  <a:pt x="86353" y="70103"/>
                </a:cubicBezTo>
                <a:cubicBezTo>
                  <a:pt x="88172" y="71407"/>
                  <a:pt x="90347" y="72060"/>
                  <a:pt x="92877" y="72060"/>
                </a:cubicBezTo>
                <a:cubicBezTo>
                  <a:pt x="95249" y="72060"/>
                  <a:pt x="97325" y="71447"/>
                  <a:pt x="99104" y="70221"/>
                </a:cubicBezTo>
                <a:cubicBezTo>
                  <a:pt x="100884" y="68996"/>
                  <a:pt x="102357" y="67088"/>
                  <a:pt x="103523" y="64498"/>
                </a:cubicBezTo>
                <a:cubicBezTo>
                  <a:pt x="104689" y="61908"/>
                  <a:pt x="105569" y="58626"/>
                  <a:pt x="106162" y="54653"/>
                </a:cubicBezTo>
                <a:cubicBezTo>
                  <a:pt x="106755" y="50679"/>
                  <a:pt x="107052" y="45984"/>
                  <a:pt x="107052" y="40567"/>
                </a:cubicBezTo>
                <a:cubicBezTo>
                  <a:pt x="107052" y="34478"/>
                  <a:pt x="106726" y="29239"/>
                  <a:pt x="106073" y="24850"/>
                </a:cubicBezTo>
                <a:cubicBezTo>
                  <a:pt x="105421" y="20461"/>
                  <a:pt x="104502" y="16853"/>
                  <a:pt x="103315" y="14026"/>
                </a:cubicBezTo>
                <a:cubicBezTo>
                  <a:pt x="102129" y="11199"/>
                  <a:pt x="100637" y="9114"/>
                  <a:pt x="98838" y="7769"/>
                </a:cubicBezTo>
                <a:cubicBezTo>
                  <a:pt x="97039" y="6425"/>
                  <a:pt x="94973" y="5753"/>
                  <a:pt x="92640" y="5753"/>
                </a:cubicBezTo>
                <a:cubicBezTo>
                  <a:pt x="89872" y="5753"/>
                  <a:pt x="87559" y="6475"/>
                  <a:pt x="85701" y="7918"/>
                </a:cubicBezTo>
                <a:cubicBezTo>
                  <a:pt x="83842" y="9361"/>
                  <a:pt x="82370" y="11476"/>
                  <a:pt x="81282" y="14264"/>
                </a:cubicBezTo>
                <a:cubicBezTo>
                  <a:pt x="80195" y="17051"/>
                  <a:pt x="79424" y="20452"/>
                  <a:pt x="78969" y="24465"/>
                </a:cubicBezTo>
                <a:cubicBezTo>
                  <a:pt x="78515" y="28478"/>
                  <a:pt x="78287" y="33035"/>
                  <a:pt x="78287" y="38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Text ,…">
            <a:extLst xmlns:a="http://schemas.openxmlformats.org/drawingml/2006/main">
              <a:ext uri="{FF2B5EF4-FFF2-40B4-BE49-F238E27FC236}">
                <a16:creationId xmlns:a16="http://schemas.microsoft.com/office/drawing/2014/main" id="{503FE8B5-52AB-44AE-976A-7030C5B1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3186" y="3057777"/>
            <a:ext cx="171151" cy="40172"/>
          </a:xfrm>
          <a:custGeom xmlns:a="http://schemas.openxmlformats.org/drawingml/2006/main">
            <a:pathLst>
              <a:path w="171151" h="40172">
                <a:moveTo>
                  <a:pt x="22537" y="0"/>
                </a:moveTo>
                <a:cubicBezTo>
                  <a:pt x="23275" y="3690"/>
                  <a:pt x="23644" y="7328"/>
                  <a:pt x="23644" y="10913"/>
                </a:cubicBezTo>
                <a:cubicBezTo>
                  <a:pt x="23644" y="14603"/>
                  <a:pt x="23012" y="17977"/>
                  <a:pt x="21746" y="21035"/>
                </a:cubicBezTo>
                <a:cubicBezTo>
                  <a:pt x="20481" y="24092"/>
                  <a:pt x="18465" y="27137"/>
                  <a:pt x="15697" y="30168"/>
                </a:cubicBezTo>
                <a:cubicBezTo>
                  <a:pt x="12929" y="33200"/>
                  <a:pt x="9120" y="36534"/>
                  <a:pt x="4270" y="40172"/>
                </a:cubicBezTo>
                <a:lnTo>
                  <a:pt x="0" y="35348"/>
                </a:lnTo>
                <a:cubicBezTo>
                  <a:pt x="2689" y="32817"/>
                  <a:pt x="4639" y="30537"/>
                  <a:pt x="5852" y="28508"/>
                </a:cubicBezTo>
                <a:cubicBezTo>
                  <a:pt x="7064" y="26478"/>
                  <a:pt x="7934" y="24171"/>
                  <a:pt x="8461" y="21588"/>
                </a:cubicBezTo>
                <a:cubicBezTo>
                  <a:pt x="8989" y="19005"/>
                  <a:pt x="9252" y="15763"/>
                  <a:pt x="9252" y="11862"/>
                </a:cubicBezTo>
                <a:cubicBezTo>
                  <a:pt x="9252" y="7855"/>
                  <a:pt x="9068" y="3901"/>
                  <a:pt x="8699" y="0"/>
                </a:cubicBezTo>
                <a:lnTo>
                  <a:pt x="22537" y="0"/>
                </a:lnTo>
                <a:close/>
                <a:moveTo>
                  <a:pt x="93654" y="0"/>
                </a:moveTo>
                <a:lnTo>
                  <a:pt x="93654" y="18346"/>
                </a:lnTo>
                <a:lnTo>
                  <a:pt x="77681" y="18346"/>
                </a:lnTo>
                <a:lnTo>
                  <a:pt x="77681" y="0"/>
                </a:lnTo>
                <a:lnTo>
                  <a:pt x="93654" y="0"/>
                </a:lnTo>
                <a:moveTo>
                  <a:pt x="132403" y="0"/>
                </a:moveTo>
                <a:lnTo>
                  <a:pt x="132403" y="18346"/>
                </a:lnTo>
                <a:lnTo>
                  <a:pt x="116429" y="18346"/>
                </a:lnTo>
                <a:lnTo>
                  <a:pt x="116429" y="0"/>
                </a:lnTo>
                <a:lnTo>
                  <a:pt x="132403" y="0"/>
                </a:lnTo>
                <a:moveTo>
                  <a:pt x="171151" y="0"/>
                </a:moveTo>
                <a:lnTo>
                  <a:pt x="171151" y="18346"/>
                </a:lnTo>
                <a:lnTo>
                  <a:pt x="155177" y="18346"/>
                </a:lnTo>
                <a:lnTo>
                  <a:pt x="155177" y="0"/>
                </a:lnTo>
                <a:lnTo>
                  <a:pt x="17115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Text …">
            <a:extLst xmlns:a="http://schemas.openxmlformats.org/drawingml/2006/main">
              <a:ext uri="{FF2B5EF4-FFF2-40B4-BE49-F238E27FC236}">
                <a16:creationId xmlns:a16="http://schemas.microsoft.com/office/drawing/2014/main" id="{197872A2-3880-4E70-BF3C-67F10661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097" y="2904822"/>
            <a:ext cx="78327" cy="15499"/>
          </a:xfrm>
          <a:custGeom xmlns:a="http://schemas.openxmlformats.org/drawingml/2006/main">
            <a:pathLst>
              <a:path w="78327" h="15499">
                <a:moveTo>
                  <a:pt x="7657" y="0"/>
                </a:moveTo>
                <a:cubicBezTo>
                  <a:pt x="9810" y="0"/>
                  <a:pt x="11632" y="756"/>
                  <a:pt x="13124" y="2268"/>
                </a:cubicBezTo>
                <a:cubicBezTo>
                  <a:pt x="14615" y="3778"/>
                  <a:pt x="15361" y="5598"/>
                  <a:pt x="15361" y="7727"/>
                </a:cubicBezTo>
                <a:cubicBezTo>
                  <a:pt x="15361" y="9855"/>
                  <a:pt x="14607" y="11668"/>
                  <a:pt x="13101" y="13164"/>
                </a:cubicBezTo>
                <a:cubicBezTo>
                  <a:pt x="11594" y="14659"/>
                  <a:pt x="9779" y="15407"/>
                  <a:pt x="7657" y="15407"/>
                </a:cubicBezTo>
                <a:cubicBezTo>
                  <a:pt x="5535" y="15407"/>
                  <a:pt x="3729" y="14659"/>
                  <a:pt x="2237" y="13164"/>
                </a:cubicBezTo>
                <a:cubicBezTo>
                  <a:pt x="746" y="11668"/>
                  <a:pt x="0" y="9855"/>
                  <a:pt x="0" y="7727"/>
                </a:cubicBezTo>
                <a:cubicBezTo>
                  <a:pt x="0" y="5598"/>
                  <a:pt x="746" y="3778"/>
                  <a:pt x="2237" y="2268"/>
                </a:cubicBezTo>
                <a:cubicBezTo>
                  <a:pt x="3729" y="756"/>
                  <a:pt x="5535" y="0"/>
                  <a:pt x="7657" y="0"/>
                </a:cubicBezTo>
                <a:moveTo>
                  <a:pt x="39163" y="92"/>
                </a:moveTo>
                <a:cubicBezTo>
                  <a:pt x="41285" y="92"/>
                  <a:pt x="43092" y="838"/>
                  <a:pt x="44583" y="2330"/>
                </a:cubicBezTo>
                <a:cubicBezTo>
                  <a:pt x="46075" y="3821"/>
                  <a:pt x="46821" y="5628"/>
                  <a:pt x="46821" y="7750"/>
                </a:cubicBezTo>
                <a:cubicBezTo>
                  <a:pt x="46821" y="9872"/>
                  <a:pt x="46075" y="11678"/>
                  <a:pt x="44583" y="13170"/>
                </a:cubicBezTo>
                <a:cubicBezTo>
                  <a:pt x="43092" y="14661"/>
                  <a:pt x="41285" y="15407"/>
                  <a:pt x="39163" y="15407"/>
                </a:cubicBezTo>
                <a:cubicBezTo>
                  <a:pt x="37041" y="15407"/>
                  <a:pt x="35235" y="14661"/>
                  <a:pt x="33743" y="13170"/>
                </a:cubicBezTo>
                <a:cubicBezTo>
                  <a:pt x="32252" y="11678"/>
                  <a:pt x="31506" y="9872"/>
                  <a:pt x="31506" y="7750"/>
                </a:cubicBezTo>
                <a:cubicBezTo>
                  <a:pt x="31506" y="5628"/>
                  <a:pt x="32252" y="3821"/>
                  <a:pt x="33743" y="2330"/>
                </a:cubicBezTo>
                <a:cubicBezTo>
                  <a:pt x="35235" y="838"/>
                  <a:pt x="37041" y="92"/>
                  <a:pt x="39163" y="92"/>
                </a:cubicBezTo>
                <a:moveTo>
                  <a:pt x="70669" y="185"/>
                </a:moveTo>
                <a:cubicBezTo>
                  <a:pt x="72822" y="185"/>
                  <a:pt x="74636" y="930"/>
                  <a:pt x="76113" y="2422"/>
                </a:cubicBezTo>
                <a:cubicBezTo>
                  <a:pt x="77589" y="3913"/>
                  <a:pt x="78327" y="5720"/>
                  <a:pt x="78327" y="7842"/>
                </a:cubicBezTo>
                <a:cubicBezTo>
                  <a:pt x="78327" y="9964"/>
                  <a:pt x="77581" y="11771"/>
                  <a:pt x="76089" y="13262"/>
                </a:cubicBezTo>
                <a:cubicBezTo>
                  <a:pt x="74598" y="14754"/>
                  <a:pt x="72791" y="15499"/>
                  <a:pt x="70669" y="15499"/>
                </a:cubicBezTo>
                <a:cubicBezTo>
                  <a:pt x="68547" y="15499"/>
                  <a:pt x="66741" y="14754"/>
                  <a:pt x="65249" y="13262"/>
                </a:cubicBezTo>
                <a:cubicBezTo>
                  <a:pt x="63758" y="11771"/>
                  <a:pt x="63012" y="9964"/>
                  <a:pt x="63012" y="7842"/>
                </a:cubicBezTo>
                <a:cubicBezTo>
                  <a:pt x="63012" y="5720"/>
                  <a:pt x="63758" y="3913"/>
                  <a:pt x="65249" y="2422"/>
                </a:cubicBezTo>
                <a:cubicBezTo>
                  <a:pt x="66741" y="930"/>
                  <a:pt x="68547" y="185"/>
                  <a:pt x="70669" y="1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Text 𝐶𝑙𝑎𝑠𝑠">
            <a:extLst xmlns:a="http://schemas.openxmlformats.org/drawingml/2006/main">
              <a:ext uri="{FF2B5EF4-FFF2-40B4-BE49-F238E27FC236}">
                <a16:creationId xmlns:a16="http://schemas.microsoft.com/office/drawing/2014/main" id="{853A3909-0865-401F-AB71-A6406DAD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289" y="2540348"/>
            <a:ext cx="372613" cy="114426"/>
          </a:xfrm>
          <a:custGeom xmlns:a="http://schemas.openxmlformats.org/drawingml/2006/main">
            <a:pathLst>
              <a:path w="372613" h="114426">
                <a:moveTo>
                  <a:pt x="83585" y="7908"/>
                </a:moveTo>
                <a:lnTo>
                  <a:pt x="78841" y="29338"/>
                </a:lnTo>
                <a:lnTo>
                  <a:pt x="71249" y="29338"/>
                </a:lnTo>
                <a:cubicBezTo>
                  <a:pt x="70827" y="22854"/>
                  <a:pt x="69417" y="18175"/>
                  <a:pt x="67019" y="15302"/>
                </a:cubicBezTo>
                <a:cubicBezTo>
                  <a:pt x="64620" y="12428"/>
                  <a:pt x="60758" y="10992"/>
                  <a:pt x="55434" y="10992"/>
                </a:cubicBezTo>
                <a:cubicBezTo>
                  <a:pt x="48158" y="10992"/>
                  <a:pt x="41397" y="14629"/>
                  <a:pt x="35150" y="21905"/>
                </a:cubicBezTo>
                <a:cubicBezTo>
                  <a:pt x="28903" y="29180"/>
                  <a:pt x="23961" y="38788"/>
                  <a:pt x="20323" y="50729"/>
                </a:cubicBezTo>
                <a:cubicBezTo>
                  <a:pt x="16685" y="62669"/>
                  <a:pt x="14867" y="73753"/>
                  <a:pt x="14867" y="83981"/>
                </a:cubicBezTo>
                <a:cubicBezTo>
                  <a:pt x="14867" y="91994"/>
                  <a:pt x="16290" y="97899"/>
                  <a:pt x="19137" y="101694"/>
                </a:cubicBezTo>
                <a:cubicBezTo>
                  <a:pt x="21984" y="105490"/>
                  <a:pt x="26359" y="107388"/>
                  <a:pt x="32264" y="107388"/>
                </a:cubicBezTo>
                <a:cubicBezTo>
                  <a:pt x="36218" y="107388"/>
                  <a:pt x="39671" y="106795"/>
                  <a:pt x="42623" y="105609"/>
                </a:cubicBezTo>
                <a:cubicBezTo>
                  <a:pt x="45575" y="104422"/>
                  <a:pt x="48343" y="102419"/>
                  <a:pt x="50926" y="99599"/>
                </a:cubicBezTo>
                <a:cubicBezTo>
                  <a:pt x="53509" y="96778"/>
                  <a:pt x="56066" y="92838"/>
                  <a:pt x="58597" y="87777"/>
                </a:cubicBezTo>
                <a:lnTo>
                  <a:pt x="66188" y="87777"/>
                </a:lnTo>
                <a:lnTo>
                  <a:pt x="61365" y="110235"/>
                </a:lnTo>
                <a:cubicBezTo>
                  <a:pt x="51506" y="112976"/>
                  <a:pt x="41173" y="114347"/>
                  <a:pt x="30366" y="114347"/>
                </a:cubicBezTo>
                <a:cubicBezTo>
                  <a:pt x="20455" y="114347"/>
                  <a:pt x="12916" y="111500"/>
                  <a:pt x="7750" y="105806"/>
                </a:cubicBezTo>
                <a:cubicBezTo>
                  <a:pt x="2583" y="100113"/>
                  <a:pt x="0" y="91783"/>
                  <a:pt x="0" y="80818"/>
                </a:cubicBezTo>
                <a:cubicBezTo>
                  <a:pt x="0" y="73068"/>
                  <a:pt x="1384" y="64132"/>
                  <a:pt x="4152" y="54010"/>
                </a:cubicBezTo>
                <a:cubicBezTo>
                  <a:pt x="6919" y="43888"/>
                  <a:pt x="10834" y="35005"/>
                  <a:pt x="15895" y="27361"/>
                </a:cubicBezTo>
                <a:cubicBezTo>
                  <a:pt x="20956" y="19717"/>
                  <a:pt x="26939" y="13891"/>
                  <a:pt x="33845" y="9885"/>
                </a:cubicBezTo>
                <a:cubicBezTo>
                  <a:pt x="40752" y="5878"/>
                  <a:pt x="48343" y="3875"/>
                  <a:pt x="56620" y="3875"/>
                </a:cubicBezTo>
                <a:cubicBezTo>
                  <a:pt x="61417" y="3875"/>
                  <a:pt x="65859" y="4165"/>
                  <a:pt x="69944" y="4745"/>
                </a:cubicBezTo>
                <a:cubicBezTo>
                  <a:pt x="74030" y="5325"/>
                  <a:pt x="78577" y="6379"/>
                  <a:pt x="83585" y="7908"/>
                </a:cubicBezTo>
                <a:close/>
                <a:moveTo>
                  <a:pt x="113616" y="22300"/>
                </a:moveTo>
                <a:cubicBezTo>
                  <a:pt x="114248" y="19506"/>
                  <a:pt x="114696" y="17279"/>
                  <a:pt x="114960" y="15618"/>
                </a:cubicBezTo>
                <a:cubicBezTo>
                  <a:pt x="115224" y="13957"/>
                  <a:pt x="115355" y="12415"/>
                  <a:pt x="115355" y="10992"/>
                </a:cubicBezTo>
                <a:cubicBezTo>
                  <a:pt x="115355" y="9410"/>
                  <a:pt x="115065" y="8211"/>
                  <a:pt x="114485" y="7394"/>
                </a:cubicBezTo>
                <a:cubicBezTo>
                  <a:pt x="113906" y="6577"/>
                  <a:pt x="113075" y="5984"/>
                  <a:pt x="111995" y="5615"/>
                </a:cubicBezTo>
                <a:cubicBezTo>
                  <a:pt x="110914" y="5246"/>
                  <a:pt x="108976" y="4982"/>
                  <a:pt x="106182" y="4824"/>
                </a:cubicBezTo>
                <a:lnTo>
                  <a:pt x="107131" y="712"/>
                </a:lnTo>
                <a:lnTo>
                  <a:pt x="127059" y="0"/>
                </a:lnTo>
                <a:lnTo>
                  <a:pt x="131724" y="0"/>
                </a:lnTo>
                <a:lnTo>
                  <a:pt x="112271" y="87539"/>
                </a:lnTo>
                <a:cubicBezTo>
                  <a:pt x="111112" y="92758"/>
                  <a:pt x="110532" y="96660"/>
                  <a:pt x="110532" y="99243"/>
                </a:cubicBezTo>
                <a:cubicBezTo>
                  <a:pt x="110532" y="101352"/>
                  <a:pt x="110874" y="102880"/>
                  <a:pt x="111560" y="103829"/>
                </a:cubicBezTo>
                <a:cubicBezTo>
                  <a:pt x="112245" y="104778"/>
                  <a:pt x="113326" y="105253"/>
                  <a:pt x="114802" y="105253"/>
                </a:cubicBezTo>
                <a:cubicBezTo>
                  <a:pt x="116383" y="105253"/>
                  <a:pt x="118070" y="104607"/>
                  <a:pt x="119863" y="103315"/>
                </a:cubicBezTo>
                <a:cubicBezTo>
                  <a:pt x="121655" y="102024"/>
                  <a:pt x="124186" y="99559"/>
                  <a:pt x="127454" y="95922"/>
                </a:cubicBezTo>
                <a:lnTo>
                  <a:pt x="131962" y="100350"/>
                </a:lnTo>
                <a:cubicBezTo>
                  <a:pt x="126848" y="105727"/>
                  <a:pt x="122670" y="109404"/>
                  <a:pt x="119428" y="111381"/>
                </a:cubicBezTo>
                <a:cubicBezTo>
                  <a:pt x="116186" y="113358"/>
                  <a:pt x="112561" y="114347"/>
                  <a:pt x="108555" y="114347"/>
                </a:cubicBezTo>
                <a:cubicBezTo>
                  <a:pt x="105128" y="114347"/>
                  <a:pt x="102387" y="113095"/>
                  <a:pt x="100331" y="110591"/>
                </a:cubicBezTo>
                <a:cubicBezTo>
                  <a:pt x="98275" y="108086"/>
                  <a:pt x="97247" y="104884"/>
                  <a:pt x="97247" y="100983"/>
                </a:cubicBezTo>
                <a:cubicBezTo>
                  <a:pt x="97247" y="97450"/>
                  <a:pt x="97985" y="92337"/>
                  <a:pt x="99461" y="85641"/>
                </a:cubicBezTo>
                <a:lnTo>
                  <a:pt x="113616" y="22300"/>
                </a:lnTo>
                <a:close/>
                <a:moveTo>
                  <a:pt x="205762" y="41358"/>
                </a:moveTo>
                <a:lnTo>
                  <a:pt x="213037" y="36139"/>
                </a:lnTo>
                <a:lnTo>
                  <a:pt x="218098" y="37404"/>
                </a:lnTo>
                <a:lnTo>
                  <a:pt x="206474" y="87539"/>
                </a:lnTo>
                <a:cubicBezTo>
                  <a:pt x="205314" y="92548"/>
                  <a:pt x="204734" y="96449"/>
                  <a:pt x="204734" y="99243"/>
                </a:cubicBezTo>
                <a:cubicBezTo>
                  <a:pt x="204734" y="101352"/>
                  <a:pt x="205077" y="102880"/>
                  <a:pt x="205762" y="103829"/>
                </a:cubicBezTo>
                <a:cubicBezTo>
                  <a:pt x="206447" y="104778"/>
                  <a:pt x="207528" y="105253"/>
                  <a:pt x="209004" y="105253"/>
                </a:cubicBezTo>
                <a:cubicBezTo>
                  <a:pt x="210586" y="105253"/>
                  <a:pt x="212273" y="104607"/>
                  <a:pt x="214065" y="103315"/>
                </a:cubicBezTo>
                <a:cubicBezTo>
                  <a:pt x="215857" y="102024"/>
                  <a:pt x="218388" y="99559"/>
                  <a:pt x="221657" y="95922"/>
                </a:cubicBezTo>
                <a:lnTo>
                  <a:pt x="226164" y="100350"/>
                </a:lnTo>
                <a:cubicBezTo>
                  <a:pt x="221419" y="105411"/>
                  <a:pt x="217373" y="109009"/>
                  <a:pt x="214026" y="111144"/>
                </a:cubicBezTo>
                <a:cubicBezTo>
                  <a:pt x="210678" y="113279"/>
                  <a:pt x="207053" y="114347"/>
                  <a:pt x="203152" y="114347"/>
                </a:cubicBezTo>
                <a:cubicBezTo>
                  <a:pt x="199884" y="114347"/>
                  <a:pt x="197274" y="113266"/>
                  <a:pt x="195324" y="111105"/>
                </a:cubicBezTo>
                <a:cubicBezTo>
                  <a:pt x="193373" y="108943"/>
                  <a:pt x="192398" y="106070"/>
                  <a:pt x="192398" y="102485"/>
                </a:cubicBezTo>
                <a:cubicBezTo>
                  <a:pt x="192398" y="99586"/>
                  <a:pt x="193004" y="96501"/>
                  <a:pt x="194216" y="93233"/>
                </a:cubicBezTo>
                <a:lnTo>
                  <a:pt x="193188" y="92917"/>
                </a:lnTo>
                <a:cubicBezTo>
                  <a:pt x="188127" y="100297"/>
                  <a:pt x="183330" y="105701"/>
                  <a:pt x="178796" y="109128"/>
                </a:cubicBezTo>
                <a:cubicBezTo>
                  <a:pt x="174262" y="112554"/>
                  <a:pt x="169465" y="114268"/>
                  <a:pt x="164404" y="114268"/>
                </a:cubicBezTo>
                <a:cubicBezTo>
                  <a:pt x="158605" y="114268"/>
                  <a:pt x="154111" y="112080"/>
                  <a:pt x="150921" y="107704"/>
                </a:cubicBezTo>
                <a:cubicBezTo>
                  <a:pt x="147732" y="103329"/>
                  <a:pt x="146137" y="97187"/>
                  <a:pt x="146137" y="89279"/>
                </a:cubicBezTo>
                <a:cubicBezTo>
                  <a:pt x="146137" y="80211"/>
                  <a:pt x="147916" y="71500"/>
                  <a:pt x="151475" y="63144"/>
                </a:cubicBezTo>
                <a:cubicBezTo>
                  <a:pt x="155033" y="54788"/>
                  <a:pt x="159923" y="48198"/>
                  <a:pt x="166144" y="43374"/>
                </a:cubicBezTo>
                <a:cubicBezTo>
                  <a:pt x="172365" y="38551"/>
                  <a:pt x="179297" y="36139"/>
                  <a:pt x="186941" y="36139"/>
                </a:cubicBezTo>
                <a:cubicBezTo>
                  <a:pt x="190368" y="36139"/>
                  <a:pt x="193571" y="36521"/>
                  <a:pt x="196549" y="37285"/>
                </a:cubicBezTo>
                <a:cubicBezTo>
                  <a:pt x="199528" y="38050"/>
                  <a:pt x="202599" y="39407"/>
                  <a:pt x="205762" y="41358"/>
                </a:cubicBezTo>
                <a:moveTo>
                  <a:pt x="198803" y="64923"/>
                </a:moveTo>
                <a:cubicBezTo>
                  <a:pt x="199277" y="62762"/>
                  <a:pt x="199594" y="60890"/>
                  <a:pt x="199752" y="59308"/>
                </a:cubicBezTo>
                <a:cubicBezTo>
                  <a:pt x="199910" y="57727"/>
                  <a:pt x="199989" y="56014"/>
                  <a:pt x="199989" y="54168"/>
                </a:cubicBezTo>
                <a:cubicBezTo>
                  <a:pt x="199989" y="50109"/>
                  <a:pt x="199119" y="47130"/>
                  <a:pt x="197380" y="45233"/>
                </a:cubicBezTo>
                <a:cubicBezTo>
                  <a:pt x="195640" y="43335"/>
                  <a:pt x="192688" y="42386"/>
                  <a:pt x="188523" y="42386"/>
                </a:cubicBezTo>
                <a:cubicBezTo>
                  <a:pt x="183093" y="42386"/>
                  <a:pt x="178216" y="44574"/>
                  <a:pt x="173893" y="48949"/>
                </a:cubicBezTo>
                <a:cubicBezTo>
                  <a:pt x="169571" y="53325"/>
                  <a:pt x="166197" y="59190"/>
                  <a:pt x="163771" y="66544"/>
                </a:cubicBezTo>
                <a:cubicBezTo>
                  <a:pt x="161346" y="73898"/>
                  <a:pt x="160134" y="81239"/>
                  <a:pt x="160134" y="88567"/>
                </a:cubicBezTo>
                <a:cubicBezTo>
                  <a:pt x="160134" y="94050"/>
                  <a:pt x="160885" y="98149"/>
                  <a:pt x="162388" y="100864"/>
                </a:cubicBezTo>
                <a:cubicBezTo>
                  <a:pt x="163890" y="103579"/>
                  <a:pt x="166407" y="104936"/>
                  <a:pt x="169940" y="104936"/>
                </a:cubicBezTo>
                <a:cubicBezTo>
                  <a:pt x="173419" y="104936"/>
                  <a:pt x="176833" y="103434"/>
                  <a:pt x="180180" y="100429"/>
                </a:cubicBezTo>
                <a:cubicBezTo>
                  <a:pt x="183528" y="97424"/>
                  <a:pt x="186981" y="93141"/>
                  <a:pt x="190539" y="87579"/>
                </a:cubicBezTo>
                <a:cubicBezTo>
                  <a:pt x="194098" y="82017"/>
                  <a:pt x="196615" y="75599"/>
                  <a:pt x="198091" y="68323"/>
                </a:cubicBezTo>
                <a:lnTo>
                  <a:pt x="198803" y="64923"/>
                </a:lnTo>
                <a:close/>
                <a:moveTo>
                  <a:pt x="287666" y="56699"/>
                </a:moveTo>
                <a:cubicBezTo>
                  <a:pt x="287086" y="52007"/>
                  <a:pt x="285544" y="48448"/>
                  <a:pt x="283040" y="46023"/>
                </a:cubicBezTo>
                <a:cubicBezTo>
                  <a:pt x="280536" y="43598"/>
                  <a:pt x="276595" y="42386"/>
                  <a:pt x="271218" y="42386"/>
                </a:cubicBezTo>
                <a:cubicBezTo>
                  <a:pt x="267053" y="42386"/>
                  <a:pt x="263679" y="43453"/>
                  <a:pt x="261096" y="45588"/>
                </a:cubicBezTo>
                <a:cubicBezTo>
                  <a:pt x="258513" y="47724"/>
                  <a:pt x="257221" y="50531"/>
                  <a:pt x="257221" y="54010"/>
                </a:cubicBezTo>
                <a:cubicBezTo>
                  <a:pt x="257221" y="55908"/>
                  <a:pt x="257550" y="57582"/>
                  <a:pt x="258209" y="59032"/>
                </a:cubicBezTo>
                <a:cubicBezTo>
                  <a:pt x="258868" y="60481"/>
                  <a:pt x="260200" y="62076"/>
                  <a:pt x="262203" y="63816"/>
                </a:cubicBezTo>
                <a:cubicBezTo>
                  <a:pt x="264206" y="65556"/>
                  <a:pt x="267317" y="67691"/>
                  <a:pt x="271534" y="70221"/>
                </a:cubicBezTo>
                <a:cubicBezTo>
                  <a:pt x="274855" y="72225"/>
                  <a:pt x="277518" y="74057"/>
                  <a:pt x="279521" y="75717"/>
                </a:cubicBezTo>
                <a:cubicBezTo>
                  <a:pt x="281524" y="77378"/>
                  <a:pt x="283106" y="79025"/>
                  <a:pt x="284266" y="80660"/>
                </a:cubicBezTo>
                <a:cubicBezTo>
                  <a:pt x="285425" y="82294"/>
                  <a:pt x="286269" y="84020"/>
                  <a:pt x="286796" y="85839"/>
                </a:cubicBezTo>
                <a:cubicBezTo>
                  <a:pt x="287323" y="87658"/>
                  <a:pt x="287587" y="89859"/>
                  <a:pt x="287587" y="92442"/>
                </a:cubicBezTo>
                <a:cubicBezTo>
                  <a:pt x="287587" y="97134"/>
                  <a:pt x="286335" y="101154"/>
                  <a:pt x="283831" y="104502"/>
                </a:cubicBezTo>
                <a:cubicBezTo>
                  <a:pt x="281327" y="107849"/>
                  <a:pt x="277926" y="110340"/>
                  <a:pt x="273630" y="111974"/>
                </a:cubicBezTo>
                <a:cubicBezTo>
                  <a:pt x="269333" y="113609"/>
                  <a:pt x="264443" y="114426"/>
                  <a:pt x="258961" y="114426"/>
                </a:cubicBezTo>
                <a:cubicBezTo>
                  <a:pt x="254585" y="114426"/>
                  <a:pt x="250288" y="114096"/>
                  <a:pt x="246071" y="113437"/>
                </a:cubicBezTo>
                <a:cubicBezTo>
                  <a:pt x="241853" y="112778"/>
                  <a:pt x="237161" y="111658"/>
                  <a:pt x="231995" y="110077"/>
                </a:cubicBezTo>
                <a:lnTo>
                  <a:pt x="235791" y="92838"/>
                </a:lnTo>
                <a:lnTo>
                  <a:pt x="241959" y="92838"/>
                </a:lnTo>
                <a:cubicBezTo>
                  <a:pt x="242170" y="97899"/>
                  <a:pt x="243593" y="101721"/>
                  <a:pt x="246229" y="104304"/>
                </a:cubicBezTo>
                <a:cubicBezTo>
                  <a:pt x="248865" y="106887"/>
                  <a:pt x="253056" y="108179"/>
                  <a:pt x="258802" y="108179"/>
                </a:cubicBezTo>
                <a:cubicBezTo>
                  <a:pt x="263811" y="108179"/>
                  <a:pt x="267725" y="107058"/>
                  <a:pt x="270546" y="104818"/>
                </a:cubicBezTo>
                <a:cubicBezTo>
                  <a:pt x="273366" y="102577"/>
                  <a:pt x="274776" y="99401"/>
                  <a:pt x="274776" y="95289"/>
                </a:cubicBezTo>
                <a:cubicBezTo>
                  <a:pt x="274776" y="92917"/>
                  <a:pt x="274381" y="90874"/>
                  <a:pt x="273590" y="89160"/>
                </a:cubicBezTo>
                <a:cubicBezTo>
                  <a:pt x="272799" y="87447"/>
                  <a:pt x="271508" y="85800"/>
                  <a:pt x="269715" y="84218"/>
                </a:cubicBezTo>
                <a:cubicBezTo>
                  <a:pt x="267923" y="82636"/>
                  <a:pt x="265076" y="80660"/>
                  <a:pt x="261175" y="78287"/>
                </a:cubicBezTo>
                <a:cubicBezTo>
                  <a:pt x="257063" y="75809"/>
                  <a:pt x="253860" y="73569"/>
                  <a:pt x="251567" y="71566"/>
                </a:cubicBezTo>
                <a:cubicBezTo>
                  <a:pt x="249274" y="69562"/>
                  <a:pt x="247547" y="67388"/>
                  <a:pt x="246387" y="65042"/>
                </a:cubicBezTo>
                <a:cubicBezTo>
                  <a:pt x="245227" y="62696"/>
                  <a:pt x="244648" y="59994"/>
                  <a:pt x="244648" y="56936"/>
                </a:cubicBezTo>
                <a:cubicBezTo>
                  <a:pt x="244648" y="52771"/>
                  <a:pt x="245768" y="49121"/>
                  <a:pt x="248008" y="45984"/>
                </a:cubicBezTo>
                <a:cubicBezTo>
                  <a:pt x="250249" y="42847"/>
                  <a:pt x="253452" y="40435"/>
                  <a:pt x="257616" y="38748"/>
                </a:cubicBezTo>
                <a:cubicBezTo>
                  <a:pt x="261781" y="37061"/>
                  <a:pt x="266631" y="36218"/>
                  <a:pt x="272167" y="36218"/>
                </a:cubicBezTo>
                <a:cubicBezTo>
                  <a:pt x="277070" y="36218"/>
                  <a:pt x="281537" y="36508"/>
                  <a:pt x="285570" y="37088"/>
                </a:cubicBezTo>
                <a:cubicBezTo>
                  <a:pt x="289603" y="37667"/>
                  <a:pt x="293623" y="38669"/>
                  <a:pt x="297630" y="40093"/>
                </a:cubicBezTo>
                <a:lnTo>
                  <a:pt x="294071" y="56699"/>
                </a:lnTo>
                <a:lnTo>
                  <a:pt x="287666" y="56699"/>
                </a:lnTo>
                <a:close/>
                <a:moveTo>
                  <a:pt x="362650" y="56699"/>
                </a:moveTo>
                <a:cubicBezTo>
                  <a:pt x="362070" y="52007"/>
                  <a:pt x="360528" y="48448"/>
                  <a:pt x="358024" y="46023"/>
                </a:cubicBezTo>
                <a:cubicBezTo>
                  <a:pt x="355519" y="43598"/>
                  <a:pt x="351579" y="42386"/>
                  <a:pt x="346201" y="42386"/>
                </a:cubicBezTo>
                <a:cubicBezTo>
                  <a:pt x="342037" y="42386"/>
                  <a:pt x="338663" y="43453"/>
                  <a:pt x="336079" y="45588"/>
                </a:cubicBezTo>
                <a:cubicBezTo>
                  <a:pt x="333496" y="47724"/>
                  <a:pt x="332205" y="50531"/>
                  <a:pt x="332205" y="54010"/>
                </a:cubicBezTo>
                <a:cubicBezTo>
                  <a:pt x="332205" y="55908"/>
                  <a:pt x="332534" y="57582"/>
                  <a:pt x="333193" y="59032"/>
                </a:cubicBezTo>
                <a:cubicBezTo>
                  <a:pt x="333852" y="60481"/>
                  <a:pt x="335183" y="62076"/>
                  <a:pt x="337187" y="63816"/>
                </a:cubicBezTo>
                <a:cubicBezTo>
                  <a:pt x="339190" y="65556"/>
                  <a:pt x="342300" y="67691"/>
                  <a:pt x="346518" y="70221"/>
                </a:cubicBezTo>
                <a:cubicBezTo>
                  <a:pt x="349839" y="72225"/>
                  <a:pt x="352501" y="74057"/>
                  <a:pt x="354505" y="75717"/>
                </a:cubicBezTo>
                <a:cubicBezTo>
                  <a:pt x="356508" y="77378"/>
                  <a:pt x="358089" y="79025"/>
                  <a:pt x="359249" y="80660"/>
                </a:cubicBezTo>
                <a:cubicBezTo>
                  <a:pt x="360409" y="82294"/>
                  <a:pt x="361253" y="84020"/>
                  <a:pt x="361780" y="85839"/>
                </a:cubicBezTo>
                <a:cubicBezTo>
                  <a:pt x="362307" y="87658"/>
                  <a:pt x="362571" y="89859"/>
                  <a:pt x="362571" y="92442"/>
                </a:cubicBezTo>
                <a:cubicBezTo>
                  <a:pt x="362571" y="97134"/>
                  <a:pt x="361318" y="101154"/>
                  <a:pt x="358814" y="104502"/>
                </a:cubicBezTo>
                <a:cubicBezTo>
                  <a:pt x="356310" y="107849"/>
                  <a:pt x="352910" y="110340"/>
                  <a:pt x="348613" y="111974"/>
                </a:cubicBezTo>
                <a:cubicBezTo>
                  <a:pt x="344317" y="113609"/>
                  <a:pt x="339427" y="114426"/>
                  <a:pt x="333944" y="114426"/>
                </a:cubicBezTo>
                <a:cubicBezTo>
                  <a:pt x="329569" y="114426"/>
                  <a:pt x="325272" y="114096"/>
                  <a:pt x="321055" y="113437"/>
                </a:cubicBezTo>
                <a:cubicBezTo>
                  <a:pt x="316837" y="112778"/>
                  <a:pt x="312145" y="111658"/>
                  <a:pt x="306979" y="110077"/>
                </a:cubicBezTo>
                <a:lnTo>
                  <a:pt x="310774" y="92838"/>
                </a:lnTo>
                <a:lnTo>
                  <a:pt x="316943" y="92838"/>
                </a:lnTo>
                <a:cubicBezTo>
                  <a:pt x="317153" y="97899"/>
                  <a:pt x="318577" y="101721"/>
                  <a:pt x="321213" y="104304"/>
                </a:cubicBezTo>
                <a:cubicBezTo>
                  <a:pt x="323849" y="106887"/>
                  <a:pt x="328040" y="108179"/>
                  <a:pt x="333786" y="108179"/>
                </a:cubicBezTo>
                <a:cubicBezTo>
                  <a:pt x="338794" y="108179"/>
                  <a:pt x="342709" y="107058"/>
                  <a:pt x="345529" y="104818"/>
                </a:cubicBezTo>
                <a:cubicBezTo>
                  <a:pt x="348350" y="102577"/>
                  <a:pt x="349760" y="99401"/>
                  <a:pt x="349760" y="95289"/>
                </a:cubicBezTo>
                <a:cubicBezTo>
                  <a:pt x="349760" y="92917"/>
                  <a:pt x="349365" y="90874"/>
                  <a:pt x="348574" y="89160"/>
                </a:cubicBezTo>
                <a:cubicBezTo>
                  <a:pt x="347783" y="87447"/>
                  <a:pt x="346491" y="85800"/>
                  <a:pt x="344699" y="84218"/>
                </a:cubicBezTo>
                <a:cubicBezTo>
                  <a:pt x="342906" y="82636"/>
                  <a:pt x="340060" y="80660"/>
                  <a:pt x="336158" y="78287"/>
                </a:cubicBezTo>
                <a:cubicBezTo>
                  <a:pt x="332046" y="75809"/>
                  <a:pt x="328844" y="73569"/>
                  <a:pt x="326551" y="71566"/>
                </a:cubicBezTo>
                <a:cubicBezTo>
                  <a:pt x="324257" y="69562"/>
                  <a:pt x="322531" y="67388"/>
                  <a:pt x="321371" y="65042"/>
                </a:cubicBezTo>
                <a:cubicBezTo>
                  <a:pt x="320211" y="62696"/>
                  <a:pt x="319631" y="59994"/>
                  <a:pt x="319631" y="56936"/>
                </a:cubicBezTo>
                <a:cubicBezTo>
                  <a:pt x="319631" y="52771"/>
                  <a:pt x="320751" y="49121"/>
                  <a:pt x="322992" y="45984"/>
                </a:cubicBezTo>
                <a:cubicBezTo>
                  <a:pt x="325233" y="42847"/>
                  <a:pt x="328435" y="40435"/>
                  <a:pt x="332600" y="38748"/>
                </a:cubicBezTo>
                <a:cubicBezTo>
                  <a:pt x="336765" y="37061"/>
                  <a:pt x="341615" y="36218"/>
                  <a:pt x="347150" y="36218"/>
                </a:cubicBezTo>
                <a:cubicBezTo>
                  <a:pt x="352053" y="36218"/>
                  <a:pt x="356521" y="36508"/>
                  <a:pt x="360554" y="37088"/>
                </a:cubicBezTo>
                <a:cubicBezTo>
                  <a:pt x="364587" y="37667"/>
                  <a:pt x="368607" y="38669"/>
                  <a:pt x="372613" y="40093"/>
                </a:cubicBezTo>
                <a:lnTo>
                  <a:pt x="369055" y="56699"/>
                </a:lnTo>
                <a:lnTo>
                  <a:pt x="362650" y="566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Text &quot;">
            <a:extLst xmlns:a="http://schemas.openxmlformats.org/drawingml/2006/main">
              <a:ext uri="{FF2B5EF4-FFF2-40B4-BE49-F238E27FC236}">
                <a16:creationId xmlns:a16="http://schemas.microsoft.com/office/drawing/2014/main" id="{EEBEAF2A-6D8E-4D2D-A92D-2384973E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1626" y="2609430"/>
            <a:ext cx="50294" cy="76389"/>
          </a:xfrm>
          <a:custGeom xmlns:a="http://schemas.openxmlformats.org/drawingml/2006/main">
            <a:pathLst>
              <a:path w="50294" h="76389">
                <a:moveTo>
                  <a:pt x="32501" y="60732"/>
                </a:moveTo>
                <a:cubicBezTo>
                  <a:pt x="32501" y="61958"/>
                  <a:pt x="32541" y="63015"/>
                  <a:pt x="32620" y="63905"/>
                </a:cubicBezTo>
                <a:cubicBezTo>
                  <a:pt x="32699" y="64795"/>
                  <a:pt x="32827" y="65546"/>
                  <a:pt x="33005" y="66159"/>
                </a:cubicBezTo>
                <a:cubicBezTo>
                  <a:pt x="33183" y="66771"/>
                  <a:pt x="33420" y="67295"/>
                  <a:pt x="33717" y="67730"/>
                </a:cubicBezTo>
                <a:cubicBezTo>
                  <a:pt x="34013" y="68165"/>
                  <a:pt x="34359" y="68541"/>
                  <a:pt x="34755" y="68857"/>
                </a:cubicBezTo>
                <a:cubicBezTo>
                  <a:pt x="35229" y="69332"/>
                  <a:pt x="35862" y="69697"/>
                  <a:pt x="36653" y="69954"/>
                </a:cubicBezTo>
                <a:cubicBezTo>
                  <a:pt x="37443" y="70211"/>
                  <a:pt x="38452" y="70429"/>
                  <a:pt x="39677" y="70607"/>
                </a:cubicBezTo>
                <a:cubicBezTo>
                  <a:pt x="40903" y="70785"/>
                  <a:pt x="42376" y="70923"/>
                  <a:pt x="44096" y="71022"/>
                </a:cubicBezTo>
                <a:cubicBezTo>
                  <a:pt x="45816" y="71121"/>
                  <a:pt x="47882" y="71190"/>
                  <a:pt x="50294" y="71229"/>
                </a:cubicBezTo>
                <a:lnTo>
                  <a:pt x="50294" y="76389"/>
                </a:lnTo>
                <a:lnTo>
                  <a:pt x="3262" y="76389"/>
                </a:lnTo>
                <a:lnTo>
                  <a:pt x="3262" y="71229"/>
                </a:lnTo>
                <a:cubicBezTo>
                  <a:pt x="5595" y="71150"/>
                  <a:pt x="7572" y="71061"/>
                  <a:pt x="9193" y="70963"/>
                </a:cubicBezTo>
                <a:cubicBezTo>
                  <a:pt x="10814" y="70864"/>
                  <a:pt x="12198" y="70725"/>
                  <a:pt x="13344" y="70547"/>
                </a:cubicBezTo>
                <a:cubicBezTo>
                  <a:pt x="14491" y="70370"/>
                  <a:pt x="15410" y="70172"/>
                  <a:pt x="16102" y="69954"/>
                </a:cubicBezTo>
                <a:cubicBezTo>
                  <a:pt x="16794" y="69737"/>
                  <a:pt x="17397" y="69470"/>
                  <a:pt x="17911" y="69154"/>
                </a:cubicBezTo>
                <a:cubicBezTo>
                  <a:pt x="18465" y="68798"/>
                  <a:pt x="18939" y="68412"/>
                  <a:pt x="19335" y="67997"/>
                </a:cubicBezTo>
                <a:cubicBezTo>
                  <a:pt x="19730" y="67582"/>
                  <a:pt x="20046" y="67058"/>
                  <a:pt x="20283" y="66425"/>
                </a:cubicBezTo>
                <a:cubicBezTo>
                  <a:pt x="20521" y="65793"/>
                  <a:pt x="20709" y="65022"/>
                  <a:pt x="20847" y="64112"/>
                </a:cubicBezTo>
                <a:cubicBezTo>
                  <a:pt x="20985" y="63203"/>
                  <a:pt x="21055" y="62076"/>
                  <a:pt x="21055" y="60732"/>
                </a:cubicBezTo>
                <a:lnTo>
                  <a:pt x="21055" y="18208"/>
                </a:lnTo>
                <a:cubicBezTo>
                  <a:pt x="21055" y="16666"/>
                  <a:pt x="20758" y="15578"/>
                  <a:pt x="20165" y="14946"/>
                </a:cubicBezTo>
                <a:cubicBezTo>
                  <a:pt x="19572" y="14313"/>
                  <a:pt x="18722" y="13997"/>
                  <a:pt x="17615" y="13997"/>
                </a:cubicBezTo>
                <a:cubicBezTo>
                  <a:pt x="16389" y="13997"/>
                  <a:pt x="14570" y="14629"/>
                  <a:pt x="12158" y="15895"/>
                </a:cubicBezTo>
                <a:cubicBezTo>
                  <a:pt x="9746" y="17160"/>
                  <a:pt x="6623" y="19038"/>
                  <a:pt x="2787" y="21529"/>
                </a:cubicBezTo>
                <a:cubicBezTo>
                  <a:pt x="2273" y="20620"/>
                  <a:pt x="1799" y="19710"/>
                  <a:pt x="1364" y="18801"/>
                </a:cubicBezTo>
                <a:cubicBezTo>
                  <a:pt x="929" y="17891"/>
                  <a:pt x="474" y="16962"/>
                  <a:pt x="0" y="16013"/>
                </a:cubicBezTo>
                <a:cubicBezTo>
                  <a:pt x="4903" y="13325"/>
                  <a:pt x="9756" y="10646"/>
                  <a:pt x="14560" y="7977"/>
                </a:cubicBezTo>
                <a:cubicBezTo>
                  <a:pt x="19364" y="5308"/>
                  <a:pt x="24237" y="2649"/>
                  <a:pt x="29180" y="0"/>
                </a:cubicBezTo>
                <a:lnTo>
                  <a:pt x="32798" y="0"/>
                </a:lnTo>
                <a:cubicBezTo>
                  <a:pt x="32719" y="2175"/>
                  <a:pt x="32659" y="4122"/>
                  <a:pt x="32620" y="5842"/>
                </a:cubicBezTo>
                <a:cubicBezTo>
                  <a:pt x="32580" y="7562"/>
                  <a:pt x="32550" y="9232"/>
                  <a:pt x="32531" y="10853"/>
                </a:cubicBezTo>
                <a:cubicBezTo>
                  <a:pt x="32511" y="12475"/>
                  <a:pt x="32501" y="14076"/>
                  <a:pt x="32501" y="15657"/>
                </a:cubicBezTo>
                <a:lnTo>
                  <a:pt x="32501" y="607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Text 𝐶𝑙𝑎𝑠𝑠">
            <a:extLst xmlns:a="http://schemas.openxmlformats.org/drawingml/2006/main">
              <a:ext uri="{FF2B5EF4-FFF2-40B4-BE49-F238E27FC236}">
                <a16:creationId xmlns:a16="http://schemas.microsoft.com/office/drawing/2014/main" id="{2039847E-A51C-4076-B509-45AD19B7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7205" y="2540348"/>
            <a:ext cx="372614" cy="114426"/>
          </a:xfrm>
          <a:custGeom xmlns:a="http://schemas.openxmlformats.org/drawingml/2006/main">
            <a:pathLst>
              <a:path w="372614" h="114426">
                <a:moveTo>
                  <a:pt x="83585" y="7908"/>
                </a:moveTo>
                <a:lnTo>
                  <a:pt x="78841" y="29338"/>
                </a:lnTo>
                <a:lnTo>
                  <a:pt x="71249" y="29338"/>
                </a:lnTo>
                <a:cubicBezTo>
                  <a:pt x="70827" y="22854"/>
                  <a:pt x="69417" y="18175"/>
                  <a:pt x="67019" y="15302"/>
                </a:cubicBezTo>
                <a:cubicBezTo>
                  <a:pt x="64620" y="12428"/>
                  <a:pt x="60758" y="10992"/>
                  <a:pt x="55434" y="10992"/>
                </a:cubicBezTo>
                <a:cubicBezTo>
                  <a:pt x="48158" y="10992"/>
                  <a:pt x="41397" y="14629"/>
                  <a:pt x="35150" y="21905"/>
                </a:cubicBezTo>
                <a:cubicBezTo>
                  <a:pt x="28903" y="29180"/>
                  <a:pt x="23961" y="38788"/>
                  <a:pt x="20323" y="50729"/>
                </a:cubicBezTo>
                <a:cubicBezTo>
                  <a:pt x="16685" y="62669"/>
                  <a:pt x="14867" y="73753"/>
                  <a:pt x="14867" y="83981"/>
                </a:cubicBezTo>
                <a:cubicBezTo>
                  <a:pt x="14867" y="91994"/>
                  <a:pt x="16290" y="97899"/>
                  <a:pt x="19137" y="101694"/>
                </a:cubicBezTo>
                <a:cubicBezTo>
                  <a:pt x="21984" y="105490"/>
                  <a:pt x="26359" y="107388"/>
                  <a:pt x="32264" y="107388"/>
                </a:cubicBezTo>
                <a:cubicBezTo>
                  <a:pt x="36218" y="107388"/>
                  <a:pt x="39671" y="106795"/>
                  <a:pt x="42623" y="105609"/>
                </a:cubicBezTo>
                <a:cubicBezTo>
                  <a:pt x="45575" y="104422"/>
                  <a:pt x="48343" y="102419"/>
                  <a:pt x="50926" y="99599"/>
                </a:cubicBezTo>
                <a:cubicBezTo>
                  <a:pt x="53509" y="96778"/>
                  <a:pt x="56066" y="92838"/>
                  <a:pt x="58597" y="87777"/>
                </a:cubicBezTo>
                <a:lnTo>
                  <a:pt x="66188" y="87777"/>
                </a:lnTo>
                <a:lnTo>
                  <a:pt x="61365" y="110235"/>
                </a:lnTo>
                <a:cubicBezTo>
                  <a:pt x="51506" y="112976"/>
                  <a:pt x="41173" y="114347"/>
                  <a:pt x="30366" y="114347"/>
                </a:cubicBezTo>
                <a:cubicBezTo>
                  <a:pt x="20455" y="114347"/>
                  <a:pt x="12916" y="111500"/>
                  <a:pt x="7750" y="105806"/>
                </a:cubicBezTo>
                <a:cubicBezTo>
                  <a:pt x="2583" y="100113"/>
                  <a:pt x="0" y="91783"/>
                  <a:pt x="0" y="80818"/>
                </a:cubicBezTo>
                <a:cubicBezTo>
                  <a:pt x="0" y="73068"/>
                  <a:pt x="1384" y="64132"/>
                  <a:pt x="4152" y="54010"/>
                </a:cubicBezTo>
                <a:cubicBezTo>
                  <a:pt x="6919" y="43888"/>
                  <a:pt x="10834" y="35005"/>
                  <a:pt x="15895" y="27361"/>
                </a:cubicBezTo>
                <a:cubicBezTo>
                  <a:pt x="20956" y="19717"/>
                  <a:pt x="26939" y="13891"/>
                  <a:pt x="33845" y="9885"/>
                </a:cubicBezTo>
                <a:cubicBezTo>
                  <a:pt x="40752" y="5878"/>
                  <a:pt x="48343" y="3875"/>
                  <a:pt x="56620" y="3875"/>
                </a:cubicBezTo>
                <a:cubicBezTo>
                  <a:pt x="61417" y="3875"/>
                  <a:pt x="65859" y="4165"/>
                  <a:pt x="69944" y="4745"/>
                </a:cubicBezTo>
                <a:cubicBezTo>
                  <a:pt x="74030" y="5325"/>
                  <a:pt x="78577" y="6379"/>
                  <a:pt x="83585" y="7908"/>
                </a:cubicBezTo>
                <a:close/>
                <a:moveTo>
                  <a:pt x="113616" y="22300"/>
                </a:moveTo>
                <a:cubicBezTo>
                  <a:pt x="114248" y="19506"/>
                  <a:pt x="114696" y="17279"/>
                  <a:pt x="114960" y="15618"/>
                </a:cubicBezTo>
                <a:cubicBezTo>
                  <a:pt x="115224" y="13957"/>
                  <a:pt x="115355" y="12415"/>
                  <a:pt x="115355" y="10992"/>
                </a:cubicBezTo>
                <a:cubicBezTo>
                  <a:pt x="115355" y="9410"/>
                  <a:pt x="115065" y="8211"/>
                  <a:pt x="114485" y="7394"/>
                </a:cubicBezTo>
                <a:cubicBezTo>
                  <a:pt x="113906" y="6577"/>
                  <a:pt x="113075" y="5984"/>
                  <a:pt x="111995" y="5615"/>
                </a:cubicBezTo>
                <a:cubicBezTo>
                  <a:pt x="110914" y="5246"/>
                  <a:pt x="108976" y="4982"/>
                  <a:pt x="106182" y="4824"/>
                </a:cubicBezTo>
                <a:lnTo>
                  <a:pt x="107131" y="712"/>
                </a:lnTo>
                <a:lnTo>
                  <a:pt x="127059" y="0"/>
                </a:lnTo>
                <a:lnTo>
                  <a:pt x="131724" y="0"/>
                </a:lnTo>
                <a:lnTo>
                  <a:pt x="112271" y="87539"/>
                </a:lnTo>
                <a:cubicBezTo>
                  <a:pt x="111112" y="92758"/>
                  <a:pt x="110532" y="96660"/>
                  <a:pt x="110532" y="99243"/>
                </a:cubicBezTo>
                <a:cubicBezTo>
                  <a:pt x="110532" y="101352"/>
                  <a:pt x="110874" y="102880"/>
                  <a:pt x="111560" y="103829"/>
                </a:cubicBezTo>
                <a:cubicBezTo>
                  <a:pt x="112245" y="104778"/>
                  <a:pt x="113326" y="105253"/>
                  <a:pt x="114802" y="105253"/>
                </a:cubicBezTo>
                <a:cubicBezTo>
                  <a:pt x="116383" y="105253"/>
                  <a:pt x="118070" y="104607"/>
                  <a:pt x="119863" y="103315"/>
                </a:cubicBezTo>
                <a:cubicBezTo>
                  <a:pt x="121655" y="102024"/>
                  <a:pt x="124186" y="99559"/>
                  <a:pt x="127454" y="95922"/>
                </a:cubicBezTo>
                <a:lnTo>
                  <a:pt x="131962" y="100350"/>
                </a:lnTo>
                <a:cubicBezTo>
                  <a:pt x="126848" y="105727"/>
                  <a:pt x="122670" y="109404"/>
                  <a:pt x="119428" y="111381"/>
                </a:cubicBezTo>
                <a:cubicBezTo>
                  <a:pt x="116186" y="113358"/>
                  <a:pt x="112561" y="114347"/>
                  <a:pt x="108555" y="114347"/>
                </a:cubicBezTo>
                <a:cubicBezTo>
                  <a:pt x="105128" y="114347"/>
                  <a:pt x="102387" y="113095"/>
                  <a:pt x="100331" y="110591"/>
                </a:cubicBezTo>
                <a:cubicBezTo>
                  <a:pt x="98275" y="108086"/>
                  <a:pt x="97247" y="104884"/>
                  <a:pt x="97247" y="100983"/>
                </a:cubicBezTo>
                <a:cubicBezTo>
                  <a:pt x="97247" y="97450"/>
                  <a:pt x="97985" y="92337"/>
                  <a:pt x="99461" y="85641"/>
                </a:cubicBezTo>
                <a:lnTo>
                  <a:pt x="113616" y="22300"/>
                </a:lnTo>
                <a:close/>
                <a:moveTo>
                  <a:pt x="205762" y="41358"/>
                </a:moveTo>
                <a:lnTo>
                  <a:pt x="213037" y="36139"/>
                </a:lnTo>
                <a:lnTo>
                  <a:pt x="218098" y="37404"/>
                </a:lnTo>
                <a:lnTo>
                  <a:pt x="206474" y="87539"/>
                </a:lnTo>
                <a:cubicBezTo>
                  <a:pt x="205314" y="92548"/>
                  <a:pt x="204734" y="96449"/>
                  <a:pt x="204734" y="99243"/>
                </a:cubicBezTo>
                <a:cubicBezTo>
                  <a:pt x="204734" y="101352"/>
                  <a:pt x="205077" y="102880"/>
                  <a:pt x="205762" y="103829"/>
                </a:cubicBezTo>
                <a:cubicBezTo>
                  <a:pt x="206447" y="104778"/>
                  <a:pt x="207528" y="105253"/>
                  <a:pt x="209004" y="105253"/>
                </a:cubicBezTo>
                <a:cubicBezTo>
                  <a:pt x="210586" y="105253"/>
                  <a:pt x="212273" y="104607"/>
                  <a:pt x="214065" y="103315"/>
                </a:cubicBezTo>
                <a:cubicBezTo>
                  <a:pt x="215857" y="102024"/>
                  <a:pt x="218388" y="99559"/>
                  <a:pt x="221657" y="95922"/>
                </a:cubicBezTo>
                <a:lnTo>
                  <a:pt x="226164" y="100350"/>
                </a:lnTo>
                <a:cubicBezTo>
                  <a:pt x="221419" y="105411"/>
                  <a:pt x="217373" y="109009"/>
                  <a:pt x="214026" y="111144"/>
                </a:cubicBezTo>
                <a:cubicBezTo>
                  <a:pt x="210678" y="113279"/>
                  <a:pt x="207053" y="114347"/>
                  <a:pt x="203152" y="114347"/>
                </a:cubicBezTo>
                <a:cubicBezTo>
                  <a:pt x="199884" y="114347"/>
                  <a:pt x="197274" y="113266"/>
                  <a:pt x="195324" y="111105"/>
                </a:cubicBezTo>
                <a:cubicBezTo>
                  <a:pt x="193373" y="108943"/>
                  <a:pt x="192398" y="106070"/>
                  <a:pt x="192398" y="102485"/>
                </a:cubicBezTo>
                <a:cubicBezTo>
                  <a:pt x="192398" y="99586"/>
                  <a:pt x="193004" y="96501"/>
                  <a:pt x="194216" y="93233"/>
                </a:cubicBezTo>
                <a:lnTo>
                  <a:pt x="193188" y="92917"/>
                </a:lnTo>
                <a:cubicBezTo>
                  <a:pt x="188127" y="100297"/>
                  <a:pt x="183330" y="105701"/>
                  <a:pt x="178796" y="109128"/>
                </a:cubicBezTo>
                <a:cubicBezTo>
                  <a:pt x="174262" y="112554"/>
                  <a:pt x="169465" y="114268"/>
                  <a:pt x="164404" y="114268"/>
                </a:cubicBezTo>
                <a:cubicBezTo>
                  <a:pt x="158605" y="114268"/>
                  <a:pt x="154111" y="112080"/>
                  <a:pt x="150921" y="107704"/>
                </a:cubicBezTo>
                <a:cubicBezTo>
                  <a:pt x="147732" y="103329"/>
                  <a:pt x="146137" y="97187"/>
                  <a:pt x="146137" y="89279"/>
                </a:cubicBezTo>
                <a:cubicBezTo>
                  <a:pt x="146137" y="80211"/>
                  <a:pt x="147916" y="71500"/>
                  <a:pt x="151475" y="63144"/>
                </a:cubicBezTo>
                <a:cubicBezTo>
                  <a:pt x="155033" y="54788"/>
                  <a:pt x="159923" y="48198"/>
                  <a:pt x="166144" y="43374"/>
                </a:cubicBezTo>
                <a:cubicBezTo>
                  <a:pt x="172365" y="38551"/>
                  <a:pt x="179297" y="36139"/>
                  <a:pt x="186941" y="36139"/>
                </a:cubicBezTo>
                <a:cubicBezTo>
                  <a:pt x="190368" y="36139"/>
                  <a:pt x="193571" y="36521"/>
                  <a:pt x="196549" y="37285"/>
                </a:cubicBezTo>
                <a:cubicBezTo>
                  <a:pt x="199528" y="38050"/>
                  <a:pt x="202599" y="39407"/>
                  <a:pt x="205762" y="41358"/>
                </a:cubicBezTo>
                <a:moveTo>
                  <a:pt x="198803" y="64923"/>
                </a:moveTo>
                <a:cubicBezTo>
                  <a:pt x="199277" y="62762"/>
                  <a:pt x="199594" y="60890"/>
                  <a:pt x="199752" y="59308"/>
                </a:cubicBezTo>
                <a:cubicBezTo>
                  <a:pt x="199910" y="57727"/>
                  <a:pt x="199989" y="56014"/>
                  <a:pt x="199989" y="54168"/>
                </a:cubicBezTo>
                <a:cubicBezTo>
                  <a:pt x="199989" y="50109"/>
                  <a:pt x="199119" y="47130"/>
                  <a:pt x="197380" y="45233"/>
                </a:cubicBezTo>
                <a:cubicBezTo>
                  <a:pt x="195640" y="43335"/>
                  <a:pt x="192688" y="42386"/>
                  <a:pt x="188523" y="42386"/>
                </a:cubicBezTo>
                <a:cubicBezTo>
                  <a:pt x="183093" y="42386"/>
                  <a:pt x="178216" y="44574"/>
                  <a:pt x="173893" y="48949"/>
                </a:cubicBezTo>
                <a:cubicBezTo>
                  <a:pt x="169571" y="53325"/>
                  <a:pt x="166197" y="59190"/>
                  <a:pt x="163771" y="66544"/>
                </a:cubicBezTo>
                <a:cubicBezTo>
                  <a:pt x="161346" y="73898"/>
                  <a:pt x="160134" y="81239"/>
                  <a:pt x="160134" y="88567"/>
                </a:cubicBezTo>
                <a:cubicBezTo>
                  <a:pt x="160134" y="94050"/>
                  <a:pt x="160885" y="98149"/>
                  <a:pt x="162388" y="100864"/>
                </a:cubicBezTo>
                <a:cubicBezTo>
                  <a:pt x="163890" y="103579"/>
                  <a:pt x="166407" y="104936"/>
                  <a:pt x="169940" y="104936"/>
                </a:cubicBezTo>
                <a:cubicBezTo>
                  <a:pt x="173419" y="104936"/>
                  <a:pt x="176833" y="103434"/>
                  <a:pt x="180180" y="100429"/>
                </a:cubicBezTo>
                <a:cubicBezTo>
                  <a:pt x="183528" y="97424"/>
                  <a:pt x="186981" y="93141"/>
                  <a:pt x="190539" y="87579"/>
                </a:cubicBezTo>
                <a:cubicBezTo>
                  <a:pt x="194098" y="82017"/>
                  <a:pt x="196615" y="75599"/>
                  <a:pt x="198091" y="68323"/>
                </a:cubicBezTo>
                <a:lnTo>
                  <a:pt x="198803" y="64923"/>
                </a:lnTo>
                <a:close/>
                <a:moveTo>
                  <a:pt x="287665" y="56699"/>
                </a:moveTo>
                <a:cubicBezTo>
                  <a:pt x="287085" y="52007"/>
                  <a:pt x="285543" y="48448"/>
                  <a:pt x="283039" y="46023"/>
                </a:cubicBezTo>
                <a:cubicBezTo>
                  <a:pt x="280535" y="43598"/>
                  <a:pt x="276594" y="42386"/>
                  <a:pt x="271217" y="42386"/>
                </a:cubicBezTo>
                <a:cubicBezTo>
                  <a:pt x="267052" y="42386"/>
                  <a:pt x="263678" y="43453"/>
                  <a:pt x="261095" y="45588"/>
                </a:cubicBezTo>
                <a:cubicBezTo>
                  <a:pt x="258512" y="47724"/>
                  <a:pt x="257220" y="50531"/>
                  <a:pt x="257220" y="54010"/>
                </a:cubicBezTo>
                <a:cubicBezTo>
                  <a:pt x="257220" y="55908"/>
                  <a:pt x="257550" y="57582"/>
                  <a:pt x="258209" y="59032"/>
                </a:cubicBezTo>
                <a:cubicBezTo>
                  <a:pt x="258868" y="60481"/>
                  <a:pt x="260199" y="62076"/>
                  <a:pt x="262202" y="63816"/>
                </a:cubicBezTo>
                <a:cubicBezTo>
                  <a:pt x="264206" y="65556"/>
                  <a:pt x="267316" y="67691"/>
                  <a:pt x="271533" y="70221"/>
                </a:cubicBezTo>
                <a:cubicBezTo>
                  <a:pt x="274855" y="72225"/>
                  <a:pt x="277517" y="74057"/>
                  <a:pt x="279520" y="75717"/>
                </a:cubicBezTo>
                <a:cubicBezTo>
                  <a:pt x="281524" y="77378"/>
                  <a:pt x="283105" y="79025"/>
                  <a:pt x="284265" y="80660"/>
                </a:cubicBezTo>
                <a:cubicBezTo>
                  <a:pt x="285425" y="82294"/>
                  <a:pt x="286268" y="84020"/>
                  <a:pt x="286796" y="85839"/>
                </a:cubicBezTo>
                <a:cubicBezTo>
                  <a:pt x="287323" y="87658"/>
                  <a:pt x="287586" y="89859"/>
                  <a:pt x="287586" y="92442"/>
                </a:cubicBezTo>
                <a:cubicBezTo>
                  <a:pt x="287586" y="97134"/>
                  <a:pt x="286334" y="101154"/>
                  <a:pt x="283830" y="104502"/>
                </a:cubicBezTo>
                <a:cubicBezTo>
                  <a:pt x="281326" y="107849"/>
                  <a:pt x="277926" y="110340"/>
                  <a:pt x="273629" y="111974"/>
                </a:cubicBezTo>
                <a:cubicBezTo>
                  <a:pt x="269332" y="113609"/>
                  <a:pt x="264443" y="114426"/>
                  <a:pt x="258960" y="114426"/>
                </a:cubicBezTo>
                <a:cubicBezTo>
                  <a:pt x="254584" y="114426"/>
                  <a:pt x="250288" y="114096"/>
                  <a:pt x="246070" y="113437"/>
                </a:cubicBezTo>
                <a:cubicBezTo>
                  <a:pt x="241853" y="112778"/>
                  <a:pt x="237161" y="111658"/>
                  <a:pt x="231994" y="110077"/>
                </a:cubicBezTo>
                <a:lnTo>
                  <a:pt x="235790" y="92838"/>
                </a:lnTo>
                <a:lnTo>
                  <a:pt x="241958" y="92838"/>
                </a:lnTo>
                <a:cubicBezTo>
                  <a:pt x="242169" y="97899"/>
                  <a:pt x="243593" y="101721"/>
                  <a:pt x="246229" y="104304"/>
                </a:cubicBezTo>
                <a:cubicBezTo>
                  <a:pt x="248864" y="106887"/>
                  <a:pt x="253056" y="108179"/>
                  <a:pt x="258802" y="108179"/>
                </a:cubicBezTo>
                <a:cubicBezTo>
                  <a:pt x="263810" y="108179"/>
                  <a:pt x="267725" y="107058"/>
                  <a:pt x="270545" y="104818"/>
                </a:cubicBezTo>
                <a:cubicBezTo>
                  <a:pt x="273365" y="102577"/>
                  <a:pt x="274776" y="99401"/>
                  <a:pt x="274776" y="95289"/>
                </a:cubicBezTo>
                <a:cubicBezTo>
                  <a:pt x="274776" y="92917"/>
                  <a:pt x="274380" y="90874"/>
                  <a:pt x="273590" y="89160"/>
                </a:cubicBezTo>
                <a:cubicBezTo>
                  <a:pt x="272799" y="87447"/>
                  <a:pt x="271507" y="85800"/>
                  <a:pt x="269715" y="84218"/>
                </a:cubicBezTo>
                <a:cubicBezTo>
                  <a:pt x="267922" y="82636"/>
                  <a:pt x="265075" y="80660"/>
                  <a:pt x="261174" y="78287"/>
                </a:cubicBezTo>
                <a:cubicBezTo>
                  <a:pt x="257062" y="75809"/>
                  <a:pt x="253860" y="73569"/>
                  <a:pt x="251566" y="71566"/>
                </a:cubicBezTo>
                <a:cubicBezTo>
                  <a:pt x="249273" y="69562"/>
                  <a:pt x="247546" y="67388"/>
                  <a:pt x="246387" y="65042"/>
                </a:cubicBezTo>
                <a:cubicBezTo>
                  <a:pt x="245227" y="62696"/>
                  <a:pt x="244647" y="59994"/>
                  <a:pt x="244647" y="56936"/>
                </a:cubicBezTo>
                <a:cubicBezTo>
                  <a:pt x="244647" y="52771"/>
                  <a:pt x="245767" y="49121"/>
                  <a:pt x="248008" y="45984"/>
                </a:cubicBezTo>
                <a:cubicBezTo>
                  <a:pt x="250248" y="42847"/>
                  <a:pt x="253451" y="40435"/>
                  <a:pt x="257616" y="38748"/>
                </a:cubicBezTo>
                <a:cubicBezTo>
                  <a:pt x="261781" y="37061"/>
                  <a:pt x="266631" y="36218"/>
                  <a:pt x="272166" y="36218"/>
                </a:cubicBezTo>
                <a:cubicBezTo>
                  <a:pt x="277069" y="36218"/>
                  <a:pt x="281537" y="36508"/>
                  <a:pt x="285570" y="37088"/>
                </a:cubicBezTo>
                <a:cubicBezTo>
                  <a:pt x="289603" y="37667"/>
                  <a:pt x="293623" y="38669"/>
                  <a:pt x="297629" y="40093"/>
                </a:cubicBezTo>
                <a:lnTo>
                  <a:pt x="294071" y="56699"/>
                </a:lnTo>
                <a:lnTo>
                  <a:pt x="287665" y="56699"/>
                </a:lnTo>
                <a:close/>
                <a:moveTo>
                  <a:pt x="362650" y="56699"/>
                </a:moveTo>
                <a:cubicBezTo>
                  <a:pt x="362070" y="52007"/>
                  <a:pt x="360528" y="48448"/>
                  <a:pt x="358024" y="46023"/>
                </a:cubicBezTo>
                <a:cubicBezTo>
                  <a:pt x="355520" y="43598"/>
                  <a:pt x="351579" y="42386"/>
                  <a:pt x="346202" y="42386"/>
                </a:cubicBezTo>
                <a:cubicBezTo>
                  <a:pt x="342037" y="42386"/>
                  <a:pt x="338663" y="43453"/>
                  <a:pt x="336080" y="45588"/>
                </a:cubicBezTo>
                <a:cubicBezTo>
                  <a:pt x="333496" y="47724"/>
                  <a:pt x="332205" y="50531"/>
                  <a:pt x="332205" y="54010"/>
                </a:cubicBezTo>
                <a:cubicBezTo>
                  <a:pt x="332205" y="55908"/>
                  <a:pt x="332534" y="57582"/>
                  <a:pt x="333193" y="59032"/>
                </a:cubicBezTo>
                <a:cubicBezTo>
                  <a:pt x="333852" y="60481"/>
                  <a:pt x="335183" y="62076"/>
                  <a:pt x="337187" y="63816"/>
                </a:cubicBezTo>
                <a:cubicBezTo>
                  <a:pt x="339190" y="65556"/>
                  <a:pt x="342300" y="67691"/>
                  <a:pt x="346518" y="70221"/>
                </a:cubicBezTo>
                <a:cubicBezTo>
                  <a:pt x="349839" y="72225"/>
                  <a:pt x="352502" y="74057"/>
                  <a:pt x="354505" y="75717"/>
                </a:cubicBezTo>
                <a:cubicBezTo>
                  <a:pt x="356508" y="77378"/>
                  <a:pt x="358090" y="79025"/>
                  <a:pt x="359250" y="80660"/>
                </a:cubicBezTo>
                <a:cubicBezTo>
                  <a:pt x="360409" y="82294"/>
                  <a:pt x="361253" y="84020"/>
                  <a:pt x="361780" y="85839"/>
                </a:cubicBezTo>
                <a:cubicBezTo>
                  <a:pt x="362307" y="87658"/>
                  <a:pt x="362571" y="89859"/>
                  <a:pt x="362571" y="92442"/>
                </a:cubicBezTo>
                <a:cubicBezTo>
                  <a:pt x="362571" y="97134"/>
                  <a:pt x="361319" y="101154"/>
                  <a:pt x="358815" y="104502"/>
                </a:cubicBezTo>
                <a:cubicBezTo>
                  <a:pt x="356310" y="107849"/>
                  <a:pt x="352910" y="110340"/>
                  <a:pt x="348614" y="111974"/>
                </a:cubicBezTo>
                <a:cubicBezTo>
                  <a:pt x="344317" y="113609"/>
                  <a:pt x="339427" y="114426"/>
                  <a:pt x="333945" y="114426"/>
                </a:cubicBezTo>
                <a:cubicBezTo>
                  <a:pt x="329569" y="114426"/>
                  <a:pt x="325272" y="114096"/>
                  <a:pt x="321055" y="113437"/>
                </a:cubicBezTo>
                <a:cubicBezTo>
                  <a:pt x="316837" y="112778"/>
                  <a:pt x="312145" y="111658"/>
                  <a:pt x="306979" y="110077"/>
                </a:cubicBezTo>
                <a:lnTo>
                  <a:pt x="310775" y="92838"/>
                </a:lnTo>
                <a:lnTo>
                  <a:pt x="316943" y="92838"/>
                </a:lnTo>
                <a:cubicBezTo>
                  <a:pt x="317154" y="97899"/>
                  <a:pt x="318577" y="101721"/>
                  <a:pt x="321213" y="104304"/>
                </a:cubicBezTo>
                <a:cubicBezTo>
                  <a:pt x="323849" y="106887"/>
                  <a:pt x="328040" y="108179"/>
                  <a:pt x="333786" y="108179"/>
                </a:cubicBezTo>
                <a:cubicBezTo>
                  <a:pt x="338795" y="108179"/>
                  <a:pt x="342709" y="107058"/>
                  <a:pt x="345530" y="104818"/>
                </a:cubicBezTo>
                <a:cubicBezTo>
                  <a:pt x="348350" y="102577"/>
                  <a:pt x="349760" y="99401"/>
                  <a:pt x="349760" y="95289"/>
                </a:cubicBezTo>
                <a:cubicBezTo>
                  <a:pt x="349760" y="92917"/>
                  <a:pt x="349365" y="90874"/>
                  <a:pt x="348574" y="89160"/>
                </a:cubicBezTo>
                <a:cubicBezTo>
                  <a:pt x="347783" y="87447"/>
                  <a:pt x="346492" y="85800"/>
                  <a:pt x="344699" y="84218"/>
                </a:cubicBezTo>
                <a:cubicBezTo>
                  <a:pt x="342907" y="82636"/>
                  <a:pt x="340060" y="80660"/>
                  <a:pt x="336159" y="78287"/>
                </a:cubicBezTo>
                <a:cubicBezTo>
                  <a:pt x="332047" y="75809"/>
                  <a:pt x="328844" y="73569"/>
                  <a:pt x="326551" y="71566"/>
                </a:cubicBezTo>
                <a:cubicBezTo>
                  <a:pt x="324258" y="69562"/>
                  <a:pt x="322531" y="67388"/>
                  <a:pt x="321371" y="65042"/>
                </a:cubicBezTo>
                <a:cubicBezTo>
                  <a:pt x="320211" y="62696"/>
                  <a:pt x="319631" y="59994"/>
                  <a:pt x="319631" y="56936"/>
                </a:cubicBezTo>
                <a:cubicBezTo>
                  <a:pt x="319631" y="52771"/>
                  <a:pt x="320752" y="49121"/>
                  <a:pt x="322992" y="45984"/>
                </a:cubicBezTo>
                <a:cubicBezTo>
                  <a:pt x="325233" y="42847"/>
                  <a:pt x="328435" y="40435"/>
                  <a:pt x="332600" y="38748"/>
                </a:cubicBezTo>
                <a:cubicBezTo>
                  <a:pt x="336765" y="37061"/>
                  <a:pt x="341615" y="36218"/>
                  <a:pt x="347151" y="36218"/>
                </a:cubicBezTo>
                <a:cubicBezTo>
                  <a:pt x="352053" y="36218"/>
                  <a:pt x="356521" y="36508"/>
                  <a:pt x="360554" y="37088"/>
                </a:cubicBezTo>
                <a:cubicBezTo>
                  <a:pt x="364587" y="37667"/>
                  <a:pt x="368607" y="38669"/>
                  <a:pt x="372614" y="40093"/>
                </a:cubicBezTo>
                <a:lnTo>
                  <a:pt x="369055" y="56699"/>
                </a:lnTo>
                <a:lnTo>
                  <a:pt x="362650" y="566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Text )">
            <a:extLst xmlns:a="http://schemas.openxmlformats.org/drawingml/2006/main">
              <a:ext uri="{FF2B5EF4-FFF2-40B4-BE49-F238E27FC236}">
                <a16:creationId xmlns:a16="http://schemas.microsoft.com/office/drawing/2014/main" id="{6A37E27D-DC95-42ED-9683-85191B49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5229" y="2608896"/>
            <a:ext cx="84277" cy="76923"/>
          </a:xfrm>
          <a:custGeom xmlns:a="http://schemas.openxmlformats.org/drawingml/2006/main">
            <a:pathLst>
              <a:path w="84277" h="76923">
                <a:moveTo>
                  <a:pt x="57707" y="58834"/>
                </a:moveTo>
                <a:cubicBezTo>
                  <a:pt x="58142" y="56304"/>
                  <a:pt x="58696" y="53308"/>
                  <a:pt x="59368" y="49849"/>
                </a:cubicBezTo>
                <a:cubicBezTo>
                  <a:pt x="60040" y="46389"/>
                  <a:pt x="60831" y="42801"/>
                  <a:pt x="61740" y="39084"/>
                </a:cubicBezTo>
                <a:cubicBezTo>
                  <a:pt x="62412" y="36277"/>
                  <a:pt x="63094" y="33391"/>
                  <a:pt x="63786" y="30425"/>
                </a:cubicBezTo>
                <a:cubicBezTo>
                  <a:pt x="64478" y="27460"/>
                  <a:pt x="65121" y="24613"/>
                  <a:pt x="65714" y="21885"/>
                </a:cubicBezTo>
                <a:cubicBezTo>
                  <a:pt x="66307" y="19157"/>
                  <a:pt x="66791" y="16636"/>
                  <a:pt x="67167" y="14323"/>
                </a:cubicBezTo>
                <a:cubicBezTo>
                  <a:pt x="67542" y="12010"/>
                  <a:pt x="67730" y="10102"/>
                  <a:pt x="67730" y="8600"/>
                </a:cubicBezTo>
                <a:cubicBezTo>
                  <a:pt x="67730" y="6860"/>
                  <a:pt x="67285" y="5624"/>
                  <a:pt x="66396" y="4893"/>
                </a:cubicBezTo>
                <a:cubicBezTo>
                  <a:pt x="65506" y="4161"/>
                  <a:pt x="63855" y="3776"/>
                  <a:pt x="61444" y="3736"/>
                </a:cubicBezTo>
                <a:lnTo>
                  <a:pt x="62274" y="0"/>
                </a:lnTo>
                <a:lnTo>
                  <a:pt x="84277" y="0"/>
                </a:lnTo>
                <a:lnTo>
                  <a:pt x="83506" y="3559"/>
                </a:lnTo>
                <a:cubicBezTo>
                  <a:pt x="82162" y="3954"/>
                  <a:pt x="81094" y="4300"/>
                  <a:pt x="80304" y="4596"/>
                </a:cubicBezTo>
                <a:cubicBezTo>
                  <a:pt x="79513" y="4893"/>
                  <a:pt x="78841" y="5466"/>
                  <a:pt x="78287" y="6316"/>
                </a:cubicBezTo>
                <a:cubicBezTo>
                  <a:pt x="77734" y="7166"/>
                  <a:pt x="77210" y="8402"/>
                  <a:pt x="76716" y="10023"/>
                </a:cubicBezTo>
                <a:cubicBezTo>
                  <a:pt x="76221" y="11644"/>
                  <a:pt x="75638" y="13977"/>
                  <a:pt x="74966" y="17022"/>
                </a:cubicBezTo>
                <a:lnTo>
                  <a:pt x="61562" y="76923"/>
                </a:lnTo>
                <a:lnTo>
                  <a:pt x="52607" y="76923"/>
                </a:lnTo>
                <a:cubicBezTo>
                  <a:pt x="50511" y="71546"/>
                  <a:pt x="48366" y="66129"/>
                  <a:pt x="46172" y="60673"/>
                </a:cubicBezTo>
                <a:cubicBezTo>
                  <a:pt x="43977" y="55216"/>
                  <a:pt x="41822" y="49760"/>
                  <a:pt x="39707" y="44303"/>
                </a:cubicBezTo>
                <a:cubicBezTo>
                  <a:pt x="37592" y="38847"/>
                  <a:pt x="35565" y="33430"/>
                  <a:pt x="33628" y="28053"/>
                </a:cubicBezTo>
                <a:cubicBezTo>
                  <a:pt x="31690" y="22676"/>
                  <a:pt x="29931" y="17377"/>
                  <a:pt x="28349" y="12158"/>
                </a:cubicBezTo>
                <a:lnTo>
                  <a:pt x="27578" y="12158"/>
                </a:lnTo>
                <a:cubicBezTo>
                  <a:pt x="27381" y="13384"/>
                  <a:pt x="27144" y="14807"/>
                  <a:pt x="26867" y="16428"/>
                </a:cubicBezTo>
                <a:cubicBezTo>
                  <a:pt x="26590" y="18050"/>
                  <a:pt x="26284" y="19799"/>
                  <a:pt x="25947" y="21677"/>
                </a:cubicBezTo>
                <a:cubicBezTo>
                  <a:pt x="25611" y="23555"/>
                  <a:pt x="25256" y="25483"/>
                  <a:pt x="24880" y="27460"/>
                </a:cubicBezTo>
                <a:cubicBezTo>
                  <a:pt x="24504" y="29437"/>
                  <a:pt x="24119" y="31414"/>
                  <a:pt x="23723" y="33391"/>
                </a:cubicBezTo>
                <a:cubicBezTo>
                  <a:pt x="23368" y="34893"/>
                  <a:pt x="22942" y="36643"/>
                  <a:pt x="22448" y="38639"/>
                </a:cubicBezTo>
                <a:cubicBezTo>
                  <a:pt x="21954" y="40636"/>
                  <a:pt x="21450" y="42771"/>
                  <a:pt x="20936" y="45045"/>
                </a:cubicBezTo>
                <a:cubicBezTo>
                  <a:pt x="20422" y="47318"/>
                  <a:pt x="19898" y="49621"/>
                  <a:pt x="19364" y="51954"/>
                </a:cubicBezTo>
                <a:cubicBezTo>
                  <a:pt x="18830" y="54287"/>
                  <a:pt x="18346" y="56511"/>
                  <a:pt x="17911" y="58626"/>
                </a:cubicBezTo>
                <a:cubicBezTo>
                  <a:pt x="17476" y="60742"/>
                  <a:pt x="17130" y="62669"/>
                  <a:pt x="16873" y="64409"/>
                </a:cubicBezTo>
                <a:cubicBezTo>
                  <a:pt x="16616" y="66149"/>
                  <a:pt x="16488" y="67513"/>
                  <a:pt x="16488" y="68501"/>
                </a:cubicBezTo>
                <a:cubicBezTo>
                  <a:pt x="16488" y="70162"/>
                  <a:pt x="16962" y="71338"/>
                  <a:pt x="17911" y="72030"/>
                </a:cubicBezTo>
                <a:cubicBezTo>
                  <a:pt x="18860" y="72722"/>
                  <a:pt x="20481" y="73147"/>
                  <a:pt x="22774" y="73305"/>
                </a:cubicBezTo>
                <a:lnTo>
                  <a:pt x="22122" y="76923"/>
                </a:lnTo>
                <a:lnTo>
                  <a:pt x="0" y="76923"/>
                </a:lnTo>
                <a:lnTo>
                  <a:pt x="771" y="73305"/>
                </a:lnTo>
                <a:cubicBezTo>
                  <a:pt x="1957" y="73108"/>
                  <a:pt x="2946" y="72870"/>
                  <a:pt x="3736" y="72594"/>
                </a:cubicBezTo>
                <a:cubicBezTo>
                  <a:pt x="4527" y="72317"/>
                  <a:pt x="5219" y="71753"/>
                  <a:pt x="5812" y="70903"/>
                </a:cubicBezTo>
                <a:cubicBezTo>
                  <a:pt x="6405" y="70053"/>
                  <a:pt x="6969" y="68778"/>
                  <a:pt x="7503" y="67078"/>
                </a:cubicBezTo>
                <a:cubicBezTo>
                  <a:pt x="8036" y="65378"/>
                  <a:pt x="8639" y="62986"/>
                  <a:pt x="9311" y="59902"/>
                </a:cubicBezTo>
                <a:lnTo>
                  <a:pt x="19038" y="16666"/>
                </a:lnTo>
                <a:cubicBezTo>
                  <a:pt x="19394" y="15084"/>
                  <a:pt x="19661" y="13611"/>
                  <a:pt x="19839" y="12247"/>
                </a:cubicBezTo>
                <a:cubicBezTo>
                  <a:pt x="20017" y="10883"/>
                  <a:pt x="20106" y="9667"/>
                  <a:pt x="20106" y="8600"/>
                </a:cubicBezTo>
                <a:cubicBezTo>
                  <a:pt x="20106" y="6860"/>
                  <a:pt x="19651" y="5624"/>
                  <a:pt x="18741" y="4893"/>
                </a:cubicBezTo>
                <a:cubicBezTo>
                  <a:pt x="17832" y="4161"/>
                  <a:pt x="16171" y="3776"/>
                  <a:pt x="13760" y="3736"/>
                </a:cubicBezTo>
                <a:lnTo>
                  <a:pt x="14649" y="0"/>
                </a:lnTo>
                <a:lnTo>
                  <a:pt x="35111" y="0"/>
                </a:lnTo>
                <a:cubicBezTo>
                  <a:pt x="36969" y="4942"/>
                  <a:pt x="38877" y="9914"/>
                  <a:pt x="40834" y="14916"/>
                </a:cubicBezTo>
                <a:cubicBezTo>
                  <a:pt x="42791" y="19918"/>
                  <a:pt x="44719" y="24910"/>
                  <a:pt x="46616" y="29891"/>
                </a:cubicBezTo>
                <a:cubicBezTo>
                  <a:pt x="48514" y="34873"/>
                  <a:pt x="50343" y="39786"/>
                  <a:pt x="52102" y="44630"/>
                </a:cubicBezTo>
                <a:cubicBezTo>
                  <a:pt x="53862" y="49473"/>
                  <a:pt x="55473" y="54208"/>
                  <a:pt x="56936" y="58834"/>
                </a:cubicBezTo>
                <a:lnTo>
                  <a:pt x="57707" y="588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F76A13-FFAF-4582-A949-3451DDD5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6923" y="1222170"/>
            <a:ext cx="958228" cy="317598"/>
          </a:xfrm>
          <a:custGeom xmlns:a="http://schemas.openxmlformats.org/drawingml/2006/main">
            <a:pathLst>
              <a:path w="958228" h="317598">
                <a:moveTo>
                  <a:pt x="0" y="0"/>
                </a:moveTo>
                <a:lnTo>
                  <a:pt x="958228" y="0"/>
                </a:lnTo>
                <a:lnTo>
                  <a:pt x="958228" y="317598"/>
                </a:lnTo>
                <a:lnTo>
                  <a:pt x="0" y="3175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197833-5075-4CA7-90C1-12EA8BC5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6924" y="1222170"/>
            <a:ext cx="958225" cy="317599"/>
          </a:xfrm>
          <a:custGeom xmlns:a="http://schemas.openxmlformats.org/drawingml/2006/main">
            <a:pathLst>
              <a:path w="958225" h="317599" fill="none">
                <a:moveTo>
                  <a:pt x="0" y="0"/>
                </a:moveTo>
                <a:lnTo>
                  <a:pt x="958225" y="0"/>
                </a:lnTo>
                <a:lnTo>
                  <a:pt x="958225" y="317599"/>
                </a:lnTo>
                <a:lnTo>
                  <a:pt x="0" y="31759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255" name="Text 𝑘">
            <a:extLst xmlns:a="http://schemas.openxmlformats.org/drawingml/2006/main">
              <a:ext uri="{FF2B5EF4-FFF2-40B4-BE49-F238E27FC236}">
                <a16:creationId xmlns:a16="http://schemas.microsoft.com/office/drawing/2014/main" id="{751252EF-96AB-4979-BBDE-5ED3956C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540" y="1325711"/>
            <a:ext cx="77734" cy="114347"/>
          </a:xfrm>
          <a:custGeom xmlns:a="http://schemas.openxmlformats.org/drawingml/2006/main">
            <a:pathLst>
              <a:path w="77734" h="114347">
                <a:moveTo>
                  <a:pt x="34399" y="80580"/>
                </a:moveTo>
                <a:cubicBezTo>
                  <a:pt x="33872" y="78524"/>
                  <a:pt x="33345" y="77101"/>
                  <a:pt x="32817" y="76310"/>
                </a:cubicBezTo>
                <a:cubicBezTo>
                  <a:pt x="32290" y="75519"/>
                  <a:pt x="31684" y="74992"/>
                  <a:pt x="30999" y="74729"/>
                </a:cubicBezTo>
                <a:cubicBezTo>
                  <a:pt x="30313" y="74465"/>
                  <a:pt x="29101" y="74333"/>
                  <a:pt x="27361" y="74333"/>
                </a:cubicBezTo>
                <a:lnTo>
                  <a:pt x="21905" y="74333"/>
                </a:lnTo>
                <a:lnTo>
                  <a:pt x="13680" y="113081"/>
                </a:lnTo>
                <a:lnTo>
                  <a:pt x="0" y="113081"/>
                </a:lnTo>
                <a:lnTo>
                  <a:pt x="20323" y="22695"/>
                </a:lnTo>
                <a:cubicBezTo>
                  <a:pt x="21008" y="19638"/>
                  <a:pt x="21496" y="17252"/>
                  <a:pt x="21786" y="15539"/>
                </a:cubicBezTo>
                <a:cubicBezTo>
                  <a:pt x="22076" y="13825"/>
                  <a:pt x="22221" y="12310"/>
                  <a:pt x="22221" y="10992"/>
                </a:cubicBezTo>
                <a:cubicBezTo>
                  <a:pt x="22221" y="8778"/>
                  <a:pt x="21549" y="7222"/>
                  <a:pt x="20204" y="6326"/>
                </a:cubicBezTo>
                <a:cubicBezTo>
                  <a:pt x="18860" y="5430"/>
                  <a:pt x="16448" y="4929"/>
                  <a:pt x="12969" y="4824"/>
                </a:cubicBezTo>
                <a:lnTo>
                  <a:pt x="13918" y="712"/>
                </a:lnTo>
                <a:lnTo>
                  <a:pt x="33924" y="0"/>
                </a:lnTo>
                <a:lnTo>
                  <a:pt x="38511" y="0"/>
                </a:lnTo>
                <a:lnTo>
                  <a:pt x="23012" y="69035"/>
                </a:lnTo>
                <a:lnTo>
                  <a:pt x="25542" y="69035"/>
                </a:lnTo>
                <a:cubicBezTo>
                  <a:pt x="29496" y="69035"/>
                  <a:pt x="33938" y="67309"/>
                  <a:pt x="38867" y="63855"/>
                </a:cubicBezTo>
                <a:cubicBezTo>
                  <a:pt x="43796" y="60402"/>
                  <a:pt x="47737" y="57200"/>
                  <a:pt x="50689" y="54247"/>
                </a:cubicBezTo>
                <a:cubicBezTo>
                  <a:pt x="53641" y="51295"/>
                  <a:pt x="55117" y="48448"/>
                  <a:pt x="55117" y="45707"/>
                </a:cubicBezTo>
                <a:cubicBezTo>
                  <a:pt x="55117" y="43124"/>
                  <a:pt x="53325" y="41674"/>
                  <a:pt x="49740" y="41358"/>
                </a:cubicBezTo>
                <a:lnTo>
                  <a:pt x="50610" y="37483"/>
                </a:lnTo>
                <a:lnTo>
                  <a:pt x="76231" y="37483"/>
                </a:lnTo>
                <a:lnTo>
                  <a:pt x="77734" y="41358"/>
                </a:lnTo>
                <a:cubicBezTo>
                  <a:pt x="73358" y="45312"/>
                  <a:pt x="68719" y="49186"/>
                  <a:pt x="63816" y="52982"/>
                </a:cubicBezTo>
                <a:lnTo>
                  <a:pt x="44205" y="68165"/>
                </a:lnTo>
                <a:lnTo>
                  <a:pt x="51954" y="96712"/>
                </a:lnTo>
                <a:cubicBezTo>
                  <a:pt x="52587" y="99137"/>
                  <a:pt x="53154" y="100890"/>
                  <a:pt x="53654" y="101971"/>
                </a:cubicBezTo>
                <a:cubicBezTo>
                  <a:pt x="54155" y="103052"/>
                  <a:pt x="54735" y="103856"/>
                  <a:pt x="55394" y="104383"/>
                </a:cubicBezTo>
                <a:cubicBezTo>
                  <a:pt x="56053" y="104910"/>
                  <a:pt x="56936" y="105174"/>
                  <a:pt x="58043" y="105174"/>
                </a:cubicBezTo>
                <a:cubicBezTo>
                  <a:pt x="59414" y="105174"/>
                  <a:pt x="61048" y="104436"/>
                  <a:pt x="62946" y="102960"/>
                </a:cubicBezTo>
                <a:cubicBezTo>
                  <a:pt x="64844" y="101483"/>
                  <a:pt x="67005" y="99348"/>
                  <a:pt x="69430" y="96554"/>
                </a:cubicBezTo>
                <a:lnTo>
                  <a:pt x="73938" y="100983"/>
                </a:lnTo>
                <a:cubicBezTo>
                  <a:pt x="69193" y="105991"/>
                  <a:pt x="65266" y="109470"/>
                  <a:pt x="62155" y="111421"/>
                </a:cubicBezTo>
                <a:cubicBezTo>
                  <a:pt x="59045" y="113371"/>
                  <a:pt x="56040" y="114347"/>
                  <a:pt x="53140" y="114347"/>
                </a:cubicBezTo>
                <a:cubicBezTo>
                  <a:pt x="49556" y="114347"/>
                  <a:pt x="46709" y="113332"/>
                  <a:pt x="44600" y="111302"/>
                </a:cubicBezTo>
                <a:cubicBezTo>
                  <a:pt x="42491" y="109273"/>
                  <a:pt x="40831" y="105885"/>
                  <a:pt x="39618" y="101141"/>
                </a:cubicBezTo>
                <a:lnTo>
                  <a:pt x="34399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Text !">
            <a:extLst xmlns:a="http://schemas.openxmlformats.org/drawingml/2006/main">
              <a:ext uri="{FF2B5EF4-FFF2-40B4-BE49-F238E27FC236}">
                <a16:creationId xmlns:a16="http://schemas.microsoft.com/office/drawing/2014/main" id="{BCDC874B-A6AF-4F56-841E-C7FB6DDE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215" y="1395997"/>
            <a:ext cx="53259" cy="78050"/>
          </a:xfrm>
          <a:custGeom xmlns:a="http://schemas.openxmlformats.org/drawingml/2006/main">
            <a:pathLst>
              <a:path w="53259" h="78050">
                <a:moveTo>
                  <a:pt x="25977" y="78050"/>
                </a:moveTo>
                <a:cubicBezTo>
                  <a:pt x="17199" y="78050"/>
                  <a:pt x="10676" y="74867"/>
                  <a:pt x="6405" y="68501"/>
                </a:cubicBezTo>
                <a:cubicBezTo>
                  <a:pt x="2135" y="62136"/>
                  <a:pt x="0" y="52488"/>
                  <a:pt x="0" y="39559"/>
                </a:cubicBezTo>
                <a:cubicBezTo>
                  <a:pt x="0" y="32798"/>
                  <a:pt x="662" y="26946"/>
                  <a:pt x="1987" y="22003"/>
                </a:cubicBezTo>
                <a:cubicBezTo>
                  <a:pt x="3311" y="17061"/>
                  <a:pt x="5170" y="12959"/>
                  <a:pt x="7562" y="9697"/>
                </a:cubicBezTo>
                <a:cubicBezTo>
                  <a:pt x="9954" y="6435"/>
                  <a:pt x="12791" y="4003"/>
                  <a:pt x="16073" y="2402"/>
                </a:cubicBezTo>
                <a:cubicBezTo>
                  <a:pt x="19354" y="801"/>
                  <a:pt x="22952" y="0"/>
                  <a:pt x="26867" y="0"/>
                </a:cubicBezTo>
                <a:cubicBezTo>
                  <a:pt x="31572" y="0"/>
                  <a:pt x="35595" y="880"/>
                  <a:pt x="38936" y="2639"/>
                </a:cubicBezTo>
                <a:cubicBezTo>
                  <a:pt x="42277" y="4399"/>
                  <a:pt x="45005" y="6909"/>
                  <a:pt x="47121" y="10171"/>
                </a:cubicBezTo>
                <a:cubicBezTo>
                  <a:pt x="49236" y="13433"/>
                  <a:pt x="50788" y="17417"/>
                  <a:pt x="51776" y="22122"/>
                </a:cubicBezTo>
                <a:cubicBezTo>
                  <a:pt x="52765" y="26827"/>
                  <a:pt x="53259" y="32145"/>
                  <a:pt x="53259" y="38076"/>
                </a:cubicBezTo>
                <a:cubicBezTo>
                  <a:pt x="53259" y="51243"/>
                  <a:pt x="50926" y="61196"/>
                  <a:pt x="46261" y="67938"/>
                </a:cubicBezTo>
                <a:cubicBezTo>
                  <a:pt x="41595" y="74679"/>
                  <a:pt x="34834" y="78050"/>
                  <a:pt x="25977" y="78050"/>
                </a:cubicBezTo>
                <a:moveTo>
                  <a:pt x="12277" y="38135"/>
                </a:moveTo>
                <a:cubicBezTo>
                  <a:pt x="12277" y="44027"/>
                  <a:pt x="12564" y="49117"/>
                  <a:pt x="13137" y="53407"/>
                </a:cubicBezTo>
                <a:cubicBezTo>
                  <a:pt x="13710" y="57697"/>
                  <a:pt x="14600" y="61226"/>
                  <a:pt x="15806" y="63994"/>
                </a:cubicBezTo>
                <a:cubicBezTo>
                  <a:pt x="17012" y="66762"/>
                  <a:pt x="18524" y="68798"/>
                  <a:pt x="20343" y="70103"/>
                </a:cubicBezTo>
                <a:cubicBezTo>
                  <a:pt x="22162" y="71407"/>
                  <a:pt x="24336" y="72060"/>
                  <a:pt x="26867" y="72060"/>
                </a:cubicBezTo>
                <a:cubicBezTo>
                  <a:pt x="29239" y="72060"/>
                  <a:pt x="31315" y="71447"/>
                  <a:pt x="33094" y="70221"/>
                </a:cubicBezTo>
                <a:cubicBezTo>
                  <a:pt x="34873" y="68996"/>
                  <a:pt x="36346" y="67088"/>
                  <a:pt x="37513" y="64498"/>
                </a:cubicBezTo>
                <a:cubicBezTo>
                  <a:pt x="38679" y="61908"/>
                  <a:pt x="39559" y="58626"/>
                  <a:pt x="40152" y="54653"/>
                </a:cubicBezTo>
                <a:cubicBezTo>
                  <a:pt x="40745" y="50679"/>
                  <a:pt x="41041" y="45984"/>
                  <a:pt x="41041" y="40567"/>
                </a:cubicBezTo>
                <a:cubicBezTo>
                  <a:pt x="41041" y="34478"/>
                  <a:pt x="40715" y="29239"/>
                  <a:pt x="40063" y="24850"/>
                </a:cubicBezTo>
                <a:cubicBezTo>
                  <a:pt x="39410" y="20461"/>
                  <a:pt x="38491" y="16853"/>
                  <a:pt x="37305" y="14026"/>
                </a:cubicBezTo>
                <a:cubicBezTo>
                  <a:pt x="36119" y="11199"/>
                  <a:pt x="34626" y="9114"/>
                  <a:pt x="32827" y="7769"/>
                </a:cubicBezTo>
                <a:cubicBezTo>
                  <a:pt x="31028" y="6425"/>
                  <a:pt x="28962" y="5753"/>
                  <a:pt x="26630" y="5753"/>
                </a:cubicBezTo>
                <a:cubicBezTo>
                  <a:pt x="23862" y="5753"/>
                  <a:pt x="21549" y="6475"/>
                  <a:pt x="19690" y="7918"/>
                </a:cubicBezTo>
                <a:cubicBezTo>
                  <a:pt x="17832" y="9361"/>
                  <a:pt x="16359" y="11476"/>
                  <a:pt x="15272" y="14264"/>
                </a:cubicBezTo>
                <a:cubicBezTo>
                  <a:pt x="14185" y="17051"/>
                  <a:pt x="13414" y="20452"/>
                  <a:pt x="12959" y="24465"/>
                </a:cubicBezTo>
                <a:cubicBezTo>
                  <a:pt x="12504" y="28478"/>
                  <a:pt x="12277" y="33035"/>
                  <a:pt x="12277" y="38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Text ,𝑘">
            <a:extLst xmlns:a="http://schemas.openxmlformats.org/drawingml/2006/main">
              <a:ext uri="{FF2B5EF4-FFF2-40B4-BE49-F238E27FC236}">
                <a16:creationId xmlns:a16="http://schemas.microsoft.com/office/drawing/2014/main" id="{93AB56D3-7722-4FB2-8E78-D842AF4F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611" y="1325711"/>
            <a:ext cx="142999" cy="134907"/>
          </a:xfrm>
          <a:custGeom xmlns:a="http://schemas.openxmlformats.org/drawingml/2006/main">
            <a:pathLst>
              <a:path w="142999" h="134907">
                <a:moveTo>
                  <a:pt x="22537" y="94735"/>
                </a:moveTo>
                <a:cubicBezTo>
                  <a:pt x="23275" y="98426"/>
                  <a:pt x="23644" y="102063"/>
                  <a:pt x="23644" y="105648"/>
                </a:cubicBezTo>
                <a:cubicBezTo>
                  <a:pt x="23644" y="109338"/>
                  <a:pt x="23012" y="112712"/>
                  <a:pt x="21746" y="115770"/>
                </a:cubicBezTo>
                <a:cubicBezTo>
                  <a:pt x="20481" y="118828"/>
                  <a:pt x="18465" y="121872"/>
                  <a:pt x="15697" y="124904"/>
                </a:cubicBezTo>
                <a:cubicBezTo>
                  <a:pt x="12929" y="127935"/>
                  <a:pt x="9120" y="131269"/>
                  <a:pt x="4270" y="134907"/>
                </a:cubicBezTo>
                <a:lnTo>
                  <a:pt x="0" y="130083"/>
                </a:lnTo>
                <a:cubicBezTo>
                  <a:pt x="2689" y="127553"/>
                  <a:pt x="4639" y="125273"/>
                  <a:pt x="5852" y="123243"/>
                </a:cubicBezTo>
                <a:cubicBezTo>
                  <a:pt x="7064" y="121213"/>
                  <a:pt x="7934" y="118907"/>
                  <a:pt x="8461" y="116324"/>
                </a:cubicBezTo>
                <a:cubicBezTo>
                  <a:pt x="8989" y="113740"/>
                  <a:pt x="9252" y="110498"/>
                  <a:pt x="9252" y="106597"/>
                </a:cubicBezTo>
                <a:cubicBezTo>
                  <a:pt x="9252" y="102590"/>
                  <a:pt x="9068" y="98637"/>
                  <a:pt x="8699" y="94735"/>
                </a:cubicBezTo>
                <a:lnTo>
                  <a:pt x="22537" y="94735"/>
                </a:lnTo>
                <a:close/>
                <a:moveTo>
                  <a:pt x="99665" y="80580"/>
                </a:moveTo>
                <a:cubicBezTo>
                  <a:pt x="99137" y="78524"/>
                  <a:pt x="98610" y="77101"/>
                  <a:pt x="98083" y="76310"/>
                </a:cubicBezTo>
                <a:cubicBezTo>
                  <a:pt x="97556" y="75519"/>
                  <a:pt x="96950" y="74992"/>
                  <a:pt x="96264" y="74729"/>
                </a:cubicBezTo>
                <a:cubicBezTo>
                  <a:pt x="95579" y="74465"/>
                  <a:pt x="94366" y="74333"/>
                  <a:pt x="92627" y="74333"/>
                </a:cubicBezTo>
                <a:lnTo>
                  <a:pt x="87170" y="74333"/>
                </a:lnTo>
                <a:lnTo>
                  <a:pt x="78946" y="113081"/>
                </a:lnTo>
                <a:lnTo>
                  <a:pt x="65266" y="113081"/>
                </a:lnTo>
                <a:lnTo>
                  <a:pt x="85589" y="22695"/>
                </a:lnTo>
                <a:cubicBezTo>
                  <a:pt x="86274" y="19638"/>
                  <a:pt x="86762" y="17252"/>
                  <a:pt x="87052" y="15539"/>
                </a:cubicBezTo>
                <a:cubicBezTo>
                  <a:pt x="87342" y="13825"/>
                  <a:pt x="87487" y="12310"/>
                  <a:pt x="87487" y="10992"/>
                </a:cubicBezTo>
                <a:cubicBezTo>
                  <a:pt x="87487" y="8778"/>
                  <a:pt x="86814" y="7222"/>
                  <a:pt x="85470" y="6326"/>
                </a:cubicBezTo>
                <a:cubicBezTo>
                  <a:pt x="84126" y="5430"/>
                  <a:pt x="81714" y="4929"/>
                  <a:pt x="78234" y="4824"/>
                </a:cubicBezTo>
                <a:lnTo>
                  <a:pt x="79183" y="712"/>
                </a:lnTo>
                <a:lnTo>
                  <a:pt x="99190" y="0"/>
                </a:lnTo>
                <a:lnTo>
                  <a:pt x="103777" y="0"/>
                </a:lnTo>
                <a:lnTo>
                  <a:pt x="88277" y="69035"/>
                </a:lnTo>
                <a:lnTo>
                  <a:pt x="90808" y="69035"/>
                </a:lnTo>
                <a:cubicBezTo>
                  <a:pt x="94762" y="69035"/>
                  <a:pt x="99203" y="67309"/>
                  <a:pt x="104132" y="63855"/>
                </a:cubicBezTo>
                <a:cubicBezTo>
                  <a:pt x="109062" y="60402"/>
                  <a:pt x="113002" y="57200"/>
                  <a:pt x="115955" y="54247"/>
                </a:cubicBezTo>
                <a:cubicBezTo>
                  <a:pt x="118907" y="51295"/>
                  <a:pt x="120383" y="48448"/>
                  <a:pt x="120383" y="45707"/>
                </a:cubicBezTo>
                <a:cubicBezTo>
                  <a:pt x="120383" y="43124"/>
                  <a:pt x="118591" y="41674"/>
                  <a:pt x="115006" y="41358"/>
                </a:cubicBezTo>
                <a:lnTo>
                  <a:pt x="115876" y="37483"/>
                </a:lnTo>
                <a:lnTo>
                  <a:pt x="141497" y="37483"/>
                </a:lnTo>
                <a:lnTo>
                  <a:pt x="142999" y="41358"/>
                </a:lnTo>
                <a:cubicBezTo>
                  <a:pt x="138624" y="45312"/>
                  <a:pt x="133984" y="49186"/>
                  <a:pt x="129082" y="52982"/>
                </a:cubicBezTo>
                <a:lnTo>
                  <a:pt x="109470" y="68165"/>
                </a:lnTo>
                <a:lnTo>
                  <a:pt x="117220" y="96712"/>
                </a:lnTo>
                <a:cubicBezTo>
                  <a:pt x="117852" y="99137"/>
                  <a:pt x="118419" y="100890"/>
                  <a:pt x="118920" y="101971"/>
                </a:cubicBezTo>
                <a:cubicBezTo>
                  <a:pt x="119421" y="103052"/>
                  <a:pt x="120001" y="103856"/>
                  <a:pt x="120660" y="104383"/>
                </a:cubicBezTo>
                <a:cubicBezTo>
                  <a:pt x="121319" y="104910"/>
                  <a:pt x="122202" y="105174"/>
                  <a:pt x="123309" y="105174"/>
                </a:cubicBezTo>
                <a:cubicBezTo>
                  <a:pt x="124680" y="105174"/>
                  <a:pt x="126314" y="104436"/>
                  <a:pt x="128212" y="102960"/>
                </a:cubicBezTo>
                <a:cubicBezTo>
                  <a:pt x="130110" y="101483"/>
                  <a:pt x="132271" y="99348"/>
                  <a:pt x="134696" y="96554"/>
                </a:cubicBezTo>
                <a:lnTo>
                  <a:pt x="139204" y="100983"/>
                </a:lnTo>
                <a:cubicBezTo>
                  <a:pt x="134459" y="105991"/>
                  <a:pt x="130531" y="109470"/>
                  <a:pt x="127421" y="111421"/>
                </a:cubicBezTo>
                <a:cubicBezTo>
                  <a:pt x="124311" y="113371"/>
                  <a:pt x="121306" y="114347"/>
                  <a:pt x="118406" y="114347"/>
                </a:cubicBezTo>
                <a:cubicBezTo>
                  <a:pt x="114821" y="114347"/>
                  <a:pt x="111974" y="113332"/>
                  <a:pt x="109866" y="111302"/>
                </a:cubicBezTo>
                <a:cubicBezTo>
                  <a:pt x="107757" y="109273"/>
                  <a:pt x="106096" y="105885"/>
                  <a:pt x="104884" y="101141"/>
                </a:cubicBezTo>
                <a:lnTo>
                  <a:pt x="99665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Text #">
            <a:extLst xmlns:a="http://schemas.openxmlformats.org/drawingml/2006/main">
              <a:ext uri="{FF2B5EF4-FFF2-40B4-BE49-F238E27FC236}">
                <a16:creationId xmlns:a16="http://schemas.microsoft.com/office/drawing/2014/main" id="{113F282A-C8DB-4004-B131-A6D31121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8374" y="1395997"/>
            <a:ext cx="55157" cy="78050"/>
          </a:xfrm>
          <a:custGeom xmlns:a="http://schemas.openxmlformats.org/drawingml/2006/main">
            <a:pathLst>
              <a:path w="55157" h="78050">
                <a:moveTo>
                  <a:pt x="45074" y="0"/>
                </a:moveTo>
                <a:cubicBezTo>
                  <a:pt x="45549" y="554"/>
                  <a:pt x="45984" y="1087"/>
                  <a:pt x="46379" y="1601"/>
                </a:cubicBezTo>
                <a:cubicBezTo>
                  <a:pt x="46775" y="2115"/>
                  <a:pt x="47210" y="2629"/>
                  <a:pt x="47684" y="3143"/>
                </a:cubicBezTo>
                <a:lnTo>
                  <a:pt x="47684" y="6643"/>
                </a:lnTo>
                <a:cubicBezTo>
                  <a:pt x="42900" y="6563"/>
                  <a:pt x="38590" y="7196"/>
                  <a:pt x="34755" y="8540"/>
                </a:cubicBezTo>
                <a:cubicBezTo>
                  <a:pt x="30919" y="9885"/>
                  <a:pt x="27539" y="11852"/>
                  <a:pt x="24613" y="14442"/>
                </a:cubicBezTo>
                <a:cubicBezTo>
                  <a:pt x="21687" y="17031"/>
                  <a:pt x="19236" y="20214"/>
                  <a:pt x="17259" y="23990"/>
                </a:cubicBezTo>
                <a:cubicBezTo>
                  <a:pt x="15282" y="27766"/>
                  <a:pt x="13740" y="32027"/>
                  <a:pt x="12633" y="36771"/>
                </a:cubicBezTo>
                <a:lnTo>
                  <a:pt x="13285" y="37068"/>
                </a:lnTo>
                <a:cubicBezTo>
                  <a:pt x="14906" y="35961"/>
                  <a:pt x="16508" y="35002"/>
                  <a:pt x="18089" y="34191"/>
                </a:cubicBezTo>
                <a:cubicBezTo>
                  <a:pt x="19671" y="33381"/>
                  <a:pt x="21272" y="32709"/>
                  <a:pt x="22893" y="32175"/>
                </a:cubicBezTo>
                <a:cubicBezTo>
                  <a:pt x="24514" y="31641"/>
                  <a:pt x="26195" y="31256"/>
                  <a:pt x="27934" y="31018"/>
                </a:cubicBezTo>
                <a:cubicBezTo>
                  <a:pt x="29674" y="30781"/>
                  <a:pt x="31532" y="30662"/>
                  <a:pt x="33509" y="30662"/>
                </a:cubicBezTo>
                <a:cubicBezTo>
                  <a:pt x="36989" y="30662"/>
                  <a:pt x="40063" y="31176"/>
                  <a:pt x="42732" y="32204"/>
                </a:cubicBezTo>
                <a:cubicBezTo>
                  <a:pt x="45401" y="33233"/>
                  <a:pt x="47664" y="34735"/>
                  <a:pt x="49523" y="36712"/>
                </a:cubicBezTo>
                <a:cubicBezTo>
                  <a:pt x="51381" y="38689"/>
                  <a:pt x="52785" y="41061"/>
                  <a:pt x="53733" y="43829"/>
                </a:cubicBezTo>
                <a:cubicBezTo>
                  <a:pt x="54682" y="46597"/>
                  <a:pt x="55157" y="49681"/>
                  <a:pt x="55157" y="53081"/>
                </a:cubicBezTo>
                <a:cubicBezTo>
                  <a:pt x="55157" y="56679"/>
                  <a:pt x="54564" y="60020"/>
                  <a:pt x="53378" y="63104"/>
                </a:cubicBezTo>
                <a:cubicBezTo>
                  <a:pt x="52191" y="66188"/>
                  <a:pt x="50412" y="68837"/>
                  <a:pt x="48040" y="71052"/>
                </a:cubicBezTo>
                <a:cubicBezTo>
                  <a:pt x="45668" y="73266"/>
                  <a:pt x="42732" y="74986"/>
                  <a:pt x="39233" y="76211"/>
                </a:cubicBezTo>
                <a:cubicBezTo>
                  <a:pt x="35733" y="77437"/>
                  <a:pt x="31631" y="78050"/>
                  <a:pt x="26926" y="78050"/>
                </a:cubicBezTo>
                <a:cubicBezTo>
                  <a:pt x="18030" y="78050"/>
                  <a:pt x="11318" y="75510"/>
                  <a:pt x="6791" y="70429"/>
                </a:cubicBezTo>
                <a:cubicBezTo>
                  <a:pt x="2264" y="65348"/>
                  <a:pt x="0" y="57865"/>
                  <a:pt x="0" y="47981"/>
                </a:cubicBezTo>
                <a:cubicBezTo>
                  <a:pt x="0" y="43552"/>
                  <a:pt x="494" y="39312"/>
                  <a:pt x="1483" y="35259"/>
                </a:cubicBezTo>
                <a:cubicBezTo>
                  <a:pt x="2471" y="31206"/>
                  <a:pt x="3924" y="27430"/>
                  <a:pt x="5842" y="23931"/>
                </a:cubicBezTo>
                <a:cubicBezTo>
                  <a:pt x="7760" y="20432"/>
                  <a:pt x="10082" y="17269"/>
                  <a:pt x="12811" y="14442"/>
                </a:cubicBezTo>
                <a:cubicBezTo>
                  <a:pt x="15539" y="11615"/>
                  <a:pt x="18583" y="9163"/>
                  <a:pt x="21944" y="7087"/>
                </a:cubicBezTo>
                <a:cubicBezTo>
                  <a:pt x="25305" y="5012"/>
                  <a:pt x="28943" y="3371"/>
                  <a:pt x="32857" y="2165"/>
                </a:cubicBezTo>
                <a:cubicBezTo>
                  <a:pt x="36771" y="959"/>
                  <a:pt x="40844" y="237"/>
                  <a:pt x="45074" y="0"/>
                </a:cubicBezTo>
                <a:moveTo>
                  <a:pt x="29358" y="37483"/>
                </a:moveTo>
                <a:cubicBezTo>
                  <a:pt x="26709" y="37483"/>
                  <a:pt x="24267" y="37839"/>
                  <a:pt x="22033" y="38551"/>
                </a:cubicBezTo>
                <a:cubicBezTo>
                  <a:pt x="19799" y="39262"/>
                  <a:pt x="17674" y="40231"/>
                  <a:pt x="15657" y="41457"/>
                </a:cubicBezTo>
                <a:cubicBezTo>
                  <a:pt x="14827" y="42010"/>
                  <a:pt x="14185" y="42524"/>
                  <a:pt x="13730" y="42999"/>
                </a:cubicBezTo>
                <a:cubicBezTo>
                  <a:pt x="13275" y="43473"/>
                  <a:pt x="12939" y="44037"/>
                  <a:pt x="12722" y="44689"/>
                </a:cubicBezTo>
                <a:cubicBezTo>
                  <a:pt x="12504" y="45341"/>
                  <a:pt x="12356" y="46152"/>
                  <a:pt x="12277" y="47121"/>
                </a:cubicBezTo>
                <a:cubicBezTo>
                  <a:pt x="12198" y="48089"/>
                  <a:pt x="12158" y="49404"/>
                  <a:pt x="12158" y="51065"/>
                </a:cubicBezTo>
                <a:cubicBezTo>
                  <a:pt x="12158" y="65061"/>
                  <a:pt x="17239" y="72060"/>
                  <a:pt x="27401" y="72060"/>
                </a:cubicBezTo>
                <a:cubicBezTo>
                  <a:pt x="30168" y="72060"/>
                  <a:pt x="32550" y="71655"/>
                  <a:pt x="34547" y="70844"/>
                </a:cubicBezTo>
                <a:cubicBezTo>
                  <a:pt x="36544" y="70033"/>
                  <a:pt x="38175" y="68867"/>
                  <a:pt x="39440" y="67345"/>
                </a:cubicBezTo>
                <a:cubicBezTo>
                  <a:pt x="40705" y="65823"/>
                  <a:pt x="41635" y="63944"/>
                  <a:pt x="42228" y="61710"/>
                </a:cubicBezTo>
                <a:cubicBezTo>
                  <a:pt x="42821" y="59477"/>
                  <a:pt x="43117" y="56936"/>
                  <a:pt x="43117" y="54089"/>
                </a:cubicBezTo>
                <a:cubicBezTo>
                  <a:pt x="43117" y="48791"/>
                  <a:pt x="41931" y="44699"/>
                  <a:pt x="39559" y="41812"/>
                </a:cubicBezTo>
                <a:cubicBezTo>
                  <a:pt x="37186" y="38926"/>
                  <a:pt x="33786" y="37483"/>
                  <a:pt x="29358" y="374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Text ,𝑘">
            <a:extLst xmlns:a="http://schemas.openxmlformats.org/drawingml/2006/main">
              <a:ext uri="{FF2B5EF4-FFF2-40B4-BE49-F238E27FC236}">
                <a16:creationId xmlns:a16="http://schemas.microsoft.com/office/drawing/2014/main" id="{34298E14-A8E3-48EB-BF52-DF049108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947" y="1325711"/>
            <a:ext cx="142999" cy="134907"/>
          </a:xfrm>
          <a:custGeom xmlns:a="http://schemas.openxmlformats.org/drawingml/2006/main">
            <a:pathLst>
              <a:path w="142999" h="134907">
                <a:moveTo>
                  <a:pt x="22537" y="94735"/>
                </a:moveTo>
                <a:cubicBezTo>
                  <a:pt x="23275" y="98426"/>
                  <a:pt x="23644" y="102063"/>
                  <a:pt x="23644" y="105648"/>
                </a:cubicBezTo>
                <a:cubicBezTo>
                  <a:pt x="23644" y="109338"/>
                  <a:pt x="23012" y="112712"/>
                  <a:pt x="21746" y="115770"/>
                </a:cubicBezTo>
                <a:cubicBezTo>
                  <a:pt x="20481" y="118828"/>
                  <a:pt x="18465" y="121872"/>
                  <a:pt x="15697" y="124904"/>
                </a:cubicBezTo>
                <a:cubicBezTo>
                  <a:pt x="12929" y="127935"/>
                  <a:pt x="9120" y="131269"/>
                  <a:pt x="4270" y="134907"/>
                </a:cubicBezTo>
                <a:lnTo>
                  <a:pt x="0" y="130083"/>
                </a:lnTo>
                <a:cubicBezTo>
                  <a:pt x="2689" y="127553"/>
                  <a:pt x="4639" y="125273"/>
                  <a:pt x="5852" y="123243"/>
                </a:cubicBezTo>
                <a:cubicBezTo>
                  <a:pt x="7064" y="121213"/>
                  <a:pt x="7934" y="118907"/>
                  <a:pt x="8461" y="116324"/>
                </a:cubicBezTo>
                <a:cubicBezTo>
                  <a:pt x="8989" y="113740"/>
                  <a:pt x="9252" y="110498"/>
                  <a:pt x="9252" y="106597"/>
                </a:cubicBezTo>
                <a:cubicBezTo>
                  <a:pt x="9252" y="102590"/>
                  <a:pt x="9068" y="98637"/>
                  <a:pt x="8699" y="94735"/>
                </a:cubicBezTo>
                <a:lnTo>
                  <a:pt x="22537" y="94735"/>
                </a:lnTo>
                <a:close/>
                <a:moveTo>
                  <a:pt x="99665" y="80580"/>
                </a:moveTo>
                <a:cubicBezTo>
                  <a:pt x="99137" y="78524"/>
                  <a:pt x="98610" y="77101"/>
                  <a:pt x="98083" y="76310"/>
                </a:cubicBezTo>
                <a:cubicBezTo>
                  <a:pt x="97556" y="75519"/>
                  <a:pt x="96950" y="74992"/>
                  <a:pt x="96264" y="74729"/>
                </a:cubicBezTo>
                <a:cubicBezTo>
                  <a:pt x="95579" y="74465"/>
                  <a:pt x="94366" y="74333"/>
                  <a:pt x="92627" y="74333"/>
                </a:cubicBezTo>
                <a:lnTo>
                  <a:pt x="87170" y="74333"/>
                </a:lnTo>
                <a:lnTo>
                  <a:pt x="78946" y="113081"/>
                </a:lnTo>
                <a:lnTo>
                  <a:pt x="65266" y="113081"/>
                </a:lnTo>
                <a:lnTo>
                  <a:pt x="85589" y="22695"/>
                </a:lnTo>
                <a:cubicBezTo>
                  <a:pt x="86274" y="19638"/>
                  <a:pt x="86762" y="17252"/>
                  <a:pt x="87052" y="15539"/>
                </a:cubicBezTo>
                <a:cubicBezTo>
                  <a:pt x="87342" y="13825"/>
                  <a:pt x="87487" y="12310"/>
                  <a:pt x="87487" y="10992"/>
                </a:cubicBezTo>
                <a:cubicBezTo>
                  <a:pt x="87487" y="8778"/>
                  <a:pt x="86814" y="7222"/>
                  <a:pt x="85470" y="6326"/>
                </a:cubicBezTo>
                <a:cubicBezTo>
                  <a:pt x="84126" y="5430"/>
                  <a:pt x="81714" y="4929"/>
                  <a:pt x="78234" y="4824"/>
                </a:cubicBezTo>
                <a:lnTo>
                  <a:pt x="79183" y="712"/>
                </a:lnTo>
                <a:lnTo>
                  <a:pt x="99190" y="0"/>
                </a:lnTo>
                <a:lnTo>
                  <a:pt x="103777" y="0"/>
                </a:lnTo>
                <a:lnTo>
                  <a:pt x="88277" y="69035"/>
                </a:lnTo>
                <a:lnTo>
                  <a:pt x="90808" y="69035"/>
                </a:lnTo>
                <a:cubicBezTo>
                  <a:pt x="94762" y="69035"/>
                  <a:pt x="99203" y="67309"/>
                  <a:pt x="104132" y="63855"/>
                </a:cubicBezTo>
                <a:cubicBezTo>
                  <a:pt x="109062" y="60402"/>
                  <a:pt x="113002" y="57200"/>
                  <a:pt x="115955" y="54247"/>
                </a:cubicBezTo>
                <a:cubicBezTo>
                  <a:pt x="118907" y="51295"/>
                  <a:pt x="120383" y="48448"/>
                  <a:pt x="120383" y="45707"/>
                </a:cubicBezTo>
                <a:cubicBezTo>
                  <a:pt x="120383" y="43124"/>
                  <a:pt x="118591" y="41674"/>
                  <a:pt x="115006" y="41358"/>
                </a:cubicBezTo>
                <a:lnTo>
                  <a:pt x="115876" y="37483"/>
                </a:lnTo>
                <a:lnTo>
                  <a:pt x="141497" y="37483"/>
                </a:lnTo>
                <a:lnTo>
                  <a:pt x="142999" y="41358"/>
                </a:lnTo>
                <a:cubicBezTo>
                  <a:pt x="138624" y="45312"/>
                  <a:pt x="133984" y="49186"/>
                  <a:pt x="129082" y="52982"/>
                </a:cubicBezTo>
                <a:lnTo>
                  <a:pt x="109470" y="68165"/>
                </a:lnTo>
                <a:lnTo>
                  <a:pt x="117220" y="96712"/>
                </a:lnTo>
                <a:cubicBezTo>
                  <a:pt x="117852" y="99137"/>
                  <a:pt x="118419" y="100890"/>
                  <a:pt x="118920" y="101971"/>
                </a:cubicBezTo>
                <a:cubicBezTo>
                  <a:pt x="119421" y="103052"/>
                  <a:pt x="120001" y="103856"/>
                  <a:pt x="120660" y="104383"/>
                </a:cubicBezTo>
                <a:cubicBezTo>
                  <a:pt x="121319" y="104910"/>
                  <a:pt x="122202" y="105174"/>
                  <a:pt x="123309" y="105174"/>
                </a:cubicBezTo>
                <a:cubicBezTo>
                  <a:pt x="124680" y="105174"/>
                  <a:pt x="126314" y="104436"/>
                  <a:pt x="128212" y="102960"/>
                </a:cubicBezTo>
                <a:cubicBezTo>
                  <a:pt x="130110" y="101483"/>
                  <a:pt x="132271" y="99348"/>
                  <a:pt x="134696" y="96554"/>
                </a:cubicBezTo>
                <a:lnTo>
                  <a:pt x="139204" y="100983"/>
                </a:lnTo>
                <a:cubicBezTo>
                  <a:pt x="134459" y="105991"/>
                  <a:pt x="130531" y="109470"/>
                  <a:pt x="127421" y="111421"/>
                </a:cubicBezTo>
                <a:cubicBezTo>
                  <a:pt x="124311" y="113371"/>
                  <a:pt x="121306" y="114347"/>
                  <a:pt x="118406" y="114347"/>
                </a:cubicBezTo>
                <a:cubicBezTo>
                  <a:pt x="114821" y="114347"/>
                  <a:pt x="111974" y="113332"/>
                  <a:pt x="109866" y="111302"/>
                </a:cubicBezTo>
                <a:cubicBezTo>
                  <a:pt x="107757" y="109273"/>
                  <a:pt x="106096" y="105885"/>
                  <a:pt x="104884" y="101141"/>
                </a:cubicBezTo>
                <a:lnTo>
                  <a:pt x="99665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Text &quot;!">
            <a:extLst xmlns:a="http://schemas.openxmlformats.org/drawingml/2006/main">
              <a:ext uri="{FF2B5EF4-FFF2-40B4-BE49-F238E27FC236}">
                <a16:creationId xmlns:a16="http://schemas.microsoft.com/office/drawing/2014/main" id="{421A885D-AF8A-43B1-A87F-B232A45E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1456" y="1395997"/>
            <a:ext cx="119269" cy="78050"/>
          </a:xfrm>
          <a:custGeom xmlns:a="http://schemas.openxmlformats.org/drawingml/2006/main">
            <a:pathLst>
              <a:path w="119269" h="78050">
                <a:moveTo>
                  <a:pt x="32501" y="61147"/>
                </a:moveTo>
                <a:cubicBezTo>
                  <a:pt x="32501" y="62373"/>
                  <a:pt x="32541" y="63430"/>
                  <a:pt x="32620" y="64320"/>
                </a:cubicBezTo>
                <a:cubicBezTo>
                  <a:pt x="32699" y="65210"/>
                  <a:pt x="32827" y="65961"/>
                  <a:pt x="33005" y="66574"/>
                </a:cubicBezTo>
                <a:cubicBezTo>
                  <a:pt x="33183" y="67187"/>
                  <a:pt x="33420" y="67710"/>
                  <a:pt x="33717" y="68145"/>
                </a:cubicBezTo>
                <a:cubicBezTo>
                  <a:pt x="34013" y="68580"/>
                  <a:pt x="34359" y="68956"/>
                  <a:pt x="34755" y="69272"/>
                </a:cubicBezTo>
                <a:cubicBezTo>
                  <a:pt x="35229" y="69747"/>
                  <a:pt x="35862" y="70112"/>
                  <a:pt x="36653" y="70369"/>
                </a:cubicBezTo>
                <a:cubicBezTo>
                  <a:pt x="37443" y="70626"/>
                  <a:pt x="38452" y="70844"/>
                  <a:pt x="39677" y="71022"/>
                </a:cubicBezTo>
                <a:cubicBezTo>
                  <a:pt x="40903" y="71200"/>
                  <a:pt x="42376" y="71338"/>
                  <a:pt x="44096" y="71437"/>
                </a:cubicBezTo>
                <a:cubicBezTo>
                  <a:pt x="45816" y="71536"/>
                  <a:pt x="47882" y="71605"/>
                  <a:pt x="50294" y="71645"/>
                </a:cubicBezTo>
                <a:lnTo>
                  <a:pt x="50294" y="76804"/>
                </a:lnTo>
                <a:lnTo>
                  <a:pt x="3262" y="76804"/>
                </a:lnTo>
                <a:lnTo>
                  <a:pt x="3262" y="71645"/>
                </a:lnTo>
                <a:cubicBezTo>
                  <a:pt x="5595" y="71566"/>
                  <a:pt x="7572" y="71477"/>
                  <a:pt x="9193" y="71378"/>
                </a:cubicBezTo>
                <a:cubicBezTo>
                  <a:pt x="10814" y="71279"/>
                  <a:pt x="12198" y="71141"/>
                  <a:pt x="13344" y="70963"/>
                </a:cubicBezTo>
                <a:cubicBezTo>
                  <a:pt x="14491" y="70785"/>
                  <a:pt x="15410" y="70587"/>
                  <a:pt x="16102" y="70369"/>
                </a:cubicBezTo>
                <a:cubicBezTo>
                  <a:pt x="16794" y="70152"/>
                  <a:pt x="17397" y="69885"/>
                  <a:pt x="17911" y="69569"/>
                </a:cubicBezTo>
                <a:cubicBezTo>
                  <a:pt x="18465" y="69213"/>
                  <a:pt x="18939" y="68827"/>
                  <a:pt x="19335" y="68412"/>
                </a:cubicBezTo>
                <a:cubicBezTo>
                  <a:pt x="19730" y="67997"/>
                  <a:pt x="20046" y="67473"/>
                  <a:pt x="20283" y="66841"/>
                </a:cubicBezTo>
                <a:cubicBezTo>
                  <a:pt x="20521" y="66208"/>
                  <a:pt x="20709" y="65437"/>
                  <a:pt x="20847" y="64528"/>
                </a:cubicBezTo>
                <a:cubicBezTo>
                  <a:pt x="20985" y="63618"/>
                  <a:pt x="21055" y="62491"/>
                  <a:pt x="21055" y="61147"/>
                </a:cubicBezTo>
                <a:lnTo>
                  <a:pt x="21055" y="18623"/>
                </a:lnTo>
                <a:cubicBezTo>
                  <a:pt x="21055" y="17081"/>
                  <a:pt x="20758" y="15994"/>
                  <a:pt x="20165" y="15361"/>
                </a:cubicBezTo>
                <a:cubicBezTo>
                  <a:pt x="19572" y="14728"/>
                  <a:pt x="18722" y="14412"/>
                  <a:pt x="17615" y="14412"/>
                </a:cubicBezTo>
                <a:cubicBezTo>
                  <a:pt x="16389" y="14412"/>
                  <a:pt x="14570" y="15045"/>
                  <a:pt x="12158" y="16310"/>
                </a:cubicBezTo>
                <a:cubicBezTo>
                  <a:pt x="9746" y="17575"/>
                  <a:pt x="6623" y="19453"/>
                  <a:pt x="2787" y="21944"/>
                </a:cubicBezTo>
                <a:cubicBezTo>
                  <a:pt x="2273" y="21035"/>
                  <a:pt x="1799" y="20125"/>
                  <a:pt x="1364" y="19216"/>
                </a:cubicBezTo>
                <a:cubicBezTo>
                  <a:pt x="929" y="18307"/>
                  <a:pt x="474" y="17377"/>
                  <a:pt x="0" y="16428"/>
                </a:cubicBezTo>
                <a:cubicBezTo>
                  <a:pt x="4903" y="13740"/>
                  <a:pt x="9756" y="11061"/>
                  <a:pt x="14560" y="8392"/>
                </a:cubicBezTo>
                <a:cubicBezTo>
                  <a:pt x="19364" y="5723"/>
                  <a:pt x="24237" y="3064"/>
                  <a:pt x="29180" y="415"/>
                </a:cubicBezTo>
                <a:lnTo>
                  <a:pt x="32798" y="415"/>
                </a:lnTo>
                <a:cubicBezTo>
                  <a:pt x="32719" y="2590"/>
                  <a:pt x="32659" y="4537"/>
                  <a:pt x="32620" y="6257"/>
                </a:cubicBezTo>
                <a:cubicBezTo>
                  <a:pt x="32580" y="7977"/>
                  <a:pt x="32550" y="9648"/>
                  <a:pt x="32531" y="11269"/>
                </a:cubicBezTo>
                <a:cubicBezTo>
                  <a:pt x="32511" y="12890"/>
                  <a:pt x="32501" y="14491"/>
                  <a:pt x="32501" y="16073"/>
                </a:cubicBezTo>
                <a:lnTo>
                  <a:pt x="32501" y="61147"/>
                </a:lnTo>
                <a:close/>
                <a:moveTo>
                  <a:pt x="91987" y="78050"/>
                </a:moveTo>
                <a:cubicBezTo>
                  <a:pt x="83210" y="78050"/>
                  <a:pt x="76686" y="74867"/>
                  <a:pt x="72416" y="68501"/>
                </a:cubicBezTo>
                <a:cubicBezTo>
                  <a:pt x="68145" y="62136"/>
                  <a:pt x="66010" y="52488"/>
                  <a:pt x="66010" y="39559"/>
                </a:cubicBezTo>
                <a:cubicBezTo>
                  <a:pt x="66010" y="32798"/>
                  <a:pt x="66673" y="26946"/>
                  <a:pt x="67997" y="22003"/>
                </a:cubicBezTo>
                <a:cubicBezTo>
                  <a:pt x="69322" y="17061"/>
                  <a:pt x="71180" y="12959"/>
                  <a:pt x="73572" y="9697"/>
                </a:cubicBezTo>
                <a:cubicBezTo>
                  <a:pt x="75964" y="6435"/>
                  <a:pt x="78801" y="4003"/>
                  <a:pt x="82083" y="2402"/>
                </a:cubicBezTo>
                <a:cubicBezTo>
                  <a:pt x="85365" y="801"/>
                  <a:pt x="88963" y="0"/>
                  <a:pt x="92877" y="0"/>
                </a:cubicBezTo>
                <a:cubicBezTo>
                  <a:pt x="97582" y="0"/>
                  <a:pt x="101605" y="880"/>
                  <a:pt x="104946" y="2639"/>
                </a:cubicBezTo>
                <a:cubicBezTo>
                  <a:pt x="108287" y="4399"/>
                  <a:pt x="111016" y="6909"/>
                  <a:pt x="113131" y="10171"/>
                </a:cubicBezTo>
                <a:cubicBezTo>
                  <a:pt x="115246" y="13433"/>
                  <a:pt x="116798" y="17417"/>
                  <a:pt x="117787" y="22122"/>
                </a:cubicBezTo>
                <a:cubicBezTo>
                  <a:pt x="118775" y="26827"/>
                  <a:pt x="119269" y="32145"/>
                  <a:pt x="119269" y="38076"/>
                </a:cubicBezTo>
                <a:cubicBezTo>
                  <a:pt x="119269" y="51243"/>
                  <a:pt x="116937" y="61196"/>
                  <a:pt x="112271" y="67938"/>
                </a:cubicBezTo>
                <a:cubicBezTo>
                  <a:pt x="107605" y="74679"/>
                  <a:pt x="100844" y="78050"/>
                  <a:pt x="91987" y="78050"/>
                </a:cubicBezTo>
                <a:moveTo>
                  <a:pt x="78287" y="38135"/>
                </a:moveTo>
                <a:cubicBezTo>
                  <a:pt x="78287" y="44027"/>
                  <a:pt x="78574" y="49117"/>
                  <a:pt x="79147" y="53407"/>
                </a:cubicBezTo>
                <a:cubicBezTo>
                  <a:pt x="79721" y="57697"/>
                  <a:pt x="80610" y="61226"/>
                  <a:pt x="81816" y="63994"/>
                </a:cubicBezTo>
                <a:cubicBezTo>
                  <a:pt x="83022" y="66762"/>
                  <a:pt x="84534" y="68798"/>
                  <a:pt x="86353" y="70103"/>
                </a:cubicBezTo>
                <a:cubicBezTo>
                  <a:pt x="88172" y="71407"/>
                  <a:pt x="90347" y="72060"/>
                  <a:pt x="92877" y="72060"/>
                </a:cubicBezTo>
                <a:cubicBezTo>
                  <a:pt x="95249" y="72060"/>
                  <a:pt x="97325" y="71447"/>
                  <a:pt x="99104" y="70221"/>
                </a:cubicBezTo>
                <a:cubicBezTo>
                  <a:pt x="100884" y="68996"/>
                  <a:pt x="102357" y="67088"/>
                  <a:pt x="103523" y="64498"/>
                </a:cubicBezTo>
                <a:cubicBezTo>
                  <a:pt x="104689" y="61908"/>
                  <a:pt x="105569" y="58626"/>
                  <a:pt x="106162" y="54653"/>
                </a:cubicBezTo>
                <a:cubicBezTo>
                  <a:pt x="106755" y="50679"/>
                  <a:pt x="107052" y="45984"/>
                  <a:pt x="107052" y="40567"/>
                </a:cubicBezTo>
                <a:cubicBezTo>
                  <a:pt x="107052" y="34478"/>
                  <a:pt x="106726" y="29239"/>
                  <a:pt x="106073" y="24850"/>
                </a:cubicBezTo>
                <a:cubicBezTo>
                  <a:pt x="105421" y="20461"/>
                  <a:pt x="104502" y="16853"/>
                  <a:pt x="103315" y="14026"/>
                </a:cubicBezTo>
                <a:cubicBezTo>
                  <a:pt x="102129" y="11199"/>
                  <a:pt x="100637" y="9114"/>
                  <a:pt x="98838" y="7769"/>
                </a:cubicBezTo>
                <a:cubicBezTo>
                  <a:pt x="97039" y="6425"/>
                  <a:pt x="94973" y="5753"/>
                  <a:pt x="92640" y="5753"/>
                </a:cubicBezTo>
                <a:cubicBezTo>
                  <a:pt x="89872" y="5753"/>
                  <a:pt x="87559" y="6475"/>
                  <a:pt x="85701" y="7918"/>
                </a:cubicBezTo>
                <a:cubicBezTo>
                  <a:pt x="83842" y="9361"/>
                  <a:pt x="82370" y="11476"/>
                  <a:pt x="81282" y="14264"/>
                </a:cubicBezTo>
                <a:cubicBezTo>
                  <a:pt x="80195" y="17051"/>
                  <a:pt x="79424" y="20452"/>
                  <a:pt x="78969" y="24465"/>
                </a:cubicBezTo>
                <a:cubicBezTo>
                  <a:pt x="78515" y="28478"/>
                  <a:pt x="78287" y="33035"/>
                  <a:pt x="78287" y="38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Text ,…">
            <a:extLst xmlns:a="http://schemas.openxmlformats.org/drawingml/2006/main">
              <a:ext uri="{FF2B5EF4-FFF2-40B4-BE49-F238E27FC236}">
                <a16:creationId xmlns:a16="http://schemas.microsoft.com/office/drawing/2014/main" id="{309F8481-C742-412B-B2F7-99E71F65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5862" y="1420446"/>
            <a:ext cx="171151" cy="40172"/>
          </a:xfrm>
          <a:custGeom xmlns:a="http://schemas.openxmlformats.org/drawingml/2006/main">
            <a:pathLst>
              <a:path w="171151" h="40172">
                <a:moveTo>
                  <a:pt x="22537" y="0"/>
                </a:moveTo>
                <a:cubicBezTo>
                  <a:pt x="23275" y="3690"/>
                  <a:pt x="23644" y="7328"/>
                  <a:pt x="23644" y="10913"/>
                </a:cubicBezTo>
                <a:cubicBezTo>
                  <a:pt x="23644" y="14603"/>
                  <a:pt x="23012" y="17977"/>
                  <a:pt x="21746" y="21035"/>
                </a:cubicBezTo>
                <a:cubicBezTo>
                  <a:pt x="20481" y="24092"/>
                  <a:pt x="18465" y="27137"/>
                  <a:pt x="15697" y="30168"/>
                </a:cubicBezTo>
                <a:cubicBezTo>
                  <a:pt x="12929" y="33200"/>
                  <a:pt x="9120" y="36534"/>
                  <a:pt x="4270" y="40172"/>
                </a:cubicBezTo>
                <a:lnTo>
                  <a:pt x="0" y="35348"/>
                </a:lnTo>
                <a:cubicBezTo>
                  <a:pt x="2689" y="32817"/>
                  <a:pt x="4639" y="30537"/>
                  <a:pt x="5852" y="28508"/>
                </a:cubicBezTo>
                <a:cubicBezTo>
                  <a:pt x="7064" y="26478"/>
                  <a:pt x="7934" y="24171"/>
                  <a:pt x="8461" y="21588"/>
                </a:cubicBezTo>
                <a:cubicBezTo>
                  <a:pt x="8989" y="19005"/>
                  <a:pt x="9252" y="15763"/>
                  <a:pt x="9252" y="11862"/>
                </a:cubicBezTo>
                <a:cubicBezTo>
                  <a:pt x="9252" y="7855"/>
                  <a:pt x="9068" y="3901"/>
                  <a:pt x="8699" y="0"/>
                </a:cubicBezTo>
                <a:lnTo>
                  <a:pt x="22537" y="0"/>
                </a:lnTo>
                <a:close/>
                <a:moveTo>
                  <a:pt x="93655" y="0"/>
                </a:moveTo>
                <a:lnTo>
                  <a:pt x="93655" y="18346"/>
                </a:lnTo>
                <a:lnTo>
                  <a:pt x="77681" y="18346"/>
                </a:lnTo>
                <a:lnTo>
                  <a:pt x="77681" y="0"/>
                </a:lnTo>
                <a:lnTo>
                  <a:pt x="93655" y="0"/>
                </a:lnTo>
                <a:moveTo>
                  <a:pt x="132403" y="0"/>
                </a:moveTo>
                <a:lnTo>
                  <a:pt x="132403" y="18346"/>
                </a:lnTo>
                <a:lnTo>
                  <a:pt x="116429" y="18346"/>
                </a:lnTo>
                <a:lnTo>
                  <a:pt x="116429" y="0"/>
                </a:lnTo>
                <a:lnTo>
                  <a:pt x="132403" y="0"/>
                </a:lnTo>
                <a:moveTo>
                  <a:pt x="171151" y="0"/>
                </a:moveTo>
                <a:lnTo>
                  <a:pt x="171151" y="18346"/>
                </a:lnTo>
                <a:lnTo>
                  <a:pt x="155177" y="18346"/>
                </a:lnTo>
                <a:lnTo>
                  <a:pt x="155177" y="0"/>
                </a:lnTo>
                <a:lnTo>
                  <a:pt x="17115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49B2B-252A-4949-8800-F3BF7F3C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065" y="839566"/>
            <a:ext cx="2243035" cy="832225"/>
          </a:xfrm>
          <a:custGeom xmlns:a="http://schemas.openxmlformats.org/drawingml/2006/main">
            <a:pathLst>
              <a:path w="2243035" h="832225" fill="none">
                <a:moveTo>
                  <a:pt x="0" y="63666"/>
                </a:moveTo>
                <a:cubicBezTo>
                  <a:pt x="0" y="28504"/>
                  <a:pt x="28504" y="0"/>
                  <a:pt x="63665" y="0"/>
                </a:cubicBezTo>
                <a:lnTo>
                  <a:pt x="2179370" y="0"/>
                </a:lnTo>
                <a:cubicBezTo>
                  <a:pt x="2214531" y="0"/>
                  <a:pt x="2243035" y="28504"/>
                  <a:pt x="2243035" y="63666"/>
                </a:cubicBezTo>
                <a:lnTo>
                  <a:pt x="2243035" y="768560"/>
                </a:lnTo>
                <a:cubicBezTo>
                  <a:pt x="2243035" y="803721"/>
                  <a:pt x="2214531" y="832225"/>
                  <a:pt x="2179370" y="832225"/>
                </a:cubicBezTo>
                <a:lnTo>
                  <a:pt x="63665" y="832225"/>
                </a:lnTo>
                <a:cubicBezTo>
                  <a:pt x="28504" y="832225"/>
                  <a:pt x="0" y="803721"/>
                  <a:pt x="0" y="768560"/>
                </a:cubicBezTo>
                <a:lnTo>
                  <a:pt x="0" y="6366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746E53-A376-4E4E-B186-092037D3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1160" y="1212299"/>
            <a:ext cx="958228" cy="317599"/>
          </a:xfrm>
          <a:custGeom xmlns:a="http://schemas.openxmlformats.org/drawingml/2006/main">
            <a:pathLst>
              <a:path w="958228" h="317599">
                <a:moveTo>
                  <a:pt x="0" y="0"/>
                </a:moveTo>
                <a:lnTo>
                  <a:pt x="958228" y="0"/>
                </a:lnTo>
                <a:lnTo>
                  <a:pt x="958228" y="317599"/>
                </a:lnTo>
                <a:lnTo>
                  <a:pt x="0" y="3175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AE095C-7469-409A-B5F2-AEF788E1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1161" y="1212299"/>
            <a:ext cx="958225" cy="317599"/>
          </a:xfrm>
          <a:custGeom xmlns:a="http://schemas.openxmlformats.org/drawingml/2006/main">
            <a:pathLst>
              <a:path w="958225" h="317599" fill="none">
                <a:moveTo>
                  <a:pt x="0" y="0"/>
                </a:moveTo>
                <a:lnTo>
                  <a:pt x="958225" y="0"/>
                </a:lnTo>
                <a:lnTo>
                  <a:pt x="958225" y="317599"/>
                </a:lnTo>
                <a:lnTo>
                  <a:pt x="0" y="31759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265" name="Text 𝑘">
            <a:extLst xmlns:a="http://schemas.openxmlformats.org/drawingml/2006/main">
              <a:ext uri="{FF2B5EF4-FFF2-40B4-BE49-F238E27FC236}">
                <a16:creationId xmlns:a16="http://schemas.microsoft.com/office/drawing/2014/main" id="{CD280637-B3A2-40F4-B948-FC80F3B3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782" y="1315993"/>
            <a:ext cx="77734" cy="114347"/>
          </a:xfrm>
          <a:custGeom xmlns:a="http://schemas.openxmlformats.org/drawingml/2006/main">
            <a:pathLst>
              <a:path w="77734" h="114347">
                <a:moveTo>
                  <a:pt x="34399" y="80580"/>
                </a:moveTo>
                <a:cubicBezTo>
                  <a:pt x="33872" y="78524"/>
                  <a:pt x="33345" y="77101"/>
                  <a:pt x="32817" y="76310"/>
                </a:cubicBezTo>
                <a:cubicBezTo>
                  <a:pt x="32290" y="75519"/>
                  <a:pt x="31684" y="74992"/>
                  <a:pt x="30999" y="74729"/>
                </a:cubicBezTo>
                <a:cubicBezTo>
                  <a:pt x="30313" y="74465"/>
                  <a:pt x="29101" y="74333"/>
                  <a:pt x="27361" y="74333"/>
                </a:cubicBezTo>
                <a:lnTo>
                  <a:pt x="21905" y="74333"/>
                </a:lnTo>
                <a:lnTo>
                  <a:pt x="13680" y="113081"/>
                </a:lnTo>
                <a:lnTo>
                  <a:pt x="0" y="113081"/>
                </a:lnTo>
                <a:lnTo>
                  <a:pt x="20323" y="22695"/>
                </a:lnTo>
                <a:cubicBezTo>
                  <a:pt x="21008" y="19638"/>
                  <a:pt x="21496" y="17252"/>
                  <a:pt x="21786" y="15539"/>
                </a:cubicBezTo>
                <a:cubicBezTo>
                  <a:pt x="22076" y="13825"/>
                  <a:pt x="22221" y="12310"/>
                  <a:pt x="22221" y="10992"/>
                </a:cubicBezTo>
                <a:cubicBezTo>
                  <a:pt x="22221" y="8778"/>
                  <a:pt x="21549" y="7222"/>
                  <a:pt x="20204" y="6326"/>
                </a:cubicBezTo>
                <a:cubicBezTo>
                  <a:pt x="18860" y="5430"/>
                  <a:pt x="16448" y="4929"/>
                  <a:pt x="12969" y="4824"/>
                </a:cubicBezTo>
                <a:lnTo>
                  <a:pt x="13918" y="712"/>
                </a:lnTo>
                <a:lnTo>
                  <a:pt x="33924" y="0"/>
                </a:lnTo>
                <a:lnTo>
                  <a:pt x="38511" y="0"/>
                </a:lnTo>
                <a:lnTo>
                  <a:pt x="23012" y="69035"/>
                </a:lnTo>
                <a:lnTo>
                  <a:pt x="25542" y="69035"/>
                </a:lnTo>
                <a:cubicBezTo>
                  <a:pt x="29496" y="69035"/>
                  <a:pt x="33938" y="67309"/>
                  <a:pt x="38867" y="63855"/>
                </a:cubicBezTo>
                <a:cubicBezTo>
                  <a:pt x="43796" y="60402"/>
                  <a:pt x="47737" y="57200"/>
                  <a:pt x="50689" y="54247"/>
                </a:cubicBezTo>
                <a:cubicBezTo>
                  <a:pt x="53641" y="51295"/>
                  <a:pt x="55117" y="48448"/>
                  <a:pt x="55117" y="45707"/>
                </a:cubicBezTo>
                <a:cubicBezTo>
                  <a:pt x="55117" y="43124"/>
                  <a:pt x="53325" y="41674"/>
                  <a:pt x="49740" y="41358"/>
                </a:cubicBezTo>
                <a:lnTo>
                  <a:pt x="50610" y="37483"/>
                </a:lnTo>
                <a:lnTo>
                  <a:pt x="76231" y="37483"/>
                </a:lnTo>
                <a:lnTo>
                  <a:pt x="77734" y="41358"/>
                </a:lnTo>
                <a:cubicBezTo>
                  <a:pt x="73358" y="45312"/>
                  <a:pt x="68719" y="49186"/>
                  <a:pt x="63816" y="52982"/>
                </a:cubicBezTo>
                <a:lnTo>
                  <a:pt x="44205" y="68165"/>
                </a:lnTo>
                <a:lnTo>
                  <a:pt x="51954" y="96712"/>
                </a:lnTo>
                <a:cubicBezTo>
                  <a:pt x="52587" y="99137"/>
                  <a:pt x="53154" y="100890"/>
                  <a:pt x="53654" y="101971"/>
                </a:cubicBezTo>
                <a:cubicBezTo>
                  <a:pt x="54155" y="103052"/>
                  <a:pt x="54735" y="103856"/>
                  <a:pt x="55394" y="104383"/>
                </a:cubicBezTo>
                <a:cubicBezTo>
                  <a:pt x="56053" y="104910"/>
                  <a:pt x="56936" y="105174"/>
                  <a:pt x="58043" y="105174"/>
                </a:cubicBezTo>
                <a:cubicBezTo>
                  <a:pt x="59414" y="105174"/>
                  <a:pt x="61048" y="104436"/>
                  <a:pt x="62946" y="102960"/>
                </a:cubicBezTo>
                <a:cubicBezTo>
                  <a:pt x="64844" y="101483"/>
                  <a:pt x="67005" y="99348"/>
                  <a:pt x="69430" y="96554"/>
                </a:cubicBezTo>
                <a:lnTo>
                  <a:pt x="73938" y="100983"/>
                </a:lnTo>
                <a:cubicBezTo>
                  <a:pt x="69193" y="105991"/>
                  <a:pt x="65266" y="109470"/>
                  <a:pt x="62155" y="111421"/>
                </a:cubicBezTo>
                <a:cubicBezTo>
                  <a:pt x="59045" y="113371"/>
                  <a:pt x="56040" y="114347"/>
                  <a:pt x="53140" y="114347"/>
                </a:cubicBezTo>
                <a:cubicBezTo>
                  <a:pt x="49556" y="114347"/>
                  <a:pt x="46709" y="113332"/>
                  <a:pt x="44600" y="111302"/>
                </a:cubicBezTo>
                <a:cubicBezTo>
                  <a:pt x="42491" y="109273"/>
                  <a:pt x="40831" y="105885"/>
                  <a:pt x="39618" y="101141"/>
                </a:cubicBezTo>
                <a:lnTo>
                  <a:pt x="34399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Text &quot;">
            <a:extLst xmlns:a="http://schemas.openxmlformats.org/drawingml/2006/main">
              <a:ext uri="{FF2B5EF4-FFF2-40B4-BE49-F238E27FC236}">
                <a16:creationId xmlns:a16="http://schemas.microsoft.com/office/drawing/2014/main" id="{E7670EE9-CA8A-4ADE-9B37-97B1B880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7026" y="1385076"/>
            <a:ext cx="50294" cy="76389"/>
          </a:xfrm>
          <a:custGeom xmlns:a="http://schemas.openxmlformats.org/drawingml/2006/main">
            <a:pathLst>
              <a:path w="50294" h="76389">
                <a:moveTo>
                  <a:pt x="32501" y="60732"/>
                </a:moveTo>
                <a:cubicBezTo>
                  <a:pt x="32501" y="61958"/>
                  <a:pt x="32541" y="63015"/>
                  <a:pt x="32620" y="63905"/>
                </a:cubicBezTo>
                <a:cubicBezTo>
                  <a:pt x="32699" y="64795"/>
                  <a:pt x="32827" y="65546"/>
                  <a:pt x="33005" y="66159"/>
                </a:cubicBezTo>
                <a:cubicBezTo>
                  <a:pt x="33183" y="66771"/>
                  <a:pt x="33420" y="67295"/>
                  <a:pt x="33717" y="67730"/>
                </a:cubicBezTo>
                <a:cubicBezTo>
                  <a:pt x="34013" y="68165"/>
                  <a:pt x="34359" y="68541"/>
                  <a:pt x="34755" y="68857"/>
                </a:cubicBezTo>
                <a:cubicBezTo>
                  <a:pt x="35229" y="69332"/>
                  <a:pt x="35862" y="69697"/>
                  <a:pt x="36653" y="69954"/>
                </a:cubicBezTo>
                <a:cubicBezTo>
                  <a:pt x="37443" y="70211"/>
                  <a:pt x="38452" y="70429"/>
                  <a:pt x="39677" y="70607"/>
                </a:cubicBezTo>
                <a:cubicBezTo>
                  <a:pt x="40903" y="70785"/>
                  <a:pt x="42376" y="70923"/>
                  <a:pt x="44096" y="71022"/>
                </a:cubicBezTo>
                <a:cubicBezTo>
                  <a:pt x="45816" y="71121"/>
                  <a:pt x="47882" y="71190"/>
                  <a:pt x="50294" y="71229"/>
                </a:cubicBezTo>
                <a:lnTo>
                  <a:pt x="50294" y="76389"/>
                </a:lnTo>
                <a:lnTo>
                  <a:pt x="3262" y="76389"/>
                </a:lnTo>
                <a:lnTo>
                  <a:pt x="3262" y="71229"/>
                </a:lnTo>
                <a:cubicBezTo>
                  <a:pt x="5595" y="71150"/>
                  <a:pt x="7572" y="71061"/>
                  <a:pt x="9193" y="70963"/>
                </a:cubicBezTo>
                <a:cubicBezTo>
                  <a:pt x="10814" y="70864"/>
                  <a:pt x="12198" y="70725"/>
                  <a:pt x="13344" y="70547"/>
                </a:cubicBezTo>
                <a:cubicBezTo>
                  <a:pt x="14491" y="70370"/>
                  <a:pt x="15410" y="70172"/>
                  <a:pt x="16102" y="69954"/>
                </a:cubicBezTo>
                <a:cubicBezTo>
                  <a:pt x="16794" y="69737"/>
                  <a:pt x="17397" y="69470"/>
                  <a:pt x="17911" y="69154"/>
                </a:cubicBezTo>
                <a:cubicBezTo>
                  <a:pt x="18465" y="68798"/>
                  <a:pt x="18939" y="68412"/>
                  <a:pt x="19335" y="67997"/>
                </a:cubicBezTo>
                <a:cubicBezTo>
                  <a:pt x="19730" y="67582"/>
                  <a:pt x="20046" y="67058"/>
                  <a:pt x="20283" y="66425"/>
                </a:cubicBezTo>
                <a:cubicBezTo>
                  <a:pt x="20521" y="65793"/>
                  <a:pt x="20709" y="65022"/>
                  <a:pt x="20847" y="64112"/>
                </a:cubicBezTo>
                <a:cubicBezTo>
                  <a:pt x="20985" y="63203"/>
                  <a:pt x="21055" y="62076"/>
                  <a:pt x="21055" y="60732"/>
                </a:cubicBezTo>
                <a:lnTo>
                  <a:pt x="21055" y="18208"/>
                </a:lnTo>
                <a:cubicBezTo>
                  <a:pt x="21055" y="16666"/>
                  <a:pt x="20758" y="15578"/>
                  <a:pt x="20165" y="14946"/>
                </a:cubicBezTo>
                <a:cubicBezTo>
                  <a:pt x="19572" y="14313"/>
                  <a:pt x="18722" y="13997"/>
                  <a:pt x="17615" y="13997"/>
                </a:cubicBezTo>
                <a:cubicBezTo>
                  <a:pt x="16389" y="13997"/>
                  <a:pt x="14570" y="14629"/>
                  <a:pt x="12158" y="15895"/>
                </a:cubicBezTo>
                <a:cubicBezTo>
                  <a:pt x="9746" y="17160"/>
                  <a:pt x="6623" y="19038"/>
                  <a:pt x="2787" y="21529"/>
                </a:cubicBezTo>
                <a:cubicBezTo>
                  <a:pt x="2273" y="20620"/>
                  <a:pt x="1799" y="19710"/>
                  <a:pt x="1364" y="18801"/>
                </a:cubicBezTo>
                <a:cubicBezTo>
                  <a:pt x="929" y="17891"/>
                  <a:pt x="474" y="16962"/>
                  <a:pt x="0" y="16013"/>
                </a:cubicBezTo>
                <a:cubicBezTo>
                  <a:pt x="4903" y="13325"/>
                  <a:pt x="9756" y="10646"/>
                  <a:pt x="14560" y="7977"/>
                </a:cubicBezTo>
                <a:cubicBezTo>
                  <a:pt x="19364" y="5308"/>
                  <a:pt x="24237" y="2649"/>
                  <a:pt x="29180" y="0"/>
                </a:cubicBezTo>
                <a:lnTo>
                  <a:pt x="32798" y="0"/>
                </a:lnTo>
                <a:cubicBezTo>
                  <a:pt x="32719" y="2175"/>
                  <a:pt x="32659" y="4122"/>
                  <a:pt x="32620" y="5842"/>
                </a:cubicBezTo>
                <a:cubicBezTo>
                  <a:pt x="32580" y="7562"/>
                  <a:pt x="32550" y="9232"/>
                  <a:pt x="32531" y="10853"/>
                </a:cubicBezTo>
                <a:cubicBezTo>
                  <a:pt x="32511" y="12475"/>
                  <a:pt x="32501" y="14076"/>
                  <a:pt x="32501" y="15657"/>
                </a:cubicBezTo>
                <a:lnTo>
                  <a:pt x="32501" y="607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Text ,𝑘">
            <a:extLst xmlns:a="http://schemas.openxmlformats.org/drawingml/2006/main">
              <a:ext uri="{FF2B5EF4-FFF2-40B4-BE49-F238E27FC236}">
                <a16:creationId xmlns:a16="http://schemas.microsoft.com/office/drawing/2014/main" id="{7F6D12BC-62E0-410A-8C48-55E54BCD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101" y="1315993"/>
            <a:ext cx="143006" cy="134907"/>
          </a:xfrm>
          <a:custGeom xmlns:a="http://schemas.openxmlformats.org/drawingml/2006/main">
            <a:pathLst>
              <a:path w="143006" h="134907">
                <a:moveTo>
                  <a:pt x="22537" y="94735"/>
                </a:moveTo>
                <a:cubicBezTo>
                  <a:pt x="23275" y="98426"/>
                  <a:pt x="23644" y="102063"/>
                  <a:pt x="23644" y="105648"/>
                </a:cubicBezTo>
                <a:cubicBezTo>
                  <a:pt x="23644" y="109338"/>
                  <a:pt x="23012" y="112712"/>
                  <a:pt x="21746" y="115770"/>
                </a:cubicBezTo>
                <a:cubicBezTo>
                  <a:pt x="20481" y="118828"/>
                  <a:pt x="18465" y="121872"/>
                  <a:pt x="15697" y="124904"/>
                </a:cubicBezTo>
                <a:cubicBezTo>
                  <a:pt x="12929" y="127935"/>
                  <a:pt x="9120" y="131269"/>
                  <a:pt x="4270" y="134907"/>
                </a:cubicBezTo>
                <a:lnTo>
                  <a:pt x="0" y="130083"/>
                </a:lnTo>
                <a:cubicBezTo>
                  <a:pt x="2689" y="127553"/>
                  <a:pt x="4639" y="125273"/>
                  <a:pt x="5852" y="123243"/>
                </a:cubicBezTo>
                <a:cubicBezTo>
                  <a:pt x="7064" y="121213"/>
                  <a:pt x="7934" y="118907"/>
                  <a:pt x="8461" y="116324"/>
                </a:cubicBezTo>
                <a:cubicBezTo>
                  <a:pt x="8989" y="113740"/>
                  <a:pt x="9252" y="110498"/>
                  <a:pt x="9252" y="106597"/>
                </a:cubicBezTo>
                <a:cubicBezTo>
                  <a:pt x="9252" y="102590"/>
                  <a:pt x="9068" y="98637"/>
                  <a:pt x="8699" y="94735"/>
                </a:cubicBezTo>
                <a:lnTo>
                  <a:pt x="22537" y="94735"/>
                </a:lnTo>
                <a:close/>
                <a:moveTo>
                  <a:pt x="99671" y="80580"/>
                </a:moveTo>
                <a:cubicBezTo>
                  <a:pt x="99144" y="78524"/>
                  <a:pt x="98616" y="77101"/>
                  <a:pt x="98089" y="76310"/>
                </a:cubicBezTo>
                <a:cubicBezTo>
                  <a:pt x="97562" y="75519"/>
                  <a:pt x="96956" y="74992"/>
                  <a:pt x="96270" y="74729"/>
                </a:cubicBezTo>
                <a:cubicBezTo>
                  <a:pt x="95585" y="74465"/>
                  <a:pt x="94373" y="74333"/>
                  <a:pt x="92633" y="74333"/>
                </a:cubicBezTo>
                <a:lnTo>
                  <a:pt x="87177" y="74333"/>
                </a:lnTo>
                <a:lnTo>
                  <a:pt x="78952" y="113081"/>
                </a:lnTo>
                <a:lnTo>
                  <a:pt x="65272" y="113081"/>
                </a:lnTo>
                <a:lnTo>
                  <a:pt x="85595" y="22695"/>
                </a:lnTo>
                <a:cubicBezTo>
                  <a:pt x="86280" y="19638"/>
                  <a:pt x="86768" y="17252"/>
                  <a:pt x="87058" y="15539"/>
                </a:cubicBezTo>
                <a:cubicBezTo>
                  <a:pt x="87348" y="13825"/>
                  <a:pt x="87493" y="12310"/>
                  <a:pt x="87493" y="10992"/>
                </a:cubicBezTo>
                <a:cubicBezTo>
                  <a:pt x="87493" y="8778"/>
                  <a:pt x="86821" y="7222"/>
                  <a:pt x="85476" y="6326"/>
                </a:cubicBezTo>
                <a:cubicBezTo>
                  <a:pt x="84132" y="5430"/>
                  <a:pt x="81720" y="4929"/>
                  <a:pt x="78241" y="4824"/>
                </a:cubicBezTo>
                <a:lnTo>
                  <a:pt x="79190" y="712"/>
                </a:lnTo>
                <a:lnTo>
                  <a:pt x="99196" y="0"/>
                </a:lnTo>
                <a:lnTo>
                  <a:pt x="103783" y="0"/>
                </a:lnTo>
                <a:lnTo>
                  <a:pt x="88284" y="69035"/>
                </a:lnTo>
                <a:lnTo>
                  <a:pt x="90814" y="69035"/>
                </a:lnTo>
                <a:cubicBezTo>
                  <a:pt x="94768" y="69035"/>
                  <a:pt x="99210" y="67309"/>
                  <a:pt x="104139" y="63855"/>
                </a:cubicBezTo>
                <a:cubicBezTo>
                  <a:pt x="109068" y="60402"/>
                  <a:pt x="113009" y="57200"/>
                  <a:pt x="115961" y="54247"/>
                </a:cubicBezTo>
                <a:cubicBezTo>
                  <a:pt x="118913" y="51295"/>
                  <a:pt x="120389" y="48448"/>
                  <a:pt x="120389" y="45707"/>
                </a:cubicBezTo>
                <a:cubicBezTo>
                  <a:pt x="120389" y="43124"/>
                  <a:pt x="118597" y="41674"/>
                  <a:pt x="115012" y="41358"/>
                </a:cubicBezTo>
                <a:lnTo>
                  <a:pt x="115882" y="37483"/>
                </a:lnTo>
                <a:lnTo>
                  <a:pt x="141503" y="37483"/>
                </a:lnTo>
                <a:lnTo>
                  <a:pt x="143006" y="41358"/>
                </a:lnTo>
                <a:cubicBezTo>
                  <a:pt x="138630" y="45312"/>
                  <a:pt x="133991" y="49186"/>
                  <a:pt x="129088" y="52982"/>
                </a:cubicBezTo>
                <a:lnTo>
                  <a:pt x="109477" y="68165"/>
                </a:lnTo>
                <a:lnTo>
                  <a:pt x="117226" y="96712"/>
                </a:lnTo>
                <a:cubicBezTo>
                  <a:pt x="117859" y="99137"/>
                  <a:pt x="118426" y="100890"/>
                  <a:pt x="118926" y="101971"/>
                </a:cubicBezTo>
                <a:cubicBezTo>
                  <a:pt x="119427" y="103052"/>
                  <a:pt x="120007" y="103856"/>
                  <a:pt x="120666" y="104383"/>
                </a:cubicBezTo>
                <a:cubicBezTo>
                  <a:pt x="121325" y="104910"/>
                  <a:pt x="122208" y="105174"/>
                  <a:pt x="123315" y="105174"/>
                </a:cubicBezTo>
                <a:cubicBezTo>
                  <a:pt x="124686" y="105174"/>
                  <a:pt x="126320" y="104436"/>
                  <a:pt x="128218" y="102960"/>
                </a:cubicBezTo>
                <a:cubicBezTo>
                  <a:pt x="130116" y="101483"/>
                  <a:pt x="132277" y="99348"/>
                  <a:pt x="134702" y="96554"/>
                </a:cubicBezTo>
                <a:lnTo>
                  <a:pt x="139210" y="100983"/>
                </a:lnTo>
                <a:cubicBezTo>
                  <a:pt x="134465" y="105991"/>
                  <a:pt x="130538" y="109470"/>
                  <a:pt x="127427" y="111421"/>
                </a:cubicBezTo>
                <a:cubicBezTo>
                  <a:pt x="124317" y="113371"/>
                  <a:pt x="121312" y="114347"/>
                  <a:pt x="118412" y="114347"/>
                </a:cubicBezTo>
                <a:cubicBezTo>
                  <a:pt x="114827" y="114347"/>
                  <a:pt x="111981" y="113332"/>
                  <a:pt x="109872" y="111302"/>
                </a:cubicBezTo>
                <a:cubicBezTo>
                  <a:pt x="107763" y="109273"/>
                  <a:pt x="106103" y="105885"/>
                  <a:pt x="104890" y="101141"/>
                </a:cubicBezTo>
                <a:lnTo>
                  <a:pt x="99671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Text &amp;">
            <a:extLst xmlns:a="http://schemas.openxmlformats.org/drawingml/2006/main">
              <a:ext uri="{FF2B5EF4-FFF2-40B4-BE49-F238E27FC236}">
                <a16:creationId xmlns:a16="http://schemas.microsoft.com/office/drawing/2014/main" id="{2EAF6054-7217-4862-A1ED-284FAF5A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5307" y="1385491"/>
            <a:ext cx="59902" cy="75974"/>
          </a:xfrm>
          <a:custGeom xmlns:a="http://schemas.openxmlformats.org/drawingml/2006/main">
            <a:pathLst>
              <a:path w="59902" h="75974">
                <a:moveTo>
                  <a:pt x="26214" y="72416"/>
                </a:moveTo>
                <a:cubicBezTo>
                  <a:pt x="27401" y="72099"/>
                  <a:pt x="28409" y="71813"/>
                  <a:pt x="29239" y="71556"/>
                </a:cubicBezTo>
                <a:cubicBezTo>
                  <a:pt x="30069" y="71299"/>
                  <a:pt x="30761" y="71002"/>
                  <a:pt x="31315" y="70666"/>
                </a:cubicBezTo>
                <a:cubicBezTo>
                  <a:pt x="31868" y="70330"/>
                  <a:pt x="32274" y="69935"/>
                  <a:pt x="32531" y="69480"/>
                </a:cubicBezTo>
                <a:cubicBezTo>
                  <a:pt x="32788" y="69025"/>
                  <a:pt x="32985" y="68452"/>
                  <a:pt x="33124" y="67760"/>
                </a:cubicBezTo>
                <a:cubicBezTo>
                  <a:pt x="33262" y="67068"/>
                  <a:pt x="33341" y="66198"/>
                  <a:pt x="33361" y="65150"/>
                </a:cubicBezTo>
                <a:cubicBezTo>
                  <a:pt x="33381" y="64103"/>
                  <a:pt x="33391" y="62808"/>
                  <a:pt x="33391" y="61266"/>
                </a:cubicBezTo>
                <a:lnTo>
                  <a:pt x="33391" y="53496"/>
                </a:lnTo>
                <a:lnTo>
                  <a:pt x="0" y="53496"/>
                </a:lnTo>
                <a:lnTo>
                  <a:pt x="0" y="48811"/>
                </a:lnTo>
                <a:cubicBezTo>
                  <a:pt x="5891" y="40626"/>
                  <a:pt x="11743" y="32491"/>
                  <a:pt x="17555" y="24405"/>
                </a:cubicBezTo>
                <a:cubicBezTo>
                  <a:pt x="23368" y="16320"/>
                  <a:pt x="29219" y="8185"/>
                  <a:pt x="35111" y="0"/>
                </a:cubicBezTo>
                <a:lnTo>
                  <a:pt x="44541" y="0"/>
                </a:lnTo>
                <a:lnTo>
                  <a:pt x="44541" y="47269"/>
                </a:lnTo>
                <a:lnTo>
                  <a:pt x="45608" y="47269"/>
                </a:lnTo>
                <a:cubicBezTo>
                  <a:pt x="47229" y="47269"/>
                  <a:pt x="48544" y="47190"/>
                  <a:pt x="49552" y="47032"/>
                </a:cubicBezTo>
                <a:cubicBezTo>
                  <a:pt x="50560" y="46873"/>
                  <a:pt x="51371" y="46547"/>
                  <a:pt x="51984" y="46053"/>
                </a:cubicBezTo>
                <a:cubicBezTo>
                  <a:pt x="52597" y="45559"/>
                  <a:pt x="53111" y="44867"/>
                  <a:pt x="53526" y="43977"/>
                </a:cubicBezTo>
                <a:cubicBezTo>
                  <a:pt x="53941" y="43088"/>
                  <a:pt x="54386" y="41931"/>
                  <a:pt x="54860" y="40508"/>
                </a:cubicBezTo>
                <a:lnTo>
                  <a:pt x="59902" y="40508"/>
                </a:lnTo>
                <a:cubicBezTo>
                  <a:pt x="59783" y="42682"/>
                  <a:pt x="59654" y="44837"/>
                  <a:pt x="59516" y="46972"/>
                </a:cubicBezTo>
                <a:cubicBezTo>
                  <a:pt x="59378" y="49107"/>
                  <a:pt x="59249" y="51282"/>
                  <a:pt x="59131" y="53496"/>
                </a:cubicBezTo>
                <a:lnTo>
                  <a:pt x="44541" y="53496"/>
                </a:lnTo>
                <a:lnTo>
                  <a:pt x="44541" y="61266"/>
                </a:lnTo>
                <a:cubicBezTo>
                  <a:pt x="44541" y="63559"/>
                  <a:pt x="44590" y="65338"/>
                  <a:pt x="44689" y="66603"/>
                </a:cubicBezTo>
                <a:cubicBezTo>
                  <a:pt x="44788" y="67869"/>
                  <a:pt x="45084" y="68857"/>
                  <a:pt x="45579" y="69569"/>
                </a:cubicBezTo>
                <a:cubicBezTo>
                  <a:pt x="46073" y="70281"/>
                  <a:pt x="46804" y="70814"/>
                  <a:pt x="47773" y="71170"/>
                </a:cubicBezTo>
                <a:cubicBezTo>
                  <a:pt x="48742" y="71526"/>
                  <a:pt x="50096" y="71941"/>
                  <a:pt x="51836" y="72416"/>
                </a:cubicBezTo>
                <a:lnTo>
                  <a:pt x="51836" y="75974"/>
                </a:lnTo>
                <a:lnTo>
                  <a:pt x="26214" y="75974"/>
                </a:lnTo>
                <a:lnTo>
                  <a:pt x="26214" y="72416"/>
                </a:lnTo>
                <a:moveTo>
                  <a:pt x="10616" y="47269"/>
                </a:moveTo>
                <a:lnTo>
                  <a:pt x="33391" y="47269"/>
                </a:lnTo>
                <a:lnTo>
                  <a:pt x="33391" y="35348"/>
                </a:lnTo>
                <a:cubicBezTo>
                  <a:pt x="33391" y="34004"/>
                  <a:pt x="33410" y="32343"/>
                  <a:pt x="33450" y="30366"/>
                </a:cubicBezTo>
                <a:cubicBezTo>
                  <a:pt x="33490" y="28389"/>
                  <a:pt x="33539" y="26382"/>
                  <a:pt x="33598" y="24346"/>
                </a:cubicBezTo>
                <a:cubicBezTo>
                  <a:pt x="33658" y="22310"/>
                  <a:pt x="33727" y="20372"/>
                  <a:pt x="33806" y="18534"/>
                </a:cubicBezTo>
                <a:cubicBezTo>
                  <a:pt x="33885" y="16695"/>
                  <a:pt x="33964" y="15143"/>
                  <a:pt x="34043" y="13878"/>
                </a:cubicBezTo>
                <a:lnTo>
                  <a:pt x="33391" y="13878"/>
                </a:lnTo>
                <a:cubicBezTo>
                  <a:pt x="29595" y="19374"/>
                  <a:pt x="25809" y="24830"/>
                  <a:pt x="22033" y="30247"/>
                </a:cubicBezTo>
                <a:cubicBezTo>
                  <a:pt x="18257" y="35664"/>
                  <a:pt x="14451" y="41101"/>
                  <a:pt x="10616" y="46557"/>
                </a:cubicBezTo>
                <a:lnTo>
                  <a:pt x="10616" y="472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Text ,𝑘">
            <a:extLst xmlns:a="http://schemas.openxmlformats.org/drawingml/2006/main">
              <a:ext uri="{FF2B5EF4-FFF2-40B4-BE49-F238E27FC236}">
                <a16:creationId xmlns:a16="http://schemas.microsoft.com/office/drawing/2014/main" id="{08D8AF47-BE15-48CA-BE4F-74B34566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445" y="1315993"/>
            <a:ext cx="142993" cy="134907"/>
          </a:xfrm>
          <a:custGeom xmlns:a="http://schemas.openxmlformats.org/drawingml/2006/main">
            <a:pathLst>
              <a:path w="142993" h="134907">
                <a:moveTo>
                  <a:pt x="22537" y="94735"/>
                </a:moveTo>
                <a:cubicBezTo>
                  <a:pt x="23275" y="98426"/>
                  <a:pt x="23644" y="102063"/>
                  <a:pt x="23644" y="105648"/>
                </a:cubicBezTo>
                <a:cubicBezTo>
                  <a:pt x="23644" y="109338"/>
                  <a:pt x="23012" y="112712"/>
                  <a:pt x="21746" y="115770"/>
                </a:cubicBezTo>
                <a:cubicBezTo>
                  <a:pt x="20481" y="118828"/>
                  <a:pt x="18465" y="121872"/>
                  <a:pt x="15697" y="124904"/>
                </a:cubicBezTo>
                <a:cubicBezTo>
                  <a:pt x="12929" y="127935"/>
                  <a:pt x="9120" y="131269"/>
                  <a:pt x="4270" y="134907"/>
                </a:cubicBezTo>
                <a:lnTo>
                  <a:pt x="0" y="130083"/>
                </a:lnTo>
                <a:cubicBezTo>
                  <a:pt x="2689" y="127553"/>
                  <a:pt x="4639" y="125273"/>
                  <a:pt x="5852" y="123243"/>
                </a:cubicBezTo>
                <a:cubicBezTo>
                  <a:pt x="7064" y="121213"/>
                  <a:pt x="7934" y="118907"/>
                  <a:pt x="8461" y="116324"/>
                </a:cubicBezTo>
                <a:cubicBezTo>
                  <a:pt x="8989" y="113740"/>
                  <a:pt x="9252" y="110498"/>
                  <a:pt x="9252" y="106597"/>
                </a:cubicBezTo>
                <a:cubicBezTo>
                  <a:pt x="9252" y="102590"/>
                  <a:pt x="9068" y="98637"/>
                  <a:pt x="8699" y="94735"/>
                </a:cubicBezTo>
                <a:lnTo>
                  <a:pt x="22537" y="94735"/>
                </a:lnTo>
                <a:close/>
                <a:moveTo>
                  <a:pt x="99658" y="80580"/>
                </a:moveTo>
                <a:cubicBezTo>
                  <a:pt x="99131" y="78524"/>
                  <a:pt x="98604" y="77101"/>
                  <a:pt x="98076" y="76310"/>
                </a:cubicBezTo>
                <a:cubicBezTo>
                  <a:pt x="97549" y="75519"/>
                  <a:pt x="96943" y="74992"/>
                  <a:pt x="96258" y="74729"/>
                </a:cubicBezTo>
                <a:cubicBezTo>
                  <a:pt x="95572" y="74465"/>
                  <a:pt x="94360" y="74333"/>
                  <a:pt x="92620" y="74333"/>
                </a:cubicBezTo>
                <a:lnTo>
                  <a:pt x="87164" y="74333"/>
                </a:lnTo>
                <a:lnTo>
                  <a:pt x="78940" y="113081"/>
                </a:lnTo>
                <a:lnTo>
                  <a:pt x="65259" y="113081"/>
                </a:lnTo>
                <a:lnTo>
                  <a:pt x="85582" y="22695"/>
                </a:lnTo>
                <a:cubicBezTo>
                  <a:pt x="86267" y="19638"/>
                  <a:pt x="86755" y="17252"/>
                  <a:pt x="87045" y="15539"/>
                </a:cubicBezTo>
                <a:cubicBezTo>
                  <a:pt x="87335" y="13825"/>
                  <a:pt x="87480" y="12310"/>
                  <a:pt x="87480" y="10992"/>
                </a:cubicBezTo>
                <a:cubicBezTo>
                  <a:pt x="87480" y="8778"/>
                  <a:pt x="86808" y="7222"/>
                  <a:pt x="85463" y="6326"/>
                </a:cubicBezTo>
                <a:cubicBezTo>
                  <a:pt x="84119" y="5430"/>
                  <a:pt x="81707" y="4929"/>
                  <a:pt x="78228" y="4824"/>
                </a:cubicBezTo>
                <a:lnTo>
                  <a:pt x="79177" y="712"/>
                </a:lnTo>
                <a:lnTo>
                  <a:pt x="99184" y="0"/>
                </a:lnTo>
                <a:lnTo>
                  <a:pt x="103770" y="0"/>
                </a:lnTo>
                <a:lnTo>
                  <a:pt x="88271" y="69035"/>
                </a:lnTo>
                <a:lnTo>
                  <a:pt x="90801" y="69035"/>
                </a:lnTo>
                <a:cubicBezTo>
                  <a:pt x="94755" y="69035"/>
                  <a:pt x="99197" y="67309"/>
                  <a:pt x="104126" y="63855"/>
                </a:cubicBezTo>
                <a:cubicBezTo>
                  <a:pt x="109055" y="60402"/>
                  <a:pt x="112996" y="57200"/>
                  <a:pt x="115948" y="54247"/>
                </a:cubicBezTo>
                <a:cubicBezTo>
                  <a:pt x="118900" y="51295"/>
                  <a:pt x="120376" y="48448"/>
                  <a:pt x="120376" y="45707"/>
                </a:cubicBezTo>
                <a:cubicBezTo>
                  <a:pt x="120376" y="43124"/>
                  <a:pt x="118584" y="41674"/>
                  <a:pt x="114999" y="41358"/>
                </a:cubicBezTo>
                <a:lnTo>
                  <a:pt x="115869" y="37483"/>
                </a:lnTo>
                <a:lnTo>
                  <a:pt x="141490" y="37483"/>
                </a:lnTo>
                <a:lnTo>
                  <a:pt x="142993" y="41358"/>
                </a:lnTo>
                <a:cubicBezTo>
                  <a:pt x="138617" y="45312"/>
                  <a:pt x="133978" y="49186"/>
                  <a:pt x="129075" y="52982"/>
                </a:cubicBezTo>
                <a:lnTo>
                  <a:pt x="109464" y="68165"/>
                </a:lnTo>
                <a:lnTo>
                  <a:pt x="117213" y="96712"/>
                </a:lnTo>
                <a:cubicBezTo>
                  <a:pt x="117846" y="99137"/>
                  <a:pt x="118413" y="100890"/>
                  <a:pt x="118913" y="101971"/>
                </a:cubicBezTo>
                <a:cubicBezTo>
                  <a:pt x="119414" y="103052"/>
                  <a:pt x="119994" y="103856"/>
                  <a:pt x="120653" y="104383"/>
                </a:cubicBezTo>
                <a:cubicBezTo>
                  <a:pt x="121312" y="104910"/>
                  <a:pt x="122195" y="105174"/>
                  <a:pt x="123302" y="105174"/>
                </a:cubicBezTo>
                <a:cubicBezTo>
                  <a:pt x="124673" y="105174"/>
                  <a:pt x="126307" y="104436"/>
                  <a:pt x="128205" y="102960"/>
                </a:cubicBezTo>
                <a:cubicBezTo>
                  <a:pt x="130103" y="101483"/>
                  <a:pt x="132264" y="99348"/>
                  <a:pt x="134690" y="96554"/>
                </a:cubicBezTo>
                <a:lnTo>
                  <a:pt x="139197" y="100983"/>
                </a:lnTo>
                <a:cubicBezTo>
                  <a:pt x="134452" y="105991"/>
                  <a:pt x="130525" y="109470"/>
                  <a:pt x="127414" y="111421"/>
                </a:cubicBezTo>
                <a:cubicBezTo>
                  <a:pt x="124304" y="113371"/>
                  <a:pt x="121299" y="114347"/>
                  <a:pt x="118399" y="114347"/>
                </a:cubicBezTo>
                <a:cubicBezTo>
                  <a:pt x="114815" y="114347"/>
                  <a:pt x="111968" y="113332"/>
                  <a:pt x="109859" y="111302"/>
                </a:cubicBezTo>
                <a:cubicBezTo>
                  <a:pt x="107750" y="109273"/>
                  <a:pt x="106090" y="105885"/>
                  <a:pt x="104877" y="101141"/>
                </a:cubicBezTo>
                <a:lnTo>
                  <a:pt x="99658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Text %&quot;">
            <a:extLst xmlns:a="http://schemas.openxmlformats.org/drawingml/2006/main">
              <a:ext uri="{FF2B5EF4-FFF2-40B4-BE49-F238E27FC236}">
                <a16:creationId xmlns:a16="http://schemas.microsoft.com/office/drawing/2014/main" id="{D4B6E908-7593-4AAF-8FDB-3CE6D6F9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2912" y="1384661"/>
            <a:ext cx="121405" cy="76804"/>
          </a:xfrm>
          <a:custGeom xmlns:a="http://schemas.openxmlformats.org/drawingml/2006/main">
            <a:pathLst>
              <a:path w="121405" h="76804">
                <a:moveTo>
                  <a:pt x="34992" y="67137"/>
                </a:moveTo>
                <a:cubicBezTo>
                  <a:pt x="36850" y="67137"/>
                  <a:pt x="38333" y="67068"/>
                  <a:pt x="39440" y="66930"/>
                </a:cubicBezTo>
                <a:cubicBezTo>
                  <a:pt x="40547" y="66791"/>
                  <a:pt x="41467" y="66485"/>
                  <a:pt x="42198" y="66010"/>
                </a:cubicBezTo>
                <a:cubicBezTo>
                  <a:pt x="42929" y="65536"/>
                  <a:pt x="43552" y="64814"/>
                  <a:pt x="44066" y="63846"/>
                </a:cubicBezTo>
                <a:cubicBezTo>
                  <a:pt x="44580" y="62877"/>
                  <a:pt x="45173" y="61542"/>
                  <a:pt x="45845" y="59842"/>
                </a:cubicBezTo>
                <a:lnTo>
                  <a:pt x="51361" y="59842"/>
                </a:lnTo>
                <a:cubicBezTo>
                  <a:pt x="51163" y="62650"/>
                  <a:pt x="50976" y="65477"/>
                  <a:pt x="50798" y="68323"/>
                </a:cubicBezTo>
                <a:cubicBezTo>
                  <a:pt x="50620" y="71170"/>
                  <a:pt x="50432" y="73997"/>
                  <a:pt x="50234" y="76804"/>
                </a:cubicBezTo>
                <a:lnTo>
                  <a:pt x="0" y="76804"/>
                </a:lnTo>
                <a:lnTo>
                  <a:pt x="0" y="73720"/>
                </a:lnTo>
                <a:cubicBezTo>
                  <a:pt x="949" y="71585"/>
                  <a:pt x="2056" y="69480"/>
                  <a:pt x="3321" y="67404"/>
                </a:cubicBezTo>
                <a:cubicBezTo>
                  <a:pt x="4587" y="65328"/>
                  <a:pt x="6010" y="63223"/>
                  <a:pt x="7591" y="61088"/>
                </a:cubicBezTo>
                <a:cubicBezTo>
                  <a:pt x="9173" y="58953"/>
                  <a:pt x="10972" y="56748"/>
                  <a:pt x="12989" y="54475"/>
                </a:cubicBezTo>
                <a:cubicBezTo>
                  <a:pt x="15005" y="52201"/>
                  <a:pt x="17239" y="49839"/>
                  <a:pt x="19690" y="47387"/>
                </a:cubicBezTo>
                <a:cubicBezTo>
                  <a:pt x="23407" y="43671"/>
                  <a:pt x="26432" y="40498"/>
                  <a:pt x="28765" y="37868"/>
                </a:cubicBezTo>
                <a:cubicBezTo>
                  <a:pt x="31097" y="35239"/>
                  <a:pt x="32936" y="32896"/>
                  <a:pt x="34280" y="30840"/>
                </a:cubicBezTo>
                <a:cubicBezTo>
                  <a:pt x="35625" y="28784"/>
                  <a:pt x="36544" y="26887"/>
                  <a:pt x="37038" y="25147"/>
                </a:cubicBezTo>
                <a:cubicBezTo>
                  <a:pt x="37532" y="23407"/>
                  <a:pt x="37779" y="21549"/>
                  <a:pt x="37779" y="19572"/>
                </a:cubicBezTo>
                <a:cubicBezTo>
                  <a:pt x="37779" y="17555"/>
                  <a:pt x="37493" y="15697"/>
                  <a:pt x="36920" y="13997"/>
                </a:cubicBezTo>
                <a:cubicBezTo>
                  <a:pt x="36346" y="12297"/>
                  <a:pt x="35526" y="10853"/>
                  <a:pt x="34458" y="9667"/>
                </a:cubicBezTo>
                <a:cubicBezTo>
                  <a:pt x="33391" y="8481"/>
                  <a:pt x="32036" y="7552"/>
                  <a:pt x="30396" y="6880"/>
                </a:cubicBezTo>
                <a:cubicBezTo>
                  <a:pt x="28755" y="6208"/>
                  <a:pt x="26867" y="5872"/>
                  <a:pt x="24732" y="5872"/>
                </a:cubicBezTo>
                <a:cubicBezTo>
                  <a:pt x="21055" y="5872"/>
                  <a:pt x="17970" y="6870"/>
                  <a:pt x="15480" y="8867"/>
                </a:cubicBezTo>
                <a:cubicBezTo>
                  <a:pt x="12989" y="10863"/>
                  <a:pt x="11051" y="13760"/>
                  <a:pt x="9667" y="17555"/>
                </a:cubicBezTo>
                <a:lnTo>
                  <a:pt x="1898" y="17555"/>
                </a:lnTo>
                <a:lnTo>
                  <a:pt x="1898" y="5990"/>
                </a:lnTo>
                <a:cubicBezTo>
                  <a:pt x="6959" y="3895"/>
                  <a:pt x="11615" y="2372"/>
                  <a:pt x="15865" y="1423"/>
                </a:cubicBezTo>
                <a:cubicBezTo>
                  <a:pt x="20115" y="474"/>
                  <a:pt x="23941" y="0"/>
                  <a:pt x="27341" y="0"/>
                </a:cubicBezTo>
                <a:cubicBezTo>
                  <a:pt x="31453" y="0"/>
                  <a:pt x="34962" y="465"/>
                  <a:pt x="37868" y="1394"/>
                </a:cubicBezTo>
                <a:cubicBezTo>
                  <a:pt x="40775" y="2323"/>
                  <a:pt x="43137" y="3578"/>
                  <a:pt x="44956" y="5160"/>
                </a:cubicBezTo>
                <a:cubicBezTo>
                  <a:pt x="46775" y="6741"/>
                  <a:pt x="48089" y="8639"/>
                  <a:pt x="48900" y="10853"/>
                </a:cubicBezTo>
                <a:cubicBezTo>
                  <a:pt x="49710" y="13068"/>
                  <a:pt x="50116" y="15460"/>
                  <a:pt x="50116" y="18030"/>
                </a:cubicBezTo>
                <a:cubicBezTo>
                  <a:pt x="50116" y="19572"/>
                  <a:pt x="50007" y="21005"/>
                  <a:pt x="49789" y="22330"/>
                </a:cubicBezTo>
                <a:cubicBezTo>
                  <a:pt x="49572" y="23654"/>
                  <a:pt x="49196" y="24959"/>
                  <a:pt x="48663" y="26244"/>
                </a:cubicBezTo>
                <a:cubicBezTo>
                  <a:pt x="48129" y="27529"/>
                  <a:pt x="47427" y="28824"/>
                  <a:pt x="46557" y="30129"/>
                </a:cubicBezTo>
                <a:cubicBezTo>
                  <a:pt x="45687" y="31433"/>
                  <a:pt x="44600" y="32817"/>
                  <a:pt x="43295" y="34280"/>
                </a:cubicBezTo>
                <a:cubicBezTo>
                  <a:pt x="42307" y="35546"/>
                  <a:pt x="41022" y="37008"/>
                  <a:pt x="39440" y="38669"/>
                </a:cubicBezTo>
                <a:cubicBezTo>
                  <a:pt x="37859" y="40330"/>
                  <a:pt x="36129" y="42109"/>
                  <a:pt x="34251" y="44007"/>
                </a:cubicBezTo>
                <a:cubicBezTo>
                  <a:pt x="32373" y="45905"/>
                  <a:pt x="30405" y="47882"/>
                  <a:pt x="28349" y="49938"/>
                </a:cubicBezTo>
                <a:cubicBezTo>
                  <a:pt x="26293" y="51994"/>
                  <a:pt x="24297" y="54030"/>
                  <a:pt x="22359" y="56047"/>
                </a:cubicBezTo>
                <a:cubicBezTo>
                  <a:pt x="20422" y="58063"/>
                  <a:pt x="18643" y="60020"/>
                  <a:pt x="17022" y="61918"/>
                </a:cubicBezTo>
                <a:cubicBezTo>
                  <a:pt x="15400" y="63816"/>
                  <a:pt x="14076" y="65556"/>
                  <a:pt x="13048" y="67137"/>
                </a:cubicBezTo>
                <a:lnTo>
                  <a:pt x="34992" y="67137"/>
                </a:lnTo>
                <a:close/>
                <a:moveTo>
                  <a:pt x="103613" y="61147"/>
                </a:moveTo>
                <a:cubicBezTo>
                  <a:pt x="103613" y="62373"/>
                  <a:pt x="103652" y="63430"/>
                  <a:pt x="103731" y="64320"/>
                </a:cubicBezTo>
                <a:cubicBezTo>
                  <a:pt x="103810" y="65210"/>
                  <a:pt x="103939" y="65961"/>
                  <a:pt x="104117" y="66574"/>
                </a:cubicBezTo>
                <a:cubicBezTo>
                  <a:pt x="104295" y="67187"/>
                  <a:pt x="104532" y="67710"/>
                  <a:pt x="104828" y="68145"/>
                </a:cubicBezTo>
                <a:cubicBezTo>
                  <a:pt x="105125" y="68580"/>
                  <a:pt x="105471" y="68956"/>
                  <a:pt x="105866" y="69272"/>
                </a:cubicBezTo>
                <a:cubicBezTo>
                  <a:pt x="106341" y="69747"/>
                  <a:pt x="106973" y="70112"/>
                  <a:pt x="107764" y="70369"/>
                </a:cubicBezTo>
                <a:cubicBezTo>
                  <a:pt x="108555" y="70626"/>
                  <a:pt x="109563" y="70844"/>
                  <a:pt x="110789" y="71022"/>
                </a:cubicBezTo>
                <a:cubicBezTo>
                  <a:pt x="112015" y="71200"/>
                  <a:pt x="113487" y="71338"/>
                  <a:pt x="115207" y="71437"/>
                </a:cubicBezTo>
                <a:cubicBezTo>
                  <a:pt x="116927" y="71536"/>
                  <a:pt x="118993" y="71605"/>
                  <a:pt x="121405" y="71645"/>
                </a:cubicBezTo>
                <a:lnTo>
                  <a:pt x="121405" y="76804"/>
                </a:lnTo>
                <a:lnTo>
                  <a:pt x="74373" y="76804"/>
                </a:lnTo>
                <a:lnTo>
                  <a:pt x="74373" y="71645"/>
                </a:lnTo>
                <a:cubicBezTo>
                  <a:pt x="76706" y="71566"/>
                  <a:pt x="78683" y="71477"/>
                  <a:pt x="80304" y="71378"/>
                </a:cubicBezTo>
                <a:cubicBezTo>
                  <a:pt x="81925" y="71279"/>
                  <a:pt x="83309" y="71141"/>
                  <a:pt x="84456" y="70963"/>
                </a:cubicBezTo>
                <a:cubicBezTo>
                  <a:pt x="85603" y="70785"/>
                  <a:pt x="86522" y="70587"/>
                  <a:pt x="87214" y="70369"/>
                </a:cubicBezTo>
                <a:cubicBezTo>
                  <a:pt x="87906" y="70152"/>
                  <a:pt x="88509" y="69885"/>
                  <a:pt x="89023" y="69569"/>
                </a:cubicBezTo>
                <a:cubicBezTo>
                  <a:pt x="89576" y="69213"/>
                  <a:pt x="90051" y="68827"/>
                  <a:pt x="90446" y="68412"/>
                </a:cubicBezTo>
                <a:cubicBezTo>
                  <a:pt x="90841" y="67997"/>
                  <a:pt x="91158" y="67473"/>
                  <a:pt x="91395" y="66841"/>
                </a:cubicBezTo>
                <a:cubicBezTo>
                  <a:pt x="91632" y="66208"/>
                  <a:pt x="91820" y="65437"/>
                  <a:pt x="91958" y="64528"/>
                </a:cubicBezTo>
                <a:cubicBezTo>
                  <a:pt x="92097" y="63618"/>
                  <a:pt x="92166" y="62491"/>
                  <a:pt x="92166" y="61147"/>
                </a:cubicBezTo>
                <a:lnTo>
                  <a:pt x="92166" y="18623"/>
                </a:lnTo>
                <a:cubicBezTo>
                  <a:pt x="92166" y="17081"/>
                  <a:pt x="91869" y="15994"/>
                  <a:pt x="91276" y="15361"/>
                </a:cubicBezTo>
                <a:cubicBezTo>
                  <a:pt x="90683" y="14728"/>
                  <a:pt x="89833" y="14412"/>
                  <a:pt x="88726" y="14412"/>
                </a:cubicBezTo>
                <a:cubicBezTo>
                  <a:pt x="87500" y="14412"/>
                  <a:pt x="85682" y="15045"/>
                  <a:pt x="83270" y="16310"/>
                </a:cubicBezTo>
                <a:cubicBezTo>
                  <a:pt x="80858" y="17575"/>
                  <a:pt x="77734" y="19453"/>
                  <a:pt x="73899" y="21944"/>
                </a:cubicBezTo>
                <a:cubicBezTo>
                  <a:pt x="73385" y="21035"/>
                  <a:pt x="72910" y="20125"/>
                  <a:pt x="72476" y="19216"/>
                </a:cubicBezTo>
                <a:cubicBezTo>
                  <a:pt x="72041" y="18307"/>
                  <a:pt x="71586" y="17377"/>
                  <a:pt x="71111" y="16428"/>
                </a:cubicBezTo>
                <a:cubicBezTo>
                  <a:pt x="76014" y="13740"/>
                  <a:pt x="80868" y="11061"/>
                  <a:pt x="85672" y="8392"/>
                </a:cubicBezTo>
                <a:cubicBezTo>
                  <a:pt x="90476" y="5723"/>
                  <a:pt x="95349" y="3064"/>
                  <a:pt x="100291" y="415"/>
                </a:cubicBezTo>
                <a:lnTo>
                  <a:pt x="103909" y="415"/>
                </a:lnTo>
                <a:cubicBezTo>
                  <a:pt x="103830" y="2590"/>
                  <a:pt x="103771" y="4537"/>
                  <a:pt x="103731" y="6257"/>
                </a:cubicBezTo>
                <a:cubicBezTo>
                  <a:pt x="103692" y="7977"/>
                  <a:pt x="103662" y="9648"/>
                  <a:pt x="103642" y="11269"/>
                </a:cubicBezTo>
                <a:cubicBezTo>
                  <a:pt x="103622" y="12890"/>
                  <a:pt x="103613" y="14491"/>
                  <a:pt x="103613" y="16073"/>
                </a:cubicBezTo>
                <a:lnTo>
                  <a:pt x="103613" y="611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Text ,…">
            <a:extLst xmlns:a="http://schemas.openxmlformats.org/drawingml/2006/main">
              <a:ext uri="{FF2B5EF4-FFF2-40B4-BE49-F238E27FC236}">
                <a16:creationId xmlns:a16="http://schemas.microsoft.com/office/drawing/2014/main" id="{5184ADF8-4A68-4EAB-A39E-B866ED6A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0104" y="1410729"/>
            <a:ext cx="171152" cy="40172"/>
          </a:xfrm>
          <a:custGeom xmlns:a="http://schemas.openxmlformats.org/drawingml/2006/main">
            <a:pathLst>
              <a:path w="171152" h="40172">
                <a:moveTo>
                  <a:pt x="22537" y="0"/>
                </a:moveTo>
                <a:cubicBezTo>
                  <a:pt x="23275" y="3690"/>
                  <a:pt x="23644" y="7328"/>
                  <a:pt x="23644" y="10913"/>
                </a:cubicBezTo>
                <a:cubicBezTo>
                  <a:pt x="23644" y="14603"/>
                  <a:pt x="23012" y="17977"/>
                  <a:pt x="21746" y="21035"/>
                </a:cubicBezTo>
                <a:cubicBezTo>
                  <a:pt x="20481" y="24092"/>
                  <a:pt x="18465" y="27137"/>
                  <a:pt x="15697" y="30168"/>
                </a:cubicBezTo>
                <a:cubicBezTo>
                  <a:pt x="12929" y="33200"/>
                  <a:pt x="9120" y="36534"/>
                  <a:pt x="4270" y="40172"/>
                </a:cubicBezTo>
                <a:lnTo>
                  <a:pt x="0" y="35348"/>
                </a:lnTo>
                <a:cubicBezTo>
                  <a:pt x="2689" y="32817"/>
                  <a:pt x="4639" y="30537"/>
                  <a:pt x="5852" y="28508"/>
                </a:cubicBezTo>
                <a:cubicBezTo>
                  <a:pt x="7064" y="26478"/>
                  <a:pt x="7934" y="24171"/>
                  <a:pt x="8461" y="21588"/>
                </a:cubicBezTo>
                <a:cubicBezTo>
                  <a:pt x="8989" y="19005"/>
                  <a:pt x="9252" y="15763"/>
                  <a:pt x="9252" y="11862"/>
                </a:cubicBezTo>
                <a:cubicBezTo>
                  <a:pt x="9252" y="7855"/>
                  <a:pt x="9068" y="3901"/>
                  <a:pt x="8699" y="0"/>
                </a:cubicBezTo>
                <a:lnTo>
                  <a:pt x="22537" y="0"/>
                </a:lnTo>
                <a:close/>
                <a:moveTo>
                  <a:pt x="93656" y="0"/>
                </a:moveTo>
                <a:lnTo>
                  <a:pt x="93656" y="18346"/>
                </a:lnTo>
                <a:lnTo>
                  <a:pt x="77682" y="18346"/>
                </a:lnTo>
                <a:lnTo>
                  <a:pt x="77682" y="0"/>
                </a:lnTo>
                <a:lnTo>
                  <a:pt x="93656" y="0"/>
                </a:lnTo>
                <a:moveTo>
                  <a:pt x="132404" y="0"/>
                </a:moveTo>
                <a:lnTo>
                  <a:pt x="132404" y="18346"/>
                </a:lnTo>
                <a:lnTo>
                  <a:pt x="116430" y="18346"/>
                </a:lnTo>
                <a:lnTo>
                  <a:pt x="116430" y="0"/>
                </a:lnTo>
                <a:lnTo>
                  <a:pt x="132404" y="0"/>
                </a:lnTo>
                <a:moveTo>
                  <a:pt x="171152" y="0"/>
                </a:moveTo>
                <a:lnTo>
                  <a:pt x="171152" y="18346"/>
                </a:lnTo>
                <a:lnTo>
                  <a:pt x="155178" y="18346"/>
                </a:lnTo>
                <a:lnTo>
                  <a:pt x="155178" y="0"/>
                </a:lnTo>
                <a:lnTo>
                  <a:pt x="17115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Text …">
            <a:extLst xmlns:a="http://schemas.openxmlformats.org/drawingml/2006/main">
              <a:ext uri="{FF2B5EF4-FFF2-40B4-BE49-F238E27FC236}">
                <a16:creationId xmlns:a16="http://schemas.microsoft.com/office/drawing/2014/main" id="{6EA98AAD-28D9-4D0E-8BF4-8A411A32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989" y="1312838"/>
            <a:ext cx="78327" cy="15499"/>
          </a:xfrm>
          <a:custGeom xmlns:a="http://schemas.openxmlformats.org/drawingml/2006/main">
            <a:pathLst>
              <a:path w="78327" h="15499">
                <a:moveTo>
                  <a:pt x="7657" y="0"/>
                </a:moveTo>
                <a:cubicBezTo>
                  <a:pt x="9810" y="0"/>
                  <a:pt x="11632" y="756"/>
                  <a:pt x="13124" y="2268"/>
                </a:cubicBezTo>
                <a:cubicBezTo>
                  <a:pt x="14615" y="3778"/>
                  <a:pt x="15361" y="5598"/>
                  <a:pt x="15361" y="7727"/>
                </a:cubicBezTo>
                <a:cubicBezTo>
                  <a:pt x="15361" y="9855"/>
                  <a:pt x="14607" y="11668"/>
                  <a:pt x="13101" y="13164"/>
                </a:cubicBezTo>
                <a:cubicBezTo>
                  <a:pt x="11594" y="14659"/>
                  <a:pt x="9779" y="15407"/>
                  <a:pt x="7657" y="15407"/>
                </a:cubicBezTo>
                <a:cubicBezTo>
                  <a:pt x="5535" y="15407"/>
                  <a:pt x="3729" y="14659"/>
                  <a:pt x="2237" y="13164"/>
                </a:cubicBezTo>
                <a:cubicBezTo>
                  <a:pt x="746" y="11668"/>
                  <a:pt x="0" y="9855"/>
                  <a:pt x="0" y="7727"/>
                </a:cubicBezTo>
                <a:cubicBezTo>
                  <a:pt x="0" y="5598"/>
                  <a:pt x="746" y="3778"/>
                  <a:pt x="2237" y="2268"/>
                </a:cubicBezTo>
                <a:cubicBezTo>
                  <a:pt x="3729" y="756"/>
                  <a:pt x="5535" y="0"/>
                  <a:pt x="7657" y="0"/>
                </a:cubicBezTo>
                <a:moveTo>
                  <a:pt x="39163" y="92"/>
                </a:moveTo>
                <a:cubicBezTo>
                  <a:pt x="41285" y="92"/>
                  <a:pt x="43092" y="838"/>
                  <a:pt x="44583" y="2330"/>
                </a:cubicBezTo>
                <a:cubicBezTo>
                  <a:pt x="46075" y="3821"/>
                  <a:pt x="46821" y="5628"/>
                  <a:pt x="46821" y="7750"/>
                </a:cubicBezTo>
                <a:cubicBezTo>
                  <a:pt x="46821" y="9872"/>
                  <a:pt x="46075" y="11678"/>
                  <a:pt x="44583" y="13170"/>
                </a:cubicBezTo>
                <a:cubicBezTo>
                  <a:pt x="43092" y="14661"/>
                  <a:pt x="41285" y="15407"/>
                  <a:pt x="39163" y="15407"/>
                </a:cubicBezTo>
                <a:cubicBezTo>
                  <a:pt x="37041" y="15407"/>
                  <a:pt x="35235" y="14661"/>
                  <a:pt x="33743" y="13170"/>
                </a:cubicBezTo>
                <a:cubicBezTo>
                  <a:pt x="32252" y="11678"/>
                  <a:pt x="31506" y="9872"/>
                  <a:pt x="31506" y="7750"/>
                </a:cubicBezTo>
                <a:cubicBezTo>
                  <a:pt x="31506" y="5628"/>
                  <a:pt x="32252" y="3821"/>
                  <a:pt x="33743" y="2330"/>
                </a:cubicBezTo>
                <a:cubicBezTo>
                  <a:pt x="35235" y="838"/>
                  <a:pt x="37041" y="92"/>
                  <a:pt x="39163" y="92"/>
                </a:cubicBezTo>
                <a:moveTo>
                  <a:pt x="70669" y="185"/>
                </a:moveTo>
                <a:cubicBezTo>
                  <a:pt x="72822" y="185"/>
                  <a:pt x="74636" y="930"/>
                  <a:pt x="76113" y="2422"/>
                </a:cubicBezTo>
                <a:cubicBezTo>
                  <a:pt x="77589" y="3913"/>
                  <a:pt x="78327" y="5720"/>
                  <a:pt x="78327" y="7842"/>
                </a:cubicBezTo>
                <a:cubicBezTo>
                  <a:pt x="78327" y="9964"/>
                  <a:pt x="77581" y="11771"/>
                  <a:pt x="76089" y="13262"/>
                </a:cubicBezTo>
                <a:cubicBezTo>
                  <a:pt x="74598" y="14754"/>
                  <a:pt x="72791" y="15499"/>
                  <a:pt x="70669" y="15499"/>
                </a:cubicBezTo>
                <a:cubicBezTo>
                  <a:pt x="68547" y="15499"/>
                  <a:pt x="66741" y="14754"/>
                  <a:pt x="65249" y="13262"/>
                </a:cubicBezTo>
                <a:cubicBezTo>
                  <a:pt x="63758" y="11771"/>
                  <a:pt x="63012" y="9964"/>
                  <a:pt x="63012" y="7842"/>
                </a:cubicBezTo>
                <a:cubicBezTo>
                  <a:pt x="63012" y="5720"/>
                  <a:pt x="63758" y="3913"/>
                  <a:pt x="65249" y="2422"/>
                </a:cubicBezTo>
                <a:cubicBezTo>
                  <a:pt x="66741" y="930"/>
                  <a:pt x="68547" y="185"/>
                  <a:pt x="70669" y="1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Text 𝐶𝑙𝑎𝑠𝑠">
            <a:extLst xmlns:a="http://schemas.openxmlformats.org/drawingml/2006/main">
              <a:ext uri="{FF2B5EF4-FFF2-40B4-BE49-F238E27FC236}">
                <a16:creationId xmlns:a16="http://schemas.microsoft.com/office/drawing/2014/main" id="{FDE7611A-6D49-4EEB-84EE-AA7829C5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894" y="987231"/>
            <a:ext cx="372614" cy="114426"/>
          </a:xfrm>
          <a:custGeom xmlns:a="http://schemas.openxmlformats.org/drawingml/2006/main">
            <a:pathLst>
              <a:path w="372614" h="114426">
                <a:moveTo>
                  <a:pt x="83585" y="7908"/>
                </a:moveTo>
                <a:lnTo>
                  <a:pt x="78841" y="29338"/>
                </a:lnTo>
                <a:lnTo>
                  <a:pt x="71249" y="29338"/>
                </a:lnTo>
                <a:cubicBezTo>
                  <a:pt x="70827" y="22854"/>
                  <a:pt x="69417" y="18175"/>
                  <a:pt x="67019" y="15302"/>
                </a:cubicBezTo>
                <a:cubicBezTo>
                  <a:pt x="64620" y="12428"/>
                  <a:pt x="60758" y="10992"/>
                  <a:pt x="55434" y="10992"/>
                </a:cubicBezTo>
                <a:cubicBezTo>
                  <a:pt x="48158" y="10992"/>
                  <a:pt x="41397" y="14629"/>
                  <a:pt x="35150" y="21905"/>
                </a:cubicBezTo>
                <a:cubicBezTo>
                  <a:pt x="28903" y="29180"/>
                  <a:pt x="23961" y="38788"/>
                  <a:pt x="20323" y="50729"/>
                </a:cubicBezTo>
                <a:cubicBezTo>
                  <a:pt x="16685" y="62669"/>
                  <a:pt x="14867" y="73753"/>
                  <a:pt x="14867" y="83981"/>
                </a:cubicBezTo>
                <a:cubicBezTo>
                  <a:pt x="14867" y="91994"/>
                  <a:pt x="16290" y="97899"/>
                  <a:pt x="19137" y="101694"/>
                </a:cubicBezTo>
                <a:cubicBezTo>
                  <a:pt x="21984" y="105490"/>
                  <a:pt x="26359" y="107388"/>
                  <a:pt x="32264" y="107388"/>
                </a:cubicBezTo>
                <a:cubicBezTo>
                  <a:pt x="36218" y="107388"/>
                  <a:pt x="39671" y="106795"/>
                  <a:pt x="42623" y="105609"/>
                </a:cubicBezTo>
                <a:cubicBezTo>
                  <a:pt x="45575" y="104422"/>
                  <a:pt x="48343" y="102419"/>
                  <a:pt x="50926" y="99599"/>
                </a:cubicBezTo>
                <a:cubicBezTo>
                  <a:pt x="53509" y="96778"/>
                  <a:pt x="56066" y="92838"/>
                  <a:pt x="58597" y="87777"/>
                </a:cubicBezTo>
                <a:lnTo>
                  <a:pt x="66188" y="87777"/>
                </a:lnTo>
                <a:lnTo>
                  <a:pt x="61365" y="110235"/>
                </a:lnTo>
                <a:cubicBezTo>
                  <a:pt x="51506" y="112976"/>
                  <a:pt x="41173" y="114347"/>
                  <a:pt x="30366" y="114347"/>
                </a:cubicBezTo>
                <a:cubicBezTo>
                  <a:pt x="20455" y="114347"/>
                  <a:pt x="12916" y="111500"/>
                  <a:pt x="7750" y="105806"/>
                </a:cubicBezTo>
                <a:cubicBezTo>
                  <a:pt x="2583" y="100113"/>
                  <a:pt x="0" y="91783"/>
                  <a:pt x="0" y="80818"/>
                </a:cubicBezTo>
                <a:cubicBezTo>
                  <a:pt x="0" y="73068"/>
                  <a:pt x="1384" y="64132"/>
                  <a:pt x="4152" y="54010"/>
                </a:cubicBezTo>
                <a:cubicBezTo>
                  <a:pt x="6919" y="43888"/>
                  <a:pt x="10834" y="35005"/>
                  <a:pt x="15895" y="27361"/>
                </a:cubicBezTo>
                <a:cubicBezTo>
                  <a:pt x="20956" y="19717"/>
                  <a:pt x="26939" y="13891"/>
                  <a:pt x="33845" y="9885"/>
                </a:cubicBezTo>
                <a:cubicBezTo>
                  <a:pt x="40752" y="5878"/>
                  <a:pt x="48343" y="3875"/>
                  <a:pt x="56620" y="3875"/>
                </a:cubicBezTo>
                <a:cubicBezTo>
                  <a:pt x="61417" y="3875"/>
                  <a:pt x="65859" y="4165"/>
                  <a:pt x="69944" y="4745"/>
                </a:cubicBezTo>
                <a:cubicBezTo>
                  <a:pt x="74030" y="5325"/>
                  <a:pt x="78577" y="6379"/>
                  <a:pt x="83585" y="7908"/>
                </a:cubicBezTo>
                <a:close/>
                <a:moveTo>
                  <a:pt x="113615" y="22300"/>
                </a:moveTo>
                <a:cubicBezTo>
                  <a:pt x="114248" y="19506"/>
                  <a:pt x="114696" y="17279"/>
                  <a:pt x="114960" y="15618"/>
                </a:cubicBezTo>
                <a:cubicBezTo>
                  <a:pt x="115223" y="13957"/>
                  <a:pt x="115355" y="12415"/>
                  <a:pt x="115355" y="10992"/>
                </a:cubicBezTo>
                <a:cubicBezTo>
                  <a:pt x="115355" y="9410"/>
                  <a:pt x="115065" y="8211"/>
                  <a:pt x="114485" y="7394"/>
                </a:cubicBezTo>
                <a:cubicBezTo>
                  <a:pt x="113905" y="6577"/>
                  <a:pt x="113075" y="5984"/>
                  <a:pt x="111994" y="5615"/>
                </a:cubicBezTo>
                <a:cubicBezTo>
                  <a:pt x="110914" y="5246"/>
                  <a:pt x="108976" y="4982"/>
                  <a:pt x="106182" y="4824"/>
                </a:cubicBezTo>
                <a:lnTo>
                  <a:pt x="107131" y="712"/>
                </a:lnTo>
                <a:lnTo>
                  <a:pt x="127059" y="0"/>
                </a:lnTo>
                <a:lnTo>
                  <a:pt x="131724" y="0"/>
                </a:lnTo>
                <a:lnTo>
                  <a:pt x="112271" y="87539"/>
                </a:lnTo>
                <a:cubicBezTo>
                  <a:pt x="111111" y="92758"/>
                  <a:pt x="110531" y="96660"/>
                  <a:pt x="110531" y="99243"/>
                </a:cubicBezTo>
                <a:cubicBezTo>
                  <a:pt x="110531" y="101352"/>
                  <a:pt x="110874" y="102880"/>
                  <a:pt x="111559" y="103829"/>
                </a:cubicBezTo>
                <a:cubicBezTo>
                  <a:pt x="112245" y="104778"/>
                  <a:pt x="113325" y="105253"/>
                  <a:pt x="114802" y="105253"/>
                </a:cubicBezTo>
                <a:cubicBezTo>
                  <a:pt x="116383" y="105253"/>
                  <a:pt x="118070" y="104607"/>
                  <a:pt x="119863" y="103315"/>
                </a:cubicBezTo>
                <a:cubicBezTo>
                  <a:pt x="121655" y="102024"/>
                  <a:pt x="124185" y="99559"/>
                  <a:pt x="127454" y="95922"/>
                </a:cubicBezTo>
                <a:lnTo>
                  <a:pt x="131961" y="100350"/>
                </a:lnTo>
                <a:cubicBezTo>
                  <a:pt x="126848" y="105727"/>
                  <a:pt x="122670" y="109404"/>
                  <a:pt x="119428" y="111381"/>
                </a:cubicBezTo>
                <a:cubicBezTo>
                  <a:pt x="116185" y="113358"/>
                  <a:pt x="112561" y="114347"/>
                  <a:pt x="108554" y="114347"/>
                </a:cubicBezTo>
                <a:cubicBezTo>
                  <a:pt x="105128" y="114347"/>
                  <a:pt x="102386" y="113095"/>
                  <a:pt x="100330" y="110591"/>
                </a:cubicBezTo>
                <a:cubicBezTo>
                  <a:pt x="98274" y="108086"/>
                  <a:pt x="97246" y="104884"/>
                  <a:pt x="97246" y="100983"/>
                </a:cubicBezTo>
                <a:cubicBezTo>
                  <a:pt x="97246" y="97450"/>
                  <a:pt x="97984" y="92337"/>
                  <a:pt x="99460" y="85641"/>
                </a:cubicBezTo>
                <a:lnTo>
                  <a:pt x="113615" y="22300"/>
                </a:lnTo>
                <a:close/>
                <a:moveTo>
                  <a:pt x="205761" y="41358"/>
                </a:moveTo>
                <a:lnTo>
                  <a:pt x="213036" y="36139"/>
                </a:lnTo>
                <a:lnTo>
                  <a:pt x="218097" y="37404"/>
                </a:lnTo>
                <a:lnTo>
                  <a:pt x="206473" y="87539"/>
                </a:lnTo>
                <a:cubicBezTo>
                  <a:pt x="205313" y="92548"/>
                  <a:pt x="204733" y="96449"/>
                  <a:pt x="204733" y="99243"/>
                </a:cubicBezTo>
                <a:cubicBezTo>
                  <a:pt x="204733" y="101352"/>
                  <a:pt x="205076" y="102880"/>
                  <a:pt x="205761" y="103829"/>
                </a:cubicBezTo>
                <a:cubicBezTo>
                  <a:pt x="206447" y="104778"/>
                  <a:pt x="207527" y="105253"/>
                  <a:pt x="209003" y="105253"/>
                </a:cubicBezTo>
                <a:cubicBezTo>
                  <a:pt x="210585" y="105253"/>
                  <a:pt x="212272" y="104607"/>
                  <a:pt x="214064" y="103315"/>
                </a:cubicBezTo>
                <a:cubicBezTo>
                  <a:pt x="215857" y="102024"/>
                  <a:pt x="218387" y="99559"/>
                  <a:pt x="221656" y="95922"/>
                </a:cubicBezTo>
                <a:lnTo>
                  <a:pt x="226163" y="100350"/>
                </a:lnTo>
                <a:cubicBezTo>
                  <a:pt x="221419" y="105411"/>
                  <a:pt x="217373" y="109009"/>
                  <a:pt x="214025" y="111144"/>
                </a:cubicBezTo>
                <a:cubicBezTo>
                  <a:pt x="210677" y="113279"/>
                  <a:pt x="207053" y="114347"/>
                  <a:pt x="203152" y="114347"/>
                </a:cubicBezTo>
                <a:cubicBezTo>
                  <a:pt x="199883" y="114347"/>
                  <a:pt x="197274" y="113266"/>
                  <a:pt x="195323" y="111105"/>
                </a:cubicBezTo>
                <a:cubicBezTo>
                  <a:pt x="193372" y="108943"/>
                  <a:pt x="192397" y="106070"/>
                  <a:pt x="192397" y="102485"/>
                </a:cubicBezTo>
                <a:cubicBezTo>
                  <a:pt x="192397" y="99586"/>
                  <a:pt x="193003" y="96501"/>
                  <a:pt x="194216" y="93233"/>
                </a:cubicBezTo>
                <a:lnTo>
                  <a:pt x="193188" y="92917"/>
                </a:lnTo>
                <a:cubicBezTo>
                  <a:pt x="188127" y="100297"/>
                  <a:pt x="183330" y="105701"/>
                  <a:pt x="178796" y="109128"/>
                </a:cubicBezTo>
                <a:cubicBezTo>
                  <a:pt x="174262" y="112554"/>
                  <a:pt x="169465" y="114268"/>
                  <a:pt x="164404" y="114268"/>
                </a:cubicBezTo>
                <a:cubicBezTo>
                  <a:pt x="158604" y="114268"/>
                  <a:pt x="154110" y="112080"/>
                  <a:pt x="150921" y="107704"/>
                </a:cubicBezTo>
                <a:cubicBezTo>
                  <a:pt x="147731" y="103329"/>
                  <a:pt x="146137" y="97187"/>
                  <a:pt x="146137" y="89279"/>
                </a:cubicBezTo>
                <a:cubicBezTo>
                  <a:pt x="146137" y="80211"/>
                  <a:pt x="147916" y="71500"/>
                  <a:pt x="151474" y="63144"/>
                </a:cubicBezTo>
                <a:cubicBezTo>
                  <a:pt x="155033" y="54788"/>
                  <a:pt x="159922" y="48198"/>
                  <a:pt x="166143" y="43374"/>
                </a:cubicBezTo>
                <a:cubicBezTo>
                  <a:pt x="172364" y="38551"/>
                  <a:pt x="179297" y="36139"/>
                  <a:pt x="186941" y="36139"/>
                </a:cubicBezTo>
                <a:cubicBezTo>
                  <a:pt x="190367" y="36139"/>
                  <a:pt x="193570" y="36521"/>
                  <a:pt x="196549" y="37285"/>
                </a:cubicBezTo>
                <a:cubicBezTo>
                  <a:pt x="199527" y="38050"/>
                  <a:pt x="202598" y="39407"/>
                  <a:pt x="205761" y="41358"/>
                </a:cubicBezTo>
                <a:moveTo>
                  <a:pt x="198802" y="64923"/>
                </a:moveTo>
                <a:cubicBezTo>
                  <a:pt x="199277" y="62762"/>
                  <a:pt x="199593" y="60890"/>
                  <a:pt x="199751" y="59308"/>
                </a:cubicBezTo>
                <a:cubicBezTo>
                  <a:pt x="199910" y="57727"/>
                  <a:pt x="199989" y="56014"/>
                  <a:pt x="199989" y="54168"/>
                </a:cubicBezTo>
                <a:cubicBezTo>
                  <a:pt x="199989" y="50109"/>
                  <a:pt x="199119" y="47130"/>
                  <a:pt x="197379" y="45233"/>
                </a:cubicBezTo>
                <a:cubicBezTo>
                  <a:pt x="195639" y="43335"/>
                  <a:pt x="192687" y="42386"/>
                  <a:pt x="188522" y="42386"/>
                </a:cubicBezTo>
                <a:cubicBezTo>
                  <a:pt x="183092" y="42386"/>
                  <a:pt x="178216" y="44574"/>
                  <a:pt x="173893" y="48949"/>
                </a:cubicBezTo>
                <a:cubicBezTo>
                  <a:pt x="169570" y="53325"/>
                  <a:pt x="166196" y="59190"/>
                  <a:pt x="163771" y="66544"/>
                </a:cubicBezTo>
                <a:cubicBezTo>
                  <a:pt x="161346" y="73898"/>
                  <a:pt x="160133" y="81239"/>
                  <a:pt x="160133" y="88567"/>
                </a:cubicBezTo>
                <a:cubicBezTo>
                  <a:pt x="160133" y="94050"/>
                  <a:pt x="160885" y="98149"/>
                  <a:pt x="162387" y="100864"/>
                </a:cubicBezTo>
                <a:cubicBezTo>
                  <a:pt x="163890" y="103579"/>
                  <a:pt x="166407" y="104936"/>
                  <a:pt x="169939" y="104936"/>
                </a:cubicBezTo>
                <a:cubicBezTo>
                  <a:pt x="173418" y="104936"/>
                  <a:pt x="176832" y="103434"/>
                  <a:pt x="180180" y="100429"/>
                </a:cubicBezTo>
                <a:cubicBezTo>
                  <a:pt x="183527" y="97424"/>
                  <a:pt x="186980" y="93141"/>
                  <a:pt x="190539" y="87579"/>
                </a:cubicBezTo>
                <a:cubicBezTo>
                  <a:pt x="194097" y="82017"/>
                  <a:pt x="196615" y="75599"/>
                  <a:pt x="198091" y="68323"/>
                </a:cubicBezTo>
                <a:lnTo>
                  <a:pt x="198802" y="64923"/>
                </a:lnTo>
                <a:close/>
                <a:moveTo>
                  <a:pt x="287666" y="56699"/>
                </a:moveTo>
                <a:cubicBezTo>
                  <a:pt x="287086" y="52007"/>
                  <a:pt x="285544" y="48448"/>
                  <a:pt x="283040" y="46023"/>
                </a:cubicBezTo>
                <a:cubicBezTo>
                  <a:pt x="280535" y="43598"/>
                  <a:pt x="276595" y="42386"/>
                  <a:pt x="271217" y="42386"/>
                </a:cubicBezTo>
                <a:cubicBezTo>
                  <a:pt x="267053" y="42386"/>
                  <a:pt x="263679" y="43453"/>
                  <a:pt x="261095" y="45588"/>
                </a:cubicBezTo>
                <a:cubicBezTo>
                  <a:pt x="258512" y="47724"/>
                  <a:pt x="257221" y="50531"/>
                  <a:pt x="257221" y="54010"/>
                </a:cubicBezTo>
                <a:cubicBezTo>
                  <a:pt x="257221" y="55908"/>
                  <a:pt x="257550" y="57582"/>
                  <a:pt x="258209" y="59032"/>
                </a:cubicBezTo>
                <a:cubicBezTo>
                  <a:pt x="258868" y="60481"/>
                  <a:pt x="260199" y="62076"/>
                  <a:pt x="262203" y="63816"/>
                </a:cubicBezTo>
                <a:cubicBezTo>
                  <a:pt x="264206" y="65556"/>
                  <a:pt x="267316" y="67691"/>
                  <a:pt x="271534" y="70221"/>
                </a:cubicBezTo>
                <a:cubicBezTo>
                  <a:pt x="274855" y="72225"/>
                  <a:pt x="277517" y="74057"/>
                  <a:pt x="279521" y="75717"/>
                </a:cubicBezTo>
                <a:cubicBezTo>
                  <a:pt x="281524" y="77378"/>
                  <a:pt x="283106" y="79025"/>
                  <a:pt x="284265" y="80660"/>
                </a:cubicBezTo>
                <a:cubicBezTo>
                  <a:pt x="285425" y="82294"/>
                  <a:pt x="286269" y="84020"/>
                  <a:pt x="286796" y="85839"/>
                </a:cubicBezTo>
                <a:cubicBezTo>
                  <a:pt x="287323" y="87658"/>
                  <a:pt x="287587" y="89859"/>
                  <a:pt x="287587" y="92442"/>
                </a:cubicBezTo>
                <a:cubicBezTo>
                  <a:pt x="287587" y="97134"/>
                  <a:pt x="286335" y="101154"/>
                  <a:pt x="283830" y="104502"/>
                </a:cubicBezTo>
                <a:cubicBezTo>
                  <a:pt x="281326" y="107849"/>
                  <a:pt x="277926" y="110340"/>
                  <a:pt x="273629" y="111974"/>
                </a:cubicBezTo>
                <a:cubicBezTo>
                  <a:pt x="269333" y="113609"/>
                  <a:pt x="264443" y="114426"/>
                  <a:pt x="258960" y="114426"/>
                </a:cubicBezTo>
                <a:cubicBezTo>
                  <a:pt x="254585" y="114426"/>
                  <a:pt x="250288" y="114096"/>
                  <a:pt x="246071" y="113437"/>
                </a:cubicBezTo>
                <a:cubicBezTo>
                  <a:pt x="241853" y="112778"/>
                  <a:pt x="237161" y="111658"/>
                  <a:pt x="231995" y="110077"/>
                </a:cubicBezTo>
                <a:lnTo>
                  <a:pt x="235791" y="92838"/>
                </a:lnTo>
                <a:lnTo>
                  <a:pt x="241959" y="92838"/>
                </a:lnTo>
                <a:cubicBezTo>
                  <a:pt x="242169" y="97899"/>
                  <a:pt x="243593" y="101721"/>
                  <a:pt x="246229" y="104304"/>
                </a:cubicBezTo>
                <a:cubicBezTo>
                  <a:pt x="248865" y="106887"/>
                  <a:pt x="253056" y="108179"/>
                  <a:pt x="258802" y="108179"/>
                </a:cubicBezTo>
                <a:cubicBezTo>
                  <a:pt x="263810" y="108179"/>
                  <a:pt x="267725" y="107058"/>
                  <a:pt x="270545" y="104818"/>
                </a:cubicBezTo>
                <a:cubicBezTo>
                  <a:pt x="273366" y="102577"/>
                  <a:pt x="274776" y="99401"/>
                  <a:pt x="274776" y="95289"/>
                </a:cubicBezTo>
                <a:cubicBezTo>
                  <a:pt x="274776" y="92917"/>
                  <a:pt x="274381" y="90874"/>
                  <a:pt x="273590" y="89160"/>
                </a:cubicBezTo>
                <a:cubicBezTo>
                  <a:pt x="272799" y="87447"/>
                  <a:pt x="271507" y="85800"/>
                  <a:pt x="269715" y="84218"/>
                </a:cubicBezTo>
                <a:cubicBezTo>
                  <a:pt x="267923" y="82636"/>
                  <a:pt x="265076" y="80660"/>
                  <a:pt x="261175" y="78287"/>
                </a:cubicBezTo>
                <a:cubicBezTo>
                  <a:pt x="257062" y="75809"/>
                  <a:pt x="253860" y="73569"/>
                  <a:pt x="251567" y="71566"/>
                </a:cubicBezTo>
                <a:cubicBezTo>
                  <a:pt x="249273" y="69562"/>
                  <a:pt x="247547" y="67388"/>
                  <a:pt x="246387" y="65042"/>
                </a:cubicBezTo>
                <a:cubicBezTo>
                  <a:pt x="245227" y="62696"/>
                  <a:pt x="244647" y="59994"/>
                  <a:pt x="244647" y="56936"/>
                </a:cubicBezTo>
                <a:cubicBezTo>
                  <a:pt x="244647" y="52771"/>
                  <a:pt x="245768" y="49121"/>
                  <a:pt x="248008" y="45984"/>
                </a:cubicBezTo>
                <a:cubicBezTo>
                  <a:pt x="250249" y="42847"/>
                  <a:pt x="253451" y="40435"/>
                  <a:pt x="257616" y="38748"/>
                </a:cubicBezTo>
                <a:cubicBezTo>
                  <a:pt x="261781" y="37061"/>
                  <a:pt x="266631" y="36218"/>
                  <a:pt x="272166" y="36218"/>
                </a:cubicBezTo>
                <a:cubicBezTo>
                  <a:pt x="277069" y="36218"/>
                  <a:pt x="281537" y="36508"/>
                  <a:pt x="285570" y="37088"/>
                </a:cubicBezTo>
                <a:cubicBezTo>
                  <a:pt x="289603" y="37667"/>
                  <a:pt x="293623" y="38669"/>
                  <a:pt x="297629" y="40093"/>
                </a:cubicBezTo>
                <a:lnTo>
                  <a:pt x="294071" y="56699"/>
                </a:lnTo>
                <a:lnTo>
                  <a:pt x="287666" y="56699"/>
                </a:lnTo>
                <a:close/>
                <a:moveTo>
                  <a:pt x="362650" y="56699"/>
                </a:moveTo>
                <a:cubicBezTo>
                  <a:pt x="362070" y="52007"/>
                  <a:pt x="360528" y="48448"/>
                  <a:pt x="358024" y="46023"/>
                </a:cubicBezTo>
                <a:cubicBezTo>
                  <a:pt x="355520" y="43598"/>
                  <a:pt x="351579" y="42386"/>
                  <a:pt x="346202" y="42386"/>
                </a:cubicBezTo>
                <a:cubicBezTo>
                  <a:pt x="342037" y="42386"/>
                  <a:pt x="338663" y="43453"/>
                  <a:pt x="336080" y="45588"/>
                </a:cubicBezTo>
                <a:cubicBezTo>
                  <a:pt x="333496" y="47724"/>
                  <a:pt x="332205" y="50531"/>
                  <a:pt x="332205" y="54010"/>
                </a:cubicBezTo>
                <a:cubicBezTo>
                  <a:pt x="332205" y="55908"/>
                  <a:pt x="332534" y="57582"/>
                  <a:pt x="333193" y="59032"/>
                </a:cubicBezTo>
                <a:cubicBezTo>
                  <a:pt x="333852" y="60481"/>
                  <a:pt x="335183" y="62076"/>
                  <a:pt x="337187" y="63816"/>
                </a:cubicBezTo>
                <a:cubicBezTo>
                  <a:pt x="339190" y="65556"/>
                  <a:pt x="342300" y="67691"/>
                  <a:pt x="346518" y="70221"/>
                </a:cubicBezTo>
                <a:cubicBezTo>
                  <a:pt x="349839" y="72225"/>
                  <a:pt x="352502" y="74057"/>
                  <a:pt x="354505" y="75717"/>
                </a:cubicBezTo>
                <a:cubicBezTo>
                  <a:pt x="356508" y="77378"/>
                  <a:pt x="358090" y="79025"/>
                  <a:pt x="359250" y="80660"/>
                </a:cubicBezTo>
                <a:cubicBezTo>
                  <a:pt x="360409" y="82294"/>
                  <a:pt x="361253" y="84020"/>
                  <a:pt x="361780" y="85839"/>
                </a:cubicBezTo>
                <a:cubicBezTo>
                  <a:pt x="362307" y="87658"/>
                  <a:pt x="362571" y="89859"/>
                  <a:pt x="362571" y="92442"/>
                </a:cubicBezTo>
                <a:cubicBezTo>
                  <a:pt x="362571" y="97134"/>
                  <a:pt x="361319" y="101154"/>
                  <a:pt x="358815" y="104502"/>
                </a:cubicBezTo>
                <a:cubicBezTo>
                  <a:pt x="356310" y="107849"/>
                  <a:pt x="352910" y="110340"/>
                  <a:pt x="348614" y="111974"/>
                </a:cubicBezTo>
                <a:cubicBezTo>
                  <a:pt x="344317" y="113609"/>
                  <a:pt x="339427" y="114426"/>
                  <a:pt x="333945" y="114426"/>
                </a:cubicBezTo>
                <a:cubicBezTo>
                  <a:pt x="329569" y="114426"/>
                  <a:pt x="325272" y="114096"/>
                  <a:pt x="321055" y="113437"/>
                </a:cubicBezTo>
                <a:cubicBezTo>
                  <a:pt x="316837" y="112778"/>
                  <a:pt x="312145" y="111658"/>
                  <a:pt x="306979" y="110077"/>
                </a:cubicBezTo>
                <a:lnTo>
                  <a:pt x="310775" y="92838"/>
                </a:lnTo>
                <a:lnTo>
                  <a:pt x="316943" y="92838"/>
                </a:lnTo>
                <a:cubicBezTo>
                  <a:pt x="317154" y="97899"/>
                  <a:pt x="318577" y="101721"/>
                  <a:pt x="321213" y="104304"/>
                </a:cubicBezTo>
                <a:cubicBezTo>
                  <a:pt x="323849" y="106887"/>
                  <a:pt x="328040" y="108179"/>
                  <a:pt x="333786" y="108179"/>
                </a:cubicBezTo>
                <a:cubicBezTo>
                  <a:pt x="338795" y="108179"/>
                  <a:pt x="342709" y="107058"/>
                  <a:pt x="345530" y="104818"/>
                </a:cubicBezTo>
                <a:cubicBezTo>
                  <a:pt x="348350" y="102577"/>
                  <a:pt x="349760" y="99401"/>
                  <a:pt x="349760" y="95289"/>
                </a:cubicBezTo>
                <a:cubicBezTo>
                  <a:pt x="349760" y="92917"/>
                  <a:pt x="349365" y="90874"/>
                  <a:pt x="348574" y="89160"/>
                </a:cubicBezTo>
                <a:cubicBezTo>
                  <a:pt x="347783" y="87447"/>
                  <a:pt x="346492" y="85800"/>
                  <a:pt x="344699" y="84218"/>
                </a:cubicBezTo>
                <a:cubicBezTo>
                  <a:pt x="342907" y="82636"/>
                  <a:pt x="340060" y="80660"/>
                  <a:pt x="336159" y="78287"/>
                </a:cubicBezTo>
                <a:cubicBezTo>
                  <a:pt x="332047" y="75809"/>
                  <a:pt x="328844" y="73569"/>
                  <a:pt x="326551" y="71566"/>
                </a:cubicBezTo>
                <a:cubicBezTo>
                  <a:pt x="324258" y="69562"/>
                  <a:pt x="322531" y="67388"/>
                  <a:pt x="321371" y="65042"/>
                </a:cubicBezTo>
                <a:cubicBezTo>
                  <a:pt x="320211" y="62696"/>
                  <a:pt x="319631" y="59994"/>
                  <a:pt x="319631" y="56936"/>
                </a:cubicBezTo>
                <a:cubicBezTo>
                  <a:pt x="319631" y="52771"/>
                  <a:pt x="320752" y="49121"/>
                  <a:pt x="322992" y="45984"/>
                </a:cubicBezTo>
                <a:cubicBezTo>
                  <a:pt x="325233" y="42847"/>
                  <a:pt x="328435" y="40435"/>
                  <a:pt x="332600" y="38748"/>
                </a:cubicBezTo>
                <a:cubicBezTo>
                  <a:pt x="336765" y="37061"/>
                  <a:pt x="341615" y="36218"/>
                  <a:pt x="347151" y="36218"/>
                </a:cubicBezTo>
                <a:cubicBezTo>
                  <a:pt x="352053" y="36218"/>
                  <a:pt x="356521" y="36508"/>
                  <a:pt x="360554" y="37088"/>
                </a:cubicBezTo>
                <a:cubicBezTo>
                  <a:pt x="364587" y="37667"/>
                  <a:pt x="368607" y="38669"/>
                  <a:pt x="372614" y="40093"/>
                </a:cubicBezTo>
                <a:lnTo>
                  <a:pt x="369055" y="56699"/>
                </a:lnTo>
                <a:lnTo>
                  <a:pt x="362650" y="566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Text &quot;">
            <a:extLst xmlns:a="http://schemas.openxmlformats.org/drawingml/2006/main">
              <a:ext uri="{FF2B5EF4-FFF2-40B4-BE49-F238E27FC236}">
                <a16:creationId xmlns:a16="http://schemas.microsoft.com/office/drawing/2014/main" id="{3BD48D00-755E-4D43-AC6A-431F85D8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232" y="1056314"/>
            <a:ext cx="50294" cy="76389"/>
          </a:xfrm>
          <a:custGeom xmlns:a="http://schemas.openxmlformats.org/drawingml/2006/main">
            <a:pathLst>
              <a:path w="50294" h="76389">
                <a:moveTo>
                  <a:pt x="32501" y="60732"/>
                </a:moveTo>
                <a:cubicBezTo>
                  <a:pt x="32501" y="61958"/>
                  <a:pt x="32541" y="63015"/>
                  <a:pt x="32620" y="63905"/>
                </a:cubicBezTo>
                <a:cubicBezTo>
                  <a:pt x="32699" y="64795"/>
                  <a:pt x="32827" y="65546"/>
                  <a:pt x="33005" y="66159"/>
                </a:cubicBezTo>
                <a:cubicBezTo>
                  <a:pt x="33183" y="66771"/>
                  <a:pt x="33420" y="67295"/>
                  <a:pt x="33717" y="67730"/>
                </a:cubicBezTo>
                <a:cubicBezTo>
                  <a:pt x="34013" y="68165"/>
                  <a:pt x="34359" y="68541"/>
                  <a:pt x="34755" y="68857"/>
                </a:cubicBezTo>
                <a:cubicBezTo>
                  <a:pt x="35229" y="69332"/>
                  <a:pt x="35862" y="69697"/>
                  <a:pt x="36653" y="69954"/>
                </a:cubicBezTo>
                <a:cubicBezTo>
                  <a:pt x="37443" y="70211"/>
                  <a:pt x="38452" y="70429"/>
                  <a:pt x="39677" y="70607"/>
                </a:cubicBezTo>
                <a:cubicBezTo>
                  <a:pt x="40903" y="70785"/>
                  <a:pt x="42376" y="70923"/>
                  <a:pt x="44096" y="71022"/>
                </a:cubicBezTo>
                <a:cubicBezTo>
                  <a:pt x="45816" y="71121"/>
                  <a:pt x="47882" y="71190"/>
                  <a:pt x="50294" y="71229"/>
                </a:cubicBezTo>
                <a:lnTo>
                  <a:pt x="50294" y="76389"/>
                </a:lnTo>
                <a:lnTo>
                  <a:pt x="3262" y="76389"/>
                </a:lnTo>
                <a:lnTo>
                  <a:pt x="3262" y="71229"/>
                </a:lnTo>
                <a:cubicBezTo>
                  <a:pt x="5595" y="71150"/>
                  <a:pt x="7572" y="71061"/>
                  <a:pt x="9193" y="70963"/>
                </a:cubicBezTo>
                <a:cubicBezTo>
                  <a:pt x="10814" y="70864"/>
                  <a:pt x="12198" y="70725"/>
                  <a:pt x="13344" y="70547"/>
                </a:cubicBezTo>
                <a:cubicBezTo>
                  <a:pt x="14491" y="70370"/>
                  <a:pt x="15410" y="70172"/>
                  <a:pt x="16102" y="69954"/>
                </a:cubicBezTo>
                <a:cubicBezTo>
                  <a:pt x="16794" y="69737"/>
                  <a:pt x="17397" y="69470"/>
                  <a:pt x="17911" y="69154"/>
                </a:cubicBezTo>
                <a:cubicBezTo>
                  <a:pt x="18465" y="68798"/>
                  <a:pt x="18939" y="68412"/>
                  <a:pt x="19335" y="67997"/>
                </a:cubicBezTo>
                <a:cubicBezTo>
                  <a:pt x="19730" y="67582"/>
                  <a:pt x="20046" y="67058"/>
                  <a:pt x="20283" y="66425"/>
                </a:cubicBezTo>
                <a:cubicBezTo>
                  <a:pt x="20521" y="65793"/>
                  <a:pt x="20709" y="65022"/>
                  <a:pt x="20847" y="64112"/>
                </a:cubicBezTo>
                <a:cubicBezTo>
                  <a:pt x="20985" y="63203"/>
                  <a:pt x="21055" y="62076"/>
                  <a:pt x="21055" y="60732"/>
                </a:cubicBezTo>
                <a:lnTo>
                  <a:pt x="21055" y="18208"/>
                </a:lnTo>
                <a:cubicBezTo>
                  <a:pt x="21055" y="16666"/>
                  <a:pt x="20758" y="15578"/>
                  <a:pt x="20165" y="14946"/>
                </a:cubicBezTo>
                <a:cubicBezTo>
                  <a:pt x="19572" y="14313"/>
                  <a:pt x="18722" y="13997"/>
                  <a:pt x="17615" y="13997"/>
                </a:cubicBezTo>
                <a:cubicBezTo>
                  <a:pt x="16389" y="13997"/>
                  <a:pt x="14570" y="14629"/>
                  <a:pt x="12158" y="15895"/>
                </a:cubicBezTo>
                <a:cubicBezTo>
                  <a:pt x="9746" y="17160"/>
                  <a:pt x="6623" y="19038"/>
                  <a:pt x="2787" y="21529"/>
                </a:cubicBezTo>
                <a:cubicBezTo>
                  <a:pt x="2273" y="20620"/>
                  <a:pt x="1799" y="19710"/>
                  <a:pt x="1364" y="18801"/>
                </a:cubicBezTo>
                <a:cubicBezTo>
                  <a:pt x="929" y="17891"/>
                  <a:pt x="474" y="16962"/>
                  <a:pt x="0" y="16013"/>
                </a:cubicBezTo>
                <a:cubicBezTo>
                  <a:pt x="4903" y="13325"/>
                  <a:pt x="9756" y="10646"/>
                  <a:pt x="14560" y="7977"/>
                </a:cubicBezTo>
                <a:cubicBezTo>
                  <a:pt x="19364" y="5308"/>
                  <a:pt x="24237" y="2649"/>
                  <a:pt x="29180" y="0"/>
                </a:cubicBezTo>
                <a:lnTo>
                  <a:pt x="32798" y="0"/>
                </a:lnTo>
                <a:cubicBezTo>
                  <a:pt x="32719" y="2175"/>
                  <a:pt x="32659" y="4122"/>
                  <a:pt x="32620" y="5842"/>
                </a:cubicBezTo>
                <a:cubicBezTo>
                  <a:pt x="32580" y="7562"/>
                  <a:pt x="32550" y="9232"/>
                  <a:pt x="32531" y="10853"/>
                </a:cubicBezTo>
                <a:cubicBezTo>
                  <a:pt x="32511" y="12475"/>
                  <a:pt x="32501" y="14076"/>
                  <a:pt x="32501" y="15657"/>
                </a:cubicBezTo>
                <a:lnTo>
                  <a:pt x="32501" y="607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Text 𝐶𝑙𝑎𝑠𝑠">
            <a:extLst xmlns:a="http://schemas.openxmlformats.org/drawingml/2006/main">
              <a:ext uri="{FF2B5EF4-FFF2-40B4-BE49-F238E27FC236}">
                <a16:creationId xmlns:a16="http://schemas.microsoft.com/office/drawing/2014/main" id="{DE1A6254-E58C-4254-ABB6-441278BC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8751" y="971036"/>
            <a:ext cx="372613" cy="114426"/>
          </a:xfrm>
          <a:custGeom xmlns:a="http://schemas.openxmlformats.org/drawingml/2006/main">
            <a:pathLst>
              <a:path w="372613" h="114426">
                <a:moveTo>
                  <a:pt x="83585" y="7908"/>
                </a:moveTo>
                <a:lnTo>
                  <a:pt x="78841" y="29338"/>
                </a:lnTo>
                <a:lnTo>
                  <a:pt x="71249" y="29338"/>
                </a:lnTo>
                <a:cubicBezTo>
                  <a:pt x="70827" y="22854"/>
                  <a:pt x="69417" y="18175"/>
                  <a:pt x="67019" y="15302"/>
                </a:cubicBezTo>
                <a:cubicBezTo>
                  <a:pt x="64620" y="12428"/>
                  <a:pt x="60758" y="10992"/>
                  <a:pt x="55434" y="10992"/>
                </a:cubicBezTo>
                <a:cubicBezTo>
                  <a:pt x="48158" y="10992"/>
                  <a:pt x="41397" y="14629"/>
                  <a:pt x="35150" y="21905"/>
                </a:cubicBezTo>
                <a:cubicBezTo>
                  <a:pt x="28903" y="29180"/>
                  <a:pt x="23961" y="38788"/>
                  <a:pt x="20323" y="50729"/>
                </a:cubicBezTo>
                <a:cubicBezTo>
                  <a:pt x="16685" y="62669"/>
                  <a:pt x="14867" y="73753"/>
                  <a:pt x="14867" y="83981"/>
                </a:cubicBezTo>
                <a:cubicBezTo>
                  <a:pt x="14867" y="91994"/>
                  <a:pt x="16290" y="97899"/>
                  <a:pt x="19137" y="101694"/>
                </a:cubicBezTo>
                <a:cubicBezTo>
                  <a:pt x="21984" y="105490"/>
                  <a:pt x="26359" y="107388"/>
                  <a:pt x="32264" y="107388"/>
                </a:cubicBezTo>
                <a:cubicBezTo>
                  <a:pt x="36218" y="107388"/>
                  <a:pt x="39671" y="106795"/>
                  <a:pt x="42623" y="105609"/>
                </a:cubicBezTo>
                <a:cubicBezTo>
                  <a:pt x="45575" y="104422"/>
                  <a:pt x="48343" y="102419"/>
                  <a:pt x="50926" y="99599"/>
                </a:cubicBezTo>
                <a:cubicBezTo>
                  <a:pt x="53509" y="96778"/>
                  <a:pt x="56066" y="92838"/>
                  <a:pt x="58597" y="87777"/>
                </a:cubicBezTo>
                <a:lnTo>
                  <a:pt x="66188" y="87777"/>
                </a:lnTo>
                <a:lnTo>
                  <a:pt x="61365" y="110235"/>
                </a:lnTo>
                <a:cubicBezTo>
                  <a:pt x="51506" y="112976"/>
                  <a:pt x="41173" y="114347"/>
                  <a:pt x="30366" y="114347"/>
                </a:cubicBezTo>
                <a:cubicBezTo>
                  <a:pt x="20455" y="114347"/>
                  <a:pt x="12916" y="111500"/>
                  <a:pt x="7750" y="105806"/>
                </a:cubicBezTo>
                <a:cubicBezTo>
                  <a:pt x="2583" y="100113"/>
                  <a:pt x="0" y="91783"/>
                  <a:pt x="0" y="80818"/>
                </a:cubicBezTo>
                <a:cubicBezTo>
                  <a:pt x="0" y="73068"/>
                  <a:pt x="1384" y="64132"/>
                  <a:pt x="4152" y="54010"/>
                </a:cubicBezTo>
                <a:cubicBezTo>
                  <a:pt x="6919" y="43888"/>
                  <a:pt x="10834" y="35005"/>
                  <a:pt x="15895" y="27361"/>
                </a:cubicBezTo>
                <a:cubicBezTo>
                  <a:pt x="20956" y="19717"/>
                  <a:pt x="26939" y="13891"/>
                  <a:pt x="33845" y="9885"/>
                </a:cubicBezTo>
                <a:cubicBezTo>
                  <a:pt x="40752" y="5878"/>
                  <a:pt x="48343" y="3875"/>
                  <a:pt x="56620" y="3875"/>
                </a:cubicBezTo>
                <a:cubicBezTo>
                  <a:pt x="61417" y="3875"/>
                  <a:pt x="65859" y="4165"/>
                  <a:pt x="69944" y="4745"/>
                </a:cubicBezTo>
                <a:cubicBezTo>
                  <a:pt x="74030" y="5325"/>
                  <a:pt x="78577" y="6379"/>
                  <a:pt x="83585" y="7908"/>
                </a:cubicBezTo>
                <a:close/>
                <a:moveTo>
                  <a:pt x="113616" y="22300"/>
                </a:moveTo>
                <a:cubicBezTo>
                  <a:pt x="114248" y="19506"/>
                  <a:pt x="114696" y="17279"/>
                  <a:pt x="114960" y="15618"/>
                </a:cubicBezTo>
                <a:cubicBezTo>
                  <a:pt x="115224" y="13957"/>
                  <a:pt x="115355" y="12415"/>
                  <a:pt x="115355" y="10992"/>
                </a:cubicBezTo>
                <a:cubicBezTo>
                  <a:pt x="115355" y="9410"/>
                  <a:pt x="115065" y="8211"/>
                  <a:pt x="114485" y="7394"/>
                </a:cubicBezTo>
                <a:cubicBezTo>
                  <a:pt x="113906" y="6577"/>
                  <a:pt x="113075" y="5984"/>
                  <a:pt x="111995" y="5615"/>
                </a:cubicBezTo>
                <a:cubicBezTo>
                  <a:pt x="110914" y="5246"/>
                  <a:pt x="108976" y="4982"/>
                  <a:pt x="106182" y="4824"/>
                </a:cubicBezTo>
                <a:lnTo>
                  <a:pt x="107131" y="712"/>
                </a:lnTo>
                <a:lnTo>
                  <a:pt x="127059" y="0"/>
                </a:lnTo>
                <a:lnTo>
                  <a:pt x="131724" y="0"/>
                </a:lnTo>
                <a:lnTo>
                  <a:pt x="112271" y="87539"/>
                </a:lnTo>
                <a:cubicBezTo>
                  <a:pt x="111112" y="92758"/>
                  <a:pt x="110532" y="96660"/>
                  <a:pt x="110532" y="99243"/>
                </a:cubicBezTo>
                <a:cubicBezTo>
                  <a:pt x="110532" y="101352"/>
                  <a:pt x="110874" y="102880"/>
                  <a:pt x="111560" y="103829"/>
                </a:cubicBezTo>
                <a:cubicBezTo>
                  <a:pt x="112245" y="104778"/>
                  <a:pt x="113326" y="105253"/>
                  <a:pt x="114802" y="105253"/>
                </a:cubicBezTo>
                <a:cubicBezTo>
                  <a:pt x="116383" y="105253"/>
                  <a:pt x="118070" y="104607"/>
                  <a:pt x="119863" y="103315"/>
                </a:cubicBezTo>
                <a:cubicBezTo>
                  <a:pt x="121655" y="102024"/>
                  <a:pt x="124186" y="99559"/>
                  <a:pt x="127454" y="95922"/>
                </a:cubicBezTo>
                <a:lnTo>
                  <a:pt x="131962" y="100350"/>
                </a:lnTo>
                <a:cubicBezTo>
                  <a:pt x="126848" y="105727"/>
                  <a:pt x="122670" y="109404"/>
                  <a:pt x="119428" y="111381"/>
                </a:cubicBezTo>
                <a:cubicBezTo>
                  <a:pt x="116186" y="113358"/>
                  <a:pt x="112561" y="114347"/>
                  <a:pt x="108555" y="114347"/>
                </a:cubicBezTo>
                <a:cubicBezTo>
                  <a:pt x="105128" y="114347"/>
                  <a:pt x="102387" y="113095"/>
                  <a:pt x="100331" y="110591"/>
                </a:cubicBezTo>
                <a:cubicBezTo>
                  <a:pt x="98275" y="108086"/>
                  <a:pt x="97247" y="104884"/>
                  <a:pt x="97247" y="100983"/>
                </a:cubicBezTo>
                <a:cubicBezTo>
                  <a:pt x="97247" y="97450"/>
                  <a:pt x="97985" y="92337"/>
                  <a:pt x="99461" y="85641"/>
                </a:cubicBezTo>
                <a:lnTo>
                  <a:pt x="113616" y="22300"/>
                </a:lnTo>
                <a:close/>
                <a:moveTo>
                  <a:pt x="205762" y="41358"/>
                </a:moveTo>
                <a:lnTo>
                  <a:pt x="213037" y="36139"/>
                </a:lnTo>
                <a:lnTo>
                  <a:pt x="218098" y="37404"/>
                </a:lnTo>
                <a:lnTo>
                  <a:pt x="206474" y="87539"/>
                </a:lnTo>
                <a:cubicBezTo>
                  <a:pt x="205314" y="92548"/>
                  <a:pt x="204734" y="96449"/>
                  <a:pt x="204734" y="99243"/>
                </a:cubicBezTo>
                <a:cubicBezTo>
                  <a:pt x="204734" y="101352"/>
                  <a:pt x="205077" y="102880"/>
                  <a:pt x="205762" y="103829"/>
                </a:cubicBezTo>
                <a:cubicBezTo>
                  <a:pt x="206447" y="104778"/>
                  <a:pt x="207528" y="105253"/>
                  <a:pt x="209004" y="105253"/>
                </a:cubicBezTo>
                <a:cubicBezTo>
                  <a:pt x="210586" y="105253"/>
                  <a:pt x="212273" y="104607"/>
                  <a:pt x="214065" y="103315"/>
                </a:cubicBezTo>
                <a:cubicBezTo>
                  <a:pt x="215857" y="102024"/>
                  <a:pt x="218388" y="99559"/>
                  <a:pt x="221657" y="95922"/>
                </a:cubicBezTo>
                <a:lnTo>
                  <a:pt x="226164" y="100350"/>
                </a:lnTo>
                <a:cubicBezTo>
                  <a:pt x="221419" y="105411"/>
                  <a:pt x="217373" y="109009"/>
                  <a:pt x="214026" y="111144"/>
                </a:cubicBezTo>
                <a:cubicBezTo>
                  <a:pt x="210678" y="113279"/>
                  <a:pt x="207053" y="114347"/>
                  <a:pt x="203152" y="114347"/>
                </a:cubicBezTo>
                <a:cubicBezTo>
                  <a:pt x="199884" y="114347"/>
                  <a:pt x="197274" y="113266"/>
                  <a:pt x="195324" y="111105"/>
                </a:cubicBezTo>
                <a:cubicBezTo>
                  <a:pt x="193373" y="108943"/>
                  <a:pt x="192398" y="106070"/>
                  <a:pt x="192398" y="102485"/>
                </a:cubicBezTo>
                <a:cubicBezTo>
                  <a:pt x="192398" y="99586"/>
                  <a:pt x="193004" y="96501"/>
                  <a:pt x="194216" y="93233"/>
                </a:cubicBezTo>
                <a:lnTo>
                  <a:pt x="193188" y="92917"/>
                </a:lnTo>
                <a:cubicBezTo>
                  <a:pt x="188127" y="100297"/>
                  <a:pt x="183330" y="105701"/>
                  <a:pt x="178796" y="109128"/>
                </a:cubicBezTo>
                <a:cubicBezTo>
                  <a:pt x="174262" y="112554"/>
                  <a:pt x="169465" y="114268"/>
                  <a:pt x="164404" y="114268"/>
                </a:cubicBezTo>
                <a:cubicBezTo>
                  <a:pt x="158605" y="114268"/>
                  <a:pt x="154111" y="112080"/>
                  <a:pt x="150921" y="107704"/>
                </a:cubicBezTo>
                <a:cubicBezTo>
                  <a:pt x="147732" y="103329"/>
                  <a:pt x="146137" y="97187"/>
                  <a:pt x="146137" y="89279"/>
                </a:cubicBezTo>
                <a:cubicBezTo>
                  <a:pt x="146137" y="80211"/>
                  <a:pt x="147916" y="71500"/>
                  <a:pt x="151475" y="63144"/>
                </a:cubicBezTo>
                <a:cubicBezTo>
                  <a:pt x="155033" y="54788"/>
                  <a:pt x="159923" y="48198"/>
                  <a:pt x="166144" y="43374"/>
                </a:cubicBezTo>
                <a:cubicBezTo>
                  <a:pt x="172365" y="38551"/>
                  <a:pt x="179297" y="36139"/>
                  <a:pt x="186941" y="36139"/>
                </a:cubicBezTo>
                <a:cubicBezTo>
                  <a:pt x="190368" y="36139"/>
                  <a:pt x="193571" y="36521"/>
                  <a:pt x="196549" y="37285"/>
                </a:cubicBezTo>
                <a:cubicBezTo>
                  <a:pt x="199528" y="38050"/>
                  <a:pt x="202599" y="39407"/>
                  <a:pt x="205762" y="41358"/>
                </a:cubicBezTo>
                <a:moveTo>
                  <a:pt x="198803" y="64923"/>
                </a:moveTo>
                <a:cubicBezTo>
                  <a:pt x="199277" y="62762"/>
                  <a:pt x="199594" y="60890"/>
                  <a:pt x="199752" y="59308"/>
                </a:cubicBezTo>
                <a:cubicBezTo>
                  <a:pt x="199910" y="57727"/>
                  <a:pt x="199989" y="56014"/>
                  <a:pt x="199989" y="54168"/>
                </a:cubicBezTo>
                <a:cubicBezTo>
                  <a:pt x="199989" y="50109"/>
                  <a:pt x="199119" y="47130"/>
                  <a:pt x="197380" y="45233"/>
                </a:cubicBezTo>
                <a:cubicBezTo>
                  <a:pt x="195640" y="43335"/>
                  <a:pt x="192688" y="42386"/>
                  <a:pt x="188523" y="42386"/>
                </a:cubicBezTo>
                <a:cubicBezTo>
                  <a:pt x="183093" y="42386"/>
                  <a:pt x="178216" y="44574"/>
                  <a:pt x="173893" y="48949"/>
                </a:cubicBezTo>
                <a:cubicBezTo>
                  <a:pt x="169571" y="53325"/>
                  <a:pt x="166197" y="59190"/>
                  <a:pt x="163771" y="66544"/>
                </a:cubicBezTo>
                <a:cubicBezTo>
                  <a:pt x="161346" y="73898"/>
                  <a:pt x="160134" y="81239"/>
                  <a:pt x="160134" y="88567"/>
                </a:cubicBezTo>
                <a:cubicBezTo>
                  <a:pt x="160134" y="94050"/>
                  <a:pt x="160885" y="98149"/>
                  <a:pt x="162388" y="100864"/>
                </a:cubicBezTo>
                <a:cubicBezTo>
                  <a:pt x="163890" y="103579"/>
                  <a:pt x="166407" y="104936"/>
                  <a:pt x="169940" y="104936"/>
                </a:cubicBezTo>
                <a:cubicBezTo>
                  <a:pt x="173419" y="104936"/>
                  <a:pt x="176833" y="103434"/>
                  <a:pt x="180180" y="100429"/>
                </a:cubicBezTo>
                <a:cubicBezTo>
                  <a:pt x="183528" y="97424"/>
                  <a:pt x="186981" y="93141"/>
                  <a:pt x="190539" y="87579"/>
                </a:cubicBezTo>
                <a:cubicBezTo>
                  <a:pt x="194098" y="82017"/>
                  <a:pt x="196615" y="75599"/>
                  <a:pt x="198091" y="68323"/>
                </a:cubicBezTo>
                <a:lnTo>
                  <a:pt x="198803" y="64923"/>
                </a:lnTo>
                <a:close/>
                <a:moveTo>
                  <a:pt x="287666" y="56699"/>
                </a:moveTo>
                <a:cubicBezTo>
                  <a:pt x="287086" y="52007"/>
                  <a:pt x="285544" y="48448"/>
                  <a:pt x="283040" y="46023"/>
                </a:cubicBezTo>
                <a:cubicBezTo>
                  <a:pt x="280535" y="43598"/>
                  <a:pt x="276595" y="42386"/>
                  <a:pt x="271217" y="42386"/>
                </a:cubicBezTo>
                <a:cubicBezTo>
                  <a:pt x="267053" y="42386"/>
                  <a:pt x="263679" y="43453"/>
                  <a:pt x="261095" y="45588"/>
                </a:cubicBezTo>
                <a:cubicBezTo>
                  <a:pt x="258512" y="47724"/>
                  <a:pt x="257221" y="50531"/>
                  <a:pt x="257221" y="54010"/>
                </a:cubicBezTo>
                <a:cubicBezTo>
                  <a:pt x="257221" y="55908"/>
                  <a:pt x="257550" y="57582"/>
                  <a:pt x="258209" y="59032"/>
                </a:cubicBezTo>
                <a:cubicBezTo>
                  <a:pt x="258868" y="60481"/>
                  <a:pt x="260199" y="62076"/>
                  <a:pt x="262203" y="63816"/>
                </a:cubicBezTo>
                <a:cubicBezTo>
                  <a:pt x="264206" y="65556"/>
                  <a:pt x="267316" y="67691"/>
                  <a:pt x="271534" y="70221"/>
                </a:cubicBezTo>
                <a:cubicBezTo>
                  <a:pt x="274855" y="72225"/>
                  <a:pt x="277517" y="74057"/>
                  <a:pt x="279521" y="75717"/>
                </a:cubicBezTo>
                <a:cubicBezTo>
                  <a:pt x="281524" y="77378"/>
                  <a:pt x="283106" y="79025"/>
                  <a:pt x="284265" y="80660"/>
                </a:cubicBezTo>
                <a:cubicBezTo>
                  <a:pt x="285425" y="82294"/>
                  <a:pt x="286269" y="84020"/>
                  <a:pt x="286796" y="85839"/>
                </a:cubicBezTo>
                <a:cubicBezTo>
                  <a:pt x="287323" y="87658"/>
                  <a:pt x="287587" y="89859"/>
                  <a:pt x="287587" y="92442"/>
                </a:cubicBezTo>
                <a:cubicBezTo>
                  <a:pt x="287587" y="97134"/>
                  <a:pt x="286335" y="101154"/>
                  <a:pt x="283830" y="104502"/>
                </a:cubicBezTo>
                <a:cubicBezTo>
                  <a:pt x="281326" y="107849"/>
                  <a:pt x="277926" y="110340"/>
                  <a:pt x="273629" y="111974"/>
                </a:cubicBezTo>
                <a:cubicBezTo>
                  <a:pt x="269333" y="113609"/>
                  <a:pt x="264443" y="114426"/>
                  <a:pt x="258960" y="114426"/>
                </a:cubicBezTo>
                <a:cubicBezTo>
                  <a:pt x="254585" y="114426"/>
                  <a:pt x="250288" y="114096"/>
                  <a:pt x="246071" y="113437"/>
                </a:cubicBezTo>
                <a:cubicBezTo>
                  <a:pt x="241853" y="112778"/>
                  <a:pt x="237161" y="111658"/>
                  <a:pt x="231995" y="110077"/>
                </a:cubicBezTo>
                <a:lnTo>
                  <a:pt x="235791" y="92838"/>
                </a:lnTo>
                <a:lnTo>
                  <a:pt x="241959" y="92838"/>
                </a:lnTo>
                <a:cubicBezTo>
                  <a:pt x="242169" y="97899"/>
                  <a:pt x="243593" y="101721"/>
                  <a:pt x="246229" y="104304"/>
                </a:cubicBezTo>
                <a:cubicBezTo>
                  <a:pt x="248865" y="106887"/>
                  <a:pt x="253056" y="108179"/>
                  <a:pt x="258802" y="108179"/>
                </a:cubicBezTo>
                <a:cubicBezTo>
                  <a:pt x="263810" y="108179"/>
                  <a:pt x="267725" y="107058"/>
                  <a:pt x="270545" y="104818"/>
                </a:cubicBezTo>
                <a:cubicBezTo>
                  <a:pt x="273366" y="102577"/>
                  <a:pt x="274776" y="99401"/>
                  <a:pt x="274776" y="95289"/>
                </a:cubicBezTo>
                <a:cubicBezTo>
                  <a:pt x="274776" y="92917"/>
                  <a:pt x="274381" y="90874"/>
                  <a:pt x="273590" y="89160"/>
                </a:cubicBezTo>
                <a:cubicBezTo>
                  <a:pt x="272799" y="87447"/>
                  <a:pt x="271507" y="85800"/>
                  <a:pt x="269715" y="84218"/>
                </a:cubicBezTo>
                <a:cubicBezTo>
                  <a:pt x="267923" y="82636"/>
                  <a:pt x="265076" y="80660"/>
                  <a:pt x="261175" y="78287"/>
                </a:cubicBezTo>
                <a:cubicBezTo>
                  <a:pt x="257062" y="75809"/>
                  <a:pt x="253860" y="73569"/>
                  <a:pt x="251567" y="71566"/>
                </a:cubicBezTo>
                <a:cubicBezTo>
                  <a:pt x="249273" y="69562"/>
                  <a:pt x="247547" y="67388"/>
                  <a:pt x="246387" y="65042"/>
                </a:cubicBezTo>
                <a:cubicBezTo>
                  <a:pt x="245227" y="62696"/>
                  <a:pt x="244647" y="59994"/>
                  <a:pt x="244647" y="56936"/>
                </a:cubicBezTo>
                <a:cubicBezTo>
                  <a:pt x="244647" y="52771"/>
                  <a:pt x="245768" y="49121"/>
                  <a:pt x="248008" y="45984"/>
                </a:cubicBezTo>
                <a:cubicBezTo>
                  <a:pt x="250249" y="42847"/>
                  <a:pt x="253451" y="40435"/>
                  <a:pt x="257616" y="38748"/>
                </a:cubicBezTo>
                <a:cubicBezTo>
                  <a:pt x="261781" y="37061"/>
                  <a:pt x="266631" y="36218"/>
                  <a:pt x="272166" y="36218"/>
                </a:cubicBezTo>
                <a:cubicBezTo>
                  <a:pt x="277069" y="36218"/>
                  <a:pt x="281537" y="36508"/>
                  <a:pt x="285570" y="37088"/>
                </a:cubicBezTo>
                <a:cubicBezTo>
                  <a:pt x="289603" y="37667"/>
                  <a:pt x="293623" y="38669"/>
                  <a:pt x="297629" y="40093"/>
                </a:cubicBezTo>
                <a:lnTo>
                  <a:pt x="294071" y="56699"/>
                </a:lnTo>
                <a:lnTo>
                  <a:pt x="287666" y="56699"/>
                </a:lnTo>
                <a:close/>
                <a:moveTo>
                  <a:pt x="362649" y="56699"/>
                </a:moveTo>
                <a:cubicBezTo>
                  <a:pt x="362069" y="52007"/>
                  <a:pt x="360527" y="48448"/>
                  <a:pt x="358023" y="46023"/>
                </a:cubicBezTo>
                <a:cubicBezTo>
                  <a:pt x="355519" y="43598"/>
                  <a:pt x="351578" y="42386"/>
                  <a:pt x="346201" y="42386"/>
                </a:cubicBezTo>
                <a:cubicBezTo>
                  <a:pt x="342036" y="42386"/>
                  <a:pt x="338662" y="43453"/>
                  <a:pt x="336079" y="45588"/>
                </a:cubicBezTo>
                <a:cubicBezTo>
                  <a:pt x="333496" y="47724"/>
                  <a:pt x="332204" y="50531"/>
                  <a:pt x="332204" y="54010"/>
                </a:cubicBezTo>
                <a:cubicBezTo>
                  <a:pt x="332204" y="55908"/>
                  <a:pt x="332534" y="57582"/>
                  <a:pt x="333193" y="59032"/>
                </a:cubicBezTo>
                <a:cubicBezTo>
                  <a:pt x="333852" y="60481"/>
                  <a:pt x="335183" y="62076"/>
                  <a:pt x="337186" y="63816"/>
                </a:cubicBezTo>
                <a:cubicBezTo>
                  <a:pt x="339190" y="65556"/>
                  <a:pt x="342300" y="67691"/>
                  <a:pt x="346517" y="70221"/>
                </a:cubicBezTo>
                <a:cubicBezTo>
                  <a:pt x="349839" y="72225"/>
                  <a:pt x="352501" y="74057"/>
                  <a:pt x="354504" y="75717"/>
                </a:cubicBezTo>
                <a:cubicBezTo>
                  <a:pt x="356508" y="77378"/>
                  <a:pt x="358089" y="79025"/>
                  <a:pt x="359249" y="80660"/>
                </a:cubicBezTo>
                <a:cubicBezTo>
                  <a:pt x="360409" y="82294"/>
                  <a:pt x="361252" y="84020"/>
                  <a:pt x="361779" y="85839"/>
                </a:cubicBezTo>
                <a:cubicBezTo>
                  <a:pt x="362307" y="87658"/>
                  <a:pt x="362570" y="89859"/>
                  <a:pt x="362570" y="92442"/>
                </a:cubicBezTo>
                <a:cubicBezTo>
                  <a:pt x="362570" y="97134"/>
                  <a:pt x="361318" y="101154"/>
                  <a:pt x="358814" y="104502"/>
                </a:cubicBezTo>
                <a:cubicBezTo>
                  <a:pt x="356310" y="107849"/>
                  <a:pt x="352910" y="110340"/>
                  <a:pt x="348613" y="111974"/>
                </a:cubicBezTo>
                <a:cubicBezTo>
                  <a:pt x="344316" y="113609"/>
                  <a:pt x="339427" y="114426"/>
                  <a:pt x="333944" y="114426"/>
                </a:cubicBezTo>
                <a:cubicBezTo>
                  <a:pt x="329568" y="114426"/>
                  <a:pt x="325272" y="114096"/>
                  <a:pt x="321054" y="113437"/>
                </a:cubicBezTo>
                <a:cubicBezTo>
                  <a:pt x="316837" y="112778"/>
                  <a:pt x="312145" y="111658"/>
                  <a:pt x="306978" y="110077"/>
                </a:cubicBezTo>
                <a:lnTo>
                  <a:pt x="310774" y="92838"/>
                </a:lnTo>
                <a:lnTo>
                  <a:pt x="316942" y="92838"/>
                </a:lnTo>
                <a:cubicBezTo>
                  <a:pt x="317153" y="97899"/>
                  <a:pt x="318577" y="101721"/>
                  <a:pt x="321212" y="104304"/>
                </a:cubicBezTo>
                <a:cubicBezTo>
                  <a:pt x="323848" y="106887"/>
                  <a:pt x="328040" y="108179"/>
                  <a:pt x="333786" y="108179"/>
                </a:cubicBezTo>
                <a:cubicBezTo>
                  <a:pt x="338794" y="108179"/>
                  <a:pt x="342708" y="107058"/>
                  <a:pt x="345529" y="104818"/>
                </a:cubicBezTo>
                <a:cubicBezTo>
                  <a:pt x="348349" y="102577"/>
                  <a:pt x="349760" y="99401"/>
                  <a:pt x="349760" y="95289"/>
                </a:cubicBezTo>
                <a:cubicBezTo>
                  <a:pt x="349760" y="92917"/>
                  <a:pt x="349364" y="90874"/>
                  <a:pt x="348573" y="89160"/>
                </a:cubicBezTo>
                <a:cubicBezTo>
                  <a:pt x="347783" y="87447"/>
                  <a:pt x="346491" y="85800"/>
                  <a:pt x="344699" y="84218"/>
                </a:cubicBezTo>
                <a:cubicBezTo>
                  <a:pt x="342906" y="82636"/>
                  <a:pt x="340059" y="80660"/>
                  <a:pt x="336158" y="78287"/>
                </a:cubicBezTo>
                <a:cubicBezTo>
                  <a:pt x="332046" y="75809"/>
                  <a:pt x="328843" y="73569"/>
                  <a:pt x="326550" y="71566"/>
                </a:cubicBezTo>
                <a:cubicBezTo>
                  <a:pt x="324257" y="69562"/>
                  <a:pt x="322530" y="67388"/>
                  <a:pt x="321371" y="65042"/>
                </a:cubicBezTo>
                <a:cubicBezTo>
                  <a:pt x="320211" y="62696"/>
                  <a:pt x="319631" y="59994"/>
                  <a:pt x="319631" y="56936"/>
                </a:cubicBezTo>
                <a:cubicBezTo>
                  <a:pt x="319631" y="52771"/>
                  <a:pt x="320751" y="49121"/>
                  <a:pt x="322992" y="45984"/>
                </a:cubicBezTo>
                <a:cubicBezTo>
                  <a:pt x="325232" y="42847"/>
                  <a:pt x="328435" y="40435"/>
                  <a:pt x="332600" y="38748"/>
                </a:cubicBezTo>
                <a:cubicBezTo>
                  <a:pt x="336764" y="37061"/>
                  <a:pt x="341615" y="36218"/>
                  <a:pt x="347150" y="36218"/>
                </a:cubicBezTo>
                <a:cubicBezTo>
                  <a:pt x="352053" y="36218"/>
                  <a:pt x="356521" y="36508"/>
                  <a:pt x="360554" y="37088"/>
                </a:cubicBezTo>
                <a:cubicBezTo>
                  <a:pt x="364587" y="37667"/>
                  <a:pt x="368607" y="38669"/>
                  <a:pt x="372613" y="40093"/>
                </a:cubicBezTo>
                <a:lnTo>
                  <a:pt x="369055" y="56699"/>
                </a:lnTo>
                <a:lnTo>
                  <a:pt x="362649" y="566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Text )">
            <a:extLst xmlns:a="http://schemas.openxmlformats.org/drawingml/2006/main">
              <a:ext uri="{FF2B5EF4-FFF2-40B4-BE49-F238E27FC236}">
                <a16:creationId xmlns:a16="http://schemas.microsoft.com/office/drawing/2014/main" id="{129ED6CD-DF9C-4338-A89D-50E8C512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6776" y="1039585"/>
            <a:ext cx="84277" cy="76923"/>
          </a:xfrm>
          <a:custGeom xmlns:a="http://schemas.openxmlformats.org/drawingml/2006/main">
            <a:pathLst>
              <a:path w="84277" h="76923">
                <a:moveTo>
                  <a:pt x="57707" y="58834"/>
                </a:moveTo>
                <a:cubicBezTo>
                  <a:pt x="58142" y="56304"/>
                  <a:pt x="58696" y="53308"/>
                  <a:pt x="59368" y="49849"/>
                </a:cubicBezTo>
                <a:cubicBezTo>
                  <a:pt x="60040" y="46389"/>
                  <a:pt x="60831" y="42801"/>
                  <a:pt x="61740" y="39084"/>
                </a:cubicBezTo>
                <a:cubicBezTo>
                  <a:pt x="62412" y="36277"/>
                  <a:pt x="63094" y="33391"/>
                  <a:pt x="63786" y="30425"/>
                </a:cubicBezTo>
                <a:cubicBezTo>
                  <a:pt x="64478" y="27460"/>
                  <a:pt x="65121" y="24613"/>
                  <a:pt x="65714" y="21885"/>
                </a:cubicBezTo>
                <a:cubicBezTo>
                  <a:pt x="66307" y="19157"/>
                  <a:pt x="66791" y="16636"/>
                  <a:pt x="67167" y="14323"/>
                </a:cubicBezTo>
                <a:cubicBezTo>
                  <a:pt x="67542" y="12010"/>
                  <a:pt x="67730" y="10102"/>
                  <a:pt x="67730" y="8600"/>
                </a:cubicBezTo>
                <a:cubicBezTo>
                  <a:pt x="67730" y="6860"/>
                  <a:pt x="67285" y="5624"/>
                  <a:pt x="66396" y="4893"/>
                </a:cubicBezTo>
                <a:cubicBezTo>
                  <a:pt x="65506" y="4161"/>
                  <a:pt x="63855" y="3776"/>
                  <a:pt x="61444" y="3736"/>
                </a:cubicBezTo>
                <a:lnTo>
                  <a:pt x="62274" y="0"/>
                </a:lnTo>
                <a:lnTo>
                  <a:pt x="84277" y="0"/>
                </a:lnTo>
                <a:lnTo>
                  <a:pt x="83506" y="3559"/>
                </a:lnTo>
                <a:cubicBezTo>
                  <a:pt x="82162" y="3954"/>
                  <a:pt x="81094" y="4300"/>
                  <a:pt x="80304" y="4596"/>
                </a:cubicBezTo>
                <a:cubicBezTo>
                  <a:pt x="79513" y="4893"/>
                  <a:pt x="78841" y="5466"/>
                  <a:pt x="78287" y="6316"/>
                </a:cubicBezTo>
                <a:cubicBezTo>
                  <a:pt x="77734" y="7166"/>
                  <a:pt x="77210" y="8402"/>
                  <a:pt x="76716" y="10023"/>
                </a:cubicBezTo>
                <a:cubicBezTo>
                  <a:pt x="76221" y="11644"/>
                  <a:pt x="75638" y="13977"/>
                  <a:pt x="74966" y="17022"/>
                </a:cubicBezTo>
                <a:lnTo>
                  <a:pt x="61562" y="76923"/>
                </a:lnTo>
                <a:lnTo>
                  <a:pt x="52607" y="76923"/>
                </a:lnTo>
                <a:cubicBezTo>
                  <a:pt x="50511" y="71546"/>
                  <a:pt x="48366" y="66129"/>
                  <a:pt x="46172" y="60673"/>
                </a:cubicBezTo>
                <a:cubicBezTo>
                  <a:pt x="43977" y="55216"/>
                  <a:pt x="41822" y="49760"/>
                  <a:pt x="39707" y="44303"/>
                </a:cubicBezTo>
                <a:cubicBezTo>
                  <a:pt x="37592" y="38847"/>
                  <a:pt x="35565" y="33430"/>
                  <a:pt x="33628" y="28053"/>
                </a:cubicBezTo>
                <a:cubicBezTo>
                  <a:pt x="31690" y="22676"/>
                  <a:pt x="29931" y="17377"/>
                  <a:pt x="28349" y="12158"/>
                </a:cubicBezTo>
                <a:lnTo>
                  <a:pt x="27578" y="12158"/>
                </a:lnTo>
                <a:cubicBezTo>
                  <a:pt x="27381" y="13384"/>
                  <a:pt x="27144" y="14807"/>
                  <a:pt x="26867" y="16428"/>
                </a:cubicBezTo>
                <a:cubicBezTo>
                  <a:pt x="26590" y="18050"/>
                  <a:pt x="26284" y="19799"/>
                  <a:pt x="25947" y="21677"/>
                </a:cubicBezTo>
                <a:cubicBezTo>
                  <a:pt x="25611" y="23555"/>
                  <a:pt x="25256" y="25483"/>
                  <a:pt x="24880" y="27460"/>
                </a:cubicBezTo>
                <a:cubicBezTo>
                  <a:pt x="24504" y="29437"/>
                  <a:pt x="24119" y="31414"/>
                  <a:pt x="23723" y="33391"/>
                </a:cubicBezTo>
                <a:cubicBezTo>
                  <a:pt x="23368" y="34893"/>
                  <a:pt x="22942" y="36643"/>
                  <a:pt x="22448" y="38639"/>
                </a:cubicBezTo>
                <a:cubicBezTo>
                  <a:pt x="21954" y="40636"/>
                  <a:pt x="21450" y="42771"/>
                  <a:pt x="20936" y="45045"/>
                </a:cubicBezTo>
                <a:cubicBezTo>
                  <a:pt x="20422" y="47318"/>
                  <a:pt x="19898" y="49621"/>
                  <a:pt x="19364" y="51954"/>
                </a:cubicBezTo>
                <a:cubicBezTo>
                  <a:pt x="18830" y="54287"/>
                  <a:pt x="18346" y="56511"/>
                  <a:pt x="17911" y="58626"/>
                </a:cubicBezTo>
                <a:cubicBezTo>
                  <a:pt x="17476" y="60742"/>
                  <a:pt x="17130" y="62669"/>
                  <a:pt x="16873" y="64409"/>
                </a:cubicBezTo>
                <a:cubicBezTo>
                  <a:pt x="16616" y="66149"/>
                  <a:pt x="16488" y="67513"/>
                  <a:pt x="16488" y="68501"/>
                </a:cubicBezTo>
                <a:cubicBezTo>
                  <a:pt x="16488" y="70162"/>
                  <a:pt x="16962" y="71338"/>
                  <a:pt x="17911" y="72030"/>
                </a:cubicBezTo>
                <a:cubicBezTo>
                  <a:pt x="18860" y="72722"/>
                  <a:pt x="20481" y="73147"/>
                  <a:pt x="22774" y="73305"/>
                </a:cubicBezTo>
                <a:lnTo>
                  <a:pt x="22122" y="76923"/>
                </a:lnTo>
                <a:lnTo>
                  <a:pt x="0" y="76923"/>
                </a:lnTo>
                <a:lnTo>
                  <a:pt x="771" y="73305"/>
                </a:lnTo>
                <a:cubicBezTo>
                  <a:pt x="1957" y="73108"/>
                  <a:pt x="2946" y="72870"/>
                  <a:pt x="3736" y="72594"/>
                </a:cubicBezTo>
                <a:cubicBezTo>
                  <a:pt x="4527" y="72317"/>
                  <a:pt x="5219" y="71753"/>
                  <a:pt x="5812" y="70903"/>
                </a:cubicBezTo>
                <a:cubicBezTo>
                  <a:pt x="6405" y="70053"/>
                  <a:pt x="6969" y="68778"/>
                  <a:pt x="7503" y="67078"/>
                </a:cubicBezTo>
                <a:cubicBezTo>
                  <a:pt x="8036" y="65378"/>
                  <a:pt x="8639" y="62986"/>
                  <a:pt x="9311" y="59902"/>
                </a:cubicBezTo>
                <a:lnTo>
                  <a:pt x="19038" y="16666"/>
                </a:lnTo>
                <a:cubicBezTo>
                  <a:pt x="19394" y="15084"/>
                  <a:pt x="19661" y="13611"/>
                  <a:pt x="19839" y="12247"/>
                </a:cubicBezTo>
                <a:cubicBezTo>
                  <a:pt x="20017" y="10883"/>
                  <a:pt x="20106" y="9667"/>
                  <a:pt x="20106" y="8600"/>
                </a:cubicBezTo>
                <a:cubicBezTo>
                  <a:pt x="20106" y="6860"/>
                  <a:pt x="19651" y="5624"/>
                  <a:pt x="18741" y="4893"/>
                </a:cubicBezTo>
                <a:cubicBezTo>
                  <a:pt x="17832" y="4161"/>
                  <a:pt x="16171" y="3776"/>
                  <a:pt x="13760" y="3736"/>
                </a:cubicBezTo>
                <a:lnTo>
                  <a:pt x="14649" y="0"/>
                </a:lnTo>
                <a:lnTo>
                  <a:pt x="35111" y="0"/>
                </a:lnTo>
                <a:cubicBezTo>
                  <a:pt x="36969" y="4942"/>
                  <a:pt x="38877" y="9914"/>
                  <a:pt x="40834" y="14916"/>
                </a:cubicBezTo>
                <a:cubicBezTo>
                  <a:pt x="42791" y="19918"/>
                  <a:pt x="44719" y="24910"/>
                  <a:pt x="46616" y="29891"/>
                </a:cubicBezTo>
                <a:cubicBezTo>
                  <a:pt x="48514" y="34873"/>
                  <a:pt x="50343" y="39786"/>
                  <a:pt x="52102" y="44630"/>
                </a:cubicBezTo>
                <a:cubicBezTo>
                  <a:pt x="53862" y="49473"/>
                  <a:pt x="55473" y="54208"/>
                  <a:pt x="56936" y="58834"/>
                </a:cubicBezTo>
                <a:lnTo>
                  <a:pt x="57707" y="588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Text Setsofrelevantkernelsf">
            <a:extLst xmlns:a="http://schemas.openxmlformats.org/drawingml/2006/main">
              <a:ext uri="{FF2B5EF4-FFF2-40B4-BE49-F238E27FC236}">
                <a16:creationId xmlns:a16="http://schemas.microsoft.com/office/drawing/2014/main" id="{CE90FD7B-2ECC-4493-BCCD-86CB048E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688" y="582593"/>
            <a:ext cx="1700299" cy="111974"/>
          </a:xfrm>
          <a:custGeom xmlns:a="http://schemas.openxmlformats.org/drawingml/2006/main">
            <a:pathLst>
              <a:path w="1700299" h="111974">
                <a:moveTo>
                  <a:pt x="67691" y="0"/>
                </a:moveTo>
                <a:lnTo>
                  <a:pt x="68561" y="35743"/>
                </a:lnTo>
                <a:lnTo>
                  <a:pt x="65318" y="35743"/>
                </a:lnTo>
                <a:cubicBezTo>
                  <a:pt x="63790" y="26804"/>
                  <a:pt x="60033" y="19614"/>
                  <a:pt x="54050" y="14172"/>
                </a:cubicBezTo>
                <a:cubicBezTo>
                  <a:pt x="48066" y="8731"/>
                  <a:pt x="41595" y="6010"/>
                  <a:pt x="34636" y="6010"/>
                </a:cubicBezTo>
                <a:cubicBezTo>
                  <a:pt x="29259" y="6010"/>
                  <a:pt x="25002" y="7442"/>
                  <a:pt x="21865" y="10307"/>
                </a:cubicBezTo>
                <a:cubicBezTo>
                  <a:pt x="18728" y="13171"/>
                  <a:pt x="17160" y="16468"/>
                  <a:pt x="17160" y="20199"/>
                </a:cubicBezTo>
                <a:cubicBezTo>
                  <a:pt x="17160" y="22564"/>
                  <a:pt x="17713" y="24666"/>
                  <a:pt x="18821" y="26506"/>
                </a:cubicBezTo>
                <a:cubicBezTo>
                  <a:pt x="20349" y="28975"/>
                  <a:pt x="22801" y="31419"/>
                  <a:pt x="26175" y="33835"/>
                </a:cubicBezTo>
                <a:cubicBezTo>
                  <a:pt x="28653" y="35570"/>
                  <a:pt x="34373" y="38645"/>
                  <a:pt x="43335" y="43060"/>
                </a:cubicBezTo>
                <a:cubicBezTo>
                  <a:pt x="55882" y="49209"/>
                  <a:pt x="64343" y="55017"/>
                  <a:pt x="68719" y="60485"/>
                </a:cubicBezTo>
                <a:cubicBezTo>
                  <a:pt x="73042" y="65951"/>
                  <a:pt x="75203" y="72206"/>
                  <a:pt x="75203" y="79251"/>
                </a:cubicBezTo>
                <a:cubicBezTo>
                  <a:pt x="75203" y="88187"/>
                  <a:pt x="71711" y="95875"/>
                  <a:pt x="64725" y="102315"/>
                </a:cubicBezTo>
                <a:cubicBezTo>
                  <a:pt x="57740" y="108754"/>
                  <a:pt x="48870" y="111974"/>
                  <a:pt x="38116" y="111974"/>
                </a:cubicBezTo>
                <a:cubicBezTo>
                  <a:pt x="34742" y="111974"/>
                  <a:pt x="31552" y="111632"/>
                  <a:pt x="28547" y="110946"/>
                </a:cubicBezTo>
                <a:cubicBezTo>
                  <a:pt x="25542" y="110261"/>
                  <a:pt x="21773" y="108969"/>
                  <a:pt x="17239" y="107072"/>
                </a:cubicBezTo>
                <a:cubicBezTo>
                  <a:pt x="14709" y="106017"/>
                  <a:pt x="12626" y="105490"/>
                  <a:pt x="10992" y="105490"/>
                </a:cubicBezTo>
                <a:cubicBezTo>
                  <a:pt x="9621" y="105490"/>
                  <a:pt x="8171" y="106024"/>
                  <a:pt x="6643" y="107091"/>
                </a:cubicBezTo>
                <a:cubicBezTo>
                  <a:pt x="5114" y="108159"/>
                  <a:pt x="3875" y="109787"/>
                  <a:pt x="2926" y="111974"/>
                </a:cubicBezTo>
                <a:lnTo>
                  <a:pt x="0" y="111974"/>
                </a:lnTo>
                <a:lnTo>
                  <a:pt x="0" y="71486"/>
                </a:lnTo>
                <a:lnTo>
                  <a:pt x="2926" y="71486"/>
                </a:lnTo>
                <a:cubicBezTo>
                  <a:pt x="5246" y="82847"/>
                  <a:pt x="9713" y="91513"/>
                  <a:pt x="16330" y="97483"/>
                </a:cubicBezTo>
                <a:cubicBezTo>
                  <a:pt x="22946" y="103454"/>
                  <a:pt x="30076" y="106439"/>
                  <a:pt x="37720" y="106439"/>
                </a:cubicBezTo>
                <a:cubicBezTo>
                  <a:pt x="43625" y="106439"/>
                  <a:pt x="48330" y="104836"/>
                  <a:pt x="51836" y="101630"/>
                </a:cubicBezTo>
                <a:cubicBezTo>
                  <a:pt x="55341" y="98424"/>
                  <a:pt x="57094" y="94693"/>
                  <a:pt x="57094" y="90436"/>
                </a:cubicBezTo>
                <a:cubicBezTo>
                  <a:pt x="57094" y="87913"/>
                  <a:pt x="56422" y="85470"/>
                  <a:pt x="55078" y="83106"/>
                </a:cubicBezTo>
                <a:cubicBezTo>
                  <a:pt x="53733" y="80740"/>
                  <a:pt x="51691" y="78493"/>
                  <a:pt x="48949" y="76365"/>
                </a:cubicBezTo>
                <a:cubicBezTo>
                  <a:pt x="46208" y="74236"/>
                  <a:pt x="41358" y="71464"/>
                  <a:pt x="34399" y="68049"/>
                </a:cubicBezTo>
                <a:cubicBezTo>
                  <a:pt x="24646" y="63266"/>
                  <a:pt x="17634" y="59191"/>
                  <a:pt x="13364" y="55822"/>
                </a:cubicBezTo>
                <a:cubicBezTo>
                  <a:pt x="9094" y="52453"/>
                  <a:pt x="5812" y="48689"/>
                  <a:pt x="3519" y="44531"/>
                </a:cubicBezTo>
                <a:cubicBezTo>
                  <a:pt x="1226" y="40373"/>
                  <a:pt x="79" y="35793"/>
                  <a:pt x="79" y="30793"/>
                </a:cubicBezTo>
                <a:cubicBezTo>
                  <a:pt x="79" y="22266"/>
                  <a:pt x="3216" y="15003"/>
                  <a:pt x="9489" y="9003"/>
                </a:cubicBezTo>
                <a:cubicBezTo>
                  <a:pt x="15763" y="3001"/>
                  <a:pt x="23671" y="0"/>
                  <a:pt x="33213" y="0"/>
                </a:cubicBezTo>
                <a:cubicBezTo>
                  <a:pt x="36692" y="0"/>
                  <a:pt x="40066" y="427"/>
                  <a:pt x="43335" y="1280"/>
                </a:cubicBezTo>
                <a:cubicBezTo>
                  <a:pt x="45812" y="1919"/>
                  <a:pt x="48831" y="3105"/>
                  <a:pt x="52389" y="4836"/>
                </a:cubicBezTo>
                <a:cubicBezTo>
                  <a:pt x="55948" y="6568"/>
                  <a:pt x="58439" y="7433"/>
                  <a:pt x="59862" y="7433"/>
                </a:cubicBezTo>
                <a:cubicBezTo>
                  <a:pt x="61233" y="7433"/>
                  <a:pt x="62313" y="7007"/>
                  <a:pt x="63104" y="6156"/>
                </a:cubicBezTo>
                <a:cubicBezTo>
                  <a:pt x="63895" y="5302"/>
                  <a:pt x="64633" y="3250"/>
                  <a:pt x="65318" y="0"/>
                </a:cubicBezTo>
                <a:lnTo>
                  <a:pt x="67691" y="0"/>
                </a:lnTo>
                <a:close/>
                <a:moveTo>
                  <a:pt x="149959" y="69905"/>
                </a:moveTo>
                <a:lnTo>
                  <a:pt x="109392" y="69905"/>
                </a:lnTo>
                <a:cubicBezTo>
                  <a:pt x="109867" y="79737"/>
                  <a:pt x="112476" y="87507"/>
                  <a:pt x="117221" y="93216"/>
                </a:cubicBezTo>
                <a:cubicBezTo>
                  <a:pt x="120858" y="97603"/>
                  <a:pt x="125234" y="99796"/>
                  <a:pt x="130348" y="99796"/>
                </a:cubicBezTo>
                <a:cubicBezTo>
                  <a:pt x="133511" y="99796"/>
                  <a:pt x="136384" y="98913"/>
                  <a:pt x="138967" y="97147"/>
                </a:cubicBezTo>
                <a:cubicBezTo>
                  <a:pt x="141551" y="95381"/>
                  <a:pt x="144318" y="92205"/>
                  <a:pt x="147270" y="87618"/>
                </a:cubicBezTo>
                <a:lnTo>
                  <a:pt x="149959" y="89358"/>
                </a:lnTo>
                <a:cubicBezTo>
                  <a:pt x="145953" y="97529"/>
                  <a:pt x="141524" y="103315"/>
                  <a:pt x="136674" y="106716"/>
                </a:cubicBezTo>
                <a:cubicBezTo>
                  <a:pt x="131824" y="110116"/>
                  <a:pt x="126209" y="111816"/>
                  <a:pt x="119830" y="111816"/>
                </a:cubicBezTo>
                <a:cubicBezTo>
                  <a:pt x="108865" y="111816"/>
                  <a:pt x="100562" y="107595"/>
                  <a:pt x="94921" y="99151"/>
                </a:cubicBezTo>
                <a:cubicBezTo>
                  <a:pt x="90387" y="92344"/>
                  <a:pt x="88120" y="83901"/>
                  <a:pt x="88120" y="73822"/>
                </a:cubicBezTo>
                <a:cubicBezTo>
                  <a:pt x="88120" y="61472"/>
                  <a:pt x="91455" y="51644"/>
                  <a:pt x="98124" y="44336"/>
                </a:cubicBezTo>
                <a:cubicBezTo>
                  <a:pt x="104792" y="37026"/>
                  <a:pt x="112608" y="33371"/>
                  <a:pt x="121570" y="33371"/>
                </a:cubicBezTo>
                <a:cubicBezTo>
                  <a:pt x="129056" y="33371"/>
                  <a:pt x="135554" y="36442"/>
                  <a:pt x="141063" y="42583"/>
                </a:cubicBezTo>
                <a:cubicBezTo>
                  <a:pt x="146572" y="48725"/>
                  <a:pt x="149537" y="57832"/>
                  <a:pt x="149959" y="69905"/>
                </a:cubicBezTo>
                <a:moveTo>
                  <a:pt x="130506" y="64686"/>
                </a:moveTo>
                <a:cubicBezTo>
                  <a:pt x="130506" y="56198"/>
                  <a:pt x="130045" y="50373"/>
                  <a:pt x="129122" y="47210"/>
                </a:cubicBezTo>
                <a:cubicBezTo>
                  <a:pt x="128200" y="44046"/>
                  <a:pt x="126763" y="41648"/>
                  <a:pt x="124812" y="40013"/>
                </a:cubicBezTo>
                <a:cubicBezTo>
                  <a:pt x="123705" y="39065"/>
                  <a:pt x="122229" y="38590"/>
                  <a:pt x="120384" y="38590"/>
                </a:cubicBezTo>
                <a:cubicBezTo>
                  <a:pt x="117643" y="38590"/>
                  <a:pt x="115402" y="39934"/>
                  <a:pt x="113662" y="42623"/>
                </a:cubicBezTo>
                <a:cubicBezTo>
                  <a:pt x="110552" y="47315"/>
                  <a:pt x="108997" y="53747"/>
                  <a:pt x="108997" y="61918"/>
                </a:cubicBezTo>
                <a:lnTo>
                  <a:pt x="108997" y="64686"/>
                </a:lnTo>
                <a:lnTo>
                  <a:pt x="130506" y="64686"/>
                </a:lnTo>
                <a:close/>
                <a:moveTo>
                  <a:pt x="188364" y="8382"/>
                </a:moveTo>
                <a:lnTo>
                  <a:pt x="188364" y="35585"/>
                </a:lnTo>
                <a:lnTo>
                  <a:pt x="205919" y="35585"/>
                </a:lnTo>
                <a:lnTo>
                  <a:pt x="205919" y="43335"/>
                </a:lnTo>
                <a:lnTo>
                  <a:pt x="188364" y="43335"/>
                </a:lnTo>
                <a:lnTo>
                  <a:pt x="188364" y="89086"/>
                </a:lnTo>
                <a:cubicBezTo>
                  <a:pt x="188364" y="93368"/>
                  <a:pt x="188562" y="96130"/>
                  <a:pt x="188957" y="97372"/>
                </a:cubicBezTo>
                <a:cubicBezTo>
                  <a:pt x="189352" y="98614"/>
                  <a:pt x="190051" y="99619"/>
                  <a:pt x="191053" y="100387"/>
                </a:cubicBezTo>
                <a:cubicBezTo>
                  <a:pt x="192054" y="101153"/>
                  <a:pt x="192977" y="101536"/>
                  <a:pt x="193820" y="101536"/>
                </a:cubicBezTo>
                <a:cubicBezTo>
                  <a:pt x="197247" y="101536"/>
                  <a:pt x="200489" y="98900"/>
                  <a:pt x="203547" y="93628"/>
                </a:cubicBezTo>
                <a:lnTo>
                  <a:pt x="205919" y="95385"/>
                </a:lnTo>
                <a:cubicBezTo>
                  <a:pt x="201649" y="105601"/>
                  <a:pt x="194717" y="110709"/>
                  <a:pt x="185122" y="110709"/>
                </a:cubicBezTo>
                <a:cubicBezTo>
                  <a:pt x="180430" y="110709"/>
                  <a:pt x="176463" y="109400"/>
                  <a:pt x="173221" y="106782"/>
                </a:cubicBezTo>
                <a:cubicBezTo>
                  <a:pt x="169978" y="104163"/>
                  <a:pt x="167909" y="101240"/>
                  <a:pt x="167013" y="98012"/>
                </a:cubicBezTo>
                <a:cubicBezTo>
                  <a:pt x="166486" y="96213"/>
                  <a:pt x="166222" y="91346"/>
                  <a:pt x="166222" y="83410"/>
                </a:cubicBezTo>
                <a:lnTo>
                  <a:pt x="166222" y="43335"/>
                </a:lnTo>
                <a:lnTo>
                  <a:pt x="156575" y="43335"/>
                </a:lnTo>
                <a:lnTo>
                  <a:pt x="156575" y="40560"/>
                </a:lnTo>
                <a:cubicBezTo>
                  <a:pt x="163217" y="35858"/>
                  <a:pt x="168871" y="30918"/>
                  <a:pt x="173537" y="25740"/>
                </a:cubicBezTo>
                <a:cubicBezTo>
                  <a:pt x="178202" y="20562"/>
                  <a:pt x="182275" y="14776"/>
                  <a:pt x="185754" y="8382"/>
                </a:cubicBezTo>
                <a:lnTo>
                  <a:pt x="188364" y="8382"/>
                </a:lnTo>
                <a:close/>
                <a:moveTo>
                  <a:pt x="259739" y="33687"/>
                </a:moveTo>
                <a:lnTo>
                  <a:pt x="260925" y="58992"/>
                </a:lnTo>
                <a:lnTo>
                  <a:pt x="258237" y="58992"/>
                </a:lnTo>
                <a:cubicBezTo>
                  <a:pt x="255021" y="51445"/>
                  <a:pt x="251687" y="46290"/>
                  <a:pt x="248233" y="43527"/>
                </a:cubicBezTo>
                <a:cubicBezTo>
                  <a:pt x="244780" y="40763"/>
                  <a:pt x="241341" y="39381"/>
                  <a:pt x="237914" y="39381"/>
                </a:cubicBezTo>
                <a:cubicBezTo>
                  <a:pt x="235752" y="39381"/>
                  <a:pt x="233907" y="40106"/>
                  <a:pt x="232378" y="41555"/>
                </a:cubicBezTo>
                <a:cubicBezTo>
                  <a:pt x="230850" y="43005"/>
                  <a:pt x="230085" y="44679"/>
                  <a:pt x="230085" y="46577"/>
                </a:cubicBezTo>
                <a:cubicBezTo>
                  <a:pt x="230085" y="48000"/>
                  <a:pt x="230612" y="49371"/>
                  <a:pt x="231667" y="50689"/>
                </a:cubicBezTo>
                <a:cubicBezTo>
                  <a:pt x="233354" y="52850"/>
                  <a:pt x="238072" y="56554"/>
                  <a:pt x="245822" y="61799"/>
                </a:cubicBezTo>
                <a:cubicBezTo>
                  <a:pt x="253571" y="67045"/>
                  <a:pt x="258672" y="71500"/>
                  <a:pt x="261123" y="75164"/>
                </a:cubicBezTo>
                <a:cubicBezTo>
                  <a:pt x="263575" y="78828"/>
                  <a:pt x="264800" y="82926"/>
                  <a:pt x="264800" y="87460"/>
                </a:cubicBezTo>
                <a:cubicBezTo>
                  <a:pt x="264800" y="91572"/>
                  <a:pt x="263772" y="95605"/>
                  <a:pt x="261716" y="99559"/>
                </a:cubicBezTo>
                <a:cubicBezTo>
                  <a:pt x="259660" y="103513"/>
                  <a:pt x="256761" y="106544"/>
                  <a:pt x="253018" y="108653"/>
                </a:cubicBezTo>
                <a:cubicBezTo>
                  <a:pt x="249275" y="110762"/>
                  <a:pt x="245136" y="111816"/>
                  <a:pt x="240602" y="111816"/>
                </a:cubicBezTo>
                <a:cubicBezTo>
                  <a:pt x="237070" y="111816"/>
                  <a:pt x="232352" y="110689"/>
                  <a:pt x="226447" y="108433"/>
                </a:cubicBezTo>
                <a:cubicBezTo>
                  <a:pt x="224866" y="107842"/>
                  <a:pt x="223785" y="107546"/>
                  <a:pt x="223205" y="107546"/>
                </a:cubicBezTo>
                <a:cubicBezTo>
                  <a:pt x="221466" y="107546"/>
                  <a:pt x="220016" y="108864"/>
                  <a:pt x="218856" y="111500"/>
                </a:cubicBezTo>
                <a:lnTo>
                  <a:pt x="216246" y="111500"/>
                </a:lnTo>
                <a:lnTo>
                  <a:pt x="214981" y="84930"/>
                </a:lnTo>
                <a:lnTo>
                  <a:pt x="217670" y="84930"/>
                </a:lnTo>
                <a:cubicBezTo>
                  <a:pt x="220042" y="91889"/>
                  <a:pt x="223298" y="97108"/>
                  <a:pt x="227436" y="100587"/>
                </a:cubicBezTo>
                <a:cubicBezTo>
                  <a:pt x="231574" y="104067"/>
                  <a:pt x="235489" y="105806"/>
                  <a:pt x="239179" y="105806"/>
                </a:cubicBezTo>
                <a:cubicBezTo>
                  <a:pt x="241710" y="105806"/>
                  <a:pt x="243779" y="105029"/>
                  <a:pt x="245387" y="103474"/>
                </a:cubicBezTo>
                <a:cubicBezTo>
                  <a:pt x="246995" y="101918"/>
                  <a:pt x="247799" y="100034"/>
                  <a:pt x="247799" y="97819"/>
                </a:cubicBezTo>
                <a:cubicBezTo>
                  <a:pt x="247799" y="95289"/>
                  <a:pt x="247008" y="93101"/>
                  <a:pt x="245426" y="91256"/>
                </a:cubicBezTo>
                <a:cubicBezTo>
                  <a:pt x="243845" y="89411"/>
                  <a:pt x="240313" y="86617"/>
                  <a:pt x="234830" y="82874"/>
                </a:cubicBezTo>
                <a:cubicBezTo>
                  <a:pt x="226764" y="77286"/>
                  <a:pt x="221545" y="73015"/>
                  <a:pt x="219172" y="70063"/>
                </a:cubicBezTo>
                <a:cubicBezTo>
                  <a:pt x="215693" y="65740"/>
                  <a:pt x="213953" y="60969"/>
                  <a:pt x="213953" y="55750"/>
                </a:cubicBezTo>
                <a:cubicBezTo>
                  <a:pt x="213953" y="50056"/>
                  <a:pt x="215917" y="44903"/>
                  <a:pt x="219844" y="40290"/>
                </a:cubicBezTo>
                <a:cubicBezTo>
                  <a:pt x="223772" y="35677"/>
                  <a:pt x="229452" y="33371"/>
                  <a:pt x="236886" y="33371"/>
                </a:cubicBezTo>
                <a:cubicBezTo>
                  <a:pt x="240892" y="33371"/>
                  <a:pt x="244767" y="34384"/>
                  <a:pt x="248510" y="36410"/>
                </a:cubicBezTo>
                <a:cubicBezTo>
                  <a:pt x="249934" y="37231"/>
                  <a:pt x="251093" y="37641"/>
                  <a:pt x="251990" y="37641"/>
                </a:cubicBezTo>
                <a:cubicBezTo>
                  <a:pt x="252939" y="37641"/>
                  <a:pt x="253703" y="37443"/>
                  <a:pt x="254283" y="37048"/>
                </a:cubicBezTo>
                <a:cubicBezTo>
                  <a:pt x="254863" y="36653"/>
                  <a:pt x="255785" y="35532"/>
                  <a:pt x="257051" y="33687"/>
                </a:cubicBezTo>
                <a:lnTo>
                  <a:pt x="259739" y="33687"/>
                </a:lnTo>
                <a:close/>
                <a:moveTo>
                  <a:pt x="351624" y="33371"/>
                </a:moveTo>
                <a:cubicBezTo>
                  <a:pt x="358055" y="33371"/>
                  <a:pt x="364039" y="35033"/>
                  <a:pt x="369574" y="38358"/>
                </a:cubicBezTo>
                <a:cubicBezTo>
                  <a:pt x="375110" y="41682"/>
                  <a:pt x="379314" y="46406"/>
                  <a:pt x="382187" y="52528"/>
                </a:cubicBezTo>
                <a:cubicBezTo>
                  <a:pt x="385061" y="58649"/>
                  <a:pt x="386497" y="65351"/>
                  <a:pt x="386497" y="72633"/>
                </a:cubicBezTo>
                <a:cubicBezTo>
                  <a:pt x="386497" y="83134"/>
                  <a:pt x="383835" y="91921"/>
                  <a:pt x="378510" y="98993"/>
                </a:cubicBezTo>
                <a:cubicBezTo>
                  <a:pt x="372079" y="107542"/>
                  <a:pt x="363195" y="111816"/>
                  <a:pt x="351861" y="111816"/>
                </a:cubicBezTo>
                <a:cubicBezTo>
                  <a:pt x="340737" y="111816"/>
                  <a:pt x="332171" y="107911"/>
                  <a:pt x="326161" y="100100"/>
                </a:cubicBezTo>
                <a:cubicBezTo>
                  <a:pt x="320151" y="92290"/>
                  <a:pt x="317146" y="83239"/>
                  <a:pt x="317146" y="72949"/>
                </a:cubicBezTo>
                <a:cubicBezTo>
                  <a:pt x="317146" y="62343"/>
                  <a:pt x="320217" y="53095"/>
                  <a:pt x="326358" y="45205"/>
                </a:cubicBezTo>
                <a:cubicBezTo>
                  <a:pt x="332500" y="37316"/>
                  <a:pt x="340922" y="33371"/>
                  <a:pt x="351624" y="33371"/>
                </a:cubicBezTo>
                <a:moveTo>
                  <a:pt x="351940" y="38906"/>
                </a:moveTo>
                <a:cubicBezTo>
                  <a:pt x="349251" y="38906"/>
                  <a:pt x="346945" y="39923"/>
                  <a:pt x="345021" y="41956"/>
                </a:cubicBezTo>
                <a:cubicBezTo>
                  <a:pt x="343096" y="43987"/>
                  <a:pt x="341831" y="47998"/>
                  <a:pt x="341225" y="53988"/>
                </a:cubicBezTo>
                <a:cubicBezTo>
                  <a:pt x="340619" y="59978"/>
                  <a:pt x="340316" y="68304"/>
                  <a:pt x="340316" y="78967"/>
                </a:cubicBezTo>
                <a:cubicBezTo>
                  <a:pt x="340316" y="84614"/>
                  <a:pt x="340685" y="89893"/>
                  <a:pt x="341423" y="94802"/>
                </a:cubicBezTo>
                <a:cubicBezTo>
                  <a:pt x="342003" y="98548"/>
                  <a:pt x="343241" y="101399"/>
                  <a:pt x="345139" y="103352"/>
                </a:cubicBezTo>
                <a:cubicBezTo>
                  <a:pt x="347037" y="105305"/>
                  <a:pt x="349199" y="106281"/>
                  <a:pt x="351624" y="106281"/>
                </a:cubicBezTo>
                <a:cubicBezTo>
                  <a:pt x="353996" y="106281"/>
                  <a:pt x="355973" y="105621"/>
                  <a:pt x="357555" y="104301"/>
                </a:cubicBezTo>
                <a:cubicBezTo>
                  <a:pt x="359611" y="102507"/>
                  <a:pt x="360981" y="100000"/>
                  <a:pt x="361667" y="96779"/>
                </a:cubicBezTo>
                <a:cubicBezTo>
                  <a:pt x="362721" y="91766"/>
                  <a:pt x="363248" y="81632"/>
                  <a:pt x="363248" y="66379"/>
                </a:cubicBezTo>
                <a:cubicBezTo>
                  <a:pt x="363248" y="57406"/>
                  <a:pt x="362747" y="51245"/>
                  <a:pt x="361746" y="47894"/>
                </a:cubicBezTo>
                <a:cubicBezTo>
                  <a:pt x="360744" y="44541"/>
                  <a:pt x="359268" y="42100"/>
                  <a:pt x="357317" y="40569"/>
                </a:cubicBezTo>
                <a:cubicBezTo>
                  <a:pt x="355947" y="39461"/>
                  <a:pt x="354154" y="38906"/>
                  <a:pt x="351940" y="38906"/>
                </a:cubicBezTo>
                <a:close/>
                <a:moveTo>
                  <a:pt x="430148" y="43335"/>
                </a:moveTo>
                <a:lnTo>
                  <a:pt x="430148" y="94735"/>
                </a:lnTo>
                <a:cubicBezTo>
                  <a:pt x="430148" y="99691"/>
                  <a:pt x="430675" y="102801"/>
                  <a:pt x="431730" y="104067"/>
                </a:cubicBezTo>
                <a:cubicBezTo>
                  <a:pt x="433417" y="106017"/>
                  <a:pt x="436527" y="106913"/>
                  <a:pt x="441061" y="106755"/>
                </a:cubicBezTo>
                <a:lnTo>
                  <a:pt x="441061" y="109602"/>
                </a:lnTo>
                <a:lnTo>
                  <a:pt x="397489" y="109602"/>
                </a:lnTo>
                <a:lnTo>
                  <a:pt x="397489" y="106755"/>
                </a:lnTo>
                <a:cubicBezTo>
                  <a:pt x="400810" y="106703"/>
                  <a:pt x="403169" y="106320"/>
                  <a:pt x="404566" y="105609"/>
                </a:cubicBezTo>
                <a:cubicBezTo>
                  <a:pt x="405963" y="104897"/>
                  <a:pt x="406926" y="103908"/>
                  <a:pt x="407453" y="102643"/>
                </a:cubicBezTo>
                <a:cubicBezTo>
                  <a:pt x="407980" y="101378"/>
                  <a:pt x="408244" y="98742"/>
                  <a:pt x="408244" y="94735"/>
                </a:cubicBezTo>
                <a:lnTo>
                  <a:pt x="408244" y="43335"/>
                </a:lnTo>
                <a:lnTo>
                  <a:pt x="397489" y="43335"/>
                </a:lnTo>
                <a:lnTo>
                  <a:pt x="397489" y="35585"/>
                </a:lnTo>
                <a:lnTo>
                  <a:pt x="408244" y="35585"/>
                </a:lnTo>
                <a:lnTo>
                  <a:pt x="408244" y="30153"/>
                </a:lnTo>
                <a:lnTo>
                  <a:pt x="408164" y="26452"/>
                </a:lnTo>
                <a:cubicBezTo>
                  <a:pt x="408164" y="18895"/>
                  <a:pt x="410945" y="12597"/>
                  <a:pt x="416507" y="7559"/>
                </a:cubicBezTo>
                <a:cubicBezTo>
                  <a:pt x="422069" y="2520"/>
                  <a:pt x="429595" y="0"/>
                  <a:pt x="439084" y="0"/>
                </a:cubicBezTo>
                <a:cubicBezTo>
                  <a:pt x="445568" y="0"/>
                  <a:pt x="450379" y="1217"/>
                  <a:pt x="453516" y="3652"/>
                </a:cubicBezTo>
                <a:cubicBezTo>
                  <a:pt x="456652" y="6086"/>
                  <a:pt x="458221" y="8784"/>
                  <a:pt x="458221" y="11748"/>
                </a:cubicBezTo>
                <a:cubicBezTo>
                  <a:pt x="458221" y="14130"/>
                  <a:pt x="457246" y="16195"/>
                  <a:pt x="455295" y="17941"/>
                </a:cubicBezTo>
                <a:cubicBezTo>
                  <a:pt x="453344" y="19687"/>
                  <a:pt x="450761" y="20560"/>
                  <a:pt x="447545" y="20560"/>
                </a:cubicBezTo>
                <a:cubicBezTo>
                  <a:pt x="444804" y="20560"/>
                  <a:pt x="442629" y="19849"/>
                  <a:pt x="441021" y="18425"/>
                </a:cubicBezTo>
                <a:cubicBezTo>
                  <a:pt x="439413" y="17002"/>
                  <a:pt x="438609" y="15420"/>
                  <a:pt x="438609" y="13680"/>
                </a:cubicBezTo>
                <a:cubicBezTo>
                  <a:pt x="438609" y="13206"/>
                  <a:pt x="438768" y="12231"/>
                  <a:pt x="439084" y="10755"/>
                </a:cubicBezTo>
                <a:cubicBezTo>
                  <a:pt x="439295" y="9858"/>
                  <a:pt x="439400" y="9015"/>
                  <a:pt x="439400" y="8224"/>
                </a:cubicBezTo>
                <a:cubicBezTo>
                  <a:pt x="439400" y="7117"/>
                  <a:pt x="439084" y="6300"/>
                  <a:pt x="438451" y="5773"/>
                </a:cubicBezTo>
                <a:cubicBezTo>
                  <a:pt x="437608" y="4982"/>
                  <a:pt x="436580" y="4587"/>
                  <a:pt x="435367" y="4587"/>
                </a:cubicBezTo>
                <a:cubicBezTo>
                  <a:pt x="433838" y="4587"/>
                  <a:pt x="432560" y="5214"/>
                  <a:pt x="431532" y="6470"/>
                </a:cubicBezTo>
                <a:cubicBezTo>
                  <a:pt x="430504" y="7725"/>
                  <a:pt x="429990" y="9739"/>
                  <a:pt x="429990" y="12512"/>
                </a:cubicBezTo>
                <a:lnTo>
                  <a:pt x="430148" y="26246"/>
                </a:lnTo>
                <a:lnTo>
                  <a:pt x="430148" y="35585"/>
                </a:lnTo>
                <a:lnTo>
                  <a:pt x="441061" y="35585"/>
                </a:lnTo>
                <a:lnTo>
                  <a:pt x="441061" y="43335"/>
                </a:lnTo>
                <a:lnTo>
                  <a:pt x="430148" y="43335"/>
                </a:lnTo>
                <a:close/>
                <a:moveTo>
                  <a:pt x="522875" y="35585"/>
                </a:moveTo>
                <a:lnTo>
                  <a:pt x="522875" y="52350"/>
                </a:lnTo>
                <a:cubicBezTo>
                  <a:pt x="527778" y="44705"/>
                  <a:pt x="532075" y="39631"/>
                  <a:pt x="535765" y="37127"/>
                </a:cubicBezTo>
                <a:cubicBezTo>
                  <a:pt x="539455" y="34623"/>
                  <a:pt x="543014" y="33371"/>
                  <a:pt x="546441" y="33371"/>
                </a:cubicBezTo>
                <a:cubicBezTo>
                  <a:pt x="549393" y="33371"/>
                  <a:pt x="551752" y="34284"/>
                  <a:pt x="553518" y="36109"/>
                </a:cubicBezTo>
                <a:cubicBezTo>
                  <a:pt x="555284" y="37934"/>
                  <a:pt x="556167" y="40513"/>
                  <a:pt x="556167" y="43846"/>
                </a:cubicBezTo>
                <a:cubicBezTo>
                  <a:pt x="556167" y="47392"/>
                  <a:pt x="555311" y="50144"/>
                  <a:pt x="553597" y="52102"/>
                </a:cubicBezTo>
                <a:cubicBezTo>
                  <a:pt x="551884" y="54060"/>
                  <a:pt x="549815" y="55038"/>
                  <a:pt x="547390" y="55038"/>
                </a:cubicBezTo>
                <a:cubicBezTo>
                  <a:pt x="544595" y="55038"/>
                  <a:pt x="542170" y="54142"/>
                  <a:pt x="540114" y="52350"/>
                </a:cubicBezTo>
                <a:cubicBezTo>
                  <a:pt x="538058" y="50557"/>
                  <a:pt x="536846" y="49556"/>
                  <a:pt x="536477" y="49345"/>
                </a:cubicBezTo>
                <a:cubicBezTo>
                  <a:pt x="535950" y="49028"/>
                  <a:pt x="535343" y="48870"/>
                  <a:pt x="534658" y="48870"/>
                </a:cubicBezTo>
                <a:cubicBezTo>
                  <a:pt x="533129" y="48870"/>
                  <a:pt x="531679" y="49450"/>
                  <a:pt x="530309" y="50610"/>
                </a:cubicBezTo>
                <a:cubicBezTo>
                  <a:pt x="528147" y="52402"/>
                  <a:pt x="526513" y="54959"/>
                  <a:pt x="525406" y="58280"/>
                </a:cubicBezTo>
                <a:cubicBezTo>
                  <a:pt x="523719" y="63394"/>
                  <a:pt x="522875" y="69035"/>
                  <a:pt x="522875" y="75203"/>
                </a:cubicBezTo>
                <a:lnTo>
                  <a:pt x="522875" y="92205"/>
                </a:lnTo>
                <a:lnTo>
                  <a:pt x="522954" y="96633"/>
                </a:lnTo>
                <a:cubicBezTo>
                  <a:pt x="522954" y="99638"/>
                  <a:pt x="523139" y="101562"/>
                  <a:pt x="523508" y="102406"/>
                </a:cubicBezTo>
                <a:cubicBezTo>
                  <a:pt x="524141" y="103829"/>
                  <a:pt x="525076" y="104871"/>
                  <a:pt x="526315" y="105530"/>
                </a:cubicBezTo>
                <a:cubicBezTo>
                  <a:pt x="527554" y="106189"/>
                  <a:pt x="529650" y="106597"/>
                  <a:pt x="532602" y="106755"/>
                </a:cubicBezTo>
                <a:lnTo>
                  <a:pt x="532602" y="109602"/>
                </a:lnTo>
                <a:lnTo>
                  <a:pt x="492668" y="109602"/>
                </a:lnTo>
                <a:lnTo>
                  <a:pt x="492668" y="106755"/>
                </a:lnTo>
                <a:cubicBezTo>
                  <a:pt x="495883" y="106492"/>
                  <a:pt x="498058" y="105609"/>
                  <a:pt x="499192" y="104106"/>
                </a:cubicBezTo>
                <a:cubicBezTo>
                  <a:pt x="500325" y="102604"/>
                  <a:pt x="500892" y="98637"/>
                  <a:pt x="500892" y="92205"/>
                </a:cubicBezTo>
                <a:lnTo>
                  <a:pt x="500892" y="51243"/>
                </a:lnTo>
                <a:cubicBezTo>
                  <a:pt x="500892" y="46999"/>
                  <a:pt x="500681" y="44294"/>
                  <a:pt x="500259" y="43127"/>
                </a:cubicBezTo>
                <a:cubicBezTo>
                  <a:pt x="499732" y="41641"/>
                  <a:pt x="498967" y="40554"/>
                  <a:pt x="497966" y="39865"/>
                </a:cubicBezTo>
                <a:cubicBezTo>
                  <a:pt x="496964" y="39175"/>
                  <a:pt x="495198" y="38697"/>
                  <a:pt x="492668" y="38432"/>
                </a:cubicBezTo>
                <a:lnTo>
                  <a:pt x="492668" y="35585"/>
                </a:lnTo>
                <a:lnTo>
                  <a:pt x="522875" y="35585"/>
                </a:lnTo>
                <a:close/>
                <a:moveTo>
                  <a:pt x="623587" y="69905"/>
                </a:moveTo>
                <a:lnTo>
                  <a:pt x="583020" y="69905"/>
                </a:lnTo>
                <a:cubicBezTo>
                  <a:pt x="583495" y="79737"/>
                  <a:pt x="586105" y="87507"/>
                  <a:pt x="590849" y="93216"/>
                </a:cubicBezTo>
                <a:cubicBezTo>
                  <a:pt x="594487" y="97603"/>
                  <a:pt x="598862" y="99796"/>
                  <a:pt x="603976" y="99796"/>
                </a:cubicBezTo>
                <a:cubicBezTo>
                  <a:pt x="607139" y="99796"/>
                  <a:pt x="610012" y="98913"/>
                  <a:pt x="612596" y="97147"/>
                </a:cubicBezTo>
                <a:cubicBezTo>
                  <a:pt x="615179" y="95381"/>
                  <a:pt x="617947" y="92205"/>
                  <a:pt x="620899" y="87618"/>
                </a:cubicBezTo>
                <a:lnTo>
                  <a:pt x="623587" y="89358"/>
                </a:lnTo>
                <a:cubicBezTo>
                  <a:pt x="619581" y="97529"/>
                  <a:pt x="615152" y="103315"/>
                  <a:pt x="610302" y="106716"/>
                </a:cubicBezTo>
                <a:cubicBezTo>
                  <a:pt x="605452" y="110116"/>
                  <a:pt x="599838" y="111816"/>
                  <a:pt x="593459" y="111816"/>
                </a:cubicBezTo>
                <a:cubicBezTo>
                  <a:pt x="582493" y="111816"/>
                  <a:pt x="574190" y="107595"/>
                  <a:pt x="568549" y="99151"/>
                </a:cubicBezTo>
                <a:cubicBezTo>
                  <a:pt x="564015" y="92344"/>
                  <a:pt x="561749" y="83901"/>
                  <a:pt x="561749" y="73822"/>
                </a:cubicBezTo>
                <a:cubicBezTo>
                  <a:pt x="561749" y="61472"/>
                  <a:pt x="565083" y="51644"/>
                  <a:pt x="571752" y="44336"/>
                </a:cubicBezTo>
                <a:cubicBezTo>
                  <a:pt x="578421" y="37026"/>
                  <a:pt x="586236" y="33371"/>
                  <a:pt x="595198" y="33371"/>
                </a:cubicBezTo>
                <a:cubicBezTo>
                  <a:pt x="602685" y="33371"/>
                  <a:pt x="609182" y="36442"/>
                  <a:pt x="614691" y="42583"/>
                </a:cubicBezTo>
                <a:cubicBezTo>
                  <a:pt x="620200" y="48725"/>
                  <a:pt x="623166" y="57832"/>
                  <a:pt x="623587" y="69905"/>
                </a:cubicBezTo>
                <a:moveTo>
                  <a:pt x="604134" y="64686"/>
                </a:moveTo>
                <a:cubicBezTo>
                  <a:pt x="604134" y="56198"/>
                  <a:pt x="603673" y="50373"/>
                  <a:pt x="602750" y="47210"/>
                </a:cubicBezTo>
                <a:cubicBezTo>
                  <a:pt x="601828" y="44046"/>
                  <a:pt x="600391" y="41648"/>
                  <a:pt x="598441" y="40013"/>
                </a:cubicBezTo>
                <a:cubicBezTo>
                  <a:pt x="597334" y="39065"/>
                  <a:pt x="595857" y="38590"/>
                  <a:pt x="594012" y="38590"/>
                </a:cubicBezTo>
                <a:cubicBezTo>
                  <a:pt x="591271" y="38590"/>
                  <a:pt x="589030" y="39934"/>
                  <a:pt x="587291" y="42623"/>
                </a:cubicBezTo>
                <a:cubicBezTo>
                  <a:pt x="584180" y="47315"/>
                  <a:pt x="582625" y="53747"/>
                  <a:pt x="582625" y="61918"/>
                </a:cubicBezTo>
                <a:lnTo>
                  <a:pt x="582625" y="64686"/>
                </a:lnTo>
                <a:lnTo>
                  <a:pt x="604134" y="64686"/>
                </a:lnTo>
                <a:close/>
                <a:moveTo>
                  <a:pt x="661596" y="2372"/>
                </a:moveTo>
                <a:lnTo>
                  <a:pt x="661596" y="94261"/>
                </a:lnTo>
                <a:cubicBezTo>
                  <a:pt x="661596" y="99480"/>
                  <a:pt x="662202" y="102815"/>
                  <a:pt x="663415" y="104264"/>
                </a:cubicBezTo>
                <a:cubicBezTo>
                  <a:pt x="664627" y="105714"/>
                  <a:pt x="667000" y="106544"/>
                  <a:pt x="670532" y="106755"/>
                </a:cubicBezTo>
                <a:lnTo>
                  <a:pt x="670532" y="109602"/>
                </a:lnTo>
                <a:lnTo>
                  <a:pt x="630598" y="109602"/>
                </a:lnTo>
                <a:lnTo>
                  <a:pt x="630598" y="106755"/>
                </a:lnTo>
                <a:cubicBezTo>
                  <a:pt x="633866" y="106650"/>
                  <a:pt x="636291" y="105701"/>
                  <a:pt x="637873" y="103908"/>
                </a:cubicBezTo>
                <a:cubicBezTo>
                  <a:pt x="638927" y="102696"/>
                  <a:pt x="639454" y="99480"/>
                  <a:pt x="639454" y="94261"/>
                </a:cubicBezTo>
                <a:lnTo>
                  <a:pt x="639454" y="17713"/>
                </a:lnTo>
                <a:cubicBezTo>
                  <a:pt x="639454" y="12514"/>
                  <a:pt x="638848" y="9185"/>
                  <a:pt x="637635" y="7727"/>
                </a:cubicBezTo>
                <a:cubicBezTo>
                  <a:pt x="636423" y="6268"/>
                  <a:pt x="634077" y="5432"/>
                  <a:pt x="630598" y="5219"/>
                </a:cubicBezTo>
                <a:lnTo>
                  <a:pt x="630598" y="2372"/>
                </a:lnTo>
                <a:lnTo>
                  <a:pt x="661596" y="2372"/>
                </a:lnTo>
                <a:close/>
                <a:moveTo>
                  <a:pt x="739982" y="69905"/>
                </a:moveTo>
                <a:lnTo>
                  <a:pt x="699415" y="69905"/>
                </a:lnTo>
                <a:cubicBezTo>
                  <a:pt x="699890" y="79737"/>
                  <a:pt x="702499" y="87507"/>
                  <a:pt x="707244" y="93216"/>
                </a:cubicBezTo>
                <a:cubicBezTo>
                  <a:pt x="710882" y="97603"/>
                  <a:pt x="715257" y="99796"/>
                  <a:pt x="720371" y="99796"/>
                </a:cubicBezTo>
                <a:cubicBezTo>
                  <a:pt x="723534" y="99796"/>
                  <a:pt x="726407" y="98913"/>
                  <a:pt x="728990" y="97147"/>
                </a:cubicBezTo>
                <a:cubicBezTo>
                  <a:pt x="731574" y="95381"/>
                  <a:pt x="734341" y="92205"/>
                  <a:pt x="737294" y="87618"/>
                </a:cubicBezTo>
                <a:lnTo>
                  <a:pt x="739982" y="89358"/>
                </a:lnTo>
                <a:cubicBezTo>
                  <a:pt x="735976" y="97529"/>
                  <a:pt x="731547" y="103315"/>
                  <a:pt x="726697" y="106716"/>
                </a:cubicBezTo>
                <a:cubicBezTo>
                  <a:pt x="721847" y="110116"/>
                  <a:pt x="716233" y="111816"/>
                  <a:pt x="709854" y="111816"/>
                </a:cubicBezTo>
                <a:cubicBezTo>
                  <a:pt x="698888" y="111816"/>
                  <a:pt x="690585" y="107595"/>
                  <a:pt x="684944" y="99151"/>
                </a:cubicBezTo>
                <a:cubicBezTo>
                  <a:pt x="680410" y="92344"/>
                  <a:pt x="678143" y="83901"/>
                  <a:pt x="678143" y="73822"/>
                </a:cubicBezTo>
                <a:cubicBezTo>
                  <a:pt x="678143" y="61472"/>
                  <a:pt x="681478" y="51644"/>
                  <a:pt x="688147" y="44336"/>
                </a:cubicBezTo>
                <a:cubicBezTo>
                  <a:pt x="694816" y="37026"/>
                  <a:pt x="702631" y="33371"/>
                  <a:pt x="711593" y="33371"/>
                </a:cubicBezTo>
                <a:cubicBezTo>
                  <a:pt x="719079" y="33371"/>
                  <a:pt x="725577" y="36442"/>
                  <a:pt x="731086" y="42583"/>
                </a:cubicBezTo>
                <a:cubicBezTo>
                  <a:pt x="736595" y="48725"/>
                  <a:pt x="739561" y="57832"/>
                  <a:pt x="739982" y="69905"/>
                </a:cubicBezTo>
                <a:moveTo>
                  <a:pt x="720529" y="64686"/>
                </a:moveTo>
                <a:cubicBezTo>
                  <a:pt x="720529" y="56198"/>
                  <a:pt x="720068" y="50373"/>
                  <a:pt x="719145" y="47210"/>
                </a:cubicBezTo>
                <a:cubicBezTo>
                  <a:pt x="718223" y="44046"/>
                  <a:pt x="716786" y="41648"/>
                  <a:pt x="714836" y="40013"/>
                </a:cubicBezTo>
                <a:cubicBezTo>
                  <a:pt x="713728" y="39065"/>
                  <a:pt x="712252" y="38590"/>
                  <a:pt x="710407" y="38590"/>
                </a:cubicBezTo>
                <a:cubicBezTo>
                  <a:pt x="707666" y="38590"/>
                  <a:pt x="705425" y="39934"/>
                  <a:pt x="703686" y="42623"/>
                </a:cubicBezTo>
                <a:cubicBezTo>
                  <a:pt x="700575" y="47315"/>
                  <a:pt x="699020" y="53747"/>
                  <a:pt x="699020" y="61918"/>
                </a:cubicBezTo>
                <a:lnTo>
                  <a:pt x="699020" y="64686"/>
                </a:lnTo>
                <a:lnTo>
                  <a:pt x="720529" y="64686"/>
                </a:lnTo>
                <a:close/>
                <a:moveTo>
                  <a:pt x="782419" y="111816"/>
                </a:moveTo>
                <a:lnTo>
                  <a:pt x="757509" y="54450"/>
                </a:lnTo>
                <a:cubicBezTo>
                  <a:pt x="754504" y="47490"/>
                  <a:pt x="752159" y="43080"/>
                  <a:pt x="750472" y="41222"/>
                </a:cubicBezTo>
                <a:cubicBezTo>
                  <a:pt x="749259" y="39840"/>
                  <a:pt x="747467" y="38910"/>
                  <a:pt x="745094" y="38432"/>
                </a:cubicBezTo>
                <a:lnTo>
                  <a:pt x="745094" y="35585"/>
                </a:lnTo>
                <a:lnTo>
                  <a:pt x="784396" y="35585"/>
                </a:lnTo>
                <a:lnTo>
                  <a:pt x="784396" y="38432"/>
                </a:lnTo>
                <a:cubicBezTo>
                  <a:pt x="781918" y="38432"/>
                  <a:pt x="780231" y="38882"/>
                  <a:pt x="779335" y="39784"/>
                </a:cubicBezTo>
                <a:cubicBezTo>
                  <a:pt x="778070" y="40952"/>
                  <a:pt x="777437" y="42331"/>
                  <a:pt x="777437" y="43920"/>
                </a:cubicBezTo>
                <a:cubicBezTo>
                  <a:pt x="777437" y="45883"/>
                  <a:pt x="778597" y="49569"/>
                  <a:pt x="780917" y="54979"/>
                </a:cubicBezTo>
                <a:lnTo>
                  <a:pt x="793095" y="82765"/>
                </a:lnTo>
                <a:lnTo>
                  <a:pt x="802821" y="58780"/>
                </a:lnTo>
                <a:cubicBezTo>
                  <a:pt x="805615" y="51892"/>
                  <a:pt x="807012" y="47017"/>
                  <a:pt x="807012" y="44155"/>
                </a:cubicBezTo>
                <a:cubicBezTo>
                  <a:pt x="807012" y="42513"/>
                  <a:pt x="806419" y="41175"/>
                  <a:pt x="805233" y="40142"/>
                </a:cubicBezTo>
                <a:cubicBezTo>
                  <a:pt x="804047" y="39107"/>
                  <a:pt x="801951" y="38537"/>
                  <a:pt x="798946" y="38432"/>
                </a:cubicBezTo>
                <a:lnTo>
                  <a:pt x="798946" y="35585"/>
                </a:lnTo>
                <a:lnTo>
                  <a:pt x="823144" y="35585"/>
                </a:lnTo>
                <a:lnTo>
                  <a:pt x="823144" y="38432"/>
                </a:lnTo>
                <a:cubicBezTo>
                  <a:pt x="820825" y="38750"/>
                  <a:pt x="818927" y="39624"/>
                  <a:pt x="817451" y="41054"/>
                </a:cubicBezTo>
                <a:cubicBezTo>
                  <a:pt x="815974" y="42484"/>
                  <a:pt x="813760" y="46694"/>
                  <a:pt x="810808" y="53684"/>
                </a:cubicBezTo>
                <a:lnTo>
                  <a:pt x="786136" y="111816"/>
                </a:lnTo>
                <a:lnTo>
                  <a:pt x="782419" y="111816"/>
                </a:lnTo>
                <a:close/>
                <a:moveTo>
                  <a:pt x="870828" y="98689"/>
                </a:moveTo>
                <a:cubicBezTo>
                  <a:pt x="861813" y="106703"/>
                  <a:pt x="853721" y="110709"/>
                  <a:pt x="846551" y="110709"/>
                </a:cubicBezTo>
                <a:cubicBezTo>
                  <a:pt x="842334" y="110709"/>
                  <a:pt x="838828" y="109321"/>
                  <a:pt x="836034" y="106545"/>
                </a:cubicBezTo>
                <a:cubicBezTo>
                  <a:pt x="833240" y="103768"/>
                  <a:pt x="831843" y="100290"/>
                  <a:pt x="831843" y="96112"/>
                </a:cubicBezTo>
                <a:cubicBezTo>
                  <a:pt x="831843" y="90451"/>
                  <a:pt x="834268" y="85360"/>
                  <a:pt x="839118" y="80837"/>
                </a:cubicBezTo>
                <a:cubicBezTo>
                  <a:pt x="843968" y="76315"/>
                  <a:pt x="854538" y="70299"/>
                  <a:pt x="870828" y="62788"/>
                </a:cubicBezTo>
                <a:lnTo>
                  <a:pt x="870828" y="55355"/>
                </a:lnTo>
                <a:cubicBezTo>
                  <a:pt x="870828" y="49766"/>
                  <a:pt x="870525" y="46247"/>
                  <a:pt x="869919" y="44798"/>
                </a:cubicBezTo>
                <a:cubicBezTo>
                  <a:pt x="869313" y="43348"/>
                  <a:pt x="868166" y="42083"/>
                  <a:pt x="866479" y="41002"/>
                </a:cubicBezTo>
                <a:cubicBezTo>
                  <a:pt x="864792" y="39921"/>
                  <a:pt x="862894" y="39381"/>
                  <a:pt x="860785" y="39381"/>
                </a:cubicBezTo>
                <a:cubicBezTo>
                  <a:pt x="857359" y="39381"/>
                  <a:pt x="854538" y="40145"/>
                  <a:pt x="852324" y="41674"/>
                </a:cubicBezTo>
                <a:cubicBezTo>
                  <a:pt x="850953" y="42623"/>
                  <a:pt x="850268" y="43730"/>
                  <a:pt x="850268" y="44995"/>
                </a:cubicBezTo>
                <a:cubicBezTo>
                  <a:pt x="850268" y="46102"/>
                  <a:pt x="851006" y="47473"/>
                  <a:pt x="852482" y="49107"/>
                </a:cubicBezTo>
                <a:cubicBezTo>
                  <a:pt x="854485" y="51374"/>
                  <a:pt x="855487" y="53562"/>
                  <a:pt x="855487" y="55671"/>
                </a:cubicBezTo>
                <a:cubicBezTo>
                  <a:pt x="855487" y="58254"/>
                  <a:pt x="854525" y="60455"/>
                  <a:pt x="852601" y="62274"/>
                </a:cubicBezTo>
                <a:cubicBezTo>
                  <a:pt x="850676" y="64093"/>
                  <a:pt x="848159" y="65002"/>
                  <a:pt x="845049" y="65002"/>
                </a:cubicBezTo>
                <a:cubicBezTo>
                  <a:pt x="841727" y="65002"/>
                  <a:pt x="838947" y="64000"/>
                  <a:pt x="836706" y="61997"/>
                </a:cubicBezTo>
                <a:cubicBezTo>
                  <a:pt x="834465" y="59994"/>
                  <a:pt x="833345" y="57648"/>
                  <a:pt x="833345" y="54959"/>
                </a:cubicBezTo>
                <a:cubicBezTo>
                  <a:pt x="833345" y="51163"/>
                  <a:pt x="834848" y="47539"/>
                  <a:pt x="837853" y="44086"/>
                </a:cubicBezTo>
                <a:cubicBezTo>
                  <a:pt x="840858" y="40633"/>
                  <a:pt x="845049" y="37984"/>
                  <a:pt x="850426" y="36139"/>
                </a:cubicBezTo>
                <a:cubicBezTo>
                  <a:pt x="855803" y="34293"/>
                  <a:pt x="861392" y="33371"/>
                  <a:pt x="867191" y="33371"/>
                </a:cubicBezTo>
                <a:cubicBezTo>
                  <a:pt x="874202" y="33371"/>
                  <a:pt x="879751" y="34864"/>
                  <a:pt x="883836" y="37851"/>
                </a:cubicBezTo>
                <a:cubicBezTo>
                  <a:pt x="887922" y="40836"/>
                  <a:pt x="890571" y="44073"/>
                  <a:pt x="891784" y="47560"/>
                </a:cubicBezTo>
                <a:cubicBezTo>
                  <a:pt x="892522" y="49780"/>
                  <a:pt x="892891" y="54878"/>
                  <a:pt x="892891" y="62857"/>
                </a:cubicBezTo>
                <a:lnTo>
                  <a:pt x="892891" y="91629"/>
                </a:lnTo>
                <a:cubicBezTo>
                  <a:pt x="892891" y="95011"/>
                  <a:pt x="893023" y="97139"/>
                  <a:pt x="893286" y="98012"/>
                </a:cubicBezTo>
                <a:cubicBezTo>
                  <a:pt x="893550" y="98884"/>
                  <a:pt x="893945" y="99531"/>
                  <a:pt x="894472" y="99955"/>
                </a:cubicBezTo>
                <a:cubicBezTo>
                  <a:pt x="895000" y="100376"/>
                  <a:pt x="895606" y="100587"/>
                  <a:pt x="896291" y="100587"/>
                </a:cubicBezTo>
                <a:cubicBezTo>
                  <a:pt x="897662" y="100587"/>
                  <a:pt x="899059" y="99612"/>
                  <a:pt x="900482" y="97661"/>
                </a:cubicBezTo>
                <a:lnTo>
                  <a:pt x="902855" y="99559"/>
                </a:lnTo>
                <a:cubicBezTo>
                  <a:pt x="900219" y="103460"/>
                  <a:pt x="897491" y="106294"/>
                  <a:pt x="894670" y="108060"/>
                </a:cubicBezTo>
                <a:cubicBezTo>
                  <a:pt x="891850" y="109826"/>
                  <a:pt x="888647" y="110709"/>
                  <a:pt x="885062" y="110709"/>
                </a:cubicBezTo>
                <a:cubicBezTo>
                  <a:pt x="880845" y="110709"/>
                  <a:pt x="877550" y="109714"/>
                  <a:pt x="875177" y="107724"/>
                </a:cubicBezTo>
                <a:cubicBezTo>
                  <a:pt x="872805" y="105734"/>
                  <a:pt x="871355" y="102722"/>
                  <a:pt x="870828" y="98689"/>
                </a:cubicBezTo>
                <a:moveTo>
                  <a:pt x="870828" y="92838"/>
                </a:moveTo>
                <a:lnTo>
                  <a:pt x="870828" y="68101"/>
                </a:lnTo>
                <a:cubicBezTo>
                  <a:pt x="864449" y="71862"/>
                  <a:pt x="859705" y="75888"/>
                  <a:pt x="856594" y="80180"/>
                </a:cubicBezTo>
                <a:cubicBezTo>
                  <a:pt x="854538" y="83040"/>
                  <a:pt x="853510" y="85927"/>
                  <a:pt x="853510" y="88842"/>
                </a:cubicBezTo>
                <a:cubicBezTo>
                  <a:pt x="853510" y="91278"/>
                  <a:pt x="854380" y="93424"/>
                  <a:pt x="856120" y="95279"/>
                </a:cubicBezTo>
                <a:cubicBezTo>
                  <a:pt x="857438" y="96709"/>
                  <a:pt x="859283" y="97424"/>
                  <a:pt x="861655" y="97424"/>
                </a:cubicBezTo>
                <a:cubicBezTo>
                  <a:pt x="864291" y="97424"/>
                  <a:pt x="867349" y="95895"/>
                  <a:pt x="870828" y="92838"/>
                </a:cubicBezTo>
                <a:close/>
                <a:moveTo>
                  <a:pt x="941208" y="35585"/>
                </a:moveTo>
                <a:lnTo>
                  <a:pt x="941208" y="45233"/>
                </a:lnTo>
                <a:cubicBezTo>
                  <a:pt x="945003" y="41093"/>
                  <a:pt x="948641" y="38081"/>
                  <a:pt x="952120" y="36198"/>
                </a:cubicBezTo>
                <a:cubicBezTo>
                  <a:pt x="955600" y="34313"/>
                  <a:pt x="959343" y="33371"/>
                  <a:pt x="963349" y="33371"/>
                </a:cubicBezTo>
                <a:cubicBezTo>
                  <a:pt x="968147" y="33371"/>
                  <a:pt x="972127" y="34704"/>
                  <a:pt x="975290" y="37369"/>
                </a:cubicBezTo>
                <a:cubicBezTo>
                  <a:pt x="978453" y="40035"/>
                  <a:pt x="980562" y="43347"/>
                  <a:pt x="981616" y="47306"/>
                </a:cubicBezTo>
                <a:cubicBezTo>
                  <a:pt x="982460" y="50316"/>
                  <a:pt x="982882" y="56097"/>
                  <a:pt x="982882" y="64649"/>
                </a:cubicBezTo>
                <a:lnTo>
                  <a:pt x="982882" y="93470"/>
                </a:lnTo>
                <a:cubicBezTo>
                  <a:pt x="982882" y="99164"/>
                  <a:pt x="983396" y="102709"/>
                  <a:pt x="984424" y="104106"/>
                </a:cubicBezTo>
                <a:cubicBezTo>
                  <a:pt x="985452" y="105503"/>
                  <a:pt x="987600" y="106386"/>
                  <a:pt x="990869" y="106755"/>
                </a:cubicBezTo>
                <a:lnTo>
                  <a:pt x="990869" y="109602"/>
                </a:lnTo>
                <a:lnTo>
                  <a:pt x="953465" y="109602"/>
                </a:lnTo>
                <a:lnTo>
                  <a:pt x="953465" y="106755"/>
                </a:lnTo>
                <a:cubicBezTo>
                  <a:pt x="956259" y="106386"/>
                  <a:pt x="958262" y="105226"/>
                  <a:pt x="959475" y="103276"/>
                </a:cubicBezTo>
                <a:cubicBezTo>
                  <a:pt x="960318" y="101958"/>
                  <a:pt x="960740" y="98689"/>
                  <a:pt x="960740" y="93470"/>
                </a:cubicBezTo>
                <a:lnTo>
                  <a:pt x="960740" y="60574"/>
                </a:lnTo>
                <a:cubicBezTo>
                  <a:pt x="960740" y="54511"/>
                  <a:pt x="960503" y="50689"/>
                  <a:pt x="960028" y="49107"/>
                </a:cubicBezTo>
                <a:cubicBezTo>
                  <a:pt x="959554" y="47526"/>
                  <a:pt x="958750" y="46300"/>
                  <a:pt x="957616" y="45430"/>
                </a:cubicBezTo>
                <a:cubicBezTo>
                  <a:pt x="956483" y="44560"/>
                  <a:pt x="955231" y="44126"/>
                  <a:pt x="953860" y="44126"/>
                </a:cubicBezTo>
                <a:cubicBezTo>
                  <a:pt x="949326" y="44126"/>
                  <a:pt x="945109" y="47394"/>
                  <a:pt x="941208" y="53931"/>
                </a:cubicBezTo>
                <a:lnTo>
                  <a:pt x="941208" y="93470"/>
                </a:lnTo>
                <a:cubicBezTo>
                  <a:pt x="941208" y="99006"/>
                  <a:pt x="941722" y="102511"/>
                  <a:pt x="942750" y="103988"/>
                </a:cubicBezTo>
                <a:cubicBezTo>
                  <a:pt x="943778" y="105464"/>
                  <a:pt x="945689" y="106386"/>
                  <a:pt x="948483" y="106755"/>
                </a:cubicBezTo>
                <a:lnTo>
                  <a:pt x="948483" y="109602"/>
                </a:lnTo>
                <a:lnTo>
                  <a:pt x="911079" y="109602"/>
                </a:lnTo>
                <a:lnTo>
                  <a:pt x="911079" y="106755"/>
                </a:lnTo>
                <a:cubicBezTo>
                  <a:pt x="914189" y="106439"/>
                  <a:pt x="916403" y="105437"/>
                  <a:pt x="917721" y="103750"/>
                </a:cubicBezTo>
                <a:cubicBezTo>
                  <a:pt x="918618" y="102590"/>
                  <a:pt x="919066" y="99164"/>
                  <a:pt x="919066" y="93470"/>
                </a:cubicBezTo>
                <a:lnTo>
                  <a:pt x="919066" y="51717"/>
                </a:lnTo>
                <a:cubicBezTo>
                  <a:pt x="919066" y="46061"/>
                  <a:pt x="918552" y="42540"/>
                  <a:pt x="917524" y="41153"/>
                </a:cubicBezTo>
                <a:cubicBezTo>
                  <a:pt x="916496" y="39766"/>
                  <a:pt x="914347" y="38859"/>
                  <a:pt x="911079" y="38432"/>
                </a:cubicBezTo>
                <a:lnTo>
                  <a:pt x="911079" y="35585"/>
                </a:lnTo>
                <a:lnTo>
                  <a:pt x="941208" y="35585"/>
                </a:lnTo>
                <a:close/>
                <a:moveTo>
                  <a:pt x="1030593" y="8382"/>
                </a:moveTo>
                <a:lnTo>
                  <a:pt x="1030593" y="35585"/>
                </a:lnTo>
                <a:lnTo>
                  <a:pt x="1048148" y="35585"/>
                </a:lnTo>
                <a:lnTo>
                  <a:pt x="1048148" y="43335"/>
                </a:lnTo>
                <a:lnTo>
                  <a:pt x="1030593" y="43335"/>
                </a:lnTo>
                <a:lnTo>
                  <a:pt x="1030593" y="89086"/>
                </a:lnTo>
                <a:cubicBezTo>
                  <a:pt x="1030593" y="93368"/>
                  <a:pt x="1030791" y="96130"/>
                  <a:pt x="1031186" y="97372"/>
                </a:cubicBezTo>
                <a:cubicBezTo>
                  <a:pt x="1031581" y="98614"/>
                  <a:pt x="1032280" y="99619"/>
                  <a:pt x="1033282" y="100387"/>
                </a:cubicBezTo>
                <a:cubicBezTo>
                  <a:pt x="1034283" y="101153"/>
                  <a:pt x="1035206" y="101536"/>
                  <a:pt x="1036049" y="101536"/>
                </a:cubicBezTo>
                <a:cubicBezTo>
                  <a:pt x="1039476" y="101536"/>
                  <a:pt x="1042718" y="98900"/>
                  <a:pt x="1045776" y="93628"/>
                </a:cubicBezTo>
                <a:lnTo>
                  <a:pt x="1048148" y="95385"/>
                </a:lnTo>
                <a:cubicBezTo>
                  <a:pt x="1043878" y="105601"/>
                  <a:pt x="1036946" y="110709"/>
                  <a:pt x="1027351" y="110709"/>
                </a:cubicBezTo>
                <a:cubicBezTo>
                  <a:pt x="1022659" y="110709"/>
                  <a:pt x="1018692" y="109400"/>
                  <a:pt x="1015450" y="106782"/>
                </a:cubicBezTo>
                <a:cubicBezTo>
                  <a:pt x="1012207" y="104163"/>
                  <a:pt x="1010138" y="101240"/>
                  <a:pt x="1009242" y="98012"/>
                </a:cubicBezTo>
                <a:cubicBezTo>
                  <a:pt x="1008715" y="96213"/>
                  <a:pt x="1008451" y="91346"/>
                  <a:pt x="1008451" y="83410"/>
                </a:cubicBezTo>
                <a:lnTo>
                  <a:pt x="1008451" y="43335"/>
                </a:lnTo>
                <a:lnTo>
                  <a:pt x="998804" y="43335"/>
                </a:lnTo>
                <a:lnTo>
                  <a:pt x="998804" y="40560"/>
                </a:lnTo>
                <a:cubicBezTo>
                  <a:pt x="1005446" y="35858"/>
                  <a:pt x="1011100" y="30918"/>
                  <a:pt x="1015766" y="25740"/>
                </a:cubicBezTo>
                <a:cubicBezTo>
                  <a:pt x="1020431" y="20562"/>
                  <a:pt x="1024504" y="14776"/>
                  <a:pt x="1027983" y="8382"/>
                </a:cubicBezTo>
                <a:lnTo>
                  <a:pt x="1030593" y="8382"/>
                </a:lnTo>
                <a:close/>
                <a:moveTo>
                  <a:pt x="1125771" y="2372"/>
                </a:moveTo>
                <a:lnTo>
                  <a:pt x="1125771" y="72969"/>
                </a:lnTo>
                <a:lnTo>
                  <a:pt x="1142931" y="56098"/>
                </a:lnTo>
                <a:cubicBezTo>
                  <a:pt x="1146463" y="52662"/>
                  <a:pt x="1148664" y="50168"/>
                  <a:pt x="1149534" y="48618"/>
                </a:cubicBezTo>
                <a:cubicBezTo>
                  <a:pt x="1150404" y="47068"/>
                  <a:pt x="1150839" y="45570"/>
                  <a:pt x="1150839" y="44126"/>
                </a:cubicBezTo>
                <a:cubicBezTo>
                  <a:pt x="1150839" y="42682"/>
                  <a:pt x="1150259" y="41480"/>
                  <a:pt x="1149099" y="40518"/>
                </a:cubicBezTo>
                <a:cubicBezTo>
                  <a:pt x="1147939" y="39555"/>
                  <a:pt x="1145672" y="38860"/>
                  <a:pt x="1142298" y="38432"/>
                </a:cubicBezTo>
                <a:lnTo>
                  <a:pt x="1142298" y="35585"/>
                </a:lnTo>
                <a:lnTo>
                  <a:pt x="1175432" y="35585"/>
                </a:lnTo>
                <a:lnTo>
                  <a:pt x="1175432" y="38432"/>
                </a:lnTo>
                <a:cubicBezTo>
                  <a:pt x="1172269" y="38592"/>
                  <a:pt x="1169501" y="39351"/>
                  <a:pt x="1167129" y="40710"/>
                </a:cubicBezTo>
                <a:cubicBezTo>
                  <a:pt x="1164756" y="42069"/>
                  <a:pt x="1160117" y="46160"/>
                  <a:pt x="1153211" y="52982"/>
                </a:cubicBezTo>
                <a:lnTo>
                  <a:pt x="1145145" y="60957"/>
                </a:lnTo>
                <a:lnTo>
                  <a:pt x="1162542" y="86361"/>
                </a:lnTo>
                <a:cubicBezTo>
                  <a:pt x="1169554" y="96690"/>
                  <a:pt x="1173719" y="102487"/>
                  <a:pt x="1175037" y="103750"/>
                </a:cubicBezTo>
                <a:cubicBezTo>
                  <a:pt x="1176829" y="105543"/>
                  <a:pt x="1179096" y="106544"/>
                  <a:pt x="1181837" y="106755"/>
                </a:cubicBezTo>
                <a:lnTo>
                  <a:pt x="1181837" y="109602"/>
                </a:lnTo>
                <a:lnTo>
                  <a:pt x="1143643" y="109602"/>
                </a:lnTo>
                <a:lnTo>
                  <a:pt x="1143643" y="106755"/>
                </a:lnTo>
                <a:cubicBezTo>
                  <a:pt x="1145330" y="106755"/>
                  <a:pt x="1146555" y="106439"/>
                  <a:pt x="1147320" y="105806"/>
                </a:cubicBezTo>
                <a:cubicBezTo>
                  <a:pt x="1148084" y="105172"/>
                  <a:pt x="1148466" y="104486"/>
                  <a:pt x="1148466" y="103748"/>
                </a:cubicBezTo>
                <a:cubicBezTo>
                  <a:pt x="1148466" y="102534"/>
                  <a:pt x="1147359" y="100291"/>
                  <a:pt x="1145145" y="97019"/>
                </a:cubicBezTo>
                <a:lnTo>
                  <a:pt x="1130516" y="75566"/>
                </a:lnTo>
                <a:lnTo>
                  <a:pt x="1125771" y="80264"/>
                </a:lnTo>
                <a:lnTo>
                  <a:pt x="1125771" y="93470"/>
                </a:lnTo>
                <a:cubicBezTo>
                  <a:pt x="1125771" y="99146"/>
                  <a:pt x="1126298" y="102686"/>
                  <a:pt x="1127353" y="104091"/>
                </a:cubicBezTo>
                <a:cubicBezTo>
                  <a:pt x="1128407" y="105497"/>
                  <a:pt x="1130568" y="106385"/>
                  <a:pt x="1133837" y="106755"/>
                </a:cubicBezTo>
                <a:lnTo>
                  <a:pt x="1133837" y="109602"/>
                </a:lnTo>
                <a:lnTo>
                  <a:pt x="1095642" y="109602"/>
                </a:lnTo>
                <a:lnTo>
                  <a:pt x="1095642" y="106755"/>
                </a:lnTo>
                <a:cubicBezTo>
                  <a:pt x="1098753" y="106437"/>
                  <a:pt x="1100967" y="105430"/>
                  <a:pt x="1102285" y="103733"/>
                </a:cubicBezTo>
                <a:cubicBezTo>
                  <a:pt x="1103181" y="102567"/>
                  <a:pt x="1103629" y="99146"/>
                  <a:pt x="1103629" y="93470"/>
                </a:cubicBezTo>
                <a:lnTo>
                  <a:pt x="1103629" y="18504"/>
                </a:lnTo>
                <a:cubicBezTo>
                  <a:pt x="1103629" y="12849"/>
                  <a:pt x="1103115" y="9327"/>
                  <a:pt x="1102087" y="7940"/>
                </a:cubicBezTo>
                <a:cubicBezTo>
                  <a:pt x="1101059" y="6553"/>
                  <a:pt x="1098911" y="5646"/>
                  <a:pt x="1095642" y="5219"/>
                </a:cubicBezTo>
                <a:lnTo>
                  <a:pt x="1095642" y="2372"/>
                </a:lnTo>
                <a:lnTo>
                  <a:pt x="1125771" y="2372"/>
                </a:lnTo>
                <a:close/>
                <a:moveTo>
                  <a:pt x="1248607" y="69905"/>
                </a:moveTo>
                <a:lnTo>
                  <a:pt x="1208040" y="69905"/>
                </a:lnTo>
                <a:cubicBezTo>
                  <a:pt x="1208515" y="79737"/>
                  <a:pt x="1211124" y="87507"/>
                  <a:pt x="1215869" y="93216"/>
                </a:cubicBezTo>
                <a:cubicBezTo>
                  <a:pt x="1219507" y="97603"/>
                  <a:pt x="1223882" y="99796"/>
                  <a:pt x="1228996" y="99796"/>
                </a:cubicBezTo>
                <a:cubicBezTo>
                  <a:pt x="1232159" y="99796"/>
                  <a:pt x="1235032" y="98913"/>
                  <a:pt x="1237615" y="97147"/>
                </a:cubicBezTo>
                <a:cubicBezTo>
                  <a:pt x="1240199" y="95381"/>
                  <a:pt x="1242966" y="92205"/>
                  <a:pt x="1245919" y="87618"/>
                </a:cubicBezTo>
                <a:lnTo>
                  <a:pt x="1248607" y="89358"/>
                </a:lnTo>
                <a:cubicBezTo>
                  <a:pt x="1244601" y="97529"/>
                  <a:pt x="1240172" y="103315"/>
                  <a:pt x="1235322" y="106716"/>
                </a:cubicBezTo>
                <a:cubicBezTo>
                  <a:pt x="1230472" y="110116"/>
                  <a:pt x="1224858" y="111816"/>
                  <a:pt x="1218479" y="111816"/>
                </a:cubicBezTo>
                <a:cubicBezTo>
                  <a:pt x="1207513" y="111816"/>
                  <a:pt x="1199210" y="107595"/>
                  <a:pt x="1193569" y="99151"/>
                </a:cubicBezTo>
                <a:cubicBezTo>
                  <a:pt x="1189035" y="92344"/>
                  <a:pt x="1186768" y="83901"/>
                  <a:pt x="1186768" y="73822"/>
                </a:cubicBezTo>
                <a:cubicBezTo>
                  <a:pt x="1186768" y="61472"/>
                  <a:pt x="1190103" y="51644"/>
                  <a:pt x="1196772" y="44336"/>
                </a:cubicBezTo>
                <a:cubicBezTo>
                  <a:pt x="1203441" y="37026"/>
                  <a:pt x="1211256" y="33371"/>
                  <a:pt x="1220218" y="33371"/>
                </a:cubicBezTo>
                <a:cubicBezTo>
                  <a:pt x="1227704" y="33371"/>
                  <a:pt x="1234202" y="36442"/>
                  <a:pt x="1239711" y="42583"/>
                </a:cubicBezTo>
                <a:cubicBezTo>
                  <a:pt x="1245220" y="48725"/>
                  <a:pt x="1248186" y="57832"/>
                  <a:pt x="1248607" y="69905"/>
                </a:cubicBezTo>
                <a:moveTo>
                  <a:pt x="1229154" y="64686"/>
                </a:moveTo>
                <a:cubicBezTo>
                  <a:pt x="1229154" y="56198"/>
                  <a:pt x="1228693" y="50373"/>
                  <a:pt x="1227770" y="47210"/>
                </a:cubicBezTo>
                <a:cubicBezTo>
                  <a:pt x="1226848" y="44046"/>
                  <a:pt x="1225411" y="41648"/>
                  <a:pt x="1223461" y="40013"/>
                </a:cubicBezTo>
                <a:cubicBezTo>
                  <a:pt x="1222353" y="39065"/>
                  <a:pt x="1220877" y="38590"/>
                  <a:pt x="1219032" y="38590"/>
                </a:cubicBezTo>
                <a:cubicBezTo>
                  <a:pt x="1216291" y="38590"/>
                  <a:pt x="1214050" y="39934"/>
                  <a:pt x="1212311" y="42623"/>
                </a:cubicBezTo>
                <a:cubicBezTo>
                  <a:pt x="1209200" y="47315"/>
                  <a:pt x="1207645" y="53747"/>
                  <a:pt x="1207645" y="61918"/>
                </a:cubicBezTo>
                <a:lnTo>
                  <a:pt x="1207645" y="64686"/>
                </a:lnTo>
                <a:lnTo>
                  <a:pt x="1229154" y="64686"/>
                </a:lnTo>
                <a:close/>
                <a:moveTo>
                  <a:pt x="1288355" y="35585"/>
                </a:moveTo>
                <a:lnTo>
                  <a:pt x="1288355" y="52350"/>
                </a:lnTo>
                <a:cubicBezTo>
                  <a:pt x="1293258" y="44705"/>
                  <a:pt x="1297555" y="39631"/>
                  <a:pt x="1301245" y="37127"/>
                </a:cubicBezTo>
                <a:cubicBezTo>
                  <a:pt x="1304935" y="34623"/>
                  <a:pt x="1308494" y="33371"/>
                  <a:pt x="1311921" y="33371"/>
                </a:cubicBezTo>
                <a:cubicBezTo>
                  <a:pt x="1314873" y="33371"/>
                  <a:pt x="1317232" y="34284"/>
                  <a:pt x="1318998" y="36109"/>
                </a:cubicBezTo>
                <a:cubicBezTo>
                  <a:pt x="1320764" y="37934"/>
                  <a:pt x="1321647" y="40513"/>
                  <a:pt x="1321647" y="43846"/>
                </a:cubicBezTo>
                <a:cubicBezTo>
                  <a:pt x="1321647" y="47392"/>
                  <a:pt x="1320790" y="50144"/>
                  <a:pt x="1319077" y="52102"/>
                </a:cubicBezTo>
                <a:cubicBezTo>
                  <a:pt x="1317364" y="54060"/>
                  <a:pt x="1315295" y="55038"/>
                  <a:pt x="1312870" y="55038"/>
                </a:cubicBezTo>
                <a:cubicBezTo>
                  <a:pt x="1310075" y="55038"/>
                  <a:pt x="1307650" y="54142"/>
                  <a:pt x="1305594" y="52350"/>
                </a:cubicBezTo>
                <a:cubicBezTo>
                  <a:pt x="1303538" y="50557"/>
                  <a:pt x="1302326" y="49556"/>
                  <a:pt x="1301957" y="49345"/>
                </a:cubicBezTo>
                <a:cubicBezTo>
                  <a:pt x="1301430" y="49028"/>
                  <a:pt x="1300823" y="48870"/>
                  <a:pt x="1300138" y="48870"/>
                </a:cubicBezTo>
                <a:cubicBezTo>
                  <a:pt x="1298609" y="48870"/>
                  <a:pt x="1297159" y="49450"/>
                  <a:pt x="1295789" y="50610"/>
                </a:cubicBezTo>
                <a:cubicBezTo>
                  <a:pt x="1293627" y="52402"/>
                  <a:pt x="1291993" y="54959"/>
                  <a:pt x="1290886" y="58280"/>
                </a:cubicBezTo>
                <a:cubicBezTo>
                  <a:pt x="1289199" y="63394"/>
                  <a:pt x="1288355" y="69035"/>
                  <a:pt x="1288355" y="75203"/>
                </a:cubicBezTo>
                <a:lnTo>
                  <a:pt x="1288355" y="92205"/>
                </a:lnTo>
                <a:lnTo>
                  <a:pt x="1288434" y="96633"/>
                </a:lnTo>
                <a:cubicBezTo>
                  <a:pt x="1288434" y="99638"/>
                  <a:pt x="1288619" y="101562"/>
                  <a:pt x="1288988" y="102406"/>
                </a:cubicBezTo>
                <a:cubicBezTo>
                  <a:pt x="1289621" y="103829"/>
                  <a:pt x="1290556" y="104871"/>
                  <a:pt x="1291795" y="105530"/>
                </a:cubicBezTo>
                <a:cubicBezTo>
                  <a:pt x="1293034" y="106189"/>
                  <a:pt x="1295130" y="106597"/>
                  <a:pt x="1298082" y="106755"/>
                </a:cubicBezTo>
                <a:lnTo>
                  <a:pt x="1298082" y="109602"/>
                </a:lnTo>
                <a:lnTo>
                  <a:pt x="1258148" y="109602"/>
                </a:lnTo>
                <a:lnTo>
                  <a:pt x="1258148" y="106755"/>
                </a:lnTo>
                <a:cubicBezTo>
                  <a:pt x="1261363" y="106492"/>
                  <a:pt x="1263538" y="105609"/>
                  <a:pt x="1264671" y="104106"/>
                </a:cubicBezTo>
                <a:cubicBezTo>
                  <a:pt x="1265805" y="102604"/>
                  <a:pt x="1266372" y="98637"/>
                  <a:pt x="1266372" y="92205"/>
                </a:cubicBezTo>
                <a:lnTo>
                  <a:pt x="1266372" y="51243"/>
                </a:lnTo>
                <a:cubicBezTo>
                  <a:pt x="1266372" y="46999"/>
                  <a:pt x="1266161" y="44294"/>
                  <a:pt x="1265739" y="43127"/>
                </a:cubicBezTo>
                <a:cubicBezTo>
                  <a:pt x="1265212" y="41641"/>
                  <a:pt x="1264447" y="40554"/>
                  <a:pt x="1263446" y="39865"/>
                </a:cubicBezTo>
                <a:cubicBezTo>
                  <a:pt x="1262444" y="39175"/>
                  <a:pt x="1260678" y="38697"/>
                  <a:pt x="1258148" y="38432"/>
                </a:cubicBezTo>
                <a:lnTo>
                  <a:pt x="1258148" y="35585"/>
                </a:lnTo>
                <a:lnTo>
                  <a:pt x="1288355" y="35585"/>
                </a:lnTo>
                <a:close/>
                <a:moveTo>
                  <a:pt x="1359578" y="35585"/>
                </a:moveTo>
                <a:lnTo>
                  <a:pt x="1359578" y="45233"/>
                </a:lnTo>
                <a:cubicBezTo>
                  <a:pt x="1363373" y="41093"/>
                  <a:pt x="1367011" y="38081"/>
                  <a:pt x="1370490" y="36198"/>
                </a:cubicBezTo>
                <a:cubicBezTo>
                  <a:pt x="1373970" y="34313"/>
                  <a:pt x="1377713" y="33371"/>
                  <a:pt x="1381719" y="33371"/>
                </a:cubicBezTo>
                <a:cubicBezTo>
                  <a:pt x="1386517" y="33371"/>
                  <a:pt x="1390497" y="34704"/>
                  <a:pt x="1393660" y="37369"/>
                </a:cubicBezTo>
                <a:cubicBezTo>
                  <a:pt x="1396823" y="40035"/>
                  <a:pt x="1398932" y="43347"/>
                  <a:pt x="1399986" y="47306"/>
                </a:cubicBezTo>
                <a:cubicBezTo>
                  <a:pt x="1400830" y="50316"/>
                  <a:pt x="1401252" y="56097"/>
                  <a:pt x="1401252" y="64649"/>
                </a:cubicBezTo>
                <a:lnTo>
                  <a:pt x="1401252" y="93470"/>
                </a:lnTo>
                <a:cubicBezTo>
                  <a:pt x="1401252" y="99164"/>
                  <a:pt x="1401766" y="102709"/>
                  <a:pt x="1402794" y="104106"/>
                </a:cubicBezTo>
                <a:cubicBezTo>
                  <a:pt x="1403822" y="105503"/>
                  <a:pt x="1405970" y="106386"/>
                  <a:pt x="1409239" y="106755"/>
                </a:cubicBezTo>
                <a:lnTo>
                  <a:pt x="1409239" y="109602"/>
                </a:lnTo>
                <a:lnTo>
                  <a:pt x="1371835" y="109602"/>
                </a:lnTo>
                <a:lnTo>
                  <a:pt x="1371835" y="106755"/>
                </a:lnTo>
                <a:cubicBezTo>
                  <a:pt x="1374629" y="106386"/>
                  <a:pt x="1376632" y="105226"/>
                  <a:pt x="1377845" y="103276"/>
                </a:cubicBezTo>
                <a:cubicBezTo>
                  <a:pt x="1378688" y="101958"/>
                  <a:pt x="1379110" y="98689"/>
                  <a:pt x="1379110" y="93470"/>
                </a:cubicBezTo>
                <a:lnTo>
                  <a:pt x="1379110" y="60574"/>
                </a:lnTo>
                <a:cubicBezTo>
                  <a:pt x="1379110" y="54511"/>
                  <a:pt x="1378873" y="50689"/>
                  <a:pt x="1378398" y="49107"/>
                </a:cubicBezTo>
                <a:cubicBezTo>
                  <a:pt x="1377924" y="47526"/>
                  <a:pt x="1377120" y="46300"/>
                  <a:pt x="1375986" y="45430"/>
                </a:cubicBezTo>
                <a:cubicBezTo>
                  <a:pt x="1374853" y="44560"/>
                  <a:pt x="1373601" y="44126"/>
                  <a:pt x="1372230" y="44126"/>
                </a:cubicBezTo>
                <a:cubicBezTo>
                  <a:pt x="1367696" y="44126"/>
                  <a:pt x="1363479" y="47394"/>
                  <a:pt x="1359578" y="53931"/>
                </a:cubicBezTo>
                <a:lnTo>
                  <a:pt x="1359578" y="93470"/>
                </a:lnTo>
                <a:cubicBezTo>
                  <a:pt x="1359578" y="99006"/>
                  <a:pt x="1360092" y="102511"/>
                  <a:pt x="1361120" y="103988"/>
                </a:cubicBezTo>
                <a:cubicBezTo>
                  <a:pt x="1362148" y="105464"/>
                  <a:pt x="1364059" y="106386"/>
                  <a:pt x="1366853" y="106755"/>
                </a:cubicBezTo>
                <a:lnTo>
                  <a:pt x="1366853" y="109602"/>
                </a:lnTo>
                <a:lnTo>
                  <a:pt x="1329449" y="109602"/>
                </a:lnTo>
                <a:lnTo>
                  <a:pt x="1329449" y="106755"/>
                </a:lnTo>
                <a:cubicBezTo>
                  <a:pt x="1332559" y="106439"/>
                  <a:pt x="1334773" y="105437"/>
                  <a:pt x="1336091" y="103750"/>
                </a:cubicBezTo>
                <a:cubicBezTo>
                  <a:pt x="1336988" y="102590"/>
                  <a:pt x="1337436" y="99164"/>
                  <a:pt x="1337436" y="93470"/>
                </a:cubicBezTo>
                <a:lnTo>
                  <a:pt x="1337436" y="51717"/>
                </a:lnTo>
                <a:cubicBezTo>
                  <a:pt x="1337436" y="46061"/>
                  <a:pt x="1336922" y="42540"/>
                  <a:pt x="1335894" y="41153"/>
                </a:cubicBezTo>
                <a:cubicBezTo>
                  <a:pt x="1334866" y="39766"/>
                  <a:pt x="1332717" y="38859"/>
                  <a:pt x="1329449" y="38432"/>
                </a:cubicBezTo>
                <a:lnTo>
                  <a:pt x="1329449" y="35585"/>
                </a:lnTo>
                <a:lnTo>
                  <a:pt x="1359578" y="35585"/>
                </a:lnTo>
                <a:close/>
                <a:moveTo>
                  <a:pt x="1482255" y="69905"/>
                </a:moveTo>
                <a:lnTo>
                  <a:pt x="1441688" y="69905"/>
                </a:lnTo>
                <a:cubicBezTo>
                  <a:pt x="1442162" y="79737"/>
                  <a:pt x="1444772" y="87507"/>
                  <a:pt x="1449516" y="93216"/>
                </a:cubicBezTo>
                <a:cubicBezTo>
                  <a:pt x="1453154" y="97603"/>
                  <a:pt x="1457529" y="99796"/>
                  <a:pt x="1462643" y="99796"/>
                </a:cubicBezTo>
                <a:cubicBezTo>
                  <a:pt x="1465806" y="99796"/>
                  <a:pt x="1468679" y="98913"/>
                  <a:pt x="1471263" y="97147"/>
                </a:cubicBezTo>
                <a:cubicBezTo>
                  <a:pt x="1473846" y="95381"/>
                  <a:pt x="1476614" y="92205"/>
                  <a:pt x="1479566" y="87618"/>
                </a:cubicBezTo>
                <a:lnTo>
                  <a:pt x="1482255" y="89358"/>
                </a:lnTo>
                <a:cubicBezTo>
                  <a:pt x="1478248" y="97529"/>
                  <a:pt x="1473820" y="103315"/>
                  <a:pt x="1468969" y="106716"/>
                </a:cubicBezTo>
                <a:cubicBezTo>
                  <a:pt x="1464119" y="110116"/>
                  <a:pt x="1458505" y="111816"/>
                  <a:pt x="1452126" y="111816"/>
                </a:cubicBezTo>
                <a:cubicBezTo>
                  <a:pt x="1441160" y="111816"/>
                  <a:pt x="1432857" y="107595"/>
                  <a:pt x="1427216" y="99151"/>
                </a:cubicBezTo>
                <a:cubicBezTo>
                  <a:pt x="1422682" y="92344"/>
                  <a:pt x="1420416" y="83901"/>
                  <a:pt x="1420416" y="73822"/>
                </a:cubicBezTo>
                <a:cubicBezTo>
                  <a:pt x="1420416" y="61472"/>
                  <a:pt x="1423750" y="51644"/>
                  <a:pt x="1430419" y="44336"/>
                </a:cubicBezTo>
                <a:cubicBezTo>
                  <a:pt x="1437088" y="37026"/>
                  <a:pt x="1444903" y="33371"/>
                  <a:pt x="1453866" y="33371"/>
                </a:cubicBezTo>
                <a:cubicBezTo>
                  <a:pt x="1461352" y="33371"/>
                  <a:pt x="1467849" y="36442"/>
                  <a:pt x="1473358" y="42583"/>
                </a:cubicBezTo>
                <a:cubicBezTo>
                  <a:pt x="1478867" y="48725"/>
                  <a:pt x="1481833" y="57832"/>
                  <a:pt x="1482255" y="69905"/>
                </a:cubicBezTo>
                <a:moveTo>
                  <a:pt x="1462801" y="64686"/>
                </a:moveTo>
                <a:cubicBezTo>
                  <a:pt x="1462801" y="56198"/>
                  <a:pt x="1462340" y="50373"/>
                  <a:pt x="1461417" y="47210"/>
                </a:cubicBezTo>
                <a:cubicBezTo>
                  <a:pt x="1460495" y="44046"/>
                  <a:pt x="1459058" y="41648"/>
                  <a:pt x="1457108" y="40013"/>
                </a:cubicBezTo>
                <a:cubicBezTo>
                  <a:pt x="1456001" y="39065"/>
                  <a:pt x="1454525" y="38590"/>
                  <a:pt x="1452679" y="38590"/>
                </a:cubicBezTo>
                <a:cubicBezTo>
                  <a:pt x="1449938" y="38590"/>
                  <a:pt x="1447697" y="39934"/>
                  <a:pt x="1445958" y="42623"/>
                </a:cubicBezTo>
                <a:cubicBezTo>
                  <a:pt x="1442847" y="47315"/>
                  <a:pt x="1441292" y="53747"/>
                  <a:pt x="1441292" y="61918"/>
                </a:cubicBezTo>
                <a:lnTo>
                  <a:pt x="1441292" y="64686"/>
                </a:lnTo>
                <a:lnTo>
                  <a:pt x="1462801" y="64686"/>
                </a:lnTo>
                <a:close/>
                <a:moveTo>
                  <a:pt x="1520264" y="2372"/>
                </a:moveTo>
                <a:lnTo>
                  <a:pt x="1520264" y="94261"/>
                </a:lnTo>
                <a:cubicBezTo>
                  <a:pt x="1520264" y="99480"/>
                  <a:pt x="1520870" y="102815"/>
                  <a:pt x="1522083" y="104264"/>
                </a:cubicBezTo>
                <a:cubicBezTo>
                  <a:pt x="1523295" y="105714"/>
                  <a:pt x="1525668" y="106544"/>
                  <a:pt x="1529200" y="106755"/>
                </a:cubicBezTo>
                <a:lnTo>
                  <a:pt x="1529200" y="109602"/>
                </a:lnTo>
                <a:lnTo>
                  <a:pt x="1489265" y="109602"/>
                </a:lnTo>
                <a:lnTo>
                  <a:pt x="1489265" y="106755"/>
                </a:lnTo>
                <a:cubicBezTo>
                  <a:pt x="1492534" y="106650"/>
                  <a:pt x="1494959" y="105701"/>
                  <a:pt x="1496541" y="103908"/>
                </a:cubicBezTo>
                <a:cubicBezTo>
                  <a:pt x="1497595" y="102696"/>
                  <a:pt x="1498122" y="99480"/>
                  <a:pt x="1498122" y="94261"/>
                </a:cubicBezTo>
                <a:lnTo>
                  <a:pt x="1498122" y="17713"/>
                </a:lnTo>
                <a:cubicBezTo>
                  <a:pt x="1498122" y="12514"/>
                  <a:pt x="1497516" y="9185"/>
                  <a:pt x="1496303" y="7727"/>
                </a:cubicBezTo>
                <a:cubicBezTo>
                  <a:pt x="1495091" y="6268"/>
                  <a:pt x="1492745" y="5432"/>
                  <a:pt x="1489265" y="5219"/>
                </a:cubicBezTo>
                <a:lnTo>
                  <a:pt x="1489265" y="2372"/>
                </a:lnTo>
                <a:lnTo>
                  <a:pt x="1520264" y="2372"/>
                </a:lnTo>
                <a:close/>
                <a:moveTo>
                  <a:pt x="1582755" y="33687"/>
                </a:moveTo>
                <a:lnTo>
                  <a:pt x="1583941" y="58992"/>
                </a:lnTo>
                <a:lnTo>
                  <a:pt x="1581252" y="58992"/>
                </a:lnTo>
                <a:cubicBezTo>
                  <a:pt x="1578036" y="51445"/>
                  <a:pt x="1574702" y="46290"/>
                  <a:pt x="1571249" y="43527"/>
                </a:cubicBezTo>
                <a:cubicBezTo>
                  <a:pt x="1567796" y="40763"/>
                  <a:pt x="1564356" y="39381"/>
                  <a:pt x="1560929" y="39381"/>
                </a:cubicBezTo>
                <a:cubicBezTo>
                  <a:pt x="1558768" y="39381"/>
                  <a:pt x="1556923" y="40106"/>
                  <a:pt x="1555394" y="41555"/>
                </a:cubicBezTo>
                <a:cubicBezTo>
                  <a:pt x="1553865" y="43005"/>
                  <a:pt x="1553100" y="44679"/>
                  <a:pt x="1553100" y="46577"/>
                </a:cubicBezTo>
                <a:cubicBezTo>
                  <a:pt x="1553100" y="48000"/>
                  <a:pt x="1553628" y="49371"/>
                  <a:pt x="1554682" y="50689"/>
                </a:cubicBezTo>
                <a:cubicBezTo>
                  <a:pt x="1556369" y="52850"/>
                  <a:pt x="1561087" y="56554"/>
                  <a:pt x="1568837" y="61799"/>
                </a:cubicBezTo>
                <a:cubicBezTo>
                  <a:pt x="1576587" y="67045"/>
                  <a:pt x="1581687" y="71500"/>
                  <a:pt x="1584139" y="75164"/>
                </a:cubicBezTo>
                <a:cubicBezTo>
                  <a:pt x="1586590" y="78828"/>
                  <a:pt x="1587816" y="82926"/>
                  <a:pt x="1587816" y="87460"/>
                </a:cubicBezTo>
                <a:cubicBezTo>
                  <a:pt x="1587816" y="91572"/>
                  <a:pt x="1586788" y="95605"/>
                  <a:pt x="1584732" y="99559"/>
                </a:cubicBezTo>
                <a:cubicBezTo>
                  <a:pt x="1582676" y="103513"/>
                  <a:pt x="1579776" y="106544"/>
                  <a:pt x="1576033" y="108653"/>
                </a:cubicBezTo>
                <a:cubicBezTo>
                  <a:pt x="1572290" y="110762"/>
                  <a:pt x="1568152" y="111816"/>
                  <a:pt x="1563618" y="111816"/>
                </a:cubicBezTo>
                <a:cubicBezTo>
                  <a:pt x="1560086" y="111816"/>
                  <a:pt x="1555367" y="110689"/>
                  <a:pt x="1549463" y="108433"/>
                </a:cubicBezTo>
                <a:cubicBezTo>
                  <a:pt x="1547881" y="107842"/>
                  <a:pt x="1546801" y="107546"/>
                  <a:pt x="1546221" y="107546"/>
                </a:cubicBezTo>
                <a:cubicBezTo>
                  <a:pt x="1544481" y="107546"/>
                  <a:pt x="1543031" y="108864"/>
                  <a:pt x="1541871" y="111500"/>
                </a:cubicBezTo>
                <a:lnTo>
                  <a:pt x="1539262" y="111500"/>
                </a:lnTo>
                <a:lnTo>
                  <a:pt x="1537997" y="84930"/>
                </a:lnTo>
                <a:lnTo>
                  <a:pt x="1540685" y="84930"/>
                </a:lnTo>
                <a:cubicBezTo>
                  <a:pt x="1543058" y="91889"/>
                  <a:pt x="1546313" y="97108"/>
                  <a:pt x="1550451" y="100587"/>
                </a:cubicBezTo>
                <a:cubicBezTo>
                  <a:pt x="1554590" y="104067"/>
                  <a:pt x="1558504" y="105806"/>
                  <a:pt x="1562194" y="105806"/>
                </a:cubicBezTo>
                <a:cubicBezTo>
                  <a:pt x="1564725" y="105806"/>
                  <a:pt x="1566794" y="105029"/>
                  <a:pt x="1568402" y="103474"/>
                </a:cubicBezTo>
                <a:cubicBezTo>
                  <a:pt x="1570010" y="101918"/>
                  <a:pt x="1570814" y="100034"/>
                  <a:pt x="1570814" y="97819"/>
                </a:cubicBezTo>
                <a:cubicBezTo>
                  <a:pt x="1570814" y="95289"/>
                  <a:pt x="1570023" y="93101"/>
                  <a:pt x="1568442" y="91256"/>
                </a:cubicBezTo>
                <a:cubicBezTo>
                  <a:pt x="1566860" y="89411"/>
                  <a:pt x="1563328" y="86617"/>
                  <a:pt x="1557845" y="82874"/>
                </a:cubicBezTo>
                <a:cubicBezTo>
                  <a:pt x="1549779" y="77286"/>
                  <a:pt x="1544560" y="73015"/>
                  <a:pt x="1542188" y="70063"/>
                </a:cubicBezTo>
                <a:cubicBezTo>
                  <a:pt x="1538708" y="65740"/>
                  <a:pt x="1536969" y="60969"/>
                  <a:pt x="1536969" y="55750"/>
                </a:cubicBezTo>
                <a:cubicBezTo>
                  <a:pt x="1536969" y="50056"/>
                  <a:pt x="1538932" y="44903"/>
                  <a:pt x="1542860" y="40290"/>
                </a:cubicBezTo>
                <a:cubicBezTo>
                  <a:pt x="1546787" y="35677"/>
                  <a:pt x="1552468" y="33371"/>
                  <a:pt x="1559901" y="33371"/>
                </a:cubicBezTo>
                <a:cubicBezTo>
                  <a:pt x="1563908" y="33371"/>
                  <a:pt x="1567783" y="34384"/>
                  <a:pt x="1571526" y="36410"/>
                </a:cubicBezTo>
                <a:cubicBezTo>
                  <a:pt x="1572949" y="37231"/>
                  <a:pt x="1574109" y="37641"/>
                  <a:pt x="1575005" y="37641"/>
                </a:cubicBezTo>
                <a:cubicBezTo>
                  <a:pt x="1575954" y="37641"/>
                  <a:pt x="1576718" y="37443"/>
                  <a:pt x="1577298" y="37048"/>
                </a:cubicBezTo>
                <a:cubicBezTo>
                  <a:pt x="1577878" y="36653"/>
                  <a:pt x="1578801" y="35532"/>
                  <a:pt x="1580066" y="33687"/>
                </a:cubicBezTo>
                <a:lnTo>
                  <a:pt x="1582755" y="33687"/>
                </a:lnTo>
                <a:close/>
                <a:moveTo>
                  <a:pt x="1672226" y="43335"/>
                </a:moveTo>
                <a:lnTo>
                  <a:pt x="1672226" y="94735"/>
                </a:lnTo>
                <a:cubicBezTo>
                  <a:pt x="1672226" y="99691"/>
                  <a:pt x="1672753" y="102801"/>
                  <a:pt x="1673808" y="104067"/>
                </a:cubicBezTo>
                <a:cubicBezTo>
                  <a:pt x="1675495" y="106017"/>
                  <a:pt x="1678605" y="106913"/>
                  <a:pt x="1683139" y="106755"/>
                </a:cubicBezTo>
                <a:lnTo>
                  <a:pt x="1683139" y="109602"/>
                </a:lnTo>
                <a:lnTo>
                  <a:pt x="1639567" y="109602"/>
                </a:lnTo>
                <a:lnTo>
                  <a:pt x="1639567" y="106755"/>
                </a:lnTo>
                <a:cubicBezTo>
                  <a:pt x="1642888" y="106703"/>
                  <a:pt x="1645247" y="106320"/>
                  <a:pt x="1646645" y="105609"/>
                </a:cubicBezTo>
                <a:cubicBezTo>
                  <a:pt x="1648042" y="104897"/>
                  <a:pt x="1649004" y="103908"/>
                  <a:pt x="1649531" y="102643"/>
                </a:cubicBezTo>
                <a:cubicBezTo>
                  <a:pt x="1650058" y="101378"/>
                  <a:pt x="1650322" y="98742"/>
                  <a:pt x="1650322" y="94735"/>
                </a:cubicBezTo>
                <a:lnTo>
                  <a:pt x="1650322" y="43335"/>
                </a:lnTo>
                <a:lnTo>
                  <a:pt x="1639567" y="43335"/>
                </a:lnTo>
                <a:lnTo>
                  <a:pt x="1639567" y="35585"/>
                </a:lnTo>
                <a:lnTo>
                  <a:pt x="1650322" y="35585"/>
                </a:lnTo>
                <a:lnTo>
                  <a:pt x="1650322" y="30153"/>
                </a:lnTo>
                <a:lnTo>
                  <a:pt x="1650243" y="26452"/>
                </a:lnTo>
                <a:cubicBezTo>
                  <a:pt x="1650243" y="18895"/>
                  <a:pt x="1653023" y="12597"/>
                  <a:pt x="1658585" y="7559"/>
                </a:cubicBezTo>
                <a:cubicBezTo>
                  <a:pt x="1664147" y="2520"/>
                  <a:pt x="1671673" y="0"/>
                  <a:pt x="1681162" y="0"/>
                </a:cubicBezTo>
                <a:cubicBezTo>
                  <a:pt x="1687646" y="0"/>
                  <a:pt x="1692457" y="1217"/>
                  <a:pt x="1695594" y="3652"/>
                </a:cubicBezTo>
                <a:cubicBezTo>
                  <a:pt x="1698731" y="6086"/>
                  <a:pt x="1700299" y="8784"/>
                  <a:pt x="1700299" y="11748"/>
                </a:cubicBezTo>
                <a:cubicBezTo>
                  <a:pt x="1700299" y="14130"/>
                  <a:pt x="1699324" y="16195"/>
                  <a:pt x="1697373" y="17941"/>
                </a:cubicBezTo>
                <a:cubicBezTo>
                  <a:pt x="1695422" y="19687"/>
                  <a:pt x="1692839" y="20560"/>
                  <a:pt x="1689623" y="20560"/>
                </a:cubicBezTo>
                <a:cubicBezTo>
                  <a:pt x="1686882" y="20560"/>
                  <a:pt x="1684707" y="19849"/>
                  <a:pt x="1683099" y="18425"/>
                </a:cubicBezTo>
                <a:cubicBezTo>
                  <a:pt x="1681492" y="17002"/>
                  <a:pt x="1680688" y="15420"/>
                  <a:pt x="1680688" y="13680"/>
                </a:cubicBezTo>
                <a:cubicBezTo>
                  <a:pt x="1680688" y="13206"/>
                  <a:pt x="1680846" y="12231"/>
                  <a:pt x="1681162" y="10755"/>
                </a:cubicBezTo>
                <a:cubicBezTo>
                  <a:pt x="1681373" y="9858"/>
                  <a:pt x="1681478" y="9015"/>
                  <a:pt x="1681478" y="8224"/>
                </a:cubicBezTo>
                <a:cubicBezTo>
                  <a:pt x="1681478" y="7117"/>
                  <a:pt x="1681162" y="6300"/>
                  <a:pt x="1680529" y="5773"/>
                </a:cubicBezTo>
                <a:cubicBezTo>
                  <a:pt x="1679686" y="4982"/>
                  <a:pt x="1678658" y="4587"/>
                  <a:pt x="1677445" y="4587"/>
                </a:cubicBezTo>
                <a:cubicBezTo>
                  <a:pt x="1675917" y="4587"/>
                  <a:pt x="1674638" y="5214"/>
                  <a:pt x="1673610" y="6470"/>
                </a:cubicBezTo>
                <a:cubicBezTo>
                  <a:pt x="1672582" y="7725"/>
                  <a:pt x="1672068" y="9739"/>
                  <a:pt x="1672068" y="12512"/>
                </a:cubicBezTo>
                <a:lnTo>
                  <a:pt x="1672226" y="26246"/>
                </a:lnTo>
                <a:lnTo>
                  <a:pt x="1672226" y="35585"/>
                </a:lnTo>
                <a:lnTo>
                  <a:pt x="1683139" y="35585"/>
                </a:lnTo>
                <a:lnTo>
                  <a:pt x="1683139" y="43335"/>
                </a:lnTo>
                <a:lnTo>
                  <a:pt x="1672226" y="433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Text ormodules">
            <a:extLst xmlns:a="http://schemas.openxmlformats.org/drawingml/2006/main">
              <a:ext uri="{FF2B5EF4-FFF2-40B4-BE49-F238E27FC236}">
                <a16:creationId xmlns:a16="http://schemas.microsoft.com/office/drawing/2014/main" id="{DF67A708-8A11-46F1-AE02-FD0ACF99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65" y="584965"/>
            <a:ext cx="754466" cy="109444"/>
          </a:xfrm>
          <a:custGeom xmlns:a="http://schemas.openxmlformats.org/drawingml/2006/main">
            <a:pathLst>
              <a:path w="754466" h="109444">
                <a:moveTo>
                  <a:pt x="34478" y="30999"/>
                </a:moveTo>
                <a:cubicBezTo>
                  <a:pt x="40910" y="30999"/>
                  <a:pt x="46893" y="32661"/>
                  <a:pt x="52429" y="35985"/>
                </a:cubicBezTo>
                <a:cubicBezTo>
                  <a:pt x="57964" y="39310"/>
                  <a:pt x="62168" y="44033"/>
                  <a:pt x="65042" y="50155"/>
                </a:cubicBezTo>
                <a:cubicBezTo>
                  <a:pt x="67915" y="56277"/>
                  <a:pt x="69351" y="62979"/>
                  <a:pt x="69351" y="70261"/>
                </a:cubicBezTo>
                <a:cubicBezTo>
                  <a:pt x="69351" y="80762"/>
                  <a:pt x="66689" y="89548"/>
                  <a:pt x="61364" y="96621"/>
                </a:cubicBezTo>
                <a:cubicBezTo>
                  <a:pt x="54933" y="105170"/>
                  <a:pt x="46050" y="109444"/>
                  <a:pt x="34715" y="109444"/>
                </a:cubicBezTo>
                <a:cubicBezTo>
                  <a:pt x="23592" y="109444"/>
                  <a:pt x="15025" y="105539"/>
                  <a:pt x="9015" y="97728"/>
                </a:cubicBezTo>
                <a:cubicBezTo>
                  <a:pt x="3005" y="89917"/>
                  <a:pt x="0" y="80867"/>
                  <a:pt x="0" y="70577"/>
                </a:cubicBezTo>
                <a:cubicBezTo>
                  <a:pt x="0" y="59971"/>
                  <a:pt x="3071" y="50723"/>
                  <a:pt x="9213" y="42833"/>
                </a:cubicBezTo>
                <a:cubicBezTo>
                  <a:pt x="15354" y="34943"/>
                  <a:pt x="23776" y="30999"/>
                  <a:pt x="34478" y="30999"/>
                </a:cubicBezTo>
                <a:moveTo>
                  <a:pt x="34794" y="36534"/>
                </a:moveTo>
                <a:cubicBezTo>
                  <a:pt x="32106" y="36534"/>
                  <a:pt x="29799" y="37551"/>
                  <a:pt x="27875" y="39583"/>
                </a:cubicBezTo>
                <a:cubicBezTo>
                  <a:pt x="25951" y="41615"/>
                  <a:pt x="24686" y="45626"/>
                  <a:pt x="24079" y="51616"/>
                </a:cubicBezTo>
                <a:cubicBezTo>
                  <a:pt x="23473" y="57606"/>
                  <a:pt x="23170" y="65932"/>
                  <a:pt x="23170" y="76594"/>
                </a:cubicBezTo>
                <a:cubicBezTo>
                  <a:pt x="23170" y="82242"/>
                  <a:pt x="23539" y="87520"/>
                  <a:pt x="24277" y="92430"/>
                </a:cubicBezTo>
                <a:cubicBezTo>
                  <a:pt x="24857" y="96176"/>
                  <a:pt x="26096" y="99026"/>
                  <a:pt x="27994" y="100980"/>
                </a:cubicBezTo>
                <a:cubicBezTo>
                  <a:pt x="29891" y="102932"/>
                  <a:pt x="32053" y="103908"/>
                  <a:pt x="34478" y="103908"/>
                </a:cubicBezTo>
                <a:cubicBezTo>
                  <a:pt x="36850" y="103908"/>
                  <a:pt x="38827" y="103249"/>
                  <a:pt x="40409" y="101929"/>
                </a:cubicBezTo>
                <a:cubicBezTo>
                  <a:pt x="42465" y="100135"/>
                  <a:pt x="43836" y="97628"/>
                  <a:pt x="44521" y="94407"/>
                </a:cubicBezTo>
                <a:cubicBezTo>
                  <a:pt x="45575" y="89394"/>
                  <a:pt x="46102" y="79260"/>
                  <a:pt x="46102" y="64006"/>
                </a:cubicBezTo>
                <a:cubicBezTo>
                  <a:pt x="46102" y="55034"/>
                  <a:pt x="45602" y="48873"/>
                  <a:pt x="44600" y="45522"/>
                </a:cubicBezTo>
                <a:cubicBezTo>
                  <a:pt x="43598" y="42169"/>
                  <a:pt x="42122" y="39728"/>
                  <a:pt x="40172" y="38197"/>
                </a:cubicBezTo>
                <a:cubicBezTo>
                  <a:pt x="38801" y="37088"/>
                  <a:pt x="37008" y="36534"/>
                  <a:pt x="34794" y="36534"/>
                </a:cubicBezTo>
                <a:close/>
                <a:moveTo>
                  <a:pt x="111263" y="33213"/>
                </a:moveTo>
                <a:lnTo>
                  <a:pt x="111263" y="49977"/>
                </a:lnTo>
                <a:cubicBezTo>
                  <a:pt x="116166" y="42333"/>
                  <a:pt x="120462" y="37259"/>
                  <a:pt x="124152" y="34755"/>
                </a:cubicBezTo>
                <a:cubicBezTo>
                  <a:pt x="127843" y="32251"/>
                  <a:pt x="131401" y="30999"/>
                  <a:pt x="134828" y="30999"/>
                </a:cubicBezTo>
                <a:cubicBezTo>
                  <a:pt x="137780" y="30999"/>
                  <a:pt x="140139" y="31911"/>
                  <a:pt x="141905" y="33737"/>
                </a:cubicBezTo>
                <a:cubicBezTo>
                  <a:pt x="143671" y="35562"/>
                  <a:pt x="144555" y="38141"/>
                  <a:pt x="144555" y="41474"/>
                </a:cubicBezTo>
                <a:cubicBezTo>
                  <a:pt x="144555" y="45019"/>
                  <a:pt x="143698" y="47771"/>
                  <a:pt x="141984" y="49730"/>
                </a:cubicBezTo>
                <a:cubicBezTo>
                  <a:pt x="140271" y="51687"/>
                  <a:pt x="138202" y="52666"/>
                  <a:pt x="135777" y="52666"/>
                </a:cubicBezTo>
                <a:cubicBezTo>
                  <a:pt x="132983" y="52666"/>
                  <a:pt x="130558" y="51770"/>
                  <a:pt x="128502" y="49977"/>
                </a:cubicBezTo>
                <a:cubicBezTo>
                  <a:pt x="126446" y="48185"/>
                  <a:pt x="125233" y="47183"/>
                  <a:pt x="124864" y="46972"/>
                </a:cubicBezTo>
                <a:cubicBezTo>
                  <a:pt x="124337" y="46656"/>
                  <a:pt x="123731" y="46498"/>
                  <a:pt x="123045" y="46498"/>
                </a:cubicBezTo>
                <a:cubicBezTo>
                  <a:pt x="121516" y="46498"/>
                  <a:pt x="120067" y="47078"/>
                  <a:pt x="118696" y="48238"/>
                </a:cubicBezTo>
                <a:cubicBezTo>
                  <a:pt x="116535" y="50030"/>
                  <a:pt x="114900" y="52587"/>
                  <a:pt x="113793" y="55908"/>
                </a:cubicBezTo>
                <a:cubicBezTo>
                  <a:pt x="112106" y="61022"/>
                  <a:pt x="111263" y="66663"/>
                  <a:pt x="111263" y="72831"/>
                </a:cubicBezTo>
                <a:lnTo>
                  <a:pt x="111263" y="89833"/>
                </a:lnTo>
                <a:lnTo>
                  <a:pt x="111342" y="94261"/>
                </a:lnTo>
                <a:cubicBezTo>
                  <a:pt x="111342" y="97266"/>
                  <a:pt x="111526" y="99190"/>
                  <a:pt x="111895" y="100034"/>
                </a:cubicBezTo>
                <a:cubicBezTo>
                  <a:pt x="112528" y="101457"/>
                  <a:pt x="113464" y="102498"/>
                  <a:pt x="114703" y="103157"/>
                </a:cubicBezTo>
                <a:cubicBezTo>
                  <a:pt x="115941" y="103816"/>
                  <a:pt x="118037" y="104225"/>
                  <a:pt x="120989" y="104383"/>
                </a:cubicBezTo>
                <a:lnTo>
                  <a:pt x="120989" y="107230"/>
                </a:lnTo>
                <a:lnTo>
                  <a:pt x="81055" y="107230"/>
                </a:lnTo>
                <a:lnTo>
                  <a:pt x="81055" y="104383"/>
                </a:lnTo>
                <a:cubicBezTo>
                  <a:pt x="84271" y="104119"/>
                  <a:pt x="86445" y="103236"/>
                  <a:pt x="87579" y="101734"/>
                </a:cubicBezTo>
                <a:cubicBezTo>
                  <a:pt x="88712" y="100231"/>
                  <a:pt x="89279" y="96264"/>
                  <a:pt x="89279" y="89833"/>
                </a:cubicBezTo>
                <a:lnTo>
                  <a:pt x="89279" y="48870"/>
                </a:lnTo>
                <a:cubicBezTo>
                  <a:pt x="89279" y="44626"/>
                  <a:pt x="89068" y="41921"/>
                  <a:pt x="88646" y="40755"/>
                </a:cubicBezTo>
                <a:cubicBezTo>
                  <a:pt x="88119" y="39269"/>
                  <a:pt x="87355" y="38181"/>
                  <a:pt x="86353" y="37493"/>
                </a:cubicBezTo>
                <a:cubicBezTo>
                  <a:pt x="85351" y="36803"/>
                  <a:pt x="83585" y="36325"/>
                  <a:pt x="81055" y="36060"/>
                </a:cubicBezTo>
                <a:lnTo>
                  <a:pt x="81055" y="33213"/>
                </a:lnTo>
                <a:lnTo>
                  <a:pt x="111263" y="33213"/>
                </a:lnTo>
                <a:close/>
                <a:moveTo>
                  <a:pt x="220516" y="33213"/>
                </a:moveTo>
                <a:lnTo>
                  <a:pt x="220516" y="43018"/>
                </a:lnTo>
                <a:cubicBezTo>
                  <a:pt x="224575" y="38560"/>
                  <a:pt x="228331" y="35443"/>
                  <a:pt x="231784" y="33665"/>
                </a:cubicBezTo>
                <a:cubicBezTo>
                  <a:pt x="235237" y="31887"/>
                  <a:pt x="239020" y="30999"/>
                  <a:pt x="243132" y="30999"/>
                </a:cubicBezTo>
                <a:cubicBezTo>
                  <a:pt x="247877" y="30999"/>
                  <a:pt x="251857" y="32112"/>
                  <a:pt x="255073" y="34340"/>
                </a:cubicBezTo>
                <a:cubicBezTo>
                  <a:pt x="258289" y="36567"/>
                  <a:pt x="260766" y="39961"/>
                  <a:pt x="262506" y="44521"/>
                </a:cubicBezTo>
                <a:cubicBezTo>
                  <a:pt x="266724" y="39748"/>
                  <a:pt x="270770" y="36302"/>
                  <a:pt x="274645" y="34181"/>
                </a:cubicBezTo>
                <a:cubicBezTo>
                  <a:pt x="278519" y="32060"/>
                  <a:pt x="282566" y="30999"/>
                  <a:pt x="286783" y="30999"/>
                </a:cubicBezTo>
                <a:cubicBezTo>
                  <a:pt x="291897" y="30999"/>
                  <a:pt x="295969" y="32173"/>
                  <a:pt x="299001" y="34522"/>
                </a:cubicBezTo>
                <a:cubicBezTo>
                  <a:pt x="302032" y="36872"/>
                  <a:pt x="304141" y="39854"/>
                  <a:pt x="305327" y="43471"/>
                </a:cubicBezTo>
                <a:cubicBezTo>
                  <a:pt x="306513" y="47087"/>
                  <a:pt x="307106" y="52854"/>
                  <a:pt x="307106" y="60771"/>
                </a:cubicBezTo>
                <a:lnTo>
                  <a:pt x="307106" y="91098"/>
                </a:lnTo>
                <a:cubicBezTo>
                  <a:pt x="307106" y="96791"/>
                  <a:pt x="307620" y="100324"/>
                  <a:pt x="308648" y="101694"/>
                </a:cubicBezTo>
                <a:cubicBezTo>
                  <a:pt x="309676" y="103065"/>
                  <a:pt x="311824" y="103961"/>
                  <a:pt x="315093" y="104383"/>
                </a:cubicBezTo>
                <a:lnTo>
                  <a:pt x="315093" y="107230"/>
                </a:lnTo>
                <a:lnTo>
                  <a:pt x="276898" y="107230"/>
                </a:lnTo>
                <a:lnTo>
                  <a:pt x="276898" y="104383"/>
                </a:lnTo>
                <a:cubicBezTo>
                  <a:pt x="279903" y="104119"/>
                  <a:pt x="282118" y="102960"/>
                  <a:pt x="283541" y="100903"/>
                </a:cubicBezTo>
                <a:cubicBezTo>
                  <a:pt x="284490" y="99480"/>
                  <a:pt x="284964" y="96212"/>
                  <a:pt x="284964" y="91098"/>
                </a:cubicBezTo>
                <a:lnTo>
                  <a:pt x="284964" y="59308"/>
                </a:lnTo>
                <a:cubicBezTo>
                  <a:pt x="284964" y="52719"/>
                  <a:pt x="284701" y="48528"/>
                  <a:pt x="284174" y="46735"/>
                </a:cubicBezTo>
                <a:cubicBezTo>
                  <a:pt x="283646" y="44943"/>
                  <a:pt x="282816" y="43611"/>
                  <a:pt x="281683" y="42742"/>
                </a:cubicBezTo>
                <a:cubicBezTo>
                  <a:pt x="280549" y="41872"/>
                  <a:pt x="279218" y="41437"/>
                  <a:pt x="277689" y="41437"/>
                </a:cubicBezTo>
                <a:cubicBezTo>
                  <a:pt x="275422" y="41437"/>
                  <a:pt x="273129" y="42267"/>
                  <a:pt x="270809" y="43928"/>
                </a:cubicBezTo>
                <a:cubicBezTo>
                  <a:pt x="268490" y="45588"/>
                  <a:pt x="266144" y="48079"/>
                  <a:pt x="263771" y="51401"/>
                </a:cubicBezTo>
                <a:lnTo>
                  <a:pt x="263771" y="91098"/>
                </a:lnTo>
                <a:cubicBezTo>
                  <a:pt x="263771" y="96422"/>
                  <a:pt x="264220" y="99770"/>
                  <a:pt x="265116" y="101141"/>
                </a:cubicBezTo>
                <a:cubicBezTo>
                  <a:pt x="266328" y="103091"/>
                  <a:pt x="268648" y="104172"/>
                  <a:pt x="272075" y="104383"/>
                </a:cubicBezTo>
                <a:lnTo>
                  <a:pt x="272075" y="107230"/>
                </a:lnTo>
                <a:lnTo>
                  <a:pt x="233801" y="107230"/>
                </a:lnTo>
                <a:lnTo>
                  <a:pt x="233801" y="104383"/>
                </a:lnTo>
                <a:cubicBezTo>
                  <a:pt x="235857" y="104277"/>
                  <a:pt x="237478" y="103763"/>
                  <a:pt x="238664" y="102841"/>
                </a:cubicBezTo>
                <a:cubicBezTo>
                  <a:pt x="239850" y="101918"/>
                  <a:pt x="240641" y="100811"/>
                  <a:pt x="241037" y="99520"/>
                </a:cubicBezTo>
                <a:cubicBezTo>
                  <a:pt x="241432" y="98228"/>
                  <a:pt x="241630" y="95421"/>
                  <a:pt x="241630" y="91098"/>
                </a:cubicBezTo>
                <a:lnTo>
                  <a:pt x="241630" y="59259"/>
                </a:lnTo>
                <a:cubicBezTo>
                  <a:pt x="241630" y="52552"/>
                  <a:pt x="241366" y="48355"/>
                  <a:pt x="240839" y="46666"/>
                </a:cubicBezTo>
                <a:cubicBezTo>
                  <a:pt x="240312" y="44976"/>
                  <a:pt x="239429" y="43655"/>
                  <a:pt x="238190" y="42705"/>
                </a:cubicBezTo>
                <a:cubicBezTo>
                  <a:pt x="236951" y="41754"/>
                  <a:pt x="235620" y="41279"/>
                  <a:pt x="234196" y="41279"/>
                </a:cubicBezTo>
                <a:cubicBezTo>
                  <a:pt x="232088" y="41279"/>
                  <a:pt x="230163" y="41836"/>
                  <a:pt x="228424" y="42952"/>
                </a:cubicBezTo>
                <a:cubicBezTo>
                  <a:pt x="225946" y="44599"/>
                  <a:pt x="223310" y="47415"/>
                  <a:pt x="220516" y="51401"/>
                </a:cubicBezTo>
                <a:lnTo>
                  <a:pt x="220516" y="91098"/>
                </a:lnTo>
                <a:cubicBezTo>
                  <a:pt x="220516" y="96317"/>
                  <a:pt x="221030" y="99757"/>
                  <a:pt x="222058" y="101417"/>
                </a:cubicBezTo>
                <a:cubicBezTo>
                  <a:pt x="223086" y="103078"/>
                  <a:pt x="225234" y="104067"/>
                  <a:pt x="228503" y="104383"/>
                </a:cubicBezTo>
                <a:lnTo>
                  <a:pt x="228503" y="107230"/>
                </a:lnTo>
                <a:lnTo>
                  <a:pt x="190387" y="107230"/>
                </a:lnTo>
                <a:lnTo>
                  <a:pt x="190387" y="104383"/>
                </a:lnTo>
                <a:cubicBezTo>
                  <a:pt x="193497" y="104067"/>
                  <a:pt x="195712" y="103065"/>
                  <a:pt x="197030" y="101378"/>
                </a:cubicBezTo>
                <a:cubicBezTo>
                  <a:pt x="197926" y="100218"/>
                  <a:pt x="198374" y="96791"/>
                  <a:pt x="198374" y="91098"/>
                </a:cubicBezTo>
                <a:lnTo>
                  <a:pt x="198374" y="49345"/>
                </a:lnTo>
                <a:cubicBezTo>
                  <a:pt x="198374" y="43689"/>
                  <a:pt x="197860" y="40167"/>
                  <a:pt x="196832" y="38780"/>
                </a:cubicBezTo>
                <a:cubicBezTo>
                  <a:pt x="195804" y="37393"/>
                  <a:pt x="193656" y="36486"/>
                  <a:pt x="190387" y="36060"/>
                </a:cubicBezTo>
                <a:lnTo>
                  <a:pt x="190387" y="33213"/>
                </a:lnTo>
                <a:lnTo>
                  <a:pt x="220516" y="33213"/>
                </a:lnTo>
                <a:close/>
                <a:moveTo>
                  <a:pt x="359661" y="30999"/>
                </a:moveTo>
                <a:cubicBezTo>
                  <a:pt x="366093" y="30999"/>
                  <a:pt x="372076" y="32661"/>
                  <a:pt x="377612" y="35985"/>
                </a:cubicBezTo>
                <a:cubicBezTo>
                  <a:pt x="383147" y="39310"/>
                  <a:pt x="387352" y="44033"/>
                  <a:pt x="390225" y="50155"/>
                </a:cubicBezTo>
                <a:cubicBezTo>
                  <a:pt x="393098" y="56277"/>
                  <a:pt x="394535" y="62979"/>
                  <a:pt x="394535" y="70261"/>
                </a:cubicBezTo>
                <a:cubicBezTo>
                  <a:pt x="394535" y="80762"/>
                  <a:pt x="391872" y="89548"/>
                  <a:pt x="386548" y="96621"/>
                </a:cubicBezTo>
                <a:cubicBezTo>
                  <a:pt x="380116" y="105170"/>
                  <a:pt x="371233" y="109444"/>
                  <a:pt x="359898" y="109444"/>
                </a:cubicBezTo>
                <a:cubicBezTo>
                  <a:pt x="348775" y="109444"/>
                  <a:pt x="340208" y="105539"/>
                  <a:pt x="334198" y="97728"/>
                </a:cubicBezTo>
                <a:cubicBezTo>
                  <a:pt x="328188" y="89917"/>
                  <a:pt x="325183" y="80867"/>
                  <a:pt x="325183" y="70577"/>
                </a:cubicBezTo>
                <a:cubicBezTo>
                  <a:pt x="325183" y="59971"/>
                  <a:pt x="328254" y="50723"/>
                  <a:pt x="334396" y="42833"/>
                </a:cubicBezTo>
                <a:cubicBezTo>
                  <a:pt x="340538" y="34943"/>
                  <a:pt x="348959" y="30999"/>
                  <a:pt x="359661" y="30999"/>
                </a:cubicBezTo>
                <a:moveTo>
                  <a:pt x="359978" y="36534"/>
                </a:moveTo>
                <a:cubicBezTo>
                  <a:pt x="357289" y="36534"/>
                  <a:pt x="354982" y="37551"/>
                  <a:pt x="353058" y="39583"/>
                </a:cubicBezTo>
                <a:cubicBezTo>
                  <a:pt x="351134" y="41615"/>
                  <a:pt x="349869" y="45626"/>
                  <a:pt x="349262" y="51616"/>
                </a:cubicBezTo>
                <a:cubicBezTo>
                  <a:pt x="348656" y="57606"/>
                  <a:pt x="348353" y="65932"/>
                  <a:pt x="348353" y="76594"/>
                </a:cubicBezTo>
                <a:cubicBezTo>
                  <a:pt x="348353" y="82242"/>
                  <a:pt x="348722" y="87520"/>
                  <a:pt x="349460" y="92430"/>
                </a:cubicBezTo>
                <a:cubicBezTo>
                  <a:pt x="350040" y="96176"/>
                  <a:pt x="351279" y="99026"/>
                  <a:pt x="353177" y="100980"/>
                </a:cubicBezTo>
                <a:cubicBezTo>
                  <a:pt x="355075" y="102932"/>
                  <a:pt x="357236" y="103908"/>
                  <a:pt x="359661" y="103908"/>
                </a:cubicBezTo>
                <a:cubicBezTo>
                  <a:pt x="362034" y="103908"/>
                  <a:pt x="364010" y="103249"/>
                  <a:pt x="365592" y="101929"/>
                </a:cubicBezTo>
                <a:cubicBezTo>
                  <a:pt x="367648" y="100135"/>
                  <a:pt x="369019" y="97628"/>
                  <a:pt x="369704" y="94407"/>
                </a:cubicBezTo>
                <a:cubicBezTo>
                  <a:pt x="370758" y="89394"/>
                  <a:pt x="371286" y="79260"/>
                  <a:pt x="371286" y="64006"/>
                </a:cubicBezTo>
                <a:cubicBezTo>
                  <a:pt x="371286" y="55034"/>
                  <a:pt x="370785" y="48873"/>
                  <a:pt x="369783" y="45522"/>
                </a:cubicBezTo>
                <a:cubicBezTo>
                  <a:pt x="368782" y="42169"/>
                  <a:pt x="367305" y="39728"/>
                  <a:pt x="365355" y="38197"/>
                </a:cubicBezTo>
                <a:cubicBezTo>
                  <a:pt x="363984" y="37088"/>
                  <a:pt x="362192" y="36534"/>
                  <a:pt x="359978" y="36534"/>
                </a:cubicBezTo>
                <a:close/>
                <a:moveTo>
                  <a:pt x="477646" y="0"/>
                </a:moveTo>
                <a:lnTo>
                  <a:pt x="477646" y="85088"/>
                </a:lnTo>
                <a:cubicBezTo>
                  <a:pt x="477646" y="90777"/>
                  <a:pt x="477804" y="94142"/>
                  <a:pt x="478120" y="95185"/>
                </a:cubicBezTo>
                <a:cubicBezTo>
                  <a:pt x="478542" y="96908"/>
                  <a:pt x="479346" y="98188"/>
                  <a:pt x="480532" y="99023"/>
                </a:cubicBezTo>
                <a:cubicBezTo>
                  <a:pt x="481718" y="99857"/>
                  <a:pt x="483787" y="100378"/>
                  <a:pt x="486739" y="100587"/>
                </a:cubicBezTo>
                <a:lnTo>
                  <a:pt x="486739" y="103434"/>
                </a:lnTo>
                <a:lnTo>
                  <a:pt x="455504" y="109444"/>
                </a:lnTo>
                <a:lnTo>
                  <a:pt x="455504" y="97740"/>
                </a:lnTo>
                <a:cubicBezTo>
                  <a:pt x="451761" y="102274"/>
                  <a:pt x="448426" y="105358"/>
                  <a:pt x="445500" y="106992"/>
                </a:cubicBezTo>
                <a:cubicBezTo>
                  <a:pt x="442574" y="108627"/>
                  <a:pt x="439266" y="109444"/>
                  <a:pt x="435576" y="109444"/>
                </a:cubicBezTo>
                <a:cubicBezTo>
                  <a:pt x="426139" y="109444"/>
                  <a:pt x="418680" y="105222"/>
                  <a:pt x="413197" y="96779"/>
                </a:cubicBezTo>
                <a:cubicBezTo>
                  <a:pt x="408769" y="89919"/>
                  <a:pt x="406554" y="81502"/>
                  <a:pt x="406554" y="71528"/>
                </a:cubicBezTo>
                <a:cubicBezTo>
                  <a:pt x="406554" y="63560"/>
                  <a:pt x="407925" y="56422"/>
                  <a:pt x="410666" y="50116"/>
                </a:cubicBezTo>
                <a:cubicBezTo>
                  <a:pt x="413408" y="43809"/>
                  <a:pt x="417164" y="39046"/>
                  <a:pt x="421935" y="35827"/>
                </a:cubicBezTo>
                <a:cubicBezTo>
                  <a:pt x="426706" y="32608"/>
                  <a:pt x="431833" y="30999"/>
                  <a:pt x="437316" y="30999"/>
                </a:cubicBezTo>
                <a:cubicBezTo>
                  <a:pt x="440848" y="30999"/>
                  <a:pt x="443985" y="31690"/>
                  <a:pt x="446726" y="33072"/>
                </a:cubicBezTo>
                <a:cubicBezTo>
                  <a:pt x="449467" y="34454"/>
                  <a:pt x="452393" y="36873"/>
                  <a:pt x="455504" y="40330"/>
                </a:cubicBezTo>
                <a:lnTo>
                  <a:pt x="455504" y="18030"/>
                </a:lnTo>
                <a:cubicBezTo>
                  <a:pt x="455504" y="12389"/>
                  <a:pt x="455266" y="8989"/>
                  <a:pt x="454792" y="7829"/>
                </a:cubicBezTo>
                <a:cubicBezTo>
                  <a:pt x="454159" y="6300"/>
                  <a:pt x="453210" y="5166"/>
                  <a:pt x="451945" y="4428"/>
                </a:cubicBezTo>
                <a:cubicBezTo>
                  <a:pt x="450680" y="3690"/>
                  <a:pt x="448308" y="3321"/>
                  <a:pt x="444828" y="3321"/>
                </a:cubicBezTo>
                <a:lnTo>
                  <a:pt x="444828" y="0"/>
                </a:lnTo>
                <a:lnTo>
                  <a:pt x="477646" y="0"/>
                </a:lnTo>
                <a:moveTo>
                  <a:pt x="455504" y="49977"/>
                </a:moveTo>
                <a:cubicBezTo>
                  <a:pt x="451603" y="42597"/>
                  <a:pt x="446831" y="38906"/>
                  <a:pt x="441191" y="38906"/>
                </a:cubicBezTo>
                <a:cubicBezTo>
                  <a:pt x="439240" y="38906"/>
                  <a:pt x="437632" y="39434"/>
                  <a:pt x="436367" y="40488"/>
                </a:cubicBezTo>
                <a:cubicBezTo>
                  <a:pt x="434416" y="42122"/>
                  <a:pt x="432822" y="44995"/>
                  <a:pt x="431583" y="49107"/>
                </a:cubicBezTo>
                <a:cubicBezTo>
                  <a:pt x="430344" y="53219"/>
                  <a:pt x="429724" y="59519"/>
                  <a:pt x="429724" y="68007"/>
                </a:cubicBezTo>
                <a:cubicBezTo>
                  <a:pt x="429724" y="77338"/>
                  <a:pt x="430410" y="84244"/>
                  <a:pt x="431780" y="88725"/>
                </a:cubicBezTo>
                <a:cubicBezTo>
                  <a:pt x="433151" y="93207"/>
                  <a:pt x="435023" y="96449"/>
                  <a:pt x="437395" y="98452"/>
                </a:cubicBezTo>
                <a:cubicBezTo>
                  <a:pt x="438607" y="99454"/>
                  <a:pt x="440268" y="99955"/>
                  <a:pt x="442377" y="99955"/>
                </a:cubicBezTo>
                <a:cubicBezTo>
                  <a:pt x="447016" y="99955"/>
                  <a:pt x="451392" y="96305"/>
                  <a:pt x="455504" y="89007"/>
                </a:cubicBezTo>
                <a:lnTo>
                  <a:pt x="455504" y="49977"/>
                </a:lnTo>
                <a:close/>
                <a:moveTo>
                  <a:pt x="567427" y="33213"/>
                </a:moveTo>
                <a:lnTo>
                  <a:pt x="567427" y="91098"/>
                </a:lnTo>
                <a:cubicBezTo>
                  <a:pt x="567427" y="96773"/>
                  <a:pt x="567954" y="100314"/>
                  <a:pt x="569009" y="101719"/>
                </a:cubicBezTo>
                <a:cubicBezTo>
                  <a:pt x="570063" y="103124"/>
                  <a:pt x="572198" y="104012"/>
                  <a:pt x="575414" y="104383"/>
                </a:cubicBezTo>
                <a:lnTo>
                  <a:pt x="575414" y="107230"/>
                </a:lnTo>
                <a:lnTo>
                  <a:pt x="545285" y="107230"/>
                </a:lnTo>
                <a:lnTo>
                  <a:pt x="545285" y="97345"/>
                </a:lnTo>
                <a:cubicBezTo>
                  <a:pt x="541753" y="101562"/>
                  <a:pt x="538221" y="104633"/>
                  <a:pt x="534689" y="106558"/>
                </a:cubicBezTo>
                <a:cubicBezTo>
                  <a:pt x="531157" y="108482"/>
                  <a:pt x="527203" y="109444"/>
                  <a:pt x="522827" y="109444"/>
                </a:cubicBezTo>
                <a:cubicBezTo>
                  <a:pt x="518662" y="109444"/>
                  <a:pt x="514959" y="108165"/>
                  <a:pt x="511717" y="105609"/>
                </a:cubicBezTo>
                <a:cubicBezTo>
                  <a:pt x="508475" y="103052"/>
                  <a:pt x="506300" y="100060"/>
                  <a:pt x="505193" y="96633"/>
                </a:cubicBezTo>
                <a:cubicBezTo>
                  <a:pt x="504086" y="93207"/>
                  <a:pt x="503532" y="87223"/>
                  <a:pt x="503532" y="78683"/>
                </a:cubicBezTo>
                <a:lnTo>
                  <a:pt x="503532" y="49345"/>
                </a:lnTo>
                <a:cubicBezTo>
                  <a:pt x="503532" y="43689"/>
                  <a:pt x="503018" y="40167"/>
                  <a:pt x="501990" y="38780"/>
                </a:cubicBezTo>
                <a:cubicBezTo>
                  <a:pt x="500962" y="37393"/>
                  <a:pt x="498814" y="36486"/>
                  <a:pt x="495545" y="36060"/>
                </a:cubicBezTo>
                <a:lnTo>
                  <a:pt x="495545" y="33213"/>
                </a:lnTo>
                <a:lnTo>
                  <a:pt x="525674" y="33213"/>
                </a:lnTo>
                <a:lnTo>
                  <a:pt x="525674" y="83805"/>
                </a:lnTo>
                <a:cubicBezTo>
                  <a:pt x="525674" y="89084"/>
                  <a:pt x="525924" y="92488"/>
                  <a:pt x="526425" y="94019"/>
                </a:cubicBezTo>
                <a:cubicBezTo>
                  <a:pt x="526926" y="95549"/>
                  <a:pt x="527717" y="96711"/>
                  <a:pt x="528798" y="97503"/>
                </a:cubicBezTo>
                <a:cubicBezTo>
                  <a:pt x="529878" y="98294"/>
                  <a:pt x="531130" y="98689"/>
                  <a:pt x="532554" y="98689"/>
                </a:cubicBezTo>
                <a:cubicBezTo>
                  <a:pt x="534452" y="98689"/>
                  <a:pt x="536165" y="98188"/>
                  <a:pt x="537694" y="97187"/>
                </a:cubicBezTo>
                <a:cubicBezTo>
                  <a:pt x="539803" y="95816"/>
                  <a:pt x="542333" y="93048"/>
                  <a:pt x="545285" y="88884"/>
                </a:cubicBezTo>
                <a:lnTo>
                  <a:pt x="545285" y="49345"/>
                </a:lnTo>
                <a:cubicBezTo>
                  <a:pt x="545285" y="43689"/>
                  <a:pt x="544771" y="40167"/>
                  <a:pt x="543743" y="38780"/>
                </a:cubicBezTo>
                <a:cubicBezTo>
                  <a:pt x="542715" y="37393"/>
                  <a:pt x="540567" y="36486"/>
                  <a:pt x="537298" y="36060"/>
                </a:cubicBezTo>
                <a:lnTo>
                  <a:pt x="537298" y="33213"/>
                </a:lnTo>
                <a:lnTo>
                  <a:pt x="567427" y="33213"/>
                </a:lnTo>
                <a:close/>
                <a:moveTo>
                  <a:pt x="615218" y="0"/>
                </a:moveTo>
                <a:lnTo>
                  <a:pt x="615218" y="91889"/>
                </a:lnTo>
                <a:cubicBezTo>
                  <a:pt x="615218" y="97108"/>
                  <a:pt x="615824" y="100442"/>
                  <a:pt x="617036" y="101892"/>
                </a:cubicBezTo>
                <a:cubicBezTo>
                  <a:pt x="618249" y="103342"/>
                  <a:pt x="620621" y="104172"/>
                  <a:pt x="624153" y="104383"/>
                </a:cubicBezTo>
                <a:lnTo>
                  <a:pt x="624153" y="107230"/>
                </a:lnTo>
                <a:lnTo>
                  <a:pt x="584219" y="107230"/>
                </a:lnTo>
                <a:lnTo>
                  <a:pt x="584219" y="104383"/>
                </a:lnTo>
                <a:cubicBezTo>
                  <a:pt x="587488" y="104277"/>
                  <a:pt x="589913" y="103329"/>
                  <a:pt x="591494" y="101536"/>
                </a:cubicBezTo>
                <a:cubicBezTo>
                  <a:pt x="592549" y="100324"/>
                  <a:pt x="593076" y="97108"/>
                  <a:pt x="593076" y="91889"/>
                </a:cubicBezTo>
                <a:lnTo>
                  <a:pt x="593076" y="15341"/>
                </a:lnTo>
                <a:cubicBezTo>
                  <a:pt x="593076" y="10142"/>
                  <a:pt x="592470" y="6813"/>
                  <a:pt x="591257" y="5355"/>
                </a:cubicBezTo>
                <a:cubicBezTo>
                  <a:pt x="590044" y="3895"/>
                  <a:pt x="587698" y="3059"/>
                  <a:pt x="584219" y="2847"/>
                </a:cubicBezTo>
                <a:lnTo>
                  <a:pt x="584219" y="0"/>
                </a:lnTo>
                <a:lnTo>
                  <a:pt x="615218" y="0"/>
                </a:lnTo>
                <a:close/>
                <a:moveTo>
                  <a:pt x="693604" y="67533"/>
                </a:moveTo>
                <a:lnTo>
                  <a:pt x="653037" y="67533"/>
                </a:lnTo>
                <a:cubicBezTo>
                  <a:pt x="653511" y="77365"/>
                  <a:pt x="656121" y="85135"/>
                  <a:pt x="660866" y="90843"/>
                </a:cubicBezTo>
                <a:cubicBezTo>
                  <a:pt x="664503" y="95230"/>
                  <a:pt x="668879" y="97424"/>
                  <a:pt x="673993" y="97424"/>
                </a:cubicBezTo>
                <a:cubicBezTo>
                  <a:pt x="677156" y="97424"/>
                  <a:pt x="680029" y="96541"/>
                  <a:pt x="682612" y="94775"/>
                </a:cubicBezTo>
                <a:cubicBezTo>
                  <a:pt x="685195" y="93009"/>
                  <a:pt x="687963" y="89833"/>
                  <a:pt x="690915" y="85246"/>
                </a:cubicBezTo>
                <a:lnTo>
                  <a:pt x="693604" y="86986"/>
                </a:lnTo>
                <a:cubicBezTo>
                  <a:pt x="689597" y="95157"/>
                  <a:pt x="685169" y="100943"/>
                  <a:pt x="680319" y="104343"/>
                </a:cubicBezTo>
                <a:cubicBezTo>
                  <a:pt x="675469" y="107744"/>
                  <a:pt x="669854" y="109444"/>
                  <a:pt x="663475" y="109444"/>
                </a:cubicBezTo>
                <a:cubicBezTo>
                  <a:pt x="652510" y="109444"/>
                  <a:pt x="644206" y="105222"/>
                  <a:pt x="638566" y="96779"/>
                </a:cubicBezTo>
                <a:cubicBezTo>
                  <a:pt x="634032" y="89972"/>
                  <a:pt x="631765" y="81529"/>
                  <a:pt x="631765" y="71449"/>
                </a:cubicBezTo>
                <a:cubicBezTo>
                  <a:pt x="631765" y="59100"/>
                  <a:pt x="635099" y="49271"/>
                  <a:pt x="641768" y="41963"/>
                </a:cubicBezTo>
                <a:cubicBezTo>
                  <a:pt x="648437" y="34653"/>
                  <a:pt x="656253" y="30999"/>
                  <a:pt x="665215" y="30999"/>
                </a:cubicBezTo>
                <a:cubicBezTo>
                  <a:pt x="672701" y="30999"/>
                  <a:pt x="679198" y="34069"/>
                  <a:pt x="684708" y="40211"/>
                </a:cubicBezTo>
                <a:cubicBezTo>
                  <a:pt x="690217" y="46353"/>
                  <a:pt x="693182" y="55460"/>
                  <a:pt x="693604" y="67533"/>
                </a:cubicBezTo>
                <a:moveTo>
                  <a:pt x="674151" y="62313"/>
                </a:moveTo>
                <a:cubicBezTo>
                  <a:pt x="674151" y="53826"/>
                  <a:pt x="673689" y="48000"/>
                  <a:pt x="672767" y="44837"/>
                </a:cubicBezTo>
                <a:cubicBezTo>
                  <a:pt x="671844" y="41674"/>
                  <a:pt x="670408" y="39275"/>
                  <a:pt x="668457" y="37641"/>
                </a:cubicBezTo>
                <a:cubicBezTo>
                  <a:pt x="667350" y="36692"/>
                  <a:pt x="665874" y="36218"/>
                  <a:pt x="664029" y="36218"/>
                </a:cubicBezTo>
                <a:cubicBezTo>
                  <a:pt x="661287" y="36218"/>
                  <a:pt x="659047" y="37562"/>
                  <a:pt x="657307" y="40251"/>
                </a:cubicBezTo>
                <a:cubicBezTo>
                  <a:pt x="654197" y="44943"/>
                  <a:pt x="652641" y="51374"/>
                  <a:pt x="652641" y="59546"/>
                </a:cubicBezTo>
                <a:lnTo>
                  <a:pt x="652641" y="62313"/>
                </a:lnTo>
                <a:lnTo>
                  <a:pt x="674151" y="62313"/>
                </a:lnTo>
                <a:close/>
                <a:moveTo>
                  <a:pt x="749405" y="31315"/>
                </a:moveTo>
                <a:lnTo>
                  <a:pt x="750591" y="56620"/>
                </a:lnTo>
                <a:lnTo>
                  <a:pt x="747902" y="56620"/>
                </a:lnTo>
                <a:cubicBezTo>
                  <a:pt x="744686" y="49073"/>
                  <a:pt x="741352" y="43918"/>
                  <a:pt x="737899" y="41155"/>
                </a:cubicBezTo>
                <a:cubicBezTo>
                  <a:pt x="734446" y="38391"/>
                  <a:pt x="731006" y="37008"/>
                  <a:pt x="727579" y="37008"/>
                </a:cubicBezTo>
                <a:cubicBezTo>
                  <a:pt x="725418" y="37008"/>
                  <a:pt x="723573" y="37733"/>
                  <a:pt x="722044" y="39183"/>
                </a:cubicBezTo>
                <a:cubicBezTo>
                  <a:pt x="720515" y="40633"/>
                  <a:pt x="719750" y="42307"/>
                  <a:pt x="719750" y="44205"/>
                </a:cubicBezTo>
                <a:cubicBezTo>
                  <a:pt x="719750" y="45628"/>
                  <a:pt x="720278" y="46999"/>
                  <a:pt x="721332" y="48317"/>
                </a:cubicBezTo>
                <a:cubicBezTo>
                  <a:pt x="723019" y="50478"/>
                  <a:pt x="727737" y="54182"/>
                  <a:pt x="735487" y="59427"/>
                </a:cubicBezTo>
                <a:cubicBezTo>
                  <a:pt x="743237" y="64673"/>
                  <a:pt x="748337" y="69127"/>
                  <a:pt x="750789" y="72791"/>
                </a:cubicBezTo>
                <a:cubicBezTo>
                  <a:pt x="753240" y="76455"/>
                  <a:pt x="754466" y="80554"/>
                  <a:pt x="754466" y="85088"/>
                </a:cubicBezTo>
                <a:cubicBezTo>
                  <a:pt x="754466" y="89200"/>
                  <a:pt x="753438" y="93233"/>
                  <a:pt x="751382" y="97187"/>
                </a:cubicBezTo>
                <a:cubicBezTo>
                  <a:pt x="749326" y="101141"/>
                  <a:pt x="746426" y="104172"/>
                  <a:pt x="742683" y="106281"/>
                </a:cubicBezTo>
                <a:cubicBezTo>
                  <a:pt x="738940" y="108390"/>
                  <a:pt x="734802" y="109444"/>
                  <a:pt x="730268" y="109444"/>
                </a:cubicBezTo>
                <a:cubicBezTo>
                  <a:pt x="726736" y="109444"/>
                  <a:pt x="722017" y="108316"/>
                  <a:pt x="716113" y="106061"/>
                </a:cubicBezTo>
                <a:cubicBezTo>
                  <a:pt x="714531" y="105469"/>
                  <a:pt x="713451" y="105174"/>
                  <a:pt x="712871" y="105174"/>
                </a:cubicBezTo>
                <a:cubicBezTo>
                  <a:pt x="711131" y="105174"/>
                  <a:pt x="709681" y="106492"/>
                  <a:pt x="708521" y="109128"/>
                </a:cubicBezTo>
                <a:lnTo>
                  <a:pt x="705912" y="109128"/>
                </a:lnTo>
                <a:lnTo>
                  <a:pt x="704647" y="82557"/>
                </a:lnTo>
                <a:lnTo>
                  <a:pt x="707335" y="82557"/>
                </a:lnTo>
                <a:cubicBezTo>
                  <a:pt x="709708" y="89516"/>
                  <a:pt x="712963" y="94735"/>
                  <a:pt x="717101" y="98215"/>
                </a:cubicBezTo>
                <a:cubicBezTo>
                  <a:pt x="721240" y="101694"/>
                  <a:pt x="725154" y="103434"/>
                  <a:pt x="728844" y="103434"/>
                </a:cubicBezTo>
                <a:cubicBezTo>
                  <a:pt x="731375" y="103434"/>
                  <a:pt x="733444" y="102656"/>
                  <a:pt x="735052" y="101101"/>
                </a:cubicBezTo>
                <a:cubicBezTo>
                  <a:pt x="736660" y="99546"/>
                  <a:pt x="737464" y="97661"/>
                  <a:pt x="737464" y="95447"/>
                </a:cubicBezTo>
                <a:cubicBezTo>
                  <a:pt x="737464" y="92917"/>
                  <a:pt x="736673" y="90729"/>
                  <a:pt x="735092" y="88884"/>
                </a:cubicBezTo>
                <a:cubicBezTo>
                  <a:pt x="733510" y="87038"/>
                  <a:pt x="729978" y="84244"/>
                  <a:pt x="724495" y="80501"/>
                </a:cubicBezTo>
                <a:cubicBezTo>
                  <a:pt x="716429" y="74913"/>
                  <a:pt x="711210" y="70643"/>
                  <a:pt x="708838" y="67691"/>
                </a:cubicBezTo>
                <a:cubicBezTo>
                  <a:pt x="705358" y="63368"/>
                  <a:pt x="703619" y="58597"/>
                  <a:pt x="703619" y="53378"/>
                </a:cubicBezTo>
                <a:cubicBezTo>
                  <a:pt x="703619" y="47684"/>
                  <a:pt x="705582" y="42531"/>
                  <a:pt x="709510" y="37918"/>
                </a:cubicBezTo>
                <a:cubicBezTo>
                  <a:pt x="713437" y="33305"/>
                  <a:pt x="719118" y="30999"/>
                  <a:pt x="726551" y="30999"/>
                </a:cubicBezTo>
                <a:cubicBezTo>
                  <a:pt x="730558" y="30999"/>
                  <a:pt x="734433" y="32012"/>
                  <a:pt x="738176" y="34038"/>
                </a:cubicBezTo>
                <a:cubicBezTo>
                  <a:pt x="739599" y="34859"/>
                  <a:pt x="740759" y="35269"/>
                  <a:pt x="741655" y="35269"/>
                </a:cubicBezTo>
                <a:cubicBezTo>
                  <a:pt x="742604" y="35269"/>
                  <a:pt x="743368" y="35071"/>
                  <a:pt x="743948" y="34676"/>
                </a:cubicBezTo>
                <a:cubicBezTo>
                  <a:pt x="744528" y="34280"/>
                  <a:pt x="745451" y="33160"/>
                  <a:pt x="746716" y="31315"/>
                </a:cubicBezTo>
                <a:lnTo>
                  <a:pt x="749405" y="313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B535C2-1EF8-4FA1-82B3-47F34D89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7121" y="666965"/>
            <a:ext cx="1541139" cy="1243329"/>
          </a:xfrm>
          <a:custGeom xmlns:a="http://schemas.openxmlformats.org/drawingml/2006/main">
            <a:pathLst>
              <a:path w="1541139" h="1243329">
                <a:moveTo>
                  <a:pt x="0" y="0"/>
                </a:moveTo>
                <a:lnTo>
                  <a:pt x="1541139" y="0"/>
                </a:lnTo>
                <a:lnTo>
                  <a:pt x="1541139" y="1243329"/>
                </a:lnTo>
                <a:lnTo>
                  <a:pt x="0" y="12433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E5D6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58F783-6F64-433A-B2DE-5E1E367B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7121" y="666965"/>
            <a:ext cx="1541139" cy="1243330"/>
          </a:xfrm>
          <a:custGeom xmlns:a="http://schemas.openxmlformats.org/drawingml/2006/main">
            <a:pathLst>
              <a:path w="1541139" h="1243330" fill="none">
                <a:moveTo>
                  <a:pt x="0" y="0"/>
                </a:moveTo>
                <a:lnTo>
                  <a:pt x="1541139" y="0"/>
                </a:lnTo>
                <a:lnTo>
                  <a:pt x="1541139" y="1243330"/>
                </a:lnTo>
                <a:lnTo>
                  <a:pt x="0" y="12433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D9D9D9"/>
            </a:solidFill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B70DE2-A8B4-4A41-9AA3-EBB92130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0937" y="915532"/>
            <a:ext cx="222387" cy="746194"/>
          </a:xfrm>
          <a:custGeom xmlns:a="http://schemas.openxmlformats.org/drawingml/2006/main">
            <a:pathLst>
              <a:path w="222387" h="746194">
                <a:moveTo>
                  <a:pt x="0" y="37065"/>
                </a:moveTo>
                <a:cubicBezTo>
                  <a:pt x="0" y="16595"/>
                  <a:pt x="16600" y="0"/>
                  <a:pt x="37067" y="0"/>
                </a:cubicBezTo>
                <a:lnTo>
                  <a:pt x="185320" y="0"/>
                </a:lnTo>
                <a:cubicBezTo>
                  <a:pt x="205793" y="0"/>
                  <a:pt x="222387" y="16595"/>
                  <a:pt x="222387" y="37065"/>
                </a:cubicBezTo>
                <a:lnTo>
                  <a:pt x="222387" y="709129"/>
                </a:lnTo>
                <a:cubicBezTo>
                  <a:pt x="222387" y="729599"/>
                  <a:pt x="205793" y="746194"/>
                  <a:pt x="185320" y="746194"/>
                </a:cubicBezTo>
                <a:lnTo>
                  <a:pt x="37067" y="746194"/>
                </a:lnTo>
                <a:cubicBezTo>
                  <a:pt x="16600" y="746194"/>
                  <a:pt x="0" y="729599"/>
                  <a:pt x="0" y="709129"/>
                </a:cubicBezTo>
                <a:lnTo>
                  <a:pt x="0" y="37065"/>
                </a:lnTo>
                <a:close/>
              </a:path>
            </a:pathLst>
          </a:custGeom>
          <a:solidFill xmlns:a="http://schemas.openxmlformats.org/drawingml/2006/main">
            <a:srgbClr val="E2F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324A13-A1E4-41F6-A28D-DA7AA9FD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0937" y="915532"/>
            <a:ext cx="222383" cy="746194"/>
          </a:xfrm>
          <a:custGeom xmlns:a="http://schemas.openxmlformats.org/drawingml/2006/main">
            <a:pathLst>
              <a:path w="222383" h="746194" fill="none">
                <a:moveTo>
                  <a:pt x="0" y="37065"/>
                </a:moveTo>
                <a:cubicBezTo>
                  <a:pt x="0" y="16595"/>
                  <a:pt x="16595" y="0"/>
                  <a:pt x="37065" y="0"/>
                </a:cubicBezTo>
                <a:lnTo>
                  <a:pt x="185318" y="0"/>
                </a:lnTo>
                <a:cubicBezTo>
                  <a:pt x="205789" y="0"/>
                  <a:pt x="222383" y="16595"/>
                  <a:pt x="222383" y="37065"/>
                </a:cubicBezTo>
                <a:lnTo>
                  <a:pt x="222383" y="709129"/>
                </a:lnTo>
                <a:cubicBezTo>
                  <a:pt x="222383" y="729599"/>
                  <a:pt x="205789" y="746194"/>
                  <a:pt x="185318" y="746194"/>
                </a:cubicBezTo>
                <a:lnTo>
                  <a:pt x="37065" y="746194"/>
                </a:lnTo>
                <a:cubicBezTo>
                  <a:pt x="16595" y="746194"/>
                  <a:pt x="0" y="729599"/>
                  <a:pt x="0" y="709129"/>
                </a:cubicBezTo>
                <a:lnTo>
                  <a:pt x="0" y="370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2F528F"/>
            </a:solidFill>
            <a:miter/>
          </a:ln>
        </p:spPr>
      </p:sp>
      <p:sp>
        <p:nvSpPr>
          <p:cNvPr id="283" name="Text FC">
            <a:extLst xmlns:a="http://schemas.openxmlformats.org/drawingml/2006/main">
              <a:ext uri="{FF2B5EF4-FFF2-40B4-BE49-F238E27FC236}">
                <a16:creationId xmlns:a16="http://schemas.microsoft.com/office/drawing/2014/main" id="{1EE04CFC-259B-4AF4-83B5-F0AEBE49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643" y="1243808"/>
            <a:ext cx="158242" cy="93312"/>
          </a:xfrm>
          <a:custGeom xmlns:a="http://schemas.openxmlformats.org/drawingml/2006/main">
            <a:pathLst>
              <a:path w="158242" h="93312">
                <a:moveTo>
                  <a:pt x="25437" y="6853"/>
                </a:moveTo>
                <a:lnTo>
                  <a:pt x="25437" y="41911"/>
                </a:lnTo>
                <a:lnTo>
                  <a:pt x="41714" y="41911"/>
                </a:lnTo>
                <a:cubicBezTo>
                  <a:pt x="45448" y="41911"/>
                  <a:pt x="48183" y="41088"/>
                  <a:pt x="49918" y="39440"/>
                </a:cubicBezTo>
                <a:cubicBezTo>
                  <a:pt x="51653" y="37793"/>
                  <a:pt x="52807" y="34531"/>
                  <a:pt x="53378" y="29654"/>
                </a:cubicBezTo>
                <a:lnTo>
                  <a:pt x="55816" y="29654"/>
                </a:lnTo>
                <a:lnTo>
                  <a:pt x="55816" y="59967"/>
                </a:lnTo>
                <a:lnTo>
                  <a:pt x="53378" y="59967"/>
                </a:lnTo>
                <a:cubicBezTo>
                  <a:pt x="53334" y="56479"/>
                  <a:pt x="52883" y="53918"/>
                  <a:pt x="52027" y="52284"/>
                </a:cubicBezTo>
                <a:cubicBezTo>
                  <a:pt x="51170" y="50649"/>
                  <a:pt x="49984" y="49423"/>
                  <a:pt x="48468" y="48606"/>
                </a:cubicBezTo>
                <a:cubicBezTo>
                  <a:pt x="46953" y="47789"/>
                  <a:pt x="44701" y="47381"/>
                  <a:pt x="41714" y="47381"/>
                </a:cubicBezTo>
                <a:lnTo>
                  <a:pt x="25437" y="47381"/>
                </a:lnTo>
                <a:lnTo>
                  <a:pt x="25437" y="75499"/>
                </a:lnTo>
                <a:cubicBezTo>
                  <a:pt x="25437" y="80031"/>
                  <a:pt x="25722" y="83023"/>
                  <a:pt x="26293" y="84475"/>
                </a:cubicBezTo>
                <a:cubicBezTo>
                  <a:pt x="26733" y="85575"/>
                  <a:pt x="27655" y="86521"/>
                  <a:pt x="29061" y="87313"/>
                </a:cubicBezTo>
                <a:cubicBezTo>
                  <a:pt x="30994" y="88369"/>
                  <a:pt x="33015" y="88897"/>
                  <a:pt x="35124" y="88897"/>
                </a:cubicBezTo>
                <a:lnTo>
                  <a:pt x="38353" y="88897"/>
                </a:lnTo>
                <a:lnTo>
                  <a:pt x="38353" y="91335"/>
                </a:lnTo>
                <a:lnTo>
                  <a:pt x="0" y="91335"/>
                </a:lnTo>
                <a:lnTo>
                  <a:pt x="0" y="88897"/>
                </a:lnTo>
                <a:lnTo>
                  <a:pt x="3163" y="88897"/>
                </a:lnTo>
                <a:cubicBezTo>
                  <a:pt x="6853" y="88897"/>
                  <a:pt x="9533" y="87820"/>
                  <a:pt x="11203" y="85668"/>
                </a:cubicBezTo>
                <a:cubicBezTo>
                  <a:pt x="12257" y="84262"/>
                  <a:pt x="12784" y="80879"/>
                  <a:pt x="12784" y="75519"/>
                </a:cubicBezTo>
                <a:lnTo>
                  <a:pt x="12784" y="17793"/>
                </a:lnTo>
                <a:cubicBezTo>
                  <a:pt x="12784" y="13268"/>
                  <a:pt x="12499" y="10280"/>
                  <a:pt x="11928" y="8830"/>
                </a:cubicBezTo>
                <a:cubicBezTo>
                  <a:pt x="11488" y="7732"/>
                  <a:pt x="10588" y="6788"/>
                  <a:pt x="9226" y="5997"/>
                </a:cubicBezTo>
                <a:cubicBezTo>
                  <a:pt x="7337" y="4942"/>
                  <a:pt x="5316" y="4415"/>
                  <a:pt x="3163" y="4415"/>
                </a:cubicBezTo>
                <a:lnTo>
                  <a:pt x="0" y="4415"/>
                </a:lnTo>
                <a:lnTo>
                  <a:pt x="0" y="1977"/>
                </a:lnTo>
                <a:lnTo>
                  <a:pt x="66491" y="1977"/>
                </a:lnTo>
                <a:lnTo>
                  <a:pt x="67348" y="21615"/>
                </a:lnTo>
                <a:lnTo>
                  <a:pt x="65042" y="21615"/>
                </a:lnTo>
                <a:cubicBezTo>
                  <a:pt x="63899" y="17441"/>
                  <a:pt x="62570" y="14377"/>
                  <a:pt x="61055" y="12422"/>
                </a:cubicBezTo>
                <a:cubicBezTo>
                  <a:pt x="59539" y="10467"/>
                  <a:pt x="57672" y="9050"/>
                  <a:pt x="55453" y="8171"/>
                </a:cubicBezTo>
                <a:cubicBezTo>
                  <a:pt x="53235" y="7293"/>
                  <a:pt x="49797" y="6853"/>
                  <a:pt x="45140" y="6853"/>
                </a:cubicBezTo>
                <a:lnTo>
                  <a:pt x="25437" y="6853"/>
                </a:lnTo>
                <a:close/>
                <a:moveTo>
                  <a:pt x="154156" y="0"/>
                </a:moveTo>
                <a:lnTo>
                  <a:pt x="156199" y="30313"/>
                </a:lnTo>
                <a:lnTo>
                  <a:pt x="154156" y="30313"/>
                </a:lnTo>
                <a:cubicBezTo>
                  <a:pt x="151432" y="21196"/>
                  <a:pt x="147544" y="14634"/>
                  <a:pt x="142492" y="10626"/>
                </a:cubicBezTo>
                <a:cubicBezTo>
                  <a:pt x="137440" y="6617"/>
                  <a:pt x="131377" y="4613"/>
                  <a:pt x="124304" y="4613"/>
                </a:cubicBezTo>
                <a:cubicBezTo>
                  <a:pt x="118373" y="4613"/>
                  <a:pt x="113014" y="6119"/>
                  <a:pt x="108225" y="9131"/>
                </a:cubicBezTo>
                <a:cubicBezTo>
                  <a:pt x="103436" y="12142"/>
                  <a:pt x="99669" y="16945"/>
                  <a:pt x="96924" y="23540"/>
                </a:cubicBezTo>
                <a:cubicBezTo>
                  <a:pt x="94178" y="30135"/>
                  <a:pt x="92805" y="38336"/>
                  <a:pt x="92805" y="48141"/>
                </a:cubicBezTo>
                <a:cubicBezTo>
                  <a:pt x="92805" y="56230"/>
                  <a:pt x="94101" y="63242"/>
                  <a:pt x="96693" y="69179"/>
                </a:cubicBezTo>
                <a:cubicBezTo>
                  <a:pt x="99285" y="75114"/>
                  <a:pt x="103184" y="79664"/>
                  <a:pt x="108390" y="82830"/>
                </a:cubicBezTo>
                <a:cubicBezTo>
                  <a:pt x="113596" y="85996"/>
                  <a:pt x="119538" y="87579"/>
                  <a:pt x="126215" y="87579"/>
                </a:cubicBezTo>
                <a:cubicBezTo>
                  <a:pt x="132014" y="87579"/>
                  <a:pt x="137132" y="86338"/>
                  <a:pt x="141570" y="83856"/>
                </a:cubicBezTo>
                <a:cubicBezTo>
                  <a:pt x="146007" y="81373"/>
                  <a:pt x="150883" y="76442"/>
                  <a:pt x="156199" y="69061"/>
                </a:cubicBezTo>
                <a:lnTo>
                  <a:pt x="158242" y="70375"/>
                </a:lnTo>
                <a:cubicBezTo>
                  <a:pt x="153761" y="78306"/>
                  <a:pt x="148533" y="84112"/>
                  <a:pt x="142558" y="87793"/>
                </a:cubicBezTo>
                <a:cubicBezTo>
                  <a:pt x="136583" y="91472"/>
                  <a:pt x="129488" y="93312"/>
                  <a:pt x="121273" y="93312"/>
                </a:cubicBezTo>
                <a:cubicBezTo>
                  <a:pt x="106468" y="93312"/>
                  <a:pt x="95001" y="87828"/>
                  <a:pt x="86874" y="76860"/>
                </a:cubicBezTo>
                <a:cubicBezTo>
                  <a:pt x="80811" y="68701"/>
                  <a:pt x="77780" y="59094"/>
                  <a:pt x="77780" y="48038"/>
                </a:cubicBezTo>
                <a:cubicBezTo>
                  <a:pt x="77780" y="39132"/>
                  <a:pt x="79779" y="30950"/>
                  <a:pt x="83777" y="23493"/>
                </a:cubicBezTo>
                <a:cubicBezTo>
                  <a:pt x="87775" y="16035"/>
                  <a:pt x="93277" y="10255"/>
                  <a:pt x="100284" y="6153"/>
                </a:cubicBezTo>
                <a:cubicBezTo>
                  <a:pt x="107292" y="2051"/>
                  <a:pt x="114947" y="0"/>
                  <a:pt x="123250" y="0"/>
                </a:cubicBezTo>
                <a:cubicBezTo>
                  <a:pt x="129708" y="0"/>
                  <a:pt x="136078" y="1582"/>
                  <a:pt x="142360" y="4745"/>
                </a:cubicBezTo>
                <a:cubicBezTo>
                  <a:pt x="144206" y="5711"/>
                  <a:pt x="145524" y="6194"/>
                  <a:pt x="146314" y="6194"/>
                </a:cubicBezTo>
                <a:cubicBezTo>
                  <a:pt x="147500" y="6194"/>
                  <a:pt x="148533" y="5777"/>
                  <a:pt x="149412" y="4942"/>
                </a:cubicBezTo>
                <a:cubicBezTo>
                  <a:pt x="150554" y="3756"/>
                  <a:pt x="151367" y="2109"/>
                  <a:pt x="151850" y="0"/>
                </a:cubicBezTo>
                <a:lnTo>
                  <a:pt x="1541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Text …">
            <a:extLst xmlns:a="http://schemas.openxmlformats.org/drawingml/2006/main">
              <a:ext uri="{FF2B5EF4-FFF2-40B4-BE49-F238E27FC236}">
                <a16:creationId xmlns:a16="http://schemas.microsoft.com/office/drawing/2014/main" id="{8C21432C-E381-4F68-9AEE-66E732E6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6337" y="1278396"/>
            <a:ext cx="134274" cy="26570"/>
          </a:xfrm>
          <a:custGeom xmlns:a="http://schemas.openxmlformats.org/drawingml/2006/main">
            <a:pathLst>
              <a:path w="134274" h="26570">
                <a:moveTo>
                  <a:pt x="13127" y="0"/>
                </a:moveTo>
                <a:cubicBezTo>
                  <a:pt x="16817" y="0"/>
                  <a:pt x="19941" y="1296"/>
                  <a:pt x="22498" y="3887"/>
                </a:cubicBezTo>
                <a:cubicBezTo>
                  <a:pt x="25055" y="6477"/>
                  <a:pt x="26333" y="9596"/>
                  <a:pt x="26333" y="13246"/>
                </a:cubicBezTo>
                <a:cubicBezTo>
                  <a:pt x="26333" y="16895"/>
                  <a:pt x="25041" y="20002"/>
                  <a:pt x="22458" y="22567"/>
                </a:cubicBezTo>
                <a:cubicBezTo>
                  <a:pt x="19875" y="25130"/>
                  <a:pt x="16765" y="26412"/>
                  <a:pt x="13127" y="26412"/>
                </a:cubicBezTo>
                <a:cubicBezTo>
                  <a:pt x="9489" y="26412"/>
                  <a:pt x="6392" y="25130"/>
                  <a:pt x="3835" y="22567"/>
                </a:cubicBezTo>
                <a:cubicBezTo>
                  <a:pt x="1278" y="20002"/>
                  <a:pt x="0" y="16895"/>
                  <a:pt x="0" y="13246"/>
                </a:cubicBezTo>
                <a:cubicBezTo>
                  <a:pt x="0" y="9596"/>
                  <a:pt x="1278" y="6477"/>
                  <a:pt x="3835" y="3887"/>
                </a:cubicBezTo>
                <a:cubicBezTo>
                  <a:pt x="6392" y="1296"/>
                  <a:pt x="9489" y="0"/>
                  <a:pt x="13127" y="0"/>
                </a:cubicBezTo>
                <a:moveTo>
                  <a:pt x="67137" y="158"/>
                </a:moveTo>
                <a:cubicBezTo>
                  <a:pt x="70775" y="158"/>
                  <a:pt x="73872" y="1437"/>
                  <a:pt x="76429" y="3993"/>
                </a:cubicBezTo>
                <a:cubicBezTo>
                  <a:pt x="78986" y="6550"/>
                  <a:pt x="80264" y="9648"/>
                  <a:pt x="80264" y="13285"/>
                </a:cubicBezTo>
                <a:cubicBezTo>
                  <a:pt x="80264" y="16923"/>
                  <a:pt x="78986" y="20020"/>
                  <a:pt x="76429" y="22577"/>
                </a:cubicBezTo>
                <a:cubicBezTo>
                  <a:pt x="73872" y="25134"/>
                  <a:pt x="70775" y="26412"/>
                  <a:pt x="67137" y="26412"/>
                </a:cubicBezTo>
                <a:cubicBezTo>
                  <a:pt x="63500" y="26412"/>
                  <a:pt x="60402" y="25134"/>
                  <a:pt x="57846" y="22577"/>
                </a:cubicBezTo>
                <a:cubicBezTo>
                  <a:pt x="55289" y="20020"/>
                  <a:pt x="54010" y="16923"/>
                  <a:pt x="54010" y="13285"/>
                </a:cubicBezTo>
                <a:cubicBezTo>
                  <a:pt x="54010" y="9648"/>
                  <a:pt x="55289" y="6550"/>
                  <a:pt x="57846" y="3993"/>
                </a:cubicBezTo>
                <a:cubicBezTo>
                  <a:pt x="60402" y="1437"/>
                  <a:pt x="63500" y="158"/>
                  <a:pt x="67137" y="158"/>
                </a:cubicBezTo>
                <a:moveTo>
                  <a:pt x="121147" y="316"/>
                </a:moveTo>
                <a:cubicBezTo>
                  <a:pt x="124838" y="316"/>
                  <a:pt x="127948" y="1595"/>
                  <a:pt x="130479" y="4152"/>
                </a:cubicBezTo>
                <a:cubicBezTo>
                  <a:pt x="133009" y="6708"/>
                  <a:pt x="134274" y="9806"/>
                  <a:pt x="134274" y="13443"/>
                </a:cubicBezTo>
                <a:cubicBezTo>
                  <a:pt x="134274" y="17081"/>
                  <a:pt x="132996" y="20178"/>
                  <a:pt x="130439" y="22735"/>
                </a:cubicBezTo>
                <a:cubicBezTo>
                  <a:pt x="127882" y="25292"/>
                  <a:pt x="124785" y="26570"/>
                  <a:pt x="121147" y="26570"/>
                </a:cubicBezTo>
                <a:cubicBezTo>
                  <a:pt x="117510" y="26570"/>
                  <a:pt x="114413" y="25292"/>
                  <a:pt x="111856" y="22735"/>
                </a:cubicBezTo>
                <a:cubicBezTo>
                  <a:pt x="109299" y="20178"/>
                  <a:pt x="108020" y="17081"/>
                  <a:pt x="108020" y="13443"/>
                </a:cubicBezTo>
                <a:cubicBezTo>
                  <a:pt x="108020" y="9806"/>
                  <a:pt x="109299" y="6708"/>
                  <a:pt x="111856" y="4152"/>
                </a:cubicBezTo>
                <a:cubicBezTo>
                  <a:pt x="114413" y="1595"/>
                  <a:pt x="117510" y="316"/>
                  <a:pt x="121147" y="3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8F5465-9F29-46EA-8384-8BCA8B9B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8648" y="722389"/>
            <a:ext cx="433342" cy="1132481"/>
          </a:xfrm>
          <a:custGeom xmlns:a="http://schemas.openxmlformats.org/drawingml/2006/main">
            <a:pathLst>
              <a:path w="433342" h="1132481">
                <a:moveTo>
                  <a:pt x="0" y="72225"/>
                </a:moveTo>
                <a:cubicBezTo>
                  <a:pt x="0" y="32336"/>
                  <a:pt x="32336" y="0"/>
                  <a:pt x="72224" y="0"/>
                </a:cubicBezTo>
                <a:lnTo>
                  <a:pt x="361118" y="0"/>
                </a:lnTo>
                <a:cubicBezTo>
                  <a:pt x="401006" y="0"/>
                  <a:pt x="433342" y="32336"/>
                  <a:pt x="433342" y="72225"/>
                </a:cubicBezTo>
                <a:lnTo>
                  <a:pt x="433342" y="1060256"/>
                </a:lnTo>
                <a:cubicBezTo>
                  <a:pt x="433342" y="1100145"/>
                  <a:pt x="401006" y="1132481"/>
                  <a:pt x="361118" y="1132481"/>
                </a:cubicBezTo>
                <a:lnTo>
                  <a:pt x="72224" y="1132481"/>
                </a:lnTo>
                <a:cubicBezTo>
                  <a:pt x="32336" y="1132481"/>
                  <a:pt x="0" y="1100145"/>
                  <a:pt x="0" y="1060256"/>
                </a:cubicBezTo>
                <a:lnTo>
                  <a:pt x="0" y="72225"/>
                </a:lnTo>
                <a:close/>
              </a:path>
            </a:pathLst>
          </a:custGeom>
          <a:solidFill xmlns:a="http://schemas.openxmlformats.org/drawingml/2006/main">
            <a:srgbClr val="E2F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51BB6E-0ECA-4BBA-88DD-EB7EA07C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8648" y="722389"/>
            <a:ext cx="433348" cy="1132482"/>
          </a:xfrm>
          <a:custGeom xmlns:a="http://schemas.openxmlformats.org/drawingml/2006/main">
            <a:pathLst>
              <a:path w="433348" h="1132482" fill="none">
                <a:moveTo>
                  <a:pt x="0" y="72225"/>
                </a:moveTo>
                <a:cubicBezTo>
                  <a:pt x="0" y="32336"/>
                  <a:pt x="32336" y="0"/>
                  <a:pt x="72225" y="0"/>
                </a:cubicBezTo>
                <a:lnTo>
                  <a:pt x="361122" y="0"/>
                </a:lnTo>
                <a:cubicBezTo>
                  <a:pt x="401011" y="0"/>
                  <a:pt x="433348" y="32336"/>
                  <a:pt x="433348" y="72225"/>
                </a:cubicBezTo>
                <a:lnTo>
                  <a:pt x="433348" y="1060256"/>
                </a:lnTo>
                <a:cubicBezTo>
                  <a:pt x="433348" y="1100145"/>
                  <a:pt x="401011" y="1132482"/>
                  <a:pt x="361122" y="1132482"/>
                </a:cubicBezTo>
                <a:lnTo>
                  <a:pt x="72225" y="1132482"/>
                </a:lnTo>
                <a:cubicBezTo>
                  <a:pt x="32336" y="1132482"/>
                  <a:pt x="0" y="1100145"/>
                  <a:pt x="0" y="1060256"/>
                </a:cubicBezTo>
                <a:lnTo>
                  <a:pt x="0" y="722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2F528F"/>
            </a:solidFill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BE47D0-3733-4109-9A7C-D676944C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018" y="797596"/>
            <a:ext cx="326616" cy="232708"/>
          </a:xfrm>
          <a:custGeom xmlns:a="http://schemas.openxmlformats.org/drawingml/2006/main">
            <a:pathLst>
              <a:path w="326616" h="232708">
                <a:moveTo>
                  <a:pt x="0" y="0"/>
                </a:moveTo>
                <a:lnTo>
                  <a:pt x="326616" y="0"/>
                </a:lnTo>
                <a:lnTo>
                  <a:pt x="326616" y="232708"/>
                </a:lnTo>
                <a:lnTo>
                  <a:pt x="0" y="2327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00D608-9FD2-4765-8F5D-9273C265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018" y="797596"/>
            <a:ext cx="326613" cy="232708"/>
          </a:xfrm>
          <a:custGeom xmlns:a="http://schemas.openxmlformats.org/drawingml/2006/main">
            <a:pathLst>
              <a:path w="326613" h="232708" fill="none">
                <a:moveTo>
                  <a:pt x="0" y="0"/>
                </a:moveTo>
                <a:lnTo>
                  <a:pt x="326613" y="0"/>
                </a:lnTo>
                <a:lnTo>
                  <a:pt x="326613" y="232708"/>
                </a:lnTo>
                <a:lnTo>
                  <a:pt x="0" y="2327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289" name="Text …">
            <a:extLst xmlns:a="http://schemas.openxmlformats.org/drawingml/2006/main">
              <a:ext uri="{FF2B5EF4-FFF2-40B4-BE49-F238E27FC236}">
                <a16:creationId xmlns:a16="http://schemas.microsoft.com/office/drawing/2014/main" id="{2F6B46D0-AE9C-4FB8-83E5-5D90CCC1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2440" y="1400585"/>
            <a:ext cx="19928" cy="100706"/>
          </a:xfrm>
          <a:custGeom xmlns:a="http://schemas.openxmlformats.org/drawingml/2006/main">
            <a:pathLst>
              <a:path w="19928" h="100706">
                <a:moveTo>
                  <a:pt x="19928" y="9845"/>
                </a:moveTo>
                <a:cubicBezTo>
                  <a:pt x="19928" y="12613"/>
                  <a:pt x="18956" y="14956"/>
                  <a:pt x="17012" y="16873"/>
                </a:cubicBezTo>
                <a:cubicBezTo>
                  <a:pt x="15070" y="18791"/>
                  <a:pt x="12730" y="19750"/>
                  <a:pt x="9993" y="19750"/>
                </a:cubicBezTo>
                <a:cubicBezTo>
                  <a:pt x="7257" y="19750"/>
                  <a:pt x="4926" y="18781"/>
                  <a:pt x="3002" y="16844"/>
                </a:cubicBezTo>
                <a:cubicBezTo>
                  <a:pt x="1080" y="14906"/>
                  <a:pt x="119" y="12573"/>
                  <a:pt x="119" y="9845"/>
                </a:cubicBezTo>
                <a:cubicBezTo>
                  <a:pt x="119" y="7117"/>
                  <a:pt x="1080" y="4794"/>
                  <a:pt x="3002" y="2876"/>
                </a:cubicBezTo>
                <a:cubicBezTo>
                  <a:pt x="4926" y="959"/>
                  <a:pt x="7257" y="0"/>
                  <a:pt x="9993" y="0"/>
                </a:cubicBezTo>
                <a:cubicBezTo>
                  <a:pt x="12730" y="0"/>
                  <a:pt x="15070" y="959"/>
                  <a:pt x="17012" y="2876"/>
                </a:cubicBezTo>
                <a:cubicBezTo>
                  <a:pt x="18956" y="4794"/>
                  <a:pt x="19928" y="7117"/>
                  <a:pt x="19928" y="9845"/>
                </a:cubicBezTo>
                <a:moveTo>
                  <a:pt x="19809" y="50353"/>
                </a:moveTo>
                <a:cubicBezTo>
                  <a:pt x="19809" y="53081"/>
                  <a:pt x="18850" y="55404"/>
                  <a:pt x="16933" y="57322"/>
                </a:cubicBezTo>
                <a:cubicBezTo>
                  <a:pt x="15015" y="59239"/>
                  <a:pt x="12692" y="60198"/>
                  <a:pt x="9964" y="60198"/>
                </a:cubicBezTo>
                <a:cubicBezTo>
                  <a:pt x="7236" y="60198"/>
                  <a:pt x="4913" y="59239"/>
                  <a:pt x="2995" y="57322"/>
                </a:cubicBezTo>
                <a:cubicBezTo>
                  <a:pt x="1077" y="55404"/>
                  <a:pt x="119" y="53081"/>
                  <a:pt x="119" y="50353"/>
                </a:cubicBezTo>
                <a:cubicBezTo>
                  <a:pt x="119" y="47625"/>
                  <a:pt x="1077" y="45302"/>
                  <a:pt x="2995" y="43384"/>
                </a:cubicBezTo>
                <a:cubicBezTo>
                  <a:pt x="4913" y="41467"/>
                  <a:pt x="7236" y="40508"/>
                  <a:pt x="9964" y="40508"/>
                </a:cubicBezTo>
                <a:cubicBezTo>
                  <a:pt x="12692" y="40508"/>
                  <a:pt x="15015" y="41467"/>
                  <a:pt x="16933" y="43384"/>
                </a:cubicBezTo>
                <a:cubicBezTo>
                  <a:pt x="18850" y="45302"/>
                  <a:pt x="19809" y="47625"/>
                  <a:pt x="19809" y="50353"/>
                </a:cubicBezTo>
                <a:moveTo>
                  <a:pt x="19690" y="90861"/>
                </a:moveTo>
                <a:cubicBezTo>
                  <a:pt x="19690" y="93628"/>
                  <a:pt x="18732" y="95961"/>
                  <a:pt x="16814" y="97859"/>
                </a:cubicBezTo>
                <a:cubicBezTo>
                  <a:pt x="14896" y="99757"/>
                  <a:pt x="12573" y="100706"/>
                  <a:pt x="9845" y="100706"/>
                </a:cubicBezTo>
                <a:cubicBezTo>
                  <a:pt x="7117" y="100706"/>
                  <a:pt x="4794" y="99747"/>
                  <a:pt x="2876" y="97829"/>
                </a:cubicBezTo>
                <a:cubicBezTo>
                  <a:pt x="959" y="95912"/>
                  <a:pt x="0" y="93589"/>
                  <a:pt x="0" y="90861"/>
                </a:cubicBezTo>
                <a:cubicBezTo>
                  <a:pt x="0" y="88132"/>
                  <a:pt x="959" y="85809"/>
                  <a:pt x="2876" y="83892"/>
                </a:cubicBezTo>
                <a:cubicBezTo>
                  <a:pt x="4794" y="81974"/>
                  <a:pt x="7117" y="81015"/>
                  <a:pt x="9845" y="81015"/>
                </a:cubicBezTo>
                <a:cubicBezTo>
                  <a:pt x="12573" y="81015"/>
                  <a:pt x="14896" y="81974"/>
                  <a:pt x="16814" y="83892"/>
                </a:cubicBezTo>
                <a:cubicBezTo>
                  <a:pt x="18732" y="85809"/>
                  <a:pt x="19690" y="88132"/>
                  <a:pt x="19690" y="908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EA602D-E409-4643-BF80-08DA2FC8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018" y="1091058"/>
            <a:ext cx="326616" cy="232708"/>
          </a:xfrm>
          <a:custGeom xmlns:a="http://schemas.openxmlformats.org/drawingml/2006/main">
            <a:pathLst>
              <a:path w="326616" h="232708">
                <a:moveTo>
                  <a:pt x="0" y="0"/>
                </a:moveTo>
                <a:lnTo>
                  <a:pt x="326616" y="0"/>
                </a:lnTo>
                <a:lnTo>
                  <a:pt x="326616" y="232708"/>
                </a:lnTo>
                <a:lnTo>
                  <a:pt x="0" y="2327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7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483846-3226-4A92-84FE-74A27925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018" y="1091058"/>
            <a:ext cx="326613" cy="232708"/>
          </a:xfrm>
          <a:custGeom xmlns:a="http://schemas.openxmlformats.org/drawingml/2006/main">
            <a:pathLst>
              <a:path w="326613" h="232708" fill="none">
                <a:moveTo>
                  <a:pt x="0" y="0"/>
                </a:moveTo>
                <a:lnTo>
                  <a:pt x="326613" y="0"/>
                </a:lnTo>
                <a:lnTo>
                  <a:pt x="326613" y="232708"/>
                </a:lnTo>
                <a:lnTo>
                  <a:pt x="0" y="2327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292" name="Text 𝑘">
            <a:extLst xmlns:a="http://schemas.openxmlformats.org/drawingml/2006/main">
              <a:ext uri="{FF2B5EF4-FFF2-40B4-BE49-F238E27FC236}">
                <a16:creationId xmlns:a16="http://schemas.microsoft.com/office/drawing/2014/main" id="{4EFE11A4-A77C-44AD-B186-32C62C5C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975" y="1152422"/>
            <a:ext cx="77734" cy="114347"/>
          </a:xfrm>
          <a:custGeom xmlns:a="http://schemas.openxmlformats.org/drawingml/2006/main">
            <a:pathLst>
              <a:path w="77734" h="114347">
                <a:moveTo>
                  <a:pt x="34399" y="80580"/>
                </a:moveTo>
                <a:cubicBezTo>
                  <a:pt x="33872" y="78524"/>
                  <a:pt x="33345" y="77101"/>
                  <a:pt x="32817" y="76310"/>
                </a:cubicBezTo>
                <a:cubicBezTo>
                  <a:pt x="32290" y="75519"/>
                  <a:pt x="31684" y="74992"/>
                  <a:pt x="30999" y="74729"/>
                </a:cubicBezTo>
                <a:cubicBezTo>
                  <a:pt x="30313" y="74465"/>
                  <a:pt x="29101" y="74333"/>
                  <a:pt x="27361" y="74333"/>
                </a:cubicBezTo>
                <a:lnTo>
                  <a:pt x="21905" y="74333"/>
                </a:lnTo>
                <a:lnTo>
                  <a:pt x="13680" y="113081"/>
                </a:lnTo>
                <a:lnTo>
                  <a:pt x="0" y="113081"/>
                </a:lnTo>
                <a:lnTo>
                  <a:pt x="20323" y="22695"/>
                </a:lnTo>
                <a:cubicBezTo>
                  <a:pt x="21008" y="19638"/>
                  <a:pt x="21496" y="17252"/>
                  <a:pt x="21786" y="15539"/>
                </a:cubicBezTo>
                <a:cubicBezTo>
                  <a:pt x="22076" y="13825"/>
                  <a:pt x="22221" y="12310"/>
                  <a:pt x="22221" y="10992"/>
                </a:cubicBezTo>
                <a:cubicBezTo>
                  <a:pt x="22221" y="8778"/>
                  <a:pt x="21549" y="7222"/>
                  <a:pt x="20204" y="6326"/>
                </a:cubicBezTo>
                <a:cubicBezTo>
                  <a:pt x="18860" y="5430"/>
                  <a:pt x="16448" y="4929"/>
                  <a:pt x="12969" y="4824"/>
                </a:cubicBezTo>
                <a:lnTo>
                  <a:pt x="13918" y="712"/>
                </a:lnTo>
                <a:lnTo>
                  <a:pt x="33924" y="0"/>
                </a:lnTo>
                <a:lnTo>
                  <a:pt x="38511" y="0"/>
                </a:lnTo>
                <a:lnTo>
                  <a:pt x="23012" y="69035"/>
                </a:lnTo>
                <a:lnTo>
                  <a:pt x="25542" y="69035"/>
                </a:lnTo>
                <a:cubicBezTo>
                  <a:pt x="29496" y="69035"/>
                  <a:pt x="33938" y="67309"/>
                  <a:pt x="38867" y="63855"/>
                </a:cubicBezTo>
                <a:cubicBezTo>
                  <a:pt x="43796" y="60402"/>
                  <a:pt x="47737" y="57200"/>
                  <a:pt x="50689" y="54247"/>
                </a:cubicBezTo>
                <a:cubicBezTo>
                  <a:pt x="53641" y="51295"/>
                  <a:pt x="55117" y="48448"/>
                  <a:pt x="55117" y="45707"/>
                </a:cubicBezTo>
                <a:cubicBezTo>
                  <a:pt x="55117" y="43124"/>
                  <a:pt x="53325" y="41674"/>
                  <a:pt x="49740" y="41358"/>
                </a:cubicBezTo>
                <a:lnTo>
                  <a:pt x="50610" y="37483"/>
                </a:lnTo>
                <a:lnTo>
                  <a:pt x="76231" y="37483"/>
                </a:lnTo>
                <a:lnTo>
                  <a:pt x="77734" y="41358"/>
                </a:lnTo>
                <a:cubicBezTo>
                  <a:pt x="73358" y="45312"/>
                  <a:pt x="68719" y="49186"/>
                  <a:pt x="63816" y="52982"/>
                </a:cubicBezTo>
                <a:lnTo>
                  <a:pt x="44205" y="68165"/>
                </a:lnTo>
                <a:lnTo>
                  <a:pt x="51954" y="96712"/>
                </a:lnTo>
                <a:cubicBezTo>
                  <a:pt x="52587" y="99137"/>
                  <a:pt x="53154" y="100890"/>
                  <a:pt x="53654" y="101971"/>
                </a:cubicBezTo>
                <a:cubicBezTo>
                  <a:pt x="54155" y="103052"/>
                  <a:pt x="54735" y="103856"/>
                  <a:pt x="55394" y="104383"/>
                </a:cubicBezTo>
                <a:cubicBezTo>
                  <a:pt x="56053" y="104910"/>
                  <a:pt x="56936" y="105174"/>
                  <a:pt x="58043" y="105174"/>
                </a:cubicBezTo>
                <a:cubicBezTo>
                  <a:pt x="59414" y="105174"/>
                  <a:pt x="61048" y="104436"/>
                  <a:pt x="62946" y="102960"/>
                </a:cubicBezTo>
                <a:cubicBezTo>
                  <a:pt x="64844" y="101483"/>
                  <a:pt x="67005" y="99348"/>
                  <a:pt x="69430" y="96554"/>
                </a:cubicBezTo>
                <a:lnTo>
                  <a:pt x="73938" y="100983"/>
                </a:lnTo>
                <a:cubicBezTo>
                  <a:pt x="69193" y="105991"/>
                  <a:pt x="65266" y="109470"/>
                  <a:pt x="62155" y="111421"/>
                </a:cubicBezTo>
                <a:cubicBezTo>
                  <a:pt x="59045" y="113371"/>
                  <a:pt x="56040" y="114347"/>
                  <a:pt x="53140" y="114347"/>
                </a:cubicBezTo>
                <a:cubicBezTo>
                  <a:pt x="49556" y="114347"/>
                  <a:pt x="46709" y="113332"/>
                  <a:pt x="44600" y="111302"/>
                </a:cubicBezTo>
                <a:cubicBezTo>
                  <a:pt x="42491" y="109273"/>
                  <a:pt x="40831" y="105885"/>
                  <a:pt x="39618" y="101141"/>
                </a:cubicBezTo>
                <a:lnTo>
                  <a:pt x="34399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Text #'">
            <a:extLst xmlns:a="http://schemas.openxmlformats.org/drawingml/2006/main">
              <a:ext uri="{FF2B5EF4-FFF2-40B4-BE49-F238E27FC236}">
                <a16:creationId xmlns:a16="http://schemas.microsoft.com/office/drawing/2014/main" id="{B2E60D61-94B7-4665-86B2-B85A4E75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73" y="1218243"/>
            <a:ext cx="120633" cy="80897"/>
          </a:xfrm>
          <a:custGeom xmlns:a="http://schemas.openxmlformats.org/drawingml/2006/main">
            <a:pathLst>
              <a:path w="120633" h="80897">
                <a:moveTo>
                  <a:pt x="45074" y="2847"/>
                </a:moveTo>
                <a:cubicBezTo>
                  <a:pt x="45549" y="3400"/>
                  <a:pt x="45984" y="3934"/>
                  <a:pt x="46379" y="4448"/>
                </a:cubicBezTo>
                <a:cubicBezTo>
                  <a:pt x="46775" y="4962"/>
                  <a:pt x="47210" y="5476"/>
                  <a:pt x="47684" y="5990"/>
                </a:cubicBezTo>
                <a:lnTo>
                  <a:pt x="47684" y="9489"/>
                </a:lnTo>
                <a:cubicBezTo>
                  <a:pt x="42900" y="9410"/>
                  <a:pt x="38590" y="10043"/>
                  <a:pt x="34755" y="11387"/>
                </a:cubicBezTo>
                <a:cubicBezTo>
                  <a:pt x="30919" y="12732"/>
                  <a:pt x="27539" y="14699"/>
                  <a:pt x="24613" y="17288"/>
                </a:cubicBezTo>
                <a:cubicBezTo>
                  <a:pt x="21687" y="19878"/>
                  <a:pt x="19236" y="23061"/>
                  <a:pt x="17259" y="26837"/>
                </a:cubicBezTo>
                <a:cubicBezTo>
                  <a:pt x="15282" y="30613"/>
                  <a:pt x="13740" y="34873"/>
                  <a:pt x="12633" y="39618"/>
                </a:cubicBezTo>
                <a:lnTo>
                  <a:pt x="13285" y="39915"/>
                </a:lnTo>
                <a:cubicBezTo>
                  <a:pt x="14906" y="38808"/>
                  <a:pt x="16508" y="37849"/>
                  <a:pt x="18089" y="37038"/>
                </a:cubicBezTo>
                <a:cubicBezTo>
                  <a:pt x="19671" y="36228"/>
                  <a:pt x="21272" y="35555"/>
                  <a:pt x="22893" y="35022"/>
                </a:cubicBezTo>
                <a:cubicBezTo>
                  <a:pt x="24514" y="34488"/>
                  <a:pt x="26195" y="34102"/>
                  <a:pt x="27934" y="33865"/>
                </a:cubicBezTo>
                <a:cubicBezTo>
                  <a:pt x="29674" y="33628"/>
                  <a:pt x="31532" y="33509"/>
                  <a:pt x="33509" y="33509"/>
                </a:cubicBezTo>
                <a:cubicBezTo>
                  <a:pt x="36989" y="33509"/>
                  <a:pt x="40063" y="34023"/>
                  <a:pt x="42732" y="35051"/>
                </a:cubicBezTo>
                <a:cubicBezTo>
                  <a:pt x="45401" y="36079"/>
                  <a:pt x="47664" y="37582"/>
                  <a:pt x="49523" y="39559"/>
                </a:cubicBezTo>
                <a:cubicBezTo>
                  <a:pt x="51381" y="41536"/>
                  <a:pt x="52785" y="43908"/>
                  <a:pt x="53733" y="46676"/>
                </a:cubicBezTo>
                <a:cubicBezTo>
                  <a:pt x="54682" y="49443"/>
                  <a:pt x="55157" y="52528"/>
                  <a:pt x="55157" y="55928"/>
                </a:cubicBezTo>
                <a:cubicBezTo>
                  <a:pt x="55157" y="59526"/>
                  <a:pt x="54564" y="62867"/>
                  <a:pt x="53378" y="65951"/>
                </a:cubicBezTo>
                <a:cubicBezTo>
                  <a:pt x="52191" y="69035"/>
                  <a:pt x="50412" y="71684"/>
                  <a:pt x="48040" y="73898"/>
                </a:cubicBezTo>
                <a:cubicBezTo>
                  <a:pt x="45668" y="76113"/>
                  <a:pt x="42732" y="77832"/>
                  <a:pt x="39233" y="79058"/>
                </a:cubicBezTo>
                <a:cubicBezTo>
                  <a:pt x="35733" y="80284"/>
                  <a:pt x="31631" y="80897"/>
                  <a:pt x="26926" y="80897"/>
                </a:cubicBezTo>
                <a:cubicBezTo>
                  <a:pt x="18030" y="80897"/>
                  <a:pt x="11318" y="78356"/>
                  <a:pt x="6791" y="73276"/>
                </a:cubicBezTo>
                <a:cubicBezTo>
                  <a:pt x="2264" y="68195"/>
                  <a:pt x="0" y="60712"/>
                  <a:pt x="0" y="50827"/>
                </a:cubicBezTo>
                <a:cubicBezTo>
                  <a:pt x="0" y="46399"/>
                  <a:pt x="494" y="42158"/>
                  <a:pt x="1483" y="38106"/>
                </a:cubicBezTo>
                <a:cubicBezTo>
                  <a:pt x="2471" y="34053"/>
                  <a:pt x="3924" y="30277"/>
                  <a:pt x="5842" y="26778"/>
                </a:cubicBezTo>
                <a:cubicBezTo>
                  <a:pt x="7760" y="23279"/>
                  <a:pt x="10082" y="20115"/>
                  <a:pt x="12811" y="17288"/>
                </a:cubicBezTo>
                <a:cubicBezTo>
                  <a:pt x="15539" y="14461"/>
                  <a:pt x="18583" y="12010"/>
                  <a:pt x="21944" y="9934"/>
                </a:cubicBezTo>
                <a:cubicBezTo>
                  <a:pt x="25305" y="7858"/>
                  <a:pt x="28943" y="6218"/>
                  <a:pt x="32857" y="5012"/>
                </a:cubicBezTo>
                <a:cubicBezTo>
                  <a:pt x="36771" y="3806"/>
                  <a:pt x="40844" y="3084"/>
                  <a:pt x="45074" y="2847"/>
                </a:cubicBezTo>
                <a:moveTo>
                  <a:pt x="29358" y="40330"/>
                </a:moveTo>
                <a:cubicBezTo>
                  <a:pt x="26709" y="40330"/>
                  <a:pt x="24267" y="40686"/>
                  <a:pt x="22033" y="41397"/>
                </a:cubicBezTo>
                <a:cubicBezTo>
                  <a:pt x="19799" y="42109"/>
                  <a:pt x="17674" y="43078"/>
                  <a:pt x="15657" y="44303"/>
                </a:cubicBezTo>
                <a:cubicBezTo>
                  <a:pt x="14827" y="44857"/>
                  <a:pt x="14185" y="45371"/>
                  <a:pt x="13730" y="45845"/>
                </a:cubicBezTo>
                <a:cubicBezTo>
                  <a:pt x="13275" y="46320"/>
                  <a:pt x="12939" y="46883"/>
                  <a:pt x="12722" y="47536"/>
                </a:cubicBezTo>
                <a:cubicBezTo>
                  <a:pt x="12504" y="48188"/>
                  <a:pt x="12356" y="48999"/>
                  <a:pt x="12277" y="49967"/>
                </a:cubicBezTo>
                <a:cubicBezTo>
                  <a:pt x="12198" y="50936"/>
                  <a:pt x="12158" y="52251"/>
                  <a:pt x="12158" y="53911"/>
                </a:cubicBezTo>
                <a:cubicBezTo>
                  <a:pt x="12158" y="67908"/>
                  <a:pt x="17239" y="74907"/>
                  <a:pt x="27401" y="74907"/>
                </a:cubicBezTo>
                <a:cubicBezTo>
                  <a:pt x="30168" y="74907"/>
                  <a:pt x="32550" y="74501"/>
                  <a:pt x="34547" y="73691"/>
                </a:cubicBezTo>
                <a:cubicBezTo>
                  <a:pt x="36544" y="72880"/>
                  <a:pt x="38175" y="71714"/>
                  <a:pt x="39440" y="70192"/>
                </a:cubicBezTo>
                <a:cubicBezTo>
                  <a:pt x="40705" y="68669"/>
                  <a:pt x="41635" y="66791"/>
                  <a:pt x="42228" y="64557"/>
                </a:cubicBezTo>
                <a:cubicBezTo>
                  <a:pt x="42821" y="62323"/>
                  <a:pt x="43117" y="59783"/>
                  <a:pt x="43117" y="56936"/>
                </a:cubicBezTo>
                <a:cubicBezTo>
                  <a:pt x="43117" y="51638"/>
                  <a:pt x="41931" y="47546"/>
                  <a:pt x="39559" y="44659"/>
                </a:cubicBezTo>
                <a:cubicBezTo>
                  <a:pt x="37186" y="41773"/>
                  <a:pt x="33786" y="40330"/>
                  <a:pt x="29358" y="40330"/>
                </a:cubicBezTo>
                <a:close/>
                <a:moveTo>
                  <a:pt x="70340" y="63757"/>
                </a:moveTo>
                <a:lnTo>
                  <a:pt x="77931" y="63757"/>
                </a:lnTo>
                <a:cubicBezTo>
                  <a:pt x="79118" y="67750"/>
                  <a:pt x="80897" y="70607"/>
                  <a:pt x="83269" y="72327"/>
                </a:cubicBezTo>
                <a:cubicBezTo>
                  <a:pt x="85641" y="74047"/>
                  <a:pt x="88765" y="74907"/>
                  <a:pt x="92640" y="74907"/>
                </a:cubicBezTo>
                <a:cubicBezTo>
                  <a:pt x="97819" y="74907"/>
                  <a:pt x="101734" y="73562"/>
                  <a:pt x="104383" y="70874"/>
                </a:cubicBezTo>
                <a:cubicBezTo>
                  <a:pt x="107032" y="68185"/>
                  <a:pt x="108357" y="63974"/>
                  <a:pt x="108357" y="58241"/>
                </a:cubicBezTo>
                <a:cubicBezTo>
                  <a:pt x="108357" y="52745"/>
                  <a:pt x="106953" y="48663"/>
                  <a:pt x="104146" y="45994"/>
                </a:cubicBezTo>
                <a:cubicBezTo>
                  <a:pt x="101338" y="43325"/>
                  <a:pt x="97404" y="41990"/>
                  <a:pt x="92343" y="41990"/>
                </a:cubicBezTo>
                <a:cubicBezTo>
                  <a:pt x="90999" y="41990"/>
                  <a:pt x="89783" y="42010"/>
                  <a:pt x="88696" y="42050"/>
                </a:cubicBezTo>
                <a:cubicBezTo>
                  <a:pt x="87609" y="42089"/>
                  <a:pt x="86531" y="42188"/>
                  <a:pt x="85464" y="42346"/>
                </a:cubicBezTo>
                <a:cubicBezTo>
                  <a:pt x="84396" y="42504"/>
                  <a:pt x="83338" y="42722"/>
                  <a:pt x="82291" y="42999"/>
                </a:cubicBezTo>
                <a:cubicBezTo>
                  <a:pt x="81243" y="43275"/>
                  <a:pt x="80066" y="43592"/>
                  <a:pt x="78762" y="43948"/>
                </a:cubicBezTo>
                <a:lnTo>
                  <a:pt x="73898" y="41279"/>
                </a:lnTo>
                <a:lnTo>
                  <a:pt x="73898" y="3974"/>
                </a:lnTo>
                <a:lnTo>
                  <a:pt x="106755" y="3974"/>
                </a:lnTo>
                <a:cubicBezTo>
                  <a:pt x="107704" y="3934"/>
                  <a:pt x="108465" y="3875"/>
                  <a:pt x="109039" y="3796"/>
                </a:cubicBezTo>
                <a:cubicBezTo>
                  <a:pt x="109612" y="3717"/>
                  <a:pt x="110077" y="3539"/>
                  <a:pt x="110432" y="3262"/>
                </a:cubicBezTo>
                <a:cubicBezTo>
                  <a:pt x="110788" y="2985"/>
                  <a:pt x="111105" y="2600"/>
                  <a:pt x="111381" y="2105"/>
                </a:cubicBezTo>
                <a:cubicBezTo>
                  <a:pt x="111658" y="1611"/>
                  <a:pt x="111974" y="909"/>
                  <a:pt x="112330" y="0"/>
                </a:cubicBezTo>
                <a:lnTo>
                  <a:pt x="117668" y="0"/>
                </a:lnTo>
                <a:lnTo>
                  <a:pt x="116838" y="14353"/>
                </a:lnTo>
                <a:lnTo>
                  <a:pt x="82083" y="14353"/>
                </a:lnTo>
                <a:lnTo>
                  <a:pt x="82083" y="37542"/>
                </a:lnTo>
                <a:cubicBezTo>
                  <a:pt x="84179" y="36831"/>
                  <a:pt x="86472" y="36257"/>
                  <a:pt x="88963" y="35822"/>
                </a:cubicBezTo>
                <a:cubicBezTo>
                  <a:pt x="91454" y="35387"/>
                  <a:pt x="93964" y="35170"/>
                  <a:pt x="96495" y="35170"/>
                </a:cubicBezTo>
                <a:cubicBezTo>
                  <a:pt x="100133" y="35170"/>
                  <a:pt x="103424" y="35674"/>
                  <a:pt x="106370" y="36682"/>
                </a:cubicBezTo>
                <a:cubicBezTo>
                  <a:pt x="109315" y="37691"/>
                  <a:pt x="111846" y="39134"/>
                  <a:pt x="113961" y="41012"/>
                </a:cubicBezTo>
                <a:cubicBezTo>
                  <a:pt x="116077" y="42890"/>
                  <a:pt x="117717" y="45163"/>
                  <a:pt x="118884" y="47832"/>
                </a:cubicBezTo>
                <a:cubicBezTo>
                  <a:pt x="120050" y="50501"/>
                  <a:pt x="120633" y="53496"/>
                  <a:pt x="120633" y="56818"/>
                </a:cubicBezTo>
                <a:cubicBezTo>
                  <a:pt x="120633" y="60613"/>
                  <a:pt x="119981" y="63994"/>
                  <a:pt x="118676" y="66959"/>
                </a:cubicBezTo>
                <a:cubicBezTo>
                  <a:pt x="117372" y="69925"/>
                  <a:pt x="115503" y="72445"/>
                  <a:pt x="113072" y="74521"/>
                </a:cubicBezTo>
                <a:cubicBezTo>
                  <a:pt x="110640" y="76597"/>
                  <a:pt x="107675" y="78178"/>
                  <a:pt x="104175" y="79266"/>
                </a:cubicBezTo>
                <a:cubicBezTo>
                  <a:pt x="100676" y="80353"/>
                  <a:pt x="96732" y="80897"/>
                  <a:pt x="92343" y="80897"/>
                </a:cubicBezTo>
                <a:cubicBezTo>
                  <a:pt x="88864" y="80897"/>
                  <a:pt x="85305" y="80561"/>
                  <a:pt x="81668" y="79889"/>
                </a:cubicBezTo>
                <a:cubicBezTo>
                  <a:pt x="78030" y="79216"/>
                  <a:pt x="74254" y="78228"/>
                  <a:pt x="70340" y="76923"/>
                </a:cubicBezTo>
                <a:lnTo>
                  <a:pt x="70340" y="637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F141BD-A2FC-4353-B03C-F68C466C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018" y="1585819"/>
            <a:ext cx="326616" cy="232708"/>
          </a:xfrm>
          <a:custGeom xmlns:a="http://schemas.openxmlformats.org/drawingml/2006/main">
            <a:pathLst>
              <a:path w="326616" h="232708">
                <a:moveTo>
                  <a:pt x="0" y="0"/>
                </a:moveTo>
                <a:lnTo>
                  <a:pt x="326616" y="0"/>
                </a:lnTo>
                <a:lnTo>
                  <a:pt x="326616" y="232708"/>
                </a:lnTo>
                <a:lnTo>
                  <a:pt x="0" y="2327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8BAF7-16D1-46EE-BC8C-3ACCCC5E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018" y="1585818"/>
            <a:ext cx="326613" cy="232708"/>
          </a:xfrm>
          <a:custGeom xmlns:a="http://schemas.openxmlformats.org/drawingml/2006/main">
            <a:pathLst>
              <a:path w="326613" h="232708" fill="none">
                <a:moveTo>
                  <a:pt x="0" y="0"/>
                </a:moveTo>
                <a:lnTo>
                  <a:pt x="326613" y="0"/>
                </a:lnTo>
                <a:lnTo>
                  <a:pt x="326613" y="232708"/>
                </a:lnTo>
                <a:lnTo>
                  <a:pt x="0" y="2327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41D6CA-AD50-4EFE-B389-766BC0A8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5032" y="722389"/>
            <a:ext cx="433349" cy="1132481"/>
          </a:xfrm>
          <a:custGeom xmlns:a="http://schemas.openxmlformats.org/drawingml/2006/main">
            <a:pathLst>
              <a:path w="433349" h="1132481">
                <a:moveTo>
                  <a:pt x="0" y="72225"/>
                </a:moveTo>
                <a:cubicBezTo>
                  <a:pt x="0" y="32336"/>
                  <a:pt x="32336" y="0"/>
                  <a:pt x="72224" y="0"/>
                </a:cubicBezTo>
                <a:lnTo>
                  <a:pt x="361118" y="0"/>
                </a:lnTo>
                <a:cubicBezTo>
                  <a:pt x="401013" y="0"/>
                  <a:pt x="433349" y="32336"/>
                  <a:pt x="433349" y="72225"/>
                </a:cubicBezTo>
                <a:lnTo>
                  <a:pt x="433349" y="1060256"/>
                </a:lnTo>
                <a:cubicBezTo>
                  <a:pt x="433349" y="1100145"/>
                  <a:pt x="401013" y="1132481"/>
                  <a:pt x="361118" y="1132481"/>
                </a:cubicBezTo>
                <a:lnTo>
                  <a:pt x="72224" y="1132481"/>
                </a:lnTo>
                <a:cubicBezTo>
                  <a:pt x="32336" y="1132481"/>
                  <a:pt x="0" y="1100145"/>
                  <a:pt x="0" y="1060256"/>
                </a:cubicBezTo>
                <a:lnTo>
                  <a:pt x="0" y="72225"/>
                </a:lnTo>
                <a:close/>
              </a:path>
            </a:pathLst>
          </a:custGeom>
          <a:solidFill xmlns:a="http://schemas.openxmlformats.org/drawingml/2006/main">
            <a:srgbClr val="E2F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DBA0B-1C09-4222-A349-FF5F8AC6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5031" y="722389"/>
            <a:ext cx="433348" cy="1132482"/>
          </a:xfrm>
          <a:custGeom xmlns:a="http://schemas.openxmlformats.org/drawingml/2006/main">
            <a:pathLst>
              <a:path w="433348" h="1132482" fill="none">
                <a:moveTo>
                  <a:pt x="0" y="72225"/>
                </a:moveTo>
                <a:cubicBezTo>
                  <a:pt x="0" y="32336"/>
                  <a:pt x="32336" y="0"/>
                  <a:pt x="72225" y="0"/>
                </a:cubicBezTo>
                <a:lnTo>
                  <a:pt x="361122" y="0"/>
                </a:lnTo>
                <a:cubicBezTo>
                  <a:pt x="401011" y="0"/>
                  <a:pt x="433348" y="32336"/>
                  <a:pt x="433348" y="72225"/>
                </a:cubicBezTo>
                <a:lnTo>
                  <a:pt x="433348" y="1060256"/>
                </a:lnTo>
                <a:cubicBezTo>
                  <a:pt x="433348" y="1100145"/>
                  <a:pt x="401011" y="1132482"/>
                  <a:pt x="361122" y="1132482"/>
                </a:cubicBezTo>
                <a:lnTo>
                  <a:pt x="72225" y="1132482"/>
                </a:lnTo>
                <a:cubicBezTo>
                  <a:pt x="32336" y="1132482"/>
                  <a:pt x="0" y="1100145"/>
                  <a:pt x="0" y="1060256"/>
                </a:cubicBezTo>
                <a:lnTo>
                  <a:pt x="0" y="722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2F528F"/>
            </a:solidFill>
            <a:miter/>
          </a:ln>
        </p:spPr>
      </p:sp>
      <p:sp>
        <p:nvSpPr>
          <p:cNvPr id="298" name="Text …">
            <a:extLst xmlns:a="http://schemas.openxmlformats.org/drawingml/2006/main">
              <a:ext uri="{FF2B5EF4-FFF2-40B4-BE49-F238E27FC236}">
                <a16:creationId xmlns:a16="http://schemas.microsoft.com/office/drawing/2014/main" id="{B978AEA8-1E6E-4EB2-9ADA-8591300C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9840" y="1390868"/>
            <a:ext cx="19928" cy="100706"/>
          </a:xfrm>
          <a:custGeom xmlns:a="http://schemas.openxmlformats.org/drawingml/2006/main">
            <a:pathLst>
              <a:path w="19928" h="100706">
                <a:moveTo>
                  <a:pt x="19928" y="9845"/>
                </a:moveTo>
                <a:cubicBezTo>
                  <a:pt x="19928" y="12613"/>
                  <a:pt x="18956" y="14956"/>
                  <a:pt x="17012" y="16873"/>
                </a:cubicBezTo>
                <a:cubicBezTo>
                  <a:pt x="15070" y="18791"/>
                  <a:pt x="12730" y="19750"/>
                  <a:pt x="9993" y="19750"/>
                </a:cubicBezTo>
                <a:cubicBezTo>
                  <a:pt x="7257" y="19750"/>
                  <a:pt x="4926" y="18781"/>
                  <a:pt x="3002" y="16844"/>
                </a:cubicBezTo>
                <a:cubicBezTo>
                  <a:pt x="1080" y="14906"/>
                  <a:pt x="119" y="12573"/>
                  <a:pt x="119" y="9845"/>
                </a:cubicBezTo>
                <a:cubicBezTo>
                  <a:pt x="119" y="7117"/>
                  <a:pt x="1080" y="4794"/>
                  <a:pt x="3002" y="2876"/>
                </a:cubicBezTo>
                <a:cubicBezTo>
                  <a:pt x="4926" y="959"/>
                  <a:pt x="7257" y="0"/>
                  <a:pt x="9993" y="0"/>
                </a:cubicBezTo>
                <a:cubicBezTo>
                  <a:pt x="12730" y="0"/>
                  <a:pt x="15070" y="959"/>
                  <a:pt x="17012" y="2876"/>
                </a:cubicBezTo>
                <a:cubicBezTo>
                  <a:pt x="18956" y="4794"/>
                  <a:pt x="19928" y="7117"/>
                  <a:pt x="19928" y="9845"/>
                </a:cubicBezTo>
                <a:moveTo>
                  <a:pt x="19809" y="50353"/>
                </a:moveTo>
                <a:cubicBezTo>
                  <a:pt x="19809" y="53081"/>
                  <a:pt x="18850" y="55404"/>
                  <a:pt x="16933" y="57322"/>
                </a:cubicBezTo>
                <a:cubicBezTo>
                  <a:pt x="15015" y="59239"/>
                  <a:pt x="12692" y="60198"/>
                  <a:pt x="9964" y="60198"/>
                </a:cubicBezTo>
                <a:cubicBezTo>
                  <a:pt x="7236" y="60198"/>
                  <a:pt x="4913" y="59239"/>
                  <a:pt x="2995" y="57322"/>
                </a:cubicBezTo>
                <a:cubicBezTo>
                  <a:pt x="1077" y="55404"/>
                  <a:pt x="119" y="53081"/>
                  <a:pt x="119" y="50353"/>
                </a:cubicBezTo>
                <a:cubicBezTo>
                  <a:pt x="119" y="47625"/>
                  <a:pt x="1077" y="45302"/>
                  <a:pt x="2995" y="43384"/>
                </a:cubicBezTo>
                <a:cubicBezTo>
                  <a:pt x="4913" y="41467"/>
                  <a:pt x="7236" y="40508"/>
                  <a:pt x="9964" y="40508"/>
                </a:cubicBezTo>
                <a:cubicBezTo>
                  <a:pt x="12692" y="40508"/>
                  <a:pt x="15015" y="41467"/>
                  <a:pt x="16933" y="43384"/>
                </a:cubicBezTo>
                <a:cubicBezTo>
                  <a:pt x="18850" y="45302"/>
                  <a:pt x="19809" y="47625"/>
                  <a:pt x="19809" y="50353"/>
                </a:cubicBezTo>
                <a:moveTo>
                  <a:pt x="19690" y="90861"/>
                </a:moveTo>
                <a:cubicBezTo>
                  <a:pt x="19690" y="93628"/>
                  <a:pt x="18732" y="95961"/>
                  <a:pt x="16814" y="97859"/>
                </a:cubicBezTo>
                <a:cubicBezTo>
                  <a:pt x="14896" y="99757"/>
                  <a:pt x="12573" y="100706"/>
                  <a:pt x="9845" y="100706"/>
                </a:cubicBezTo>
                <a:cubicBezTo>
                  <a:pt x="7117" y="100706"/>
                  <a:pt x="4794" y="99747"/>
                  <a:pt x="2876" y="97829"/>
                </a:cubicBezTo>
                <a:cubicBezTo>
                  <a:pt x="959" y="95912"/>
                  <a:pt x="0" y="93589"/>
                  <a:pt x="0" y="90861"/>
                </a:cubicBezTo>
                <a:cubicBezTo>
                  <a:pt x="0" y="88132"/>
                  <a:pt x="959" y="85809"/>
                  <a:pt x="2876" y="83892"/>
                </a:cubicBezTo>
                <a:cubicBezTo>
                  <a:pt x="4794" y="81974"/>
                  <a:pt x="7117" y="81015"/>
                  <a:pt x="9845" y="81015"/>
                </a:cubicBezTo>
                <a:cubicBezTo>
                  <a:pt x="12573" y="81015"/>
                  <a:pt x="14896" y="81974"/>
                  <a:pt x="16814" y="83892"/>
                </a:cubicBezTo>
                <a:cubicBezTo>
                  <a:pt x="18732" y="85809"/>
                  <a:pt x="19690" y="88132"/>
                  <a:pt x="19690" y="908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30A17-092F-42DA-9279-FC5A5CFC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8408" y="1082677"/>
            <a:ext cx="326609" cy="232708"/>
          </a:xfrm>
          <a:custGeom xmlns:a="http://schemas.openxmlformats.org/drawingml/2006/main">
            <a:pathLst>
              <a:path w="326609" h="232708">
                <a:moveTo>
                  <a:pt x="0" y="0"/>
                </a:moveTo>
                <a:lnTo>
                  <a:pt x="326609" y="0"/>
                </a:lnTo>
                <a:lnTo>
                  <a:pt x="326609" y="232708"/>
                </a:lnTo>
                <a:lnTo>
                  <a:pt x="0" y="2327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9DC3E8-09C7-4112-A345-569B1D40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8408" y="1082676"/>
            <a:ext cx="326613" cy="232708"/>
          </a:xfrm>
          <a:custGeom xmlns:a="http://schemas.openxmlformats.org/drawingml/2006/main">
            <a:pathLst>
              <a:path w="326613" h="232708" fill="none">
                <a:moveTo>
                  <a:pt x="0" y="0"/>
                </a:moveTo>
                <a:lnTo>
                  <a:pt x="326613" y="0"/>
                </a:lnTo>
                <a:lnTo>
                  <a:pt x="326613" y="232708"/>
                </a:lnTo>
                <a:lnTo>
                  <a:pt x="0" y="2327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74400C-379F-4E14-8D5D-208FF8CC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8408" y="1577437"/>
            <a:ext cx="326609" cy="232708"/>
          </a:xfrm>
          <a:custGeom xmlns:a="http://schemas.openxmlformats.org/drawingml/2006/main">
            <a:pathLst>
              <a:path w="326609" h="232708">
                <a:moveTo>
                  <a:pt x="0" y="0"/>
                </a:moveTo>
                <a:lnTo>
                  <a:pt x="326609" y="0"/>
                </a:lnTo>
                <a:lnTo>
                  <a:pt x="326609" y="232708"/>
                </a:lnTo>
                <a:lnTo>
                  <a:pt x="0" y="2327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96E2F0-6FB3-470D-9CF9-229876F8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8408" y="1577437"/>
            <a:ext cx="326613" cy="232708"/>
          </a:xfrm>
          <a:custGeom xmlns:a="http://schemas.openxmlformats.org/drawingml/2006/main">
            <a:pathLst>
              <a:path w="326613" h="232708" fill="none">
                <a:moveTo>
                  <a:pt x="0" y="0"/>
                </a:moveTo>
                <a:lnTo>
                  <a:pt x="326613" y="0"/>
                </a:lnTo>
                <a:lnTo>
                  <a:pt x="326613" y="232708"/>
                </a:lnTo>
                <a:lnTo>
                  <a:pt x="0" y="2327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5BD785-3080-4105-84D2-CEEBA6E0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8408" y="789214"/>
            <a:ext cx="326609" cy="232708"/>
          </a:xfrm>
          <a:custGeom xmlns:a="http://schemas.openxmlformats.org/drawingml/2006/main">
            <a:pathLst>
              <a:path w="326609" h="232708">
                <a:moveTo>
                  <a:pt x="0" y="0"/>
                </a:moveTo>
                <a:lnTo>
                  <a:pt x="326609" y="0"/>
                </a:lnTo>
                <a:lnTo>
                  <a:pt x="326609" y="232708"/>
                </a:lnTo>
                <a:lnTo>
                  <a:pt x="0" y="2327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7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E35DF5-7FF1-41A4-A869-55CD246E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8408" y="789214"/>
            <a:ext cx="326613" cy="232708"/>
          </a:xfrm>
          <a:custGeom xmlns:a="http://schemas.openxmlformats.org/drawingml/2006/main">
            <a:pathLst>
              <a:path w="326613" h="232708" fill="none">
                <a:moveTo>
                  <a:pt x="0" y="0"/>
                </a:moveTo>
                <a:lnTo>
                  <a:pt x="326613" y="0"/>
                </a:lnTo>
                <a:lnTo>
                  <a:pt x="326613" y="232708"/>
                </a:lnTo>
                <a:lnTo>
                  <a:pt x="0" y="2327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305" name="Text 𝑘">
            <a:extLst xmlns:a="http://schemas.openxmlformats.org/drawingml/2006/main">
              <a:ext uri="{FF2B5EF4-FFF2-40B4-BE49-F238E27FC236}">
                <a16:creationId xmlns:a16="http://schemas.microsoft.com/office/drawing/2014/main" id="{75DAEAF6-FA1A-4FCD-8171-DA6E26C1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6517" y="851192"/>
            <a:ext cx="77734" cy="114347"/>
          </a:xfrm>
          <a:custGeom xmlns:a="http://schemas.openxmlformats.org/drawingml/2006/main">
            <a:pathLst>
              <a:path w="77734" h="114347">
                <a:moveTo>
                  <a:pt x="34399" y="80580"/>
                </a:moveTo>
                <a:cubicBezTo>
                  <a:pt x="33872" y="78524"/>
                  <a:pt x="33345" y="77101"/>
                  <a:pt x="32817" y="76310"/>
                </a:cubicBezTo>
                <a:cubicBezTo>
                  <a:pt x="32290" y="75519"/>
                  <a:pt x="31684" y="74992"/>
                  <a:pt x="30999" y="74729"/>
                </a:cubicBezTo>
                <a:cubicBezTo>
                  <a:pt x="30313" y="74465"/>
                  <a:pt x="29101" y="74333"/>
                  <a:pt x="27361" y="74333"/>
                </a:cubicBezTo>
                <a:lnTo>
                  <a:pt x="21905" y="74333"/>
                </a:lnTo>
                <a:lnTo>
                  <a:pt x="13680" y="113081"/>
                </a:lnTo>
                <a:lnTo>
                  <a:pt x="0" y="113081"/>
                </a:lnTo>
                <a:lnTo>
                  <a:pt x="20323" y="22695"/>
                </a:lnTo>
                <a:cubicBezTo>
                  <a:pt x="21008" y="19638"/>
                  <a:pt x="21496" y="17252"/>
                  <a:pt x="21786" y="15539"/>
                </a:cubicBezTo>
                <a:cubicBezTo>
                  <a:pt x="22076" y="13825"/>
                  <a:pt x="22221" y="12310"/>
                  <a:pt x="22221" y="10992"/>
                </a:cubicBezTo>
                <a:cubicBezTo>
                  <a:pt x="22221" y="8778"/>
                  <a:pt x="21549" y="7222"/>
                  <a:pt x="20204" y="6326"/>
                </a:cubicBezTo>
                <a:cubicBezTo>
                  <a:pt x="18860" y="5430"/>
                  <a:pt x="16448" y="4929"/>
                  <a:pt x="12969" y="4824"/>
                </a:cubicBezTo>
                <a:lnTo>
                  <a:pt x="13918" y="712"/>
                </a:lnTo>
                <a:lnTo>
                  <a:pt x="33924" y="0"/>
                </a:lnTo>
                <a:lnTo>
                  <a:pt x="38511" y="0"/>
                </a:lnTo>
                <a:lnTo>
                  <a:pt x="23012" y="69035"/>
                </a:lnTo>
                <a:lnTo>
                  <a:pt x="25542" y="69035"/>
                </a:lnTo>
                <a:cubicBezTo>
                  <a:pt x="29496" y="69035"/>
                  <a:pt x="33938" y="67309"/>
                  <a:pt x="38867" y="63855"/>
                </a:cubicBezTo>
                <a:cubicBezTo>
                  <a:pt x="43796" y="60402"/>
                  <a:pt x="47737" y="57200"/>
                  <a:pt x="50689" y="54247"/>
                </a:cubicBezTo>
                <a:cubicBezTo>
                  <a:pt x="53641" y="51295"/>
                  <a:pt x="55117" y="48448"/>
                  <a:pt x="55117" y="45707"/>
                </a:cubicBezTo>
                <a:cubicBezTo>
                  <a:pt x="55117" y="43124"/>
                  <a:pt x="53325" y="41674"/>
                  <a:pt x="49740" y="41358"/>
                </a:cubicBezTo>
                <a:lnTo>
                  <a:pt x="50610" y="37483"/>
                </a:lnTo>
                <a:lnTo>
                  <a:pt x="76231" y="37483"/>
                </a:lnTo>
                <a:lnTo>
                  <a:pt x="77734" y="41358"/>
                </a:lnTo>
                <a:cubicBezTo>
                  <a:pt x="73358" y="45312"/>
                  <a:pt x="68719" y="49186"/>
                  <a:pt x="63816" y="52982"/>
                </a:cubicBezTo>
                <a:lnTo>
                  <a:pt x="44205" y="68165"/>
                </a:lnTo>
                <a:lnTo>
                  <a:pt x="51954" y="96712"/>
                </a:lnTo>
                <a:cubicBezTo>
                  <a:pt x="52587" y="99137"/>
                  <a:pt x="53154" y="100890"/>
                  <a:pt x="53654" y="101971"/>
                </a:cubicBezTo>
                <a:cubicBezTo>
                  <a:pt x="54155" y="103052"/>
                  <a:pt x="54735" y="103856"/>
                  <a:pt x="55394" y="104383"/>
                </a:cubicBezTo>
                <a:cubicBezTo>
                  <a:pt x="56053" y="104910"/>
                  <a:pt x="56936" y="105174"/>
                  <a:pt x="58043" y="105174"/>
                </a:cubicBezTo>
                <a:cubicBezTo>
                  <a:pt x="59414" y="105174"/>
                  <a:pt x="61048" y="104436"/>
                  <a:pt x="62946" y="102960"/>
                </a:cubicBezTo>
                <a:cubicBezTo>
                  <a:pt x="64844" y="101483"/>
                  <a:pt x="67005" y="99348"/>
                  <a:pt x="69430" y="96554"/>
                </a:cubicBezTo>
                <a:lnTo>
                  <a:pt x="73938" y="100983"/>
                </a:lnTo>
                <a:cubicBezTo>
                  <a:pt x="69193" y="105991"/>
                  <a:pt x="65266" y="109470"/>
                  <a:pt x="62155" y="111421"/>
                </a:cubicBezTo>
                <a:cubicBezTo>
                  <a:pt x="59045" y="113371"/>
                  <a:pt x="56040" y="114347"/>
                  <a:pt x="53140" y="114347"/>
                </a:cubicBezTo>
                <a:cubicBezTo>
                  <a:pt x="49556" y="114347"/>
                  <a:pt x="46709" y="113332"/>
                  <a:pt x="44600" y="111302"/>
                </a:cubicBezTo>
                <a:cubicBezTo>
                  <a:pt x="42491" y="109273"/>
                  <a:pt x="40831" y="105885"/>
                  <a:pt x="39618" y="101141"/>
                </a:cubicBezTo>
                <a:lnTo>
                  <a:pt x="34399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Text !">
            <a:extLst xmlns:a="http://schemas.openxmlformats.org/drawingml/2006/main">
              <a:ext uri="{FF2B5EF4-FFF2-40B4-BE49-F238E27FC236}">
                <a16:creationId xmlns:a16="http://schemas.microsoft.com/office/drawing/2014/main" id="{3D332EEB-66C4-41B4-8AB3-8FBD8031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7193" y="919859"/>
            <a:ext cx="53259" cy="78050"/>
          </a:xfrm>
          <a:custGeom xmlns:a="http://schemas.openxmlformats.org/drawingml/2006/main">
            <a:pathLst>
              <a:path w="53259" h="78050">
                <a:moveTo>
                  <a:pt x="25977" y="78050"/>
                </a:moveTo>
                <a:cubicBezTo>
                  <a:pt x="17199" y="78050"/>
                  <a:pt x="10676" y="74867"/>
                  <a:pt x="6405" y="68501"/>
                </a:cubicBezTo>
                <a:cubicBezTo>
                  <a:pt x="2135" y="62136"/>
                  <a:pt x="0" y="52488"/>
                  <a:pt x="0" y="39559"/>
                </a:cubicBezTo>
                <a:cubicBezTo>
                  <a:pt x="0" y="32798"/>
                  <a:pt x="662" y="26946"/>
                  <a:pt x="1987" y="22003"/>
                </a:cubicBezTo>
                <a:cubicBezTo>
                  <a:pt x="3311" y="17061"/>
                  <a:pt x="5170" y="12959"/>
                  <a:pt x="7562" y="9697"/>
                </a:cubicBezTo>
                <a:cubicBezTo>
                  <a:pt x="9954" y="6435"/>
                  <a:pt x="12791" y="4003"/>
                  <a:pt x="16073" y="2402"/>
                </a:cubicBezTo>
                <a:cubicBezTo>
                  <a:pt x="19354" y="801"/>
                  <a:pt x="22952" y="0"/>
                  <a:pt x="26867" y="0"/>
                </a:cubicBezTo>
                <a:cubicBezTo>
                  <a:pt x="31572" y="0"/>
                  <a:pt x="35595" y="880"/>
                  <a:pt x="38936" y="2639"/>
                </a:cubicBezTo>
                <a:cubicBezTo>
                  <a:pt x="42277" y="4399"/>
                  <a:pt x="45005" y="6909"/>
                  <a:pt x="47121" y="10171"/>
                </a:cubicBezTo>
                <a:cubicBezTo>
                  <a:pt x="49236" y="13433"/>
                  <a:pt x="50788" y="17417"/>
                  <a:pt x="51776" y="22122"/>
                </a:cubicBezTo>
                <a:cubicBezTo>
                  <a:pt x="52765" y="26827"/>
                  <a:pt x="53259" y="32145"/>
                  <a:pt x="53259" y="38076"/>
                </a:cubicBezTo>
                <a:cubicBezTo>
                  <a:pt x="53259" y="51243"/>
                  <a:pt x="50926" y="61196"/>
                  <a:pt x="46261" y="67938"/>
                </a:cubicBezTo>
                <a:cubicBezTo>
                  <a:pt x="41595" y="74679"/>
                  <a:pt x="34834" y="78050"/>
                  <a:pt x="25977" y="78050"/>
                </a:cubicBezTo>
                <a:moveTo>
                  <a:pt x="12277" y="38135"/>
                </a:moveTo>
                <a:cubicBezTo>
                  <a:pt x="12277" y="44027"/>
                  <a:pt x="12564" y="49117"/>
                  <a:pt x="13137" y="53407"/>
                </a:cubicBezTo>
                <a:cubicBezTo>
                  <a:pt x="13710" y="57697"/>
                  <a:pt x="14600" y="61226"/>
                  <a:pt x="15806" y="63994"/>
                </a:cubicBezTo>
                <a:cubicBezTo>
                  <a:pt x="17012" y="66762"/>
                  <a:pt x="18524" y="68798"/>
                  <a:pt x="20343" y="70103"/>
                </a:cubicBezTo>
                <a:cubicBezTo>
                  <a:pt x="22162" y="71407"/>
                  <a:pt x="24336" y="72060"/>
                  <a:pt x="26867" y="72060"/>
                </a:cubicBezTo>
                <a:cubicBezTo>
                  <a:pt x="29239" y="72060"/>
                  <a:pt x="31315" y="71447"/>
                  <a:pt x="33094" y="70221"/>
                </a:cubicBezTo>
                <a:cubicBezTo>
                  <a:pt x="34873" y="68996"/>
                  <a:pt x="36346" y="67088"/>
                  <a:pt x="37513" y="64498"/>
                </a:cubicBezTo>
                <a:cubicBezTo>
                  <a:pt x="38679" y="61908"/>
                  <a:pt x="39559" y="58626"/>
                  <a:pt x="40152" y="54653"/>
                </a:cubicBezTo>
                <a:cubicBezTo>
                  <a:pt x="40745" y="50679"/>
                  <a:pt x="41041" y="45984"/>
                  <a:pt x="41041" y="40567"/>
                </a:cubicBezTo>
                <a:cubicBezTo>
                  <a:pt x="41041" y="34478"/>
                  <a:pt x="40715" y="29239"/>
                  <a:pt x="40063" y="24850"/>
                </a:cubicBezTo>
                <a:cubicBezTo>
                  <a:pt x="39410" y="20461"/>
                  <a:pt x="38491" y="16853"/>
                  <a:pt x="37305" y="14026"/>
                </a:cubicBezTo>
                <a:cubicBezTo>
                  <a:pt x="36119" y="11199"/>
                  <a:pt x="34626" y="9114"/>
                  <a:pt x="32827" y="7769"/>
                </a:cubicBezTo>
                <a:cubicBezTo>
                  <a:pt x="31028" y="6425"/>
                  <a:pt x="28962" y="5753"/>
                  <a:pt x="26630" y="5753"/>
                </a:cubicBezTo>
                <a:cubicBezTo>
                  <a:pt x="23862" y="5753"/>
                  <a:pt x="21549" y="6475"/>
                  <a:pt x="19690" y="7918"/>
                </a:cubicBezTo>
                <a:cubicBezTo>
                  <a:pt x="17832" y="9361"/>
                  <a:pt x="16359" y="11476"/>
                  <a:pt x="15272" y="14264"/>
                </a:cubicBezTo>
                <a:cubicBezTo>
                  <a:pt x="14185" y="17051"/>
                  <a:pt x="13414" y="20452"/>
                  <a:pt x="12959" y="24465"/>
                </a:cubicBezTo>
                <a:cubicBezTo>
                  <a:pt x="12504" y="28478"/>
                  <a:pt x="12277" y="33035"/>
                  <a:pt x="12277" y="38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3A7AD1-E379-422A-AF71-2B60590D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5574" y="2304686"/>
            <a:ext cx="1541139" cy="1243330"/>
          </a:xfrm>
          <a:custGeom xmlns:a="http://schemas.openxmlformats.org/drawingml/2006/main">
            <a:pathLst>
              <a:path w="1541139" h="1243330">
                <a:moveTo>
                  <a:pt x="0" y="0"/>
                </a:moveTo>
                <a:lnTo>
                  <a:pt x="1541139" y="0"/>
                </a:lnTo>
                <a:lnTo>
                  <a:pt x="1541139" y="1243330"/>
                </a:lnTo>
                <a:lnTo>
                  <a:pt x="0" y="12433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E5D6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AB1A52-EBA1-4EFE-B291-479B9D27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5575" y="2304686"/>
            <a:ext cx="1541139" cy="1243330"/>
          </a:xfrm>
          <a:custGeom xmlns:a="http://schemas.openxmlformats.org/drawingml/2006/main">
            <a:pathLst>
              <a:path w="1541139" h="1243330" fill="none">
                <a:moveTo>
                  <a:pt x="0" y="0"/>
                </a:moveTo>
                <a:lnTo>
                  <a:pt x="1541139" y="0"/>
                </a:lnTo>
                <a:lnTo>
                  <a:pt x="1541139" y="1243330"/>
                </a:lnTo>
                <a:lnTo>
                  <a:pt x="0" y="12433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D9D9D9"/>
            </a:solidFill>
            <a:miter/>
          </a:ln>
        </p:spPr>
      </p:sp>
      <p:sp>
        <p:nvSpPr>
          <p:cNvPr id="309" name="Text …">
            <a:extLst xmlns:a="http://schemas.openxmlformats.org/drawingml/2006/main">
              <a:ext uri="{FF2B5EF4-FFF2-40B4-BE49-F238E27FC236}">
                <a16:creationId xmlns:a16="http://schemas.microsoft.com/office/drawing/2014/main" id="{DEF307B5-EACC-489E-88AD-EA970938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7361" y="2904391"/>
            <a:ext cx="134274" cy="26570"/>
          </a:xfrm>
          <a:custGeom xmlns:a="http://schemas.openxmlformats.org/drawingml/2006/main">
            <a:pathLst>
              <a:path w="134274" h="26570">
                <a:moveTo>
                  <a:pt x="13127" y="0"/>
                </a:moveTo>
                <a:cubicBezTo>
                  <a:pt x="16817" y="0"/>
                  <a:pt x="19941" y="1296"/>
                  <a:pt x="22498" y="3887"/>
                </a:cubicBezTo>
                <a:cubicBezTo>
                  <a:pt x="25055" y="6477"/>
                  <a:pt x="26333" y="9596"/>
                  <a:pt x="26333" y="13246"/>
                </a:cubicBezTo>
                <a:cubicBezTo>
                  <a:pt x="26333" y="16895"/>
                  <a:pt x="25041" y="20002"/>
                  <a:pt x="22458" y="22567"/>
                </a:cubicBezTo>
                <a:cubicBezTo>
                  <a:pt x="19875" y="25130"/>
                  <a:pt x="16765" y="26412"/>
                  <a:pt x="13127" y="26412"/>
                </a:cubicBezTo>
                <a:cubicBezTo>
                  <a:pt x="9489" y="26412"/>
                  <a:pt x="6392" y="25130"/>
                  <a:pt x="3835" y="22567"/>
                </a:cubicBezTo>
                <a:cubicBezTo>
                  <a:pt x="1278" y="20002"/>
                  <a:pt x="0" y="16895"/>
                  <a:pt x="0" y="13246"/>
                </a:cubicBezTo>
                <a:cubicBezTo>
                  <a:pt x="0" y="9596"/>
                  <a:pt x="1278" y="6477"/>
                  <a:pt x="3835" y="3887"/>
                </a:cubicBezTo>
                <a:cubicBezTo>
                  <a:pt x="6392" y="1296"/>
                  <a:pt x="9489" y="0"/>
                  <a:pt x="13127" y="0"/>
                </a:cubicBezTo>
                <a:moveTo>
                  <a:pt x="67137" y="158"/>
                </a:moveTo>
                <a:cubicBezTo>
                  <a:pt x="70775" y="158"/>
                  <a:pt x="73872" y="1437"/>
                  <a:pt x="76429" y="3993"/>
                </a:cubicBezTo>
                <a:cubicBezTo>
                  <a:pt x="78986" y="6550"/>
                  <a:pt x="80264" y="9648"/>
                  <a:pt x="80264" y="13285"/>
                </a:cubicBezTo>
                <a:cubicBezTo>
                  <a:pt x="80264" y="16923"/>
                  <a:pt x="78986" y="20020"/>
                  <a:pt x="76429" y="22577"/>
                </a:cubicBezTo>
                <a:cubicBezTo>
                  <a:pt x="73872" y="25134"/>
                  <a:pt x="70775" y="26412"/>
                  <a:pt x="67137" y="26412"/>
                </a:cubicBezTo>
                <a:cubicBezTo>
                  <a:pt x="63500" y="26412"/>
                  <a:pt x="60402" y="25134"/>
                  <a:pt x="57846" y="22577"/>
                </a:cubicBezTo>
                <a:cubicBezTo>
                  <a:pt x="55289" y="20020"/>
                  <a:pt x="54010" y="16923"/>
                  <a:pt x="54010" y="13285"/>
                </a:cubicBezTo>
                <a:cubicBezTo>
                  <a:pt x="54010" y="9648"/>
                  <a:pt x="55289" y="6550"/>
                  <a:pt x="57846" y="3993"/>
                </a:cubicBezTo>
                <a:cubicBezTo>
                  <a:pt x="60402" y="1437"/>
                  <a:pt x="63500" y="158"/>
                  <a:pt x="67137" y="158"/>
                </a:cubicBezTo>
                <a:moveTo>
                  <a:pt x="121147" y="316"/>
                </a:moveTo>
                <a:cubicBezTo>
                  <a:pt x="124838" y="316"/>
                  <a:pt x="127948" y="1595"/>
                  <a:pt x="130479" y="4152"/>
                </a:cubicBezTo>
                <a:cubicBezTo>
                  <a:pt x="133009" y="6708"/>
                  <a:pt x="134274" y="9806"/>
                  <a:pt x="134274" y="13443"/>
                </a:cubicBezTo>
                <a:cubicBezTo>
                  <a:pt x="134274" y="17081"/>
                  <a:pt x="132996" y="20178"/>
                  <a:pt x="130439" y="22735"/>
                </a:cubicBezTo>
                <a:cubicBezTo>
                  <a:pt x="127882" y="25292"/>
                  <a:pt x="124785" y="26570"/>
                  <a:pt x="121147" y="26570"/>
                </a:cubicBezTo>
                <a:cubicBezTo>
                  <a:pt x="117510" y="26570"/>
                  <a:pt x="114413" y="25292"/>
                  <a:pt x="111856" y="22735"/>
                </a:cubicBezTo>
                <a:cubicBezTo>
                  <a:pt x="109299" y="20178"/>
                  <a:pt x="108020" y="17081"/>
                  <a:pt x="108020" y="13443"/>
                </a:cubicBezTo>
                <a:cubicBezTo>
                  <a:pt x="108020" y="9806"/>
                  <a:pt x="109299" y="6708"/>
                  <a:pt x="111856" y="4152"/>
                </a:cubicBezTo>
                <a:cubicBezTo>
                  <a:pt x="114413" y="1595"/>
                  <a:pt x="117510" y="316"/>
                  <a:pt x="121147" y="3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83B4FF-0013-416B-9412-6256E18E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3479" y="2360709"/>
            <a:ext cx="433362" cy="1131283"/>
          </a:xfrm>
          <a:custGeom xmlns:a="http://schemas.openxmlformats.org/drawingml/2006/main">
            <a:pathLst>
              <a:path w="433362" h="1131283">
                <a:moveTo>
                  <a:pt x="0" y="72228"/>
                </a:moveTo>
                <a:cubicBezTo>
                  <a:pt x="0" y="32338"/>
                  <a:pt x="32343" y="0"/>
                  <a:pt x="72230" y="0"/>
                </a:cubicBezTo>
                <a:lnTo>
                  <a:pt x="361139" y="0"/>
                </a:lnTo>
                <a:cubicBezTo>
                  <a:pt x="401026" y="0"/>
                  <a:pt x="433362" y="32338"/>
                  <a:pt x="433362" y="72228"/>
                </a:cubicBezTo>
                <a:lnTo>
                  <a:pt x="433362" y="1059055"/>
                </a:lnTo>
                <a:cubicBezTo>
                  <a:pt x="433362" y="1098945"/>
                  <a:pt x="401026" y="1131283"/>
                  <a:pt x="361139" y="1131283"/>
                </a:cubicBezTo>
                <a:lnTo>
                  <a:pt x="72230" y="1131283"/>
                </a:lnTo>
                <a:cubicBezTo>
                  <a:pt x="32343" y="1131283"/>
                  <a:pt x="0" y="1098945"/>
                  <a:pt x="0" y="1059055"/>
                </a:cubicBezTo>
                <a:lnTo>
                  <a:pt x="0" y="72228"/>
                </a:lnTo>
                <a:close/>
              </a:path>
            </a:pathLst>
          </a:custGeom>
          <a:solidFill xmlns:a="http://schemas.openxmlformats.org/drawingml/2006/main">
            <a:srgbClr val="E2F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A8224-58BC-4BEA-9342-39FC3FAC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3479" y="2360709"/>
            <a:ext cx="433363" cy="1131283"/>
          </a:xfrm>
          <a:custGeom xmlns:a="http://schemas.openxmlformats.org/drawingml/2006/main">
            <a:pathLst>
              <a:path w="433363" h="1131283" fill="none">
                <a:moveTo>
                  <a:pt x="0" y="72228"/>
                </a:moveTo>
                <a:cubicBezTo>
                  <a:pt x="0" y="32338"/>
                  <a:pt x="32338" y="0"/>
                  <a:pt x="72228" y="0"/>
                </a:cubicBezTo>
                <a:lnTo>
                  <a:pt x="361134" y="0"/>
                </a:lnTo>
                <a:cubicBezTo>
                  <a:pt x="401025" y="0"/>
                  <a:pt x="433363" y="32338"/>
                  <a:pt x="433363" y="72228"/>
                </a:cubicBezTo>
                <a:lnTo>
                  <a:pt x="433363" y="1059055"/>
                </a:lnTo>
                <a:cubicBezTo>
                  <a:pt x="433363" y="1098945"/>
                  <a:pt x="401025" y="1131283"/>
                  <a:pt x="361134" y="1131283"/>
                </a:cubicBezTo>
                <a:lnTo>
                  <a:pt x="72228" y="1131283"/>
                </a:lnTo>
                <a:cubicBezTo>
                  <a:pt x="32338" y="1131283"/>
                  <a:pt x="0" y="1098945"/>
                  <a:pt x="0" y="1059055"/>
                </a:cubicBezTo>
                <a:lnTo>
                  <a:pt x="0" y="7222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2F528F"/>
            </a:solidFill>
            <a:miter/>
          </a:ln>
        </p:spPr>
      </p:sp>
      <p:sp>
        <p:nvSpPr>
          <p:cNvPr id="312" name="Text …">
            <a:extLst xmlns:a="http://schemas.openxmlformats.org/drawingml/2006/main">
              <a:ext uri="{FF2B5EF4-FFF2-40B4-BE49-F238E27FC236}">
                <a16:creationId xmlns:a16="http://schemas.microsoft.com/office/drawing/2014/main" id="{869C65F1-C64B-43AC-AB49-6CEB7DD9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8623" y="3042775"/>
            <a:ext cx="19928" cy="100706"/>
          </a:xfrm>
          <a:custGeom xmlns:a="http://schemas.openxmlformats.org/drawingml/2006/main">
            <a:pathLst>
              <a:path w="19928" h="100706">
                <a:moveTo>
                  <a:pt x="19928" y="9845"/>
                </a:moveTo>
                <a:cubicBezTo>
                  <a:pt x="19928" y="12613"/>
                  <a:pt x="18956" y="14956"/>
                  <a:pt x="17012" y="16873"/>
                </a:cubicBezTo>
                <a:cubicBezTo>
                  <a:pt x="15070" y="18791"/>
                  <a:pt x="12730" y="19750"/>
                  <a:pt x="9993" y="19750"/>
                </a:cubicBezTo>
                <a:cubicBezTo>
                  <a:pt x="7257" y="19750"/>
                  <a:pt x="4926" y="18781"/>
                  <a:pt x="3002" y="16844"/>
                </a:cubicBezTo>
                <a:cubicBezTo>
                  <a:pt x="1080" y="14906"/>
                  <a:pt x="119" y="12573"/>
                  <a:pt x="119" y="9845"/>
                </a:cubicBezTo>
                <a:cubicBezTo>
                  <a:pt x="119" y="7117"/>
                  <a:pt x="1080" y="4794"/>
                  <a:pt x="3002" y="2876"/>
                </a:cubicBezTo>
                <a:cubicBezTo>
                  <a:pt x="4926" y="959"/>
                  <a:pt x="7257" y="0"/>
                  <a:pt x="9993" y="0"/>
                </a:cubicBezTo>
                <a:cubicBezTo>
                  <a:pt x="12730" y="0"/>
                  <a:pt x="15070" y="959"/>
                  <a:pt x="17012" y="2876"/>
                </a:cubicBezTo>
                <a:cubicBezTo>
                  <a:pt x="18956" y="4794"/>
                  <a:pt x="19928" y="7117"/>
                  <a:pt x="19928" y="9845"/>
                </a:cubicBezTo>
                <a:moveTo>
                  <a:pt x="19809" y="50353"/>
                </a:moveTo>
                <a:cubicBezTo>
                  <a:pt x="19809" y="53081"/>
                  <a:pt x="18850" y="55404"/>
                  <a:pt x="16933" y="57322"/>
                </a:cubicBezTo>
                <a:cubicBezTo>
                  <a:pt x="15015" y="59239"/>
                  <a:pt x="12692" y="60198"/>
                  <a:pt x="9964" y="60198"/>
                </a:cubicBezTo>
                <a:cubicBezTo>
                  <a:pt x="7236" y="60198"/>
                  <a:pt x="4913" y="59239"/>
                  <a:pt x="2995" y="57322"/>
                </a:cubicBezTo>
                <a:cubicBezTo>
                  <a:pt x="1077" y="55404"/>
                  <a:pt x="119" y="53081"/>
                  <a:pt x="119" y="50353"/>
                </a:cubicBezTo>
                <a:cubicBezTo>
                  <a:pt x="119" y="47625"/>
                  <a:pt x="1077" y="45302"/>
                  <a:pt x="2995" y="43384"/>
                </a:cubicBezTo>
                <a:cubicBezTo>
                  <a:pt x="4913" y="41467"/>
                  <a:pt x="7236" y="40508"/>
                  <a:pt x="9964" y="40508"/>
                </a:cubicBezTo>
                <a:cubicBezTo>
                  <a:pt x="12692" y="40508"/>
                  <a:pt x="15015" y="41467"/>
                  <a:pt x="16933" y="43384"/>
                </a:cubicBezTo>
                <a:cubicBezTo>
                  <a:pt x="18850" y="45302"/>
                  <a:pt x="19809" y="47625"/>
                  <a:pt x="19809" y="50353"/>
                </a:cubicBezTo>
                <a:moveTo>
                  <a:pt x="19690" y="90861"/>
                </a:moveTo>
                <a:cubicBezTo>
                  <a:pt x="19690" y="93628"/>
                  <a:pt x="18732" y="95961"/>
                  <a:pt x="16814" y="97859"/>
                </a:cubicBezTo>
                <a:cubicBezTo>
                  <a:pt x="14896" y="99757"/>
                  <a:pt x="12573" y="100706"/>
                  <a:pt x="9845" y="100706"/>
                </a:cubicBezTo>
                <a:cubicBezTo>
                  <a:pt x="7117" y="100706"/>
                  <a:pt x="4794" y="99747"/>
                  <a:pt x="2876" y="97829"/>
                </a:cubicBezTo>
                <a:cubicBezTo>
                  <a:pt x="959" y="95912"/>
                  <a:pt x="0" y="93589"/>
                  <a:pt x="0" y="90861"/>
                </a:cubicBezTo>
                <a:cubicBezTo>
                  <a:pt x="0" y="88132"/>
                  <a:pt x="959" y="85809"/>
                  <a:pt x="2876" y="83892"/>
                </a:cubicBezTo>
                <a:cubicBezTo>
                  <a:pt x="4794" y="81974"/>
                  <a:pt x="7117" y="81015"/>
                  <a:pt x="9845" y="81015"/>
                </a:cubicBezTo>
                <a:cubicBezTo>
                  <a:pt x="12573" y="81015"/>
                  <a:pt x="14896" y="81974"/>
                  <a:pt x="16814" y="83892"/>
                </a:cubicBezTo>
                <a:cubicBezTo>
                  <a:pt x="18732" y="85809"/>
                  <a:pt x="19690" y="88132"/>
                  <a:pt x="19690" y="908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F55B2E-308E-41A3-9A47-1AF8F37C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6855" y="2442712"/>
            <a:ext cx="326616" cy="224201"/>
          </a:xfrm>
          <a:custGeom xmlns:a="http://schemas.openxmlformats.org/drawingml/2006/main">
            <a:pathLst>
              <a:path w="326616" h="224201">
                <a:moveTo>
                  <a:pt x="0" y="0"/>
                </a:moveTo>
                <a:lnTo>
                  <a:pt x="326616" y="0"/>
                </a:lnTo>
                <a:lnTo>
                  <a:pt x="326616" y="224201"/>
                </a:lnTo>
                <a:lnTo>
                  <a:pt x="0" y="2242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ED0D2D-0F4F-4FAB-A9C1-4B7694AC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6856" y="2442712"/>
            <a:ext cx="326613" cy="224201"/>
          </a:xfrm>
          <a:custGeom xmlns:a="http://schemas.openxmlformats.org/drawingml/2006/main">
            <a:pathLst>
              <a:path w="326613" h="224201" fill="none">
                <a:moveTo>
                  <a:pt x="0" y="0"/>
                </a:moveTo>
                <a:lnTo>
                  <a:pt x="326613" y="0"/>
                </a:lnTo>
                <a:lnTo>
                  <a:pt x="326613" y="224201"/>
                </a:lnTo>
                <a:lnTo>
                  <a:pt x="0" y="22420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92D5B9-4027-4590-9A31-EE5C87E3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6855" y="2715900"/>
            <a:ext cx="326616" cy="224201"/>
          </a:xfrm>
          <a:custGeom xmlns:a="http://schemas.openxmlformats.org/drawingml/2006/main">
            <a:pathLst>
              <a:path w="326616" h="224201">
                <a:moveTo>
                  <a:pt x="0" y="0"/>
                </a:moveTo>
                <a:lnTo>
                  <a:pt x="326616" y="0"/>
                </a:lnTo>
                <a:lnTo>
                  <a:pt x="326616" y="224201"/>
                </a:lnTo>
                <a:lnTo>
                  <a:pt x="0" y="2242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8202D0-1625-48F2-9D4B-4CCADE78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6856" y="2715900"/>
            <a:ext cx="326613" cy="224201"/>
          </a:xfrm>
          <a:custGeom xmlns:a="http://schemas.openxmlformats.org/drawingml/2006/main">
            <a:pathLst>
              <a:path w="326613" h="224201" fill="none">
                <a:moveTo>
                  <a:pt x="0" y="0"/>
                </a:moveTo>
                <a:lnTo>
                  <a:pt x="326613" y="0"/>
                </a:lnTo>
                <a:lnTo>
                  <a:pt x="326613" y="224201"/>
                </a:lnTo>
                <a:lnTo>
                  <a:pt x="0" y="22420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9A1B21-C964-4E4B-B769-EC0BB23D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6855" y="3212324"/>
            <a:ext cx="326616" cy="224201"/>
          </a:xfrm>
          <a:custGeom xmlns:a="http://schemas.openxmlformats.org/drawingml/2006/main">
            <a:pathLst>
              <a:path w="326616" h="224201">
                <a:moveTo>
                  <a:pt x="0" y="0"/>
                </a:moveTo>
                <a:lnTo>
                  <a:pt x="326616" y="0"/>
                </a:lnTo>
                <a:lnTo>
                  <a:pt x="326616" y="224201"/>
                </a:lnTo>
                <a:lnTo>
                  <a:pt x="0" y="2242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7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D667B1-B260-4A93-A6D8-7D51D441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6856" y="3212324"/>
            <a:ext cx="326613" cy="224201"/>
          </a:xfrm>
          <a:custGeom xmlns:a="http://schemas.openxmlformats.org/drawingml/2006/main">
            <a:pathLst>
              <a:path w="326613" h="224201" fill="none">
                <a:moveTo>
                  <a:pt x="0" y="0"/>
                </a:moveTo>
                <a:lnTo>
                  <a:pt x="326613" y="0"/>
                </a:lnTo>
                <a:lnTo>
                  <a:pt x="326613" y="224201"/>
                </a:lnTo>
                <a:lnTo>
                  <a:pt x="0" y="22420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319" name="Text 𝑘">
            <a:extLst xmlns:a="http://schemas.openxmlformats.org/drawingml/2006/main">
              <a:ext uri="{FF2B5EF4-FFF2-40B4-BE49-F238E27FC236}">
                <a16:creationId xmlns:a16="http://schemas.microsoft.com/office/drawing/2014/main" id="{D2C3EC95-D8E4-4FDF-9BC5-3E95B3FB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0806" y="3269131"/>
            <a:ext cx="77734" cy="114347"/>
          </a:xfrm>
          <a:custGeom xmlns:a="http://schemas.openxmlformats.org/drawingml/2006/main">
            <a:pathLst>
              <a:path w="77734" h="114347">
                <a:moveTo>
                  <a:pt x="34399" y="80580"/>
                </a:moveTo>
                <a:cubicBezTo>
                  <a:pt x="33872" y="78524"/>
                  <a:pt x="33345" y="77101"/>
                  <a:pt x="32817" y="76310"/>
                </a:cubicBezTo>
                <a:cubicBezTo>
                  <a:pt x="32290" y="75519"/>
                  <a:pt x="31684" y="74992"/>
                  <a:pt x="30999" y="74729"/>
                </a:cubicBezTo>
                <a:cubicBezTo>
                  <a:pt x="30313" y="74465"/>
                  <a:pt x="29101" y="74333"/>
                  <a:pt x="27361" y="74333"/>
                </a:cubicBezTo>
                <a:lnTo>
                  <a:pt x="21905" y="74333"/>
                </a:lnTo>
                <a:lnTo>
                  <a:pt x="13680" y="113081"/>
                </a:lnTo>
                <a:lnTo>
                  <a:pt x="0" y="113081"/>
                </a:lnTo>
                <a:lnTo>
                  <a:pt x="20323" y="22695"/>
                </a:lnTo>
                <a:cubicBezTo>
                  <a:pt x="21008" y="19638"/>
                  <a:pt x="21496" y="17252"/>
                  <a:pt x="21786" y="15539"/>
                </a:cubicBezTo>
                <a:cubicBezTo>
                  <a:pt x="22076" y="13825"/>
                  <a:pt x="22221" y="12310"/>
                  <a:pt x="22221" y="10992"/>
                </a:cubicBezTo>
                <a:cubicBezTo>
                  <a:pt x="22221" y="8778"/>
                  <a:pt x="21549" y="7222"/>
                  <a:pt x="20204" y="6326"/>
                </a:cubicBezTo>
                <a:cubicBezTo>
                  <a:pt x="18860" y="5430"/>
                  <a:pt x="16448" y="4929"/>
                  <a:pt x="12969" y="4824"/>
                </a:cubicBezTo>
                <a:lnTo>
                  <a:pt x="13918" y="712"/>
                </a:lnTo>
                <a:lnTo>
                  <a:pt x="33924" y="0"/>
                </a:lnTo>
                <a:lnTo>
                  <a:pt x="38511" y="0"/>
                </a:lnTo>
                <a:lnTo>
                  <a:pt x="23012" y="69035"/>
                </a:lnTo>
                <a:lnTo>
                  <a:pt x="25542" y="69035"/>
                </a:lnTo>
                <a:cubicBezTo>
                  <a:pt x="29496" y="69035"/>
                  <a:pt x="33938" y="67309"/>
                  <a:pt x="38867" y="63855"/>
                </a:cubicBezTo>
                <a:cubicBezTo>
                  <a:pt x="43796" y="60402"/>
                  <a:pt x="47737" y="57200"/>
                  <a:pt x="50689" y="54247"/>
                </a:cubicBezTo>
                <a:cubicBezTo>
                  <a:pt x="53641" y="51295"/>
                  <a:pt x="55117" y="48448"/>
                  <a:pt x="55117" y="45707"/>
                </a:cubicBezTo>
                <a:cubicBezTo>
                  <a:pt x="55117" y="43124"/>
                  <a:pt x="53325" y="41674"/>
                  <a:pt x="49740" y="41358"/>
                </a:cubicBezTo>
                <a:lnTo>
                  <a:pt x="50610" y="37483"/>
                </a:lnTo>
                <a:lnTo>
                  <a:pt x="76231" y="37483"/>
                </a:lnTo>
                <a:lnTo>
                  <a:pt x="77734" y="41358"/>
                </a:lnTo>
                <a:cubicBezTo>
                  <a:pt x="73358" y="45312"/>
                  <a:pt x="68719" y="49186"/>
                  <a:pt x="63816" y="52982"/>
                </a:cubicBezTo>
                <a:lnTo>
                  <a:pt x="44205" y="68165"/>
                </a:lnTo>
                <a:lnTo>
                  <a:pt x="51954" y="96712"/>
                </a:lnTo>
                <a:cubicBezTo>
                  <a:pt x="52587" y="99137"/>
                  <a:pt x="53154" y="100890"/>
                  <a:pt x="53654" y="101971"/>
                </a:cubicBezTo>
                <a:cubicBezTo>
                  <a:pt x="54155" y="103052"/>
                  <a:pt x="54735" y="103856"/>
                  <a:pt x="55394" y="104383"/>
                </a:cubicBezTo>
                <a:cubicBezTo>
                  <a:pt x="56053" y="104910"/>
                  <a:pt x="56936" y="105174"/>
                  <a:pt x="58043" y="105174"/>
                </a:cubicBezTo>
                <a:cubicBezTo>
                  <a:pt x="59414" y="105174"/>
                  <a:pt x="61048" y="104436"/>
                  <a:pt x="62946" y="102960"/>
                </a:cubicBezTo>
                <a:cubicBezTo>
                  <a:pt x="64844" y="101483"/>
                  <a:pt x="67005" y="99348"/>
                  <a:pt x="69430" y="96554"/>
                </a:cubicBezTo>
                <a:lnTo>
                  <a:pt x="73938" y="100983"/>
                </a:lnTo>
                <a:cubicBezTo>
                  <a:pt x="69193" y="105991"/>
                  <a:pt x="65266" y="109470"/>
                  <a:pt x="62155" y="111421"/>
                </a:cubicBezTo>
                <a:cubicBezTo>
                  <a:pt x="59045" y="113371"/>
                  <a:pt x="56040" y="114347"/>
                  <a:pt x="53140" y="114347"/>
                </a:cubicBezTo>
                <a:cubicBezTo>
                  <a:pt x="49556" y="114347"/>
                  <a:pt x="46709" y="113332"/>
                  <a:pt x="44600" y="111302"/>
                </a:cubicBezTo>
                <a:cubicBezTo>
                  <a:pt x="42491" y="109273"/>
                  <a:pt x="40831" y="105885"/>
                  <a:pt x="39618" y="101141"/>
                </a:cubicBezTo>
                <a:lnTo>
                  <a:pt x="34399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Text #%">
            <a:extLst xmlns:a="http://schemas.openxmlformats.org/drawingml/2006/main">
              <a:ext uri="{FF2B5EF4-FFF2-40B4-BE49-F238E27FC236}">
                <a16:creationId xmlns:a16="http://schemas.microsoft.com/office/drawing/2014/main" id="{DEABFFD3-B87D-49FF-8E10-0ABF47B8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1304" y="3339417"/>
            <a:ext cx="119388" cy="78050"/>
          </a:xfrm>
          <a:custGeom xmlns:a="http://schemas.openxmlformats.org/drawingml/2006/main">
            <a:pathLst>
              <a:path w="119388" h="78050">
                <a:moveTo>
                  <a:pt x="45074" y="0"/>
                </a:moveTo>
                <a:cubicBezTo>
                  <a:pt x="45549" y="554"/>
                  <a:pt x="45984" y="1087"/>
                  <a:pt x="46379" y="1601"/>
                </a:cubicBezTo>
                <a:cubicBezTo>
                  <a:pt x="46775" y="2115"/>
                  <a:pt x="47210" y="2629"/>
                  <a:pt x="47684" y="3143"/>
                </a:cubicBezTo>
                <a:lnTo>
                  <a:pt x="47684" y="6643"/>
                </a:lnTo>
                <a:cubicBezTo>
                  <a:pt x="42900" y="6563"/>
                  <a:pt x="38590" y="7196"/>
                  <a:pt x="34755" y="8540"/>
                </a:cubicBezTo>
                <a:cubicBezTo>
                  <a:pt x="30919" y="9885"/>
                  <a:pt x="27539" y="11852"/>
                  <a:pt x="24613" y="14442"/>
                </a:cubicBezTo>
                <a:cubicBezTo>
                  <a:pt x="21687" y="17031"/>
                  <a:pt x="19236" y="20214"/>
                  <a:pt x="17259" y="23990"/>
                </a:cubicBezTo>
                <a:cubicBezTo>
                  <a:pt x="15282" y="27766"/>
                  <a:pt x="13740" y="32027"/>
                  <a:pt x="12633" y="36771"/>
                </a:cubicBezTo>
                <a:lnTo>
                  <a:pt x="13285" y="37068"/>
                </a:lnTo>
                <a:cubicBezTo>
                  <a:pt x="14906" y="35961"/>
                  <a:pt x="16508" y="35002"/>
                  <a:pt x="18089" y="34191"/>
                </a:cubicBezTo>
                <a:cubicBezTo>
                  <a:pt x="19671" y="33381"/>
                  <a:pt x="21272" y="32709"/>
                  <a:pt x="22893" y="32175"/>
                </a:cubicBezTo>
                <a:cubicBezTo>
                  <a:pt x="24514" y="31641"/>
                  <a:pt x="26195" y="31256"/>
                  <a:pt x="27934" y="31018"/>
                </a:cubicBezTo>
                <a:cubicBezTo>
                  <a:pt x="29674" y="30781"/>
                  <a:pt x="31532" y="30662"/>
                  <a:pt x="33509" y="30662"/>
                </a:cubicBezTo>
                <a:cubicBezTo>
                  <a:pt x="36989" y="30662"/>
                  <a:pt x="40063" y="31176"/>
                  <a:pt x="42732" y="32204"/>
                </a:cubicBezTo>
                <a:cubicBezTo>
                  <a:pt x="45401" y="33233"/>
                  <a:pt x="47664" y="34735"/>
                  <a:pt x="49523" y="36712"/>
                </a:cubicBezTo>
                <a:cubicBezTo>
                  <a:pt x="51381" y="38689"/>
                  <a:pt x="52785" y="41061"/>
                  <a:pt x="53733" y="43829"/>
                </a:cubicBezTo>
                <a:cubicBezTo>
                  <a:pt x="54682" y="46597"/>
                  <a:pt x="55157" y="49681"/>
                  <a:pt x="55157" y="53081"/>
                </a:cubicBezTo>
                <a:cubicBezTo>
                  <a:pt x="55157" y="56679"/>
                  <a:pt x="54564" y="60020"/>
                  <a:pt x="53378" y="63104"/>
                </a:cubicBezTo>
                <a:cubicBezTo>
                  <a:pt x="52191" y="66188"/>
                  <a:pt x="50412" y="68837"/>
                  <a:pt x="48040" y="71052"/>
                </a:cubicBezTo>
                <a:cubicBezTo>
                  <a:pt x="45668" y="73266"/>
                  <a:pt x="42732" y="74986"/>
                  <a:pt x="39233" y="76211"/>
                </a:cubicBezTo>
                <a:cubicBezTo>
                  <a:pt x="35733" y="77437"/>
                  <a:pt x="31631" y="78050"/>
                  <a:pt x="26926" y="78050"/>
                </a:cubicBezTo>
                <a:cubicBezTo>
                  <a:pt x="18030" y="78050"/>
                  <a:pt x="11318" y="75510"/>
                  <a:pt x="6791" y="70429"/>
                </a:cubicBezTo>
                <a:cubicBezTo>
                  <a:pt x="2264" y="65348"/>
                  <a:pt x="0" y="57865"/>
                  <a:pt x="0" y="47981"/>
                </a:cubicBezTo>
                <a:cubicBezTo>
                  <a:pt x="0" y="43552"/>
                  <a:pt x="494" y="39312"/>
                  <a:pt x="1483" y="35259"/>
                </a:cubicBezTo>
                <a:cubicBezTo>
                  <a:pt x="2471" y="31206"/>
                  <a:pt x="3924" y="27430"/>
                  <a:pt x="5842" y="23931"/>
                </a:cubicBezTo>
                <a:cubicBezTo>
                  <a:pt x="7760" y="20432"/>
                  <a:pt x="10082" y="17269"/>
                  <a:pt x="12811" y="14442"/>
                </a:cubicBezTo>
                <a:cubicBezTo>
                  <a:pt x="15539" y="11615"/>
                  <a:pt x="18583" y="9163"/>
                  <a:pt x="21944" y="7087"/>
                </a:cubicBezTo>
                <a:cubicBezTo>
                  <a:pt x="25305" y="5012"/>
                  <a:pt x="28943" y="3371"/>
                  <a:pt x="32857" y="2165"/>
                </a:cubicBezTo>
                <a:cubicBezTo>
                  <a:pt x="36771" y="959"/>
                  <a:pt x="40844" y="237"/>
                  <a:pt x="45074" y="0"/>
                </a:cubicBezTo>
                <a:moveTo>
                  <a:pt x="29358" y="37483"/>
                </a:moveTo>
                <a:cubicBezTo>
                  <a:pt x="26709" y="37483"/>
                  <a:pt x="24267" y="37839"/>
                  <a:pt x="22033" y="38551"/>
                </a:cubicBezTo>
                <a:cubicBezTo>
                  <a:pt x="19799" y="39262"/>
                  <a:pt x="17674" y="40231"/>
                  <a:pt x="15657" y="41457"/>
                </a:cubicBezTo>
                <a:cubicBezTo>
                  <a:pt x="14827" y="42010"/>
                  <a:pt x="14185" y="42524"/>
                  <a:pt x="13730" y="42999"/>
                </a:cubicBezTo>
                <a:cubicBezTo>
                  <a:pt x="13275" y="43473"/>
                  <a:pt x="12939" y="44037"/>
                  <a:pt x="12722" y="44689"/>
                </a:cubicBezTo>
                <a:cubicBezTo>
                  <a:pt x="12504" y="45341"/>
                  <a:pt x="12356" y="46152"/>
                  <a:pt x="12277" y="47121"/>
                </a:cubicBezTo>
                <a:cubicBezTo>
                  <a:pt x="12198" y="48089"/>
                  <a:pt x="12158" y="49404"/>
                  <a:pt x="12158" y="51065"/>
                </a:cubicBezTo>
                <a:cubicBezTo>
                  <a:pt x="12158" y="65061"/>
                  <a:pt x="17239" y="72060"/>
                  <a:pt x="27401" y="72060"/>
                </a:cubicBezTo>
                <a:cubicBezTo>
                  <a:pt x="30168" y="72060"/>
                  <a:pt x="32550" y="71655"/>
                  <a:pt x="34547" y="70844"/>
                </a:cubicBezTo>
                <a:cubicBezTo>
                  <a:pt x="36544" y="70033"/>
                  <a:pt x="38175" y="68867"/>
                  <a:pt x="39440" y="67345"/>
                </a:cubicBezTo>
                <a:cubicBezTo>
                  <a:pt x="40705" y="65823"/>
                  <a:pt x="41635" y="63944"/>
                  <a:pt x="42228" y="61710"/>
                </a:cubicBezTo>
                <a:cubicBezTo>
                  <a:pt x="42821" y="59477"/>
                  <a:pt x="43117" y="56936"/>
                  <a:pt x="43117" y="54089"/>
                </a:cubicBezTo>
                <a:cubicBezTo>
                  <a:pt x="43117" y="48791"/>
                  <a:pt x="41931" y="44699"/>
                  <a:pt x="39559" y="41812"/>
                </a:cubicBezTo>
                <a:cubicBezTo>
                  <a:pt x="37186" y="38926"/>
                  <a:pt x="33786" y="37483"/>
                  <a:pt x="29358" y="37483"/>
                </a:cubicBezTo>
                <a:close/>
                <a:moveTo>
                  <a:pt x="103019" y="67137"/>
                </a:moveTo>
                <a:cubicBezTo>
                  <a:pt x="104877" y="67137"/>
                  <a:pt x="106360" y="67068"/>
                  <a:pt x="107467" y="66930"/>
                </a:cubicBezTo>
                <a:cubicBezTo>
                  <a:pt x="108574" y="66791"/>
                  <a:pt x="109493" y="66485"/>
                  <a:pt x="110225" y="66010"/>
                </a:cubicBezTo>
                <a:cubicBezTo>
                  <a:pt x="110956" y="65536"/>
                  <a:pt x="111579" y="64814"/>
                  <a:pt x="112093" y="63846"/>
                </a:cubicBezTo>
                <a:cubicBezTo>
                  <a:pt x="112607" y="62877"/>
                  <a:pt x="113200" y="61542"/>
                  <a:pt x="113872" y="59842"/>
                </a:cubicBezTo>
                <a:lnTo>
                  <a:pt x="119388" y="59842"/>
                </a:lnTo>
                <a:cubicBezTo>
                  <a:pt x="119190" y="62650"/>
                  <a:pt x="119002" y="65477"/>
                  <a:pt x="118825" y="68323"/>
                </a:cubicBezTo>
                <a:cubicBezTo>
                  <a:pt x="118647" y="71170"/>
                  <a:pt x="118459" y="73997"/>
                  <a:pt x="118261" y="76804"/>
                </a:cubicBezTo>
                <a:lnTo>
                  <a:pt x="68027" y="76804"/>
                </a:lnTo>
                <a:lnTo>
                  <a:pt x="68027" y="73720"/>
                </a:lnTo>
                <a:cubicBezTo>
                  <a:pt x="68976" y="71585"/>
                  <a:pt x="70083" y="69480"/>
                  <a:pt x="71348" y="67404"/>
                </a:cubicBezTo>
                <a:cubicBezTo>
                  <a:pt x="72613" y="65328"/>
                  <a:pt x="74037" y="63223"/>
                  <a:pt x="75618" y="61088"/>
                </a:cubicBezTo>
                <a:cubicBezTo>
                  <a:pt x="77200" y="58953"/>
                  <a:pt x="78999" y="56748"/>
                  <a:pt x="81015" y="54475"/>
                </a:cubicBezTo>
                <a:cubicBezTo>
                  <a:pt x="83032" y="52201"/>
                  <a:pt x="85266" y="49839"/>
                  <a:pt x="87717" y="47387"/>
                </a:cubicBezTo>
                <a:cubicBezTo>
                  <a:pt x="91434" y="43671"/>
                  <a:pt x="94459" y="40498"/>
                  <a:pt x="96791" y="37868"/>
                </a:cubicBezTo>
                <a:cubicBezTo>
                  <a:pt x="99124" y="35239"/>
                  <a:pt x="100963" y="32896"/>
                  <a:pt x="102307" y="30840"/>
                </a:cubicBezTo>
                <a:cubicBezTo>
                  <a:pt x="103651" y="28784"/>
                  <a:pt x="104571" y="26887"/>
                  <a:pt x="105065" y="25147"/>
                </a:cubicBezTo>
                <a:cubicBezTo>
                  <a:pt x="105559" y="23407"/>
                  <a:pt x="105806" y="21549"/>
                  <a:pt x="105806" y="19572"/>
                </a:cubicBezTo>
                <a:cubicBezTo>
                  <a:pt x="105806" y="17555"/>
                  <a:pt x="105520" y="15697"/>
                  <a:pt x="104946" y="13997"/>
                </a:cubicBezTo>
                <a:cubicBezTo>
                  <a:pt x="104373" y="12297"/>
                  <a:pt x="103553" y="10853"/>
                  <a:pt x="102485" y="9667"/>
                </a:cubicBezTo>
                <a:cubicBezTo>
                  <a:pt x="101418" y="8481"/>
                  <a:pt x="100063" y="7552"/>
                  <a:pt x="98422" y="6880"/>
                </a:cubicBezTo>
                <a:cubicBezTo>
                  <a:pt x="96782" y="6208"/>
                  <a:pt x="94894" y="5872"/>
                  <a:pt x="92758" y="5872"/>
                </a:cubicBezTo>
                <a:cubicBezTo>
                  <a:pt x="89081" y="5872"/>
                  <a:pt x="85997" y="6870"/>
                  <a:pt x="83506" y="8867"/>
                </a:cubicBezTo>
                <a:cubicBezTo>
                  <a:pt x="81015" y="10863"/>
                  <a:pt x="79078" y="13760"/>
                  <a:pt x="77694" y="17555"/>
                </a:cubicBezTo>
                <a:lnTo>
                  <a:pt x="69925" y="17555"/>
                </a:lnTo>
                <a:lnTo>
                  <a:pt x="69925" y="5990"/>
                </a:lnTo>
                <a:cubicBezTo>
                  <a:pt x="74986" y="3895"/>
                  <a:pt x="79641" y="2372"/>
                  <a:pt x="83892" y="1423"/>
                </a:cubicBezTo>
                <a:cubicBezTo>
                  <a:pt x="88142" y="474"/>
                  <a:pt x="91968" y="0"/>
                  <a:pt x="95368" y="0"/>
                </a:cubicBezTo>
                <a:cubicBezTo>
                  <a:pt x="99480" y="0"/>
                  <a:pt x="102989" y="465"/>
                  <a:pt x="105895" y="1394"/>
                </a:cubicBezTo>
                <a:cubicBezTo>
                  <a:pt x="108801" y="2323"/>
                  <a:pt x="111164" y="3578"/>
                  <a:pt x="112983" y="5160"/>
                </a:cubicBezTo>
                <a:cubicBezTo>
                  <a:pt x="114801" y="6741"/>
                  <a:pt x="116116" y="8639"/>
                  <a:pt x="116927" y="10853"/>
                </a:cubicBezTo>
                <a:cubicBezTo>
                  <a:pt x="117737" y="13068"/>
                  <a:pt x="118143" y="15460"/>
                  <a:pt x="118143" y="18030"/>
                </a:cubicBezTo>
                <a:cubicBezTo>
                  <a:pt x="118143" y="19572"/>
                  <a:pt x="118034" y="21005"/>
                  <a:pt x="117816" y="22330"/>
                </a:cubicBezTo>
                <a:cubicBezTo>
                  <a:pt x="117599" y="23654"/>
                  <a:pt x="117223" y="24959"/>
                  <a:pt x="116689" y="26244"/>
                </a:cubicBezTo>
                <a:cubicBezTo>
                  <a:pt x="116156" y="27529"/>
                  <a:pt x="115454" y="28824"/>
                  <a:pt x="114584" y="30129"/>
                </a:cubicBezTo>
                <a:cubicBezTo>
                  <a:pt x="113714" y="31433"/>
                  <a:pt x="112627" y="32817"/>
                  <a:pt x="111322" y="34280"/>
                </a:cubicBezTo>
                <a:cubicBezTo>
                  <a:pt x="110334" y="35546"/>
                  <a:pt x="109049" y="37008"/>
                  <a:pt x="107467" y="38669"/>
                </a:cubicBezTo>
                <a:cubicBezTo>
                  <a:pt x="105885" y="40330"/>
                  <a:pt x="104156" y="42109"/>
                  <a:pt x="102277" y="44007"/>
                </a:cubicBezTo>
                <a:cubicBezTo>
                  <a:pt x="100399" y="45905"/>
                  <a:pt x="98432" y="47882"/>
                  <a:pt x="96376" y="49938"/>
                </a:cubicBezTo>
                <a:cubicBezTo>
                  <a:pt x="94320" y="51994"/>
                  <a:pt x="92324" y="54030"/>
                  <a:pt x="90386" y="56047"/>
                </a:cubicBezTo>
                <a:cubicBezTo>
                  <a:pt x="88449" y="58063"/>
                  <a:pt x="86669" y="60020"/>
                  <a:pt x="85048" y="61918"/>
                </a:cubicBezTo>
                <a:cubicBezTo>
                  <a:pt x="83427" y="63816"/>
                  <a:pt x="82103" y="65556"/>
                  <a:pt x="81075" y="67137"/>
                </a:cubicBezTo>
                <a:lnTo>
                  <a:pt x="103019" y="671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39E6E8-A760-40A5-B0B2-9439E237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7095" y="2360709"/>
            <a:ext cx="433362" cy="1131283"/>
          </a:xfrm>
          <a:custGeom xmlns:a="http://schemas.openxmlformats.org/drawingml/2006/main">
            <a:pathLst>
              <a:path w="433362" h="1131283">
                <a:moveTo>
                  <a:pt x="0" y="72228"/>
                </a:moveTo>
                <a:cubicBezTo>
                  <a:pt x="0" y="32338"/>
                  <a:pt x="32336" y="0"/>
                  <a:pt x="72230" y="0"/>
                </a:cubicBezTo>
                <a:lnTo>
                  <a:pt x="361139" y="0"/>
                </a:lnTo>
                <a:cubicBezTo>
                  <a:pt x="401026" y="0"/>
                  <a:pt x="433362" y="32338"/>
                  <a:pt x="433362" y="72228"/>
                </a:cubicBezTo>
                <a:lnTo>
                  <a:pt x="433362" y="1059055"/>
                </a:lnTo>
                <a:cubicBezTo>
                  <a:pt x="433362" y="1098945"/>
                  <a:pt x="401026" y="1131283"/>
                  <a:pt x="361139" y="1131283"/>
                </a:cubicBezTo>
                <a:lnTo>
                  <a:pt x="72230" y="1131283"/>
                </a:lnTo>
                <a:cubicBezTo>
                  <a:pt x="32336" y="1131283"/>
                  <a:pt x="0" y="1098945"/>
                  <a:pt x="0" y="1059055"/>
                </a:cubicBezTo>
                <a:lnTo>
                  <a:pt x="0" y="72228"/>
                </a:lnTo>
                <a:close/>
              </a:path>
            </a:pathLst>
          </a:custGeom>
          <a:solidFill xmlns:a="http://schemas.openxmlformats.org/drawingml/2006/main">
            <a:srgbClr val="E2F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27BF90-7D3E-4FEA-BD86-C1294AF3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7095" y="2360709"/>
            <a:ext cx="433363" cy="1131283"/>
          </a:xfrm>
          <a:custGeom xmlns:a="http://schemas.openxmlformats.org/drawingml/2006/main">
            <a:pathLst>
              <a:path w="433363" h="1131283" fill="none">
                <a:moveTo>
                  <a:pt x="0" y="72228"/>
                </a:moveTo>
                <a:cubicBezTo>
                  <a:pt x="0" y="32338"/>
                  <a:pt x="32338" y="0"/>
                  <a:pt x="72228" y="0"/>
                </a:cubicBezTo>
                <a:lnTo>
                  <a:pt x="361134" y="0"/>
                </a:lnTo>
                <a:cubicBezTo>
                  <a:pt x="401025" y="0"/>
                  <a:pt x="433363" y="32338"/>
                  <a:pt x="433363" y="72228"/>
                </a:cubicBezTo>
                <a:lnTo>
                  <a:pt x="433363" y="1059055"/>
                </a:lnTo>
                <a:cubicBezTo>
                  <a:pt x="433363" y="1098945"/>
                  <a:pt x="401025" y="1131283"/>
                  <a:pt x="361134" y="1131283"/>
                </a:cubicBezTo>
                <a:lnTo>
                  <a:pt x="72228" y="1131283"/>
                </a:lnTo>
                <a:cubicBezTo>
                  <a:pt x="32338" y="1131283"/>
                  <a:pt x="0" y="1098945"/>
                  <a:pt x="0" y="1059055"/>
                </a:cubicBezTo>
                <a:lnTo>
                  <a:pt x="0" y="7222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2F528F"/>
            </a:solidFill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C5457F-2EE6-4A01-8602-1C9F3C54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0472" y="2715900"/>
            <a:ext cx="326609" cy="224201"/>
          </a:xfrm>
          <a:custGeom xmlns:a="http://schemas.openxmlformats.org/drawingml/2006/main">
            <a:pathLst>
              <a:path w="326609" h="224201">
                <a:moveTo>
                  <a:pt x="0" y="0"/>
                </a:moveTo>
                <a:lnTo>
                  <a:pt x="326609" y="0"/>
                </a:lnTo>
                <a:lnTo>
                  <a:pt x="326609" y="224201"/>
                </a:lnTo>
                <a:lnTo>
                  <a:pt x="0" y="2242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5C72B1-20DE-4FB7-ADA0-E1A5B0CA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0472" y="2715900"/>
            <a:ext cx="326613" cy="224201"/>
          </a:xfrm>
          <a:custGeom xmlns:a="http://schemas.openxmlformats.org/drawingml/2006/main">
            <a:pathLst>
              <a:path w="326613" h="224201" fill="none">
                <a:moveTo>
                  <a:pt x="0" y="0"/>
                </a:moveTo>
                <a:lnTo>
                  <a:pt x="326613" y="0"/>
                </a:lnTo>
                <a:lnTo>
                  <a:pt x="326613" y="224201"/>
                </a:lnTo>
                <a:lnTo>
                  <a:pt x="0" y="22420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325" name="Text …">
            <a:extLst xmlns:a="http://schemas.openxmlformats.org/drawingml/2006/main">
              <a:ext uri="{FF2B5EF4-FFF2-40B4-BE49-F238E27FC236}">
                <a16:creationId xmlns:a16="http://schemas.microsoft.com/office/drawing/2014/main" id="{735805FF-2984-42FE-A827-6F478D99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2239" y="3042775"/>
            <a:ext cx="19928" cy="100706"/>
          </a:xfrm>
          <a:custGeom xmlns:a="http://schemas.openxmlformats.org/drawingml/2006/main">
            <a:pathLst>
              <a:path w="19928" h="100706">
                <a:moveTo>
                  <a:pt x="19928" y="9845"/>
                </a:moveTo>
                <a:cubicBezTo>
                  <a:pt x="19928" y="12613"/>
                  <a:pt x="18956" y="14956"/>
                  <a:pt x="17012" y="16873"/>
                </a:cubicBezTo>
                <a:cubicBezTo>
                  <a:pt x="15070" y="18791"/>
                  <a:pt x="12730" y="19750"/>
                  <a:pt x="9993" y="19750"/>
                </a:cubicBezTo>
                <a:cubicBezTo>
                  <a:pt x="7257" y="19750"/>
                  <a:pt x="4926" y="18781"/>
                  <a:pt x="3002" y="16844"/>
                </a:cubicBezTo>
                <a:cubicBezTo>
                  <a:pt x="1080" y="14906"/>
                  <a:pt x="119" y="12573"/>
                  <a:pt x="119" y="9845"/>
                </a:cubicBezTo>
                <a:cubicBezTo>
                  <a:pt x="119" y="7117"/>
                  <a:pt x="1080" y="4794"/>
                  <a:pt x="3002" y="2876"/>
                </a:cubicBezTo>
                <a:cubicBezTo>
                  <a:pt x="4926" y="959"/>
                  <a:pt x="7257" y="0"/>
                  <a:pt x="9993" y="0"/>
                </a:cubicBezTo>
                <a:cubicBezTo>
                  <a:pt x="12730" y="0"/>
                  <a:pt x="15070" y="959"/>
                  <a:pt x="17012" y="2876"/>
                </a:cubicBezTo>
                <a:cubicBezTo>
                  <a:pt x="18956" y="4794"/>
                  <a:pt x="19928" y="7117"/>
                  <a:pt x="19928" y="9845"/>
                </a:cubicBezTo>
                <a:moveTo>
                  <a:pt x="19809" y="50353"/>
                </a:moveTo>
                <a:cubicBezTo>
                  <a:pt x="19809" y="53081"/>
                  <a:pt x="18850" y="55404"/>
                  <a:pt x="16933" y="57322"/>
                </a:cubicBezTo>
                <a:cubicBezTo>
                  <a:pt x="15015" y="59239"/>
                  <a:pt x="12692" y="60198"/>
                  <a:pt x="9964" y="60198"/>
                </a:cubicBezTo>
                <a:cubicBezTo>
                  <a:pt x="7236" y="60198"/>
                  <a:pt x="4913" y="59239"/>
                  <a:pt x="2995" y="57322"/>
                </a:cubicBezTo>
                <a:cubicBezTo>
                  <a:pt x="1077" y="55404"/>
                  <a:pt x="119" y="53081"/>
                  <a:pt x="119" y="50353"/>
                </a:cubicBezTo>
                <a:cubicBezTo>
                  <a:pt x="119" y="47625"/>
                  <a:pt x="1077" y="45302"/>
                  <a:pt x="2995" y="43384"/>
                </a:cubicBezTo>
                <a:cubicBezTo>
                  <a:pt x="4913" y="41467"/>
                  <a:pt x="7236" y="40508"/>
                  <a:pt x="9964" y="40508"/>
                </a:cubicBezTo>
                <a:cubicBezTo>
                  <a:pt x="12692" y="40508"/>
                  <a:pt x="15015" y="41467"/>
                  <a:pt x="16933" y="43384"/>
                </a:cubicBezTo>
                <a:cubicBezTo>
                  <a:pt x="18850" y="45302"/>
                  <a:pt x="19809" y="47625"/>
                  <a:pt x="19809" y="50353"/>
                </a:cubicBezTo>
                <a:moveTo>
                  <a:pt x="19690" y="90861"/>
                </a:moveTo>
                <a:cubicBezTo>
                  <a:pt x="19690" y="93628"/>
                  <a:pt x="18732" y="95961"/>
                  <a:pt x="16814" y="97859"/>
                </a:cubicBezTo>
                <a:cubicBezTo>
                  <a:pt x="14896" y="99757"/>
                  <a:pt x="12573" y="100706"/>
                  <a:pt x="9845" y="100706"/>
                </a:cubicBezTo>
                <a:cubicBezTo>
                  <a:pt x="7117" y="100706"/>
                  <a:pt x="4794" y="99747"/>
                  <a:pt x="2876" y="97829"/>
                </a:cubicBezTo>
                <a:cubicBezTo>
                  <a:pt x="959" y="95912"/>
                  <a:pt x="0" y="93589"/>
                  <a:pt x="0" y="90861"/>
                </a:cubicBezTo>
                <a:cubicBezTo>
                  <a:pt x="0" y="88132"/>
                  <a:pt x="959" y="85809"/>
                  <a:pt x="2876" y="83892"/>
                </a:cubicBezTo>
                <a:cubicBezTo>
                  <a:pt x="4794" y="81974"/>
                  <a:pt x="7117" y="81015"/>
                  <a:pt x="9845" y="81015"/>
                </a:cubicBezTo>
                <a:cubicBezTo>
                  <a:pt x="12573" y="81015"/>
                  <a:pt x="14896" y="81974"/>
                  <a:pt x="16814" y="83892"/>
                </a:cubicBezTo>
                <a:cubicBezTo>
                  <a:pt x="18732" y="85809"/>
                  <a:pt x="19690" y="88132"/>
                  <a:pt x="19690" y="908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C7F7DB-FD5D-4E34-A4AD-F80A369C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0472" y="2441601"/>
            <a:ext cx="326609" cy="224201"/>
          </a:xfrm>
          <a:custGeom xmlns:a="http://schemas.openxmlformats.org/drawingml/2006/main">
            <a:pathLst>
              <a:path w="326609" h="224201">
                <a:moveTo>
                  <a:pt x="0" y="0"/>
                </a:moveTo>
                <a:lnTo>
                  <a:pt x="326609" y="0"/>
                </a:lnTo>
                <a:lnTo>
                  <a:pt x="326609" y="224201"/>
                </a:lnTo>
                <a:lnTo>
                  <a:pt x="0" y="2242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7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74283F-9557-484C-8CC1-98B01E62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0472" y="2441601"/>
            <a:ext cx="326613" cy="224201"/>
          </a:xfrm>
          <a:custGeom xmlns:a="http://schemas.openxmlformats.org/drawingml/2006/main">
            <a:pathLst>
              <a:path w="326613" h="224201" fill="none">
                <a:moveTo>
                  <a:pt x="0" y="0"/>
                </a:moveTo>
                <a:lnTo>
                  <a:pt x="326613" y="0"/>
                </a:lnTo>
                <a:lnTo>
                  <a:pt x="326613" y="224201"/>
                </a:lnTo>
                <a:lnTo>
                  <a:pt x="0" y="22420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328" name="Text 𝑘">
            <a:extLst xmlns:a="http://schemas.openxmlformats.org/drawingml/2006/main">
              <a:ext uri="{FF2B5EF4-FFF2-40B4-BE49-F238E27FC236}">
                <a16:creationId xmlns:a16="http://schemas.microsoft.com/office/drawing/2014/main" id="{80E77CC6-BBA0-4AA8-997C-CED6CDF4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4422" y="2498240"/>
            <a:ext cx="77734" cy="114347"/>
          </a:xfrm>
          <a:custGeom xmlns:a="http://schemas.openxmlformats.org/drawingml/2006/main">
            <a:pathLst>
              <a:path w="77734" h="114347">
                <a:moveTo>
                  <a:pt x="34399" y="80580"/>
                </a:moveTo>
                <a:cubicBezTo>
                  <a:pt x="33872" y="78524"/>
                  <a:pt x="33345" y="77101"/>
                  <a:pt x="32817" y="76310"/>
                </a:cubicBezTo>
                <a:cubicBezTo>
                  <a:pt x="32290" y="75519"/>
                  <a:pt x="31684" y="74992"/>
                  <a:pt x="30999" y="74729"/>
                </a:cubicBezTo>
                <a:cubicBezTo>
                  <a:pt x="30313" y="74465"/>
                  <a:pt x="29101" y="74333"/>
                  <a:pt x="27361" y="74333"/>
                </a:cubicBezTo>
                <a:lnTo>
                  <a:pt x="21905" y="74333"/>
                </a:lnTo>
                <a:lnTo>
                  <a:pt x="13680" y="113081"/>
                </a:lnTo>
                <a:lnTo>
                  <a:pt x="0" y="113081"/>
                </a:lnTo>
                <a:lnTo>
                  <a:pt x="20323" y="22695"/>
                </a:lnTo>
                <a:cubicBezTo>
                  <a:pt x="21008" y="19638"/>
                  <a:pt x="21496" y="17252"/>
                  <a:pt x="21786" y="15539"/>
                </a:cubicBezTo>
                <a:cubicBezTo>
                  <a:pt x="22076" y="13825"/>
                  <a:pt x="22221" y="12310"/>
                  <a:pt x="22221" y="10992"/>
                </a:cubicBezTo>
                <a:cubicBezTo>
                  <a:pt x="22221" y="8778"/>
                  <a:pt x="21549" y="7222"/>
                  <a:pt x="20204" y="6326"/>
                </a:cubicBezTo>
                <a:cubicBezTo>
                  <a:pt x="18860" y="5430"/>
                  <a:pt x="16448" y="4929"/>
                  <a:pt x="12969" y="4824"/>
                </a:cubicBezTo>
                <a:lnTo>
                  <a:pt x="13918" y="712"/>
                </a:lnTo>
                <a:lnTo>
                  <a:pt x="33924" y="0"/>
                </a:lnTo>
                <a:lnTo>
                  <a:pt x="38511" y="0"/>
                </a:lnTo>
                <a:lnTo>
                  <a:pt x="23012" y="69035"/>
                </a:lnTo>
                <a:lnTo>
                  <a:pt x="25542" y="69035"/>
                </a:lnTo>
                <a:cubicBezTo>
                  <a:pt x="29496" y="69035"/>
                  <a:pt x="33938" y="67309"/>
                  <a:pt x="38867" y="63855"/>
                </a:cubicBezTo>
                <a:cubicBezTo>
                  <a:pt x="43796" y="60402"/>
                  <a:pt x="47737" y="57200"/>
                  <a:pt x="50689" y="54247"/>
                </a:cubicBezTo>
                <a:cubicBezTo>
                  <a:pt x="53641" y="51295"/>
                  <a:pt x="55117" y="48448"/>
                  <a:pt x="55117" y="45707"/>
                </a:cubicBezTo>
                <a:cubicBezTo>
                  <a:pt x="55117" y="43124"/>
                  <a:pt x="53325" y="41674"/>
                  <a:pt x="49740" y="41358"/>
                </a:cubicBezTo>
                <a:lnTo>
                  <a:pt x="50610" y="37483"/>
                </a:lnTo>
                <a:lnTo>
                  <a:pt x="76231" y="37483"/>
                </a:lnTo>
                <a:lnTo>
                  <a:pt x="77734" y="41358"/>
                </a:lnTo>
                <a:cubicBezTo>
                  <a:pt x="73358" y="45312"/>
                  <a:pt x="68719" y="49186"/>
                  <a:pt x="63816" y="52982"/>
                </a:cubicBezTo>
                <a:lnTo>
                  <a:pt x="44205" y="68165"/>
                </a:lnTo>
                <a:lnTo>
                  <a:pt x="51954" y="96712"/>
                </a:lnTo>
                <a:cubicBezTo>
                  <a:pt x="52587" y="99137"/>
                  <a:pt x="53154" y="100890"/>
                  <a:pt x="53654" y="101971"/>
                </a:cubicBezTo>
                <a:cubicBezTo>
                  <a:pt x="54155" y="103052"/>
                  <a:pt x="54735" y="103856"/>
                  <a:pt x="55394" y="104383"/>
                </a:cubicBezTo>
                <a:cubicBezTo>
                  <a:pt x="56053" y="104910"/>
                  <a:pt x="56936" y="105174"/>
                  <a:pt x="58043" y="105174"/>
                </a:cubicBezTo>
                <a:cubicBezTo>
                  <a:pt x="59414" y="105174"/>
                  <a:pt x="61048" y="104436"/>
                  <a:pt x="62946" y="102960"/>
                </a:cubicBezTo>
                <a:cubicBezTo>
                  <a:pt x="64844" y="101483"/>
                  <a:pt x="67005" y="99348"/>
                  <a:pt x="69430" y="96554"/>
                </a:cubicBezTo>
                <a:lnTo>
                  <a:pt x="73938" y="100983"/>
                </a:lnTo>
                <a:cubicBezTo>
                  <a:pt x="69193" y="105991"/>
                  <a:pt x="65266" y="109470"/>
                  <a:pt x="62155" y="111421"/>
                </a:cubicBezTo>
                <a:cubicBezTo>
                  <a:pt x="59045" y="113371"/>
                  <a:pt x="56040" y="114347"/>
                  <a:pt x="53140" y="114347"/>
                </a:cubicBezTo>
                <a:cubicBezTo>
                  <a:pt x="49556" y="114347"/>
                  <a:pt x="46709" y="113332"/>
                  <a:pt x="44600" y="111302"/>
                </a:cubicBezTo>
                <a:cubicBezTo>
                  <a:pt x="42491" y="109273"/>
                  <a:pt x="40831" y="105885"/>
                  <a:pt x="39618" y="101141"/>
                </a:cubicBezTo>
                <a:lnTo>
                  <a:pt x="34399" y="80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Text #&amp;">
            <a:extLst xmlns:a="http://schemas.openxmlformats.org/drawingml/2006/main">
              <a:ext uri="{FF2B5EF4-FFF2-40B4-BE49-F238E27FC236}">
                <a16:creationId xmlns:a16="http://schemas.microsoft.com/office/drawing/2014/main" id="{E863A33A-7AC5-44B6-8921-4F2FADA8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4920" y="2568527"/>
            <a:ext cx="124667" cy="78050"/>
          </a:xfrm>
          <a:custGeom xmlns:a="http://schemas.openxmlformats.org/drawingml/2006/main">
            <a:pathLst>
              <a:path w="124667" h="78050">
                <a:moveTo>
                  <a:pt x="45074" y="0"/>
                </a:moveTo>
                <a:cubicBezTo>
                  <a:pt x="45549" y="554"/>
                  <a:pt x="45984" y="1087"/>
                  <a:pt x="46379" y="1601"/>
                </a:cubicBezTo>
                <a:cubicBezTo>
                  <a:pt x="46775" y="2115"/>
                  <a:pt x="47210" y="2629"/>
                  <a:pt x="47684" y="3143"/>
                </a:cubicBezTo>
                <a:lnTo>
                  <a:pt x="47684" y="6643"/>
                </a:lnTo>
                <a:cubicBezTo>
                  <a:pt x="42900" y="6563"/>
                  <a:pt x="38590" y="7196"/>
                  <a:pt x="34755" y="8540"/>
                </a:cubicBezTo>
                <a:cubicBezTo>
                  <a:pt x="30919" y="9885"/>
                  <a:pt x="27539" y="11852"/>
                  <a:pt x="24613" y="14442"/>
                </a:cubicBezTo>
                <a:cubicBezTo>
                  <a:pt x="21687" y="17031"/>
                  <a:pt x="19236" y="20214"/>
                  <a:pt x="17259" y="23990"/>
                </a:cubicBezTo>
                <a:cubicBezTo>
                  <a:pt x="15282" y="27766"/>
                  <a:pt x="13740" y="32027"/>
                  <a:pt x="12633" y="36771"/>
                </a:cubicBezTo>
                <a:lnTo>
                  <a:pt x="13285" y="37068"/>
                </a:lnTo>
                <a:cubicBezTo>
                  <a:pt x="14906" y="35961"/>
                  <a:pt x="16508" y="35002"/>
                  <a:pt x="18089" y="34191"/>
                </a:cubicBezTo>
                <a:cubicBezTo>
                  <a:pt x="19671" y="33381"/>
                  <a:pt x="21272" y="32709"/>
                  <a:pt x="22893" y="32175"/>
                </a:cubicBezTo>
                <a:cubicBezTo>
                  <a:pt x="24514" y="31641"/>
                  <a:pt x="26195" y="31256"/>
                  <a:pt x="27934" y="31018"/>
                </a:cubicBezTo>
                <a:cubicBezTo>
                  <a:pt x="29674" y="30781"/>
                  <a:pt x="31532" y="30662"/>
                  <a:pt x="33509" y="30662"/>
                </a:cubicBezTo>
                <a:cubicBezTo>
                  <a:pt x="36989" y="30662"/>
                  <a:pt x="40063" y="31176"/>
                  <a:pt x="42732" y="32204"/>
                </a:cubicBezTo>
                <a:cubicBezTo>
                  <a:pt x="45401" y="33233"/>
                  <a:pt x="47664" y="34735"/>
                  <a:pt x="49523" y="36712"/>
                </a:cubicBezTo>
                <a:cubicBezTo>
                  <a:pt x="51381" y="38689"/>
                  <a:pt x="52785" y="41061"/>
                  <a:pt x="53733" y="43829"/>
                </a:cubicBezTo>
                <a:cubicBezTo>
                  <a:pt x="54682" y="46597"/>
                  <a:pt x="55157" y="49681"/>
                  <a:pt x="55157" y="53081"/>
                </a:cubicBezTo>
                <a:cubicBezTo>
                  <a:pt x="55157" y="56679"/>
                  <a:pt x="54564" y="60020"/>
                  <a:pt x="53378" y="63104"/>
                </a:cubicBezTo>
                <a:cubicBezTo>
                  <a:pt x="52191" y="66188"/>
                  <a:pt x="50412" y="68837"/>
                  <a:pt x="48040" y="71052"/>
                </a:cubicBezTo>
                <a:cubicBezTo>
                  <a:pt x="45668" y="73266"/>
                  <a:pt x="42732" y="74986"/>
                  <a:pt x="39233" y="76211"/>
                </a:cubicBezTo>
                <a:cubicBezTo>
                  <a:pt x="35733" y="77437"/>
                  <a:pt x="31631" y="78050"/>
                  <a:pt x="26926" y="78050"/>
                </a:cubicBezTo>
                <a:cubicBezTo>
                  <a:pt x="18030" y="78050"/>
                  <a:pt x="11318" y="75510"/>
                  <a:pt x="6791" y="70429"/>
                </a:cubicBezTo>
                <a:cubicBezTo>
                  <a:pt x="2264" y="65348"/>
                  <a:pt x="0" y="57865"/>
                  <a:pt x="0" y="47981"/>
                </a:cubicBezTo>
                <a:cubicBezTo>
                  <a:pt x="0" y="43552"/>
                  <a:pt x="494" y="39312"/>
                  <a:pt x="1483" y="35259"/>
                </a:cubicBezTo>
                <a:cubicBezTo>
                  <a:pt x="2471" y="31206"/>
                  <a:pt x="3924" y="27430"/>
                  <a:pt x="5842" y="23931"/>
                </a:cubicBezTo>
                <a:cubicBezTo>
                  <a:pt x="7760" y="20432"/>
                  <a:pt x="10082" y="17269"/>
                  <a:pt x="12811" y="14442"/>
                </a:cubicBezTo>
                <a:cubicBezTo>
                  <a:pt x="15539" y="11615"/>
                  <a:pt x="18583" y="9163"/>
                  <a:pt x="21944" y="7087"/>
                </a:cubicBezTo>
                <a:cubicBezTo>
                  <a:pt x="25305" y="5012"/>
                  <a:pt x="28943" y="3371"/>
                  <a:pt x="32857" y="2165"/>
                </a:cubicBezTo>
                <a:cubicBezTo>
                  <a:pt x="36771" y="959"/>
                  <a:pt x="40844" y="237"/>
                  <a:pt x="45074" y="0"/>
                </a:cubicBezTo>
                <a:moveTo>
                  <a:pt x="29358" y="37483"/>
                </a:moveTo>
                <a:cubicBezTo>
                  <a:pt x="26709" y="37483"/>
                  <a:pt x="24267" y="37839"/>
                  <a:pt x="22033" y="38551"/>
                </a:cubicBezTo>
                <a:cubicBezTo>
                  <a:pt x="19799" y="39262"/>
                  <a:pt x="17674" y="40231"/>
                  <a:pt x="15657" y="41457"/>
                </a:cubicBezTo>
                <a:cubicBezTo>
                  <a:pt x="14827" y="42010"/>
                  <a:pt x="14185" y="42524"/>
                  <a:pt x="13730" y="42999"/>
                </a:cubicBezTo>
                <a:cubicBezTo>
                  <a:pt x="13275" y="43473"/>
                  <a:pt x="12939" y="44037"/>
                  <a:pt x="12722" y="44689"/>
                </a:cubicBezTo>
                <a:cubicBezTo>
                  <a:pt x="12504" y="45341"/>
                  <a:pt x="12356" y="46152"/>
                  <a:pt x="12277" y="47121"/>
                </a:cubicBezTo>
                <a:cubicBezTo>
                  <a:pt x="12198" y="48089"/>
                  <a:pt x="12158" y="49404"/>
                  <a:pt x="12158" y="51065"/>
                </a:cubicBezTo>
                <a:cubicBezTo>
                  <a:pt x="12158" y="65061"/>
                  <a:pt x="17239" y="72060"/>
                  <a:pt x="27401" y="72060"/>
                </a:cubicBezTo>
                <a:cubicBezTo>
                  <a:pt x="30168" y="72060"/>
                  <a:pt x="32550" y="71655"/>
                  <a:pt x="34547" y="70844"/>
                </a:cubicBezTo>
                <a:cubicBezTo>
                  <a:pt x="36544" y="70033"/>
                  <a:pt x="38175" y="68867"/>
                  <a:pt x="39440" y="67345"/>
                </a:cubicBezTo>
                <a:cubicBezTo>
                  <a:pt x="40705" y="65823"/>
                  <a:pt x="41635" y="63944"/>
                  <a:pt x="42228" y="61710"/>
                </a:cubicBezTo>
                <a:cubicBezTo>
                  <a:pt x="42821" y="59477"/>
                  <a:pt x="43117" y="56936"/>
                  <a:pt x="43117" y="54089"/>
                </a:cubicBezTo>
                <a:cubicBezTo>
                  <a:pt x="43117" y="48791"/>
                  <a:pt x="41931" y="44699"/>
                  <a:pt x="39559" y="41812"/>
                </a:cubicBezTo>
                <a:cubicBezTo>
                  <a:pt x="37186" y="38926"/>
                  <a:pt x="33786" y="37483"/>
                  <a:pt x="29358" y="37483"/>
                </a:cubicBezTo>
                <a:close/>
                <a:moveTo>
                  <a:pt x="90980" y="73246"/>
                </a:moveTo>
                <a:cubicBezTo>
                  <a:pt x="92166" y="72930"/>
                  <a:pt x="93174" y="72643"/>
                  <a:pt x="94004" y="72386"/>
                </a:cubicBezTo>
                <a:cubicBezTo>
                  <a:pt x="94835" y="72129"/>
                  <a:pt x="95527" y="71832"/>
                  <a:pt x="96080" y="71496"/>
                </a:cubicBezTo>
                <a:cubicBezTo>
                  <a:pt x="96634" y="71160"/>
                  <a:pt x="97039" y="70765"/>
                  <a:pt x="97296" y="70310"/>
                </a:cubicBezTo>
                <a:cubicBezTo>
                  <a:pt x="97553" y="69855"/>
                  <a:pt x="97751" y="69282"/>
                  <a:pt x="97889" y="68590"/>
                </a:cubicBezTo>
                <a:cubicBezTo>
                  <a:pt x="98027" y="67898"/>
                  <a:pt x="98106" y="67028"/>
                  <a:pt x="98126" y="65981"/>
                </a:cubicBezTo>
                <a:cubicBezTo>
                  <a:pt x="98146" y="64933"/>
                  <a:pt x="98156" y="63638"/>
                  <a:pt x="98156" y="62096"/>
                </a:cubicBezTo>
                <a:lnTo>
                  <a:pt x="98156" y="54327"/>
                </a:lnTo>
                <a:lnTo>
                  <a:pt x="64765" y="54327"/>
                </a:lnTo>
                <a:lnTo>
                  <a:pt x="64765" y="49641"/>
                </a:lnTo>
                <a:cubicBezTo>
                  <a:pt x="70656" y="41457"/>
                  <a:pt x="76508" y="33321"/>
                  <a:pt x="82320" y="25236"/>
                </a:cubicBezTo>
                <a:cubicBezTo>
                  <a:pt x="88133" y="17150"/>
                  <a:pt x="93984" y="9015"/>
                  <a:pt x="99876" y="830"/>
                </a:cubicBezTo>
                <a:lnTo>
                  <a:pt x="109306" y="830"/>
                </a:lnTo>
                <a:lnTo>
                  <a:pt x="109306" y="48099"/>
                </a:lnTo>
                <a:lnTo>
                  <a:pt x="110373" y="48099"/>
                </a:lnTo>
                <a:cubicBezTo>
                  <a:pt x="111994" y="48099"/>
                  <a:pt x="113309" y="48020"/>
                  <a:pt x="114317" y="47862"/>
                </a:cubicBezTo>
                <a:cubicBezTo>
                  <a:pt x="115326" y="47704"/>
                  <a:pt x="116136" y="47378"/>
                  <a:pt x="116749" y="46883"/>
                </a:cubicBezTo>
                <a:cubicBezTo>
                  <a:pt x="117362" y="46389"/>
                  <a:pt x="117876" y="45697"/>
                  <a:pt x="118291" y="44808"/>
                </a:cubicBezTo>
                <a:cubicBezTo>
                  <a:pt x="118706" y="43918"/>
                  <a:pt x="119151" y="42761"/>
                  <a:pt x="119626" y="41338"/>
                </a:cubicBezTo>
                <a:lnTo>
                  <a:pt x="124667" y="41338"/>
                </a:lnTo>
                <a:cubicBezTo>
                  <a:pt x="124548" y="43513"/>
                  <a:pt x="124420" y="45668"/>
                  <a:pt x="124281" y="47803"/>
                </a:cubicBezTo>
                <a:cubicBezTo>
                  <a:pt x="124143" y="49938"/>
                  <a:pt x="124014" y="52112"/>
                  <a:pt x="123896" y="54327"/>
                </a:cubicBezTo>
                <a:lnTo>
                  <a:pt x="109306" y="54327"/>
                </a:lnTo>
                <a:lnTo>
                  <a:pt x="109306" y="62096"/>
                </a:lnTo>
                <a:cubicBezTo>
                  <a:pt x="109306" y="64389"/>
                  <a:pt x="109355" y="66168"/>
                  <a:pt x="109454" y="67434"/>
                </a:cubicBezTo>
                <a:cubicBezTo>
                  <a:pt x="109553" y="68699"/>
                  <a:pt x="109849" y="69687"/>
                  <a:pt x="110344" y="70399"/>
                </a:cubicBezTo>
                <a:cubicBezTo>
                  <a:pt x="110838" y="71111"/>
                  <a:pt x="111569" y="71645"/>
                  <a:pt x="112538" y="72000"/>
                </a:cubicBezTo>
                <a:cubicBezTo>
                  <a:pt x="113507" y="72356"/>
                  <a:pt x="114861" y="72771"/>
                  <a:pt x="116601" y="73246"/>
                </a:cubicBezTo>
                <a:lnTo>
                  <a:pt x="116601" y="76804"/>
                </a:lnTo>
                <a:lnTo>
                  <a:pt x="90980" y="76804"/>
                </a:lnTo>
                <a:lnTo>
                  <a:pt x="90980" y="73246"/>
                </a:lnTo>
                <a:moveTo>
                  <a:pt x="75381" y="48099"/>
                </a:moveTo>
                <a:lnTo>
                  <a:pt x="98156" y="48099"/>
                </a:lnTo>
                <a:lnTo>
                  <a:pt x="98156" y="36178"/>
                </a:lnTo>
                <a:cubicBezTo>
                  <a:pt x="98156" y="34834"/>
                  <a:pt x="98176" y="33173"/>
                  <a:pt x="98215" y="31196"/>
                </a:cubicBezTo>
                <a:cubicBezTo>
                  <a:pt x="98255" y="29219"/>
                  <a:pt x="98304" y="27213"/>
                  <a:pt x="98363" y="25176"/>
                </a:cubicBezTo>
                <a:cubicBezTo>
                  <a:pt x="98423" y="23140"/>
                  <a:pt x="98492" y="21203"/>
                  <a:pt x="98571" y="19364"/>
                </a:cubicBezTo>
                <a:cubicBezTo>
                  <a:pt x="98650" y="17526"/>
                  <a:pt x="98729" y="15974"/>
                  <a:pt x="98808" y="14708"/>
                </a:cubicBezTo>
                <a:lnTo>
                  <a:pt x="98156" y="14708"/>
                </a:lnTo>
                <a:cubicBezTo>
                  <a:pt x="94360" y="20204"/>
                  <a:pt x="90574" y="25661"/>
                  <a:pt x="86798" y="31078"/>
                </a:cubicBezTo>
                <a:cubicBezTo>
                  <a:pt x="83022" y="36494"/>
                  <a:pt x="79217" y="41931"/>
                  <a:pt x="75381" y="47387"/>
                </a:cubicBezTo>
                <a:lnTo>
                  <a:pt x="75381" y="480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3EA3D7-7DD0-4C14-9C04-B93A3543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0472" y="3212324"/>
            <a:ext cx="326609" cy="224201"/>
          </a:xfrm>
          <a:custGeom xmlns:a="http://schemas.openxmlformats.org/drawingml/2006/main">
            <a:pathLst>
              <a:path w="326609" h="224201">
                <a:moveTo>
                  <a:pt x="0" y="0"/>
                </a:moveTo>
                <a:lnTo>
                  <a:pt x="326609" y="0"/>
                </a:lnTo>
                <a:lnTo>
                  <a:pt x="326609" y="224201"/>
                </a:lnTo>
                <a:lnTo>
                  <a:pt x="0" y="2242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49592B-56B5-4201-A660-25BA7E73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0472" y="3212324"/>
            <a:ext cx="326613" cy="224201"/>
          </a:xfrm>
          <a:custGeom xmlns:a="http://schemas.openxmlformats.org/drawingml/2006/main">
            <a:pathLst>
              <a:path w="326613" h="224201" fill="none">
                <a:moveTo>
                  <a:pt x="0" y="0"/>
                </a:moveTo>
                <a:lnTo>
                  <a:pt x="326613" y="0"/>
                </a:lnTo>
                <a:lnTo>
                  <a:pt x="326613" y="224201"/>
                </a:lnTo>
                <a:lnTo>
                  <a:pt x="0" y="22420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6A9CB1-0CCA-4B9F-940D-DC60FA7D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2117" y="2566893"/>
            <a:ext cx="222380" cy="718914"/>
          </a:xfrm>
          <a:custGeom xmlns:a="http://schemas.openxmlformats.org/drawingml/2006/main">
            <a:pathLst>
              <a:path w="222380" h="718914">
                <a:moveTo>
                  <a:pt x="0" y="37065"/>
                </a:moveTo>
                <a:cubicBezTo>
                  <a:pt x="0" y="16595"/>
                  <a:pt x="16593" y="0"/>
                  <a:pt x="37060" y="0"/>
                </a:cubicBezTo>
                <a:lnTo>
                  <a:pt x="185320" y="0"/>
                </a:lnTo>
                <a:cubicBezTo>
                  <a:pt x="205787" y="0"/>
                  <a:pt x="222380" y="16595"/>
                  <a:pt x="222380" y="37065"/>
                </a:cubicBezTo>
                <a:lnTo>
                  <a:pt x="222380" y="681850"/>
                </a:lnTo>
                <a:cubicBezTo>
                  <a:pt x="222380" y="702320"/>
                  <a:pt x="205787" y="718914"/>
                  <a:pt x="185320" y="718914"/>
                </a:cubicBezTo>
                <a:lnTo>
                  <a:pt x="37060" y="718914"/>
                </a:lnTo>
                <a:cubicBezTo>
                  <a:pt x="16593" y="718914"/>
                  <a:pt x="0" y="702320"/>
                  <a:pt x="0" y="681850"/>
                </a:cubicBezTo>
                <a:lnTo>
                  <a:pt x="0" y="37065"/>
                </a:lnTo>
                <a:close/>
              </a:path>
            </a:pathLst>
          </a:custGeom>
          <a:solidFill xmlns:a="http://schemas.openxmlformats.org/drawingml/2006/main">
            <a:srgbClr val="E2F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E93F9-2A07-4FC7-A5A7-D5BAA2DF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2118" y="2566893"/>
            <a:ext cx="222383" cy="718914"/>
          </a:xfrm>
          <a:custGeom xmlns:a="http://schemas.openxmlformats.org/drawingml/2006/main">
            <a:pathLst>
              <a:path w="222383" h="718914" fill="none">
                <a:moveTo>
                  <a:pt x="0" y="37064"/>
                </a:moveTo>
                <a:cubicBezTo>
                  <a:pt x="0" y="16594"/>
                  <a:pt x="16594" y="0"/>
                  <a:pt x="37065" y="0"/>
                </a:cubicBezTo>
                <a:lnTo>
                  <a:pt x="185319" y="0"/>
                </a:lnTo>
                <a:cubicBezTo>
                  <a:pt x="205789" y="0"/>
                  <a:pt x="222383" y="16594"/>
                  <a:pt x="222383" y="37064"/>
                </a:cubicBezTo>
                <a:lnTo>
                  <a:pt x="222383" y="681850"/>
                </a:lnTo>
                <a:cubicBezTo>
                  <a:pt x="222383" y="702320"/>
                  <a:pt x="205789" y="718914"/>
                  <a:pt x="185319" y="718914"/>
                </a:cubicBezTo>
                <a:lnTo>
                  <a:pt x="37065" y="718914"/>
                </a:lnTo>
                <a:cubicBezTo>
                  <a:pt x="16594" y="718914"/>
                  <a:pt x="0" y="702320"/>
                  <a:pt x="0" y="681850"/>
                </a:cubicBezTo>
                <a:lnTo>
                  <a:pt x="0" y="370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2F528F"/>
            </a:solidFill>
            <a:miter/>
          </a:ln>
        </p:spPr>
      </p:sp>
      <p:sp>
        <p:nvSpPr>
          <p:cNvPr id="334" name="Text FC">
            <a:extLst xmlns:a="http://schemas.openxmlformats.org/drawingml/2006/main">
              <a:ext uri="{FF2B5EF4-FFF2-40B4-BE49-F238E27FC236}">
                <a16:creationId xmlns:a16="http://schemas.microsoft.com/office/drawing/2014/main" id="{105598EE-1B26-47CC-BA6F-98DB91D7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2823" y="2882758"/>
            <a:ext cx="158242" cy="93312"/>
          </a:xfrm>
          <a:custGeom xmlns:a="http://schemas.openxmlformats.org/drawingml/2006/main">
            <a:pathLst>
              <a:path w="158242" h="93312">
                <a:moveTo>
                  <a:pt x="25437" y="6853"/>
                </a:moveTo>
                <a:lnTo>
                  <a:pt x="25437" y="41911"/>
                </a:lnTo>
                <a:lnTo>
                  <a:pt x="41714" y="41911"/>
                </a:lnTo>
                <a:cubicBezTo>
                  <a:pt x="45448" y="41911"/>
                  <a:pt x="48183" y="41088"/>
                  <a:pt x="49918" y="39440"/>
                </a:cubicBezTo>
                <a:cubicBezTo>
                  <a:pt x="51653" y="37793"/>
                  <a:pt x="52807" y="34531"/>
                  <a:pt x="53378" y="29654"/>
                </a:cubicBezTo>
                <a:lnTo>
                  <a:pt x="55816" y="29654"/>
                </a:lnTo>
                <a:lnTo>
                  <a:pt x="55816" y="59967"/>
                </a:lnTo>
                <a:lnTo>
                  <a:pt x="53378" y="59967"/>
                </a:lnTo>
                <a:cubicBezTo>
                  <a:pt x="53334" y="56479"/>
                  <a:pt x="52883" y="53918"/>
                  <a:pt x="52027" y="52284"/>
                </a:cubicBezTo>
                <a:cubicBezTo>
                  <a:pt x="51170" y="50649"/>
                  <a:pt x="49984" y="49423"/>
                  <a:pt x="48468" y="48606"/>
                </a:cubicBezTo>
                <a:cubicBezTo>
                  <a:pt x="46953" y="47789"/>
                  <a:pt x="44701" y="47381"/>
                  <a:pt x="41714" y="47381"/>
                </a:cubicBezTo>
                <a:lnTo>
                  <a:pt x="25437" y="47381"/>
                </a:lnTo>
                <a:lnTo>
                  <a:pt x="25437" y="75499"/>
                </a:lnTo>
                <a:cubicBezTo>
                  <a:pt x="25437" y="80031"/>
                  <a:pt x="25722" y="83023"/>
                  <a:pt x="26293" y="84475"/>
                </a:cubicBezTo>
                <a:cubicBezTo>
                  <a:pt x="26733" y="85575"/>
                  <a:pt x="27655" y="86521"/>
                  <a:pt x="29061" y="87313"/>
                </a:cubicBezTo>
                <a:cubicBezTo>
                  <a:pt x="30994" y="88369"/>
                  <a:pt x="33015" y="88897"/>
                  <a:pt x="35124" y="88897"/>
                </a:cubicBezTo>
                <a:lnTo>
                  <a:pt x="38353" y="88897"/>
                </a:lnTo>
                <a:lnTo>
                  <a:pt x="38353" y="91335"/>
                </a:lnTo>
                <a:lnTo>
                  <a:pt x="0" y="91335"/>
                </a:lnTo>
                <a:lnTo>
                  <a:pt x="0" y="88897"/>
                </a:lnTo>
                <a:lnTo>
                  <a:pt x="3163" y="88897"/>
                </a:lnTo>
                <a:cubicBezTo>
                  <a:pt x="6853" y="88897"/>
                  <a:pt x="9533" y="87820"/>
                  <a:pt x="11203" y="85668"/>
                </a:cubicBezTo>
                <a:cubicBezTo>
                  <a:pt x="12257" y="84262"/>
                  <a:pt x="12784" y="80879"/>
                  <a:pt x="12784" y="75519"/>
                </a:cubicBezTo>
                <a:lnTo>
                  <a:pt x="12784" y="17793"/>
                </a:lnTo>
                <a:cubicBezTo>
                  <a:pt x="12784" y="13268"/>
                  <a:pt x="12499" y="10280"/>
                  <a:pt x="11928" y="8830"/>
                </a:cubicBezTo>
                <a:cubicBezTo>
                  <a:pt x="11488" y="7732"/>
                  <a:pt x="10588" y="6788"/>
                  <a:pt x="9226" y="5997"/>
                </a:cubicBezTo>
                <a:cubicBezTo>
                  <a:pt x="7337" y="4942"/>
                  <a:pt x="5316" y="4415"/>
                  <a:pt x="3163" y="4415"/>
                </a:cubicBezTo>
                <a:lnTo>
                  <a:pt x="0" y="4415"/>
                </a:lnTo>
                <a:lnTo>
                  <a:pt x="0" y="1977"/>
                </a:lnTo>
                <a:lnTo>
                  <a:pt x="66491" y="1977"/>
                </a:lnTo>
                <a:lnTo>
                  <a:pt x="67348" y="21615"/>
                </a:lnTo>
                <a:lnTo>
                  <a:pt x="65042" y="21615"/>
                </a:lnTo>
                <a:cubicBezTo>
                  <a:pt x="63899" y="17441"/>
                  <a:pt x="62570" y="14377"/>
                  <a:pt x="61055" y="12422"/>
                </a:cubicBezTo>
                <a:cubicBezTo>
                  <a:pt x="59539" y="10467"/>
                  <a:pt x="57672" y="9050"/>
                  <a:pt x="55453" y="8171"/>
                </a:cubicBezTo>
                <a:cubicBezTo>
                  <a:pt x="53235" y="7293"/>
                  <a:pt x="49797" y="6853"/>
                  <a:pt x="45140" y="6853"/>
                </a:cubicBezTo>
                <a:lnTo>
                  <a:pt x="25437" y="6853"/>
                </a:lnTo>
                <a:close/>
                <a:moveTo>
                  <a:pt x="154156" y="0"/>
                </a:moveTo>
                <a:lnTo>
                  <a:pt x="156199" y="30313"/>
                </a:lnTo>
                <a:lnTo>
                  <a:pt x="154156" y="30313"/>
                </a:lnTo>
                <a:cubicBezTo>
                  <a:pt x="151432" y="21196"/>
                  <a:pt x="147544" y="14634"/>
                  <a:pt x="142492" y="10626"/>
                </a:cubicBezTo>
                <a:cubicBezTo>
                  <a:pt x="137440" y="6617"/>
                  <a:pt x="131377" y="4613"/>
                  <a:pt x="124304" y="4613"/>
                </a:cubicBezTo>
                <a:cubicBezTo>
                  <a:pt x="118373" y="4613"/>
                  <a:pt x="113014" y="6119"/>
                  <a:pt x="108225" y="9131"/>
                </a:cubicBezTo>
                <a:cubicBezTo>
                  <a:pt x="103436" y="12142"/>
                  <a:pt x="99669" y="16945"/>
                  <a:pt x="96924" y="23540"/>
                </a:cubicBezTo>
                <a:cubicBezTo>
                  <a:pt x="94178" y="30135"/>
                  <a:pt x="92805" y="38336"/>
                  <a:pt x="92805" y="48141"/>
                </a:cubicBezTo>
                <a:cubicBezTo>
                  <a:pt x="92805" y="56230"/>
                  <a:pt x="94101" y="63242"/>
                  <a:pt x="96693" y="69179"/>
                </a:cubicBezTo>
                <a:cubicBezTo>
                  <a:pt x="99285" y="75114"/>
                  <a:pt x="103184" y="79664"/>
                  <a:pt x="108390" y="82830"/>
                </a:cubicBezTo>
                <a:cubicBezTo>
                  <a:pt x="113596" y="85996"/>
                  <a:pt x="119538" y="87579"/>
                  <a:pt x="126215" y="87579"/>
                </a:cubicBezTo>
                <a:cubicBezTo>
                  <a:pt x="132014" y="87579"/>
                  <a:pt x="137132" y="86338"/>
                  <a:pt x="141570" y="83856"/>
                </a:cubicBezTo>
                <a:cubicBezTo>
                  <a:pt x="146007" y="81373"/>
                  <a:pt x="150883" y="76442"/>
                  <a:pt x="156199" y="69061"/>
                </a:cubicBezTo>
                <a:lnTo>
                  <a:pt x="158242" y="70375"/>
                </a:lnTo>
                <a:cubicBezTo>
                  <a:pt x="153761" y="78306"/>
                  <a:pt x="148533" y="84112"/>
                  <a:pt x="142558" y="87793"/>
                </a:cubicBezTo>
                <a:cubicBezTo>
                  <a:pt x="136583" y="91472"/>
                  <a:pt x="129488" y="93312"/>
                  <a:pt x="121273" y="93312"/>
                </a:cubicBezTo>
                <a:cubicBezTo>
                  <a:pt x="106468" y="93312"/>
                  <a:pt x="95001" y="87828"/>
                  <a:pt x="86874" y="76860"/>
                </a:cubicBezTo>
                <a:cubicBezTo>
                  <a:pt x="80811" y="68701"/>
                  <a:pt x="77780" y="59094"/>
                  <a:pt x="77780" y="48038"/>
                </a:cubicBezTo>
                <a:cubicBezTo>
                  <a:pt x="77780" y="39132"/>
                  <a:pt x="79779" y="30950"/>
                  <a:pt x="83777" y="23493"/>
                </a:cubicBezTo>
                <a:cubicBezTo>
                  <a:pt x="87775" y="16035"/>
                  <a:pt x="93277" y="10255"/>
                  <a:pt x="100284" y="6153"/>
                </a:cubicBezTo>
                <a:cubicBezTo>
                  <a:pt x="107292" y="2051"/>
                  <a:pt x="114947" y="0"/>
                  <a:pt x="123250" y="0"/>
                </a:cubicBezTo>
                <a:cubicBezTo>
                  <a:pt x="129708" y="0"/>
                  <a:pt x="136078" y="1582"/>
                  <a:pt x="142360" y="4745"/>
                </a:cubicBezTo>
                <a:cubicBezTo>
                  <a:pt x="144206" y="5711"/>
                  <a:pt x="145524" y="6194"/>
                  <a:pt x="146314" y="6194"/>
                </a:cubicBezTo>
                <a:cubicBezTo>
                  <a:pt x="147500" y="6194"/>
                  <a:pt x="148533" y="5777"/>
                  <a:pt x="149412" y="4942"/>
                </a:cubicBezTo>
                <a:cubicBezTo>
                  <a:pt x="150554" y="3756"/>
                  <a:pt x="151367" y="2109"/>
                  <a:pt x="151850" y="0"/>
                </a:cubicBezTo>
                <a:lnTo>
                  <a:pt x="1541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B77F3-74DA-4C68-910D-7DA877AA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046" y="2582383"/>
            <a:ext cx="40488" cy="229603"/>
          </a:xfrm>
          <a:custGeom xmlns:a="http://schemas.openxmlformats.org/drawingml/2006/main">
            <a:pathLst>
              <a:path w="40488" h="229603">
                <a:moveTo>
                  <a:pt x="40488" y="40744"/>
                </a:moveTo>
                <a:lnTo>
                  <a:pt x="20764" y="0"/>
                </a:lnTo>
                <a:lnTo>
                  <a:pt x="0" y="40225"/>
                </a:lnTo>
                <a:lnTo>
                  <a:pt x="15184" y="40420"/>
                </a:lnTo>
                <a:lnTo>
                  <a:pt x="12760" y="229473"/>
                </a:lnTo>
                <a:lnTo>
                  <a:pt x="22882" y="229603"/>
                </a:lnTo>
                <a:lnTo>
                  <a:pt x="25306" y="40550"/>
                </a:lnTo>
                <a:lnTo>
                  <a:pt x="40488" y="407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F8870A-AE1F-4441-AA4E-2CEDC110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613" y="2340710"/>
            <a:ext cx="414070" cy="223522"/>
          </a:xfrm>
          <a:custGeom xmlns:a="http://schemas.openxmlformats.org/drawingml/2006/main">
            <a:pathLst>
              <a:path w="414070" h="223522">
                <a:moveTo>
                  <a:pt x="0" y="55881"/>
                </a:moveTo>
                <a:lnTo>
                  <a:pt x="302310" y="55881"/>
                </a:lnTo>
                <a:lnTo>
                  <a:pt x="302310" y="0"/>
                </a:lnTo>
                <a:lnTo>
                  <a:pt x="414070" y="111761"/>
                </a:lnTo>
                <a:lnTo>
                  <a:pt x="302310" y="223522"/>
                </a:lnTo>
                <a:lnTo>
                  <a:pt x="302310" y="167642"/>
                </a:lnTo>
                <a:lnTo>
                  <a:pt x="0" y="167642"/>
                </a:lnTo>
                <a:lnTo>
                  <a:pt x="0" y="55881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4D091F-2D17-462A-8C0C-3CB10895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612" y="2340710"/>
            <a:ext cx="414070" cy="223522"/>
          </a:xfrm>
          <a:custGeom xmlns:a="http://schemas.openxmlformats.org/drawingml/2006/main">
            <a:pathLst>
              <a:path w="414070" h="223522" fill="none">
                <a:moveTo>
                  <a:pt x="0" y="55881"/>
                </a:moveTo>
                <a:lnTo>
                  <a:pt x="302309" y="55881"/>
                </a:lnTo>
                <a:lnTo>
                  <a:pt x="302309" y="0"/>
                </a:lnTo>
                <a:lnTo>
                  <a:pt x="414070" y="111761"/>
                </a:lnTo>
                <a:lnTo>
                  <a:pt x="302309" y="223522"/>
                </a:lnTo>
                <a:lnTo>
                  <a:pt x="302309" y="167642"/>
                </a:lnTo>
                <a:lnTo>
                  <a:pt x="0" y="167642"/>
                </a:lnTo>
                <a:lnTo>
                  <a:pt x="0" y="558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A6A6A6"/>
            </a:solidFill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DAA102-9008-42AA-90E3-B74D707E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952" y="1730983"/>
            <a:ext cx="258036" cy="551127"/>
          </a:xfrm>
          <a:custGeom xmlns:a="http://schemas.openxmlformats.org/drawingml/2006/main">
            <a:pathLst>
              <a:path w="258036" h="551127">
                <a:moveTo>
                  <a:pt x="64511" y="551127"/>
                </a:moveTo>
                <a:lnTo>
                  <a:pt x="64511" y="129016"/>
                </a:lnTo>
                <a:lnTo>
                  <a:pt x="0" y="129016"/>
                </a:lnTo>
                <a:lnTo>
                  <a:pt x="129015" y="0"/>
                </a:lnTo>
                <a:lnTo>
                  <a:pt x="258036" y="129016"/>
                </a:lnTo>
                <a:lnTo>
                  <a:pt x="193525" y="129016"/>
                </a:lnTo>
                <a:lnTo>
                  <a:pt x="193525" y="551127"/>
                </a:lnTo>
                <a:lnTo>
                  <a:pt x="64511" y="551127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C644E5-5ACB-4A70-A808-515B82E7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952" y="1730982"/>
            <a:ext cx="258034" cy="551127"/>
          </a:xfrm>
          <a:custGeom xmlns:a="http://schemas.openxmlformats.org/drawingml/2006/main">
            <a:pathLst>
              <a:path w="258034" h="551127" fill="none">
                <a:moveTo>
                  <a:pt x="64509" y="551127"/>
                </a:moveTo>
                <a:lnTo>
                  <a:pt x="64509" y="129016"/>
                </a:lnTo>
                <a:lnTo>
                  <a:pt x="0" y="129016"/>
                </a:lnTo>
                <a:lnTo>
                  <a:pt x="129017" y="0"/>
                </a:lnTo>
                <a:lnTo>
                  <a:pt x="258034" y="129016"/>
                </a:lnTo>
                <a:lnTo>
                  <a:pt x="193525" y="129016"/>
                </a:lnTo>
                <a:lnTo>
                  <a:pt x="193525" y="551127"/>
                </a:lnTo>
                <a:lnTo>
                  <a:pt x="64509" y="5511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A6A6A6"/>
            </a:solidFill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9ECD6C-AF04-4C2C-A8BC-073A754C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102" y="377442"/>
            <a:ext cx="1711983" cy="3222259"/>
          </a:xfrm>
          <a:custGeom xmlns:a="http://schemas.openxmlformats.org/drawingml/2006/main">
            <a:pathLst>
              <a:path w="1711983" h="3222259" fill="none">
                <a:moveTo>
                  <a:pt x="0" y="130966"/>
                </a:moveTo>
                <a:cubicBezTo>
                  <a:pt x="0" y="58635"/>
                  <a:pt x="58636" y="0"/>
                  <a:pt x="130966" y="0"/>
                </a:cubicBezTo>
                <a:lnTo>
                  <a:pt x="1581017" y="0"/>
                </a:lnTo>
                <a:cubicBezTo>
                  <a:pt x="1653347" y="0"/>
                  <a:pt x="1711983" y="58635"/>
                  <a:pt x="1711983" y="130966"/>
                </a:cubicBezTo>
                <a:lnTo>
                  <a:pt x="1711983" y="3091293"/>
                </a:lnTo>
                <a:cubicBezTo>
                  <a:pt x="1711983" y="3163624"/>
                  <a:pt x="1653347" y="3222259"/>
                  <a:pt x="1581017" y="3222259"/>
                </a:cubicBezTo>
                <a:lnTo>
                  <a:pt x="130966" y="3222259"/>
                </a:lnTo>
                <a:cubicBezTo>
                  <a:pt x="58636" y="3222259"/>
                  <a:pt x="0" y="3163624"/>
                  <a:pt x="0" y="3091293"/>
                </a:cubicBezTo>
                <a:lnTo>
                  <a:pt x="0" y="13096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83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341" name="Text 𝐶𝑙𝑎𝑠𝑠">
            <a:extLst xmlns:a="http://schemas.openxmlformats.org/drawingml/2006/main">
              <a:ext uri="{FF2B5EF4-FFF2-40B4-BE49-F238E27FC236}">
                <a16:creationId xmlns:a16="http://schemas.microsoft.com/office/drawing/2014/main" id="{82A85561-15F4-4981-9D50-9D4F6EA1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6868" y="473844"/>
            <a:ext cx="372613" cy="114426"/>
          </a:xfrm>
          <a:custGeom xmlns:a="http://schemas.openxmlformats.org/drawingml/2006/main">
            <a:pathLst>
              <a:path w="372613" h="114426">
                <a:moveTo>
                  <a:pt x="83585" y="7908"/>
                </a:moveTo>
                <a:lnTo>
                  <a:pt x="78841" y="29338"/>
                </a:lnTo>
                <a:lnTo>
                  <a:pt x="71249" y="29338"/>
                </a:lnTo>
                <a:cubicBezTo>
                  <a:pt x="70827" y="22854"/>
                  <a:pt x="69417" y="18175"/>
                  <a:pt x="67019" y="15302"/>
                </a:cubicBezTo>
                <a:cubicBezTo>
                  <a:pt x="64620" y="12428"/>
                  <a:pt x="60758" y="10992"/>
                  <a:pt x="55434" y="10992"/>
                </a:cubicBezTo>
                <a:cubicBezTo>
                  <a:pt x="48158" y="10992"/>
                  <a:pt x="41397" y="14629"/>
                  <a:pt x="35150" y="21905"/>
                </a:cubicBezTo>
                <a:cubicBezTo>
                  <a:pt x="28903" y="29180"/>
                  <a:pt x="23961" y="38788"/>
                  <a:pt x="20323" y="50729"/>
                </a:cubicBezTo>
                <a:cubicBezTo>
                  <a:pt x="16685" y="62669"/>
                  <a:pt x="14867" y="73753"/>
                  <a:pt x="14867" y="83981"/>
                </a:cubicBezTo>
                <a:cubicBezTo>
                  <a:pt x="14867" y="91994"/>
                  <a:pt x="16290" y="97899"/>
                  <a:pt x="19137" y="101694"/>
                </a:cubicBezTo>
                <a:cubicBezTo>
                  <a:pt x="21984" y="105490"/>
                  <a:pt x="26359" y="107388"/>
                  <a:pt x="32264" y="107388"/>
                </a:cubicBezTo>
                <a:cubicBezTo>
                  <a:pt x="36218" y="107388"/>
                  <a:pt x="39671" y="106795"/>
                  <a:pt x="42623" y="105609"/>
                </a:cubicBezTo>
                <a:cubicBezTo>
                  <a:pt x="45575" y="104422"/>
                  <a:pt x="48343" y="102419"/>
                  <a:pt x="50926" y="99599"/>
                </a:cubicBezTo>
                <a:cubicBezTo>
                  <a:pt x="53509" y="96778"/>
                  <a:pt x="56066" y="92838"/>
                  <a:pt x="58597" y="87777"/>
                </a:cubicBezTo>
                <a:lnTo>
                  <a:pt x="66188" y="87777"/>
                </a:lnTo>
                <a:lnTo>
                  <a:pt x="61365" y="110235"/>
                </a:lnTo>
                <a:cubicBezTo>
                  <a:pt x="51506" y="112976"/>
                  <a:pt x="41173" y="114347"/>
                  <a:pt x="30366" y="114347"/>
                </a:cubicBezTo>
                <a:cubicBezTo>
                  <a:pt x="20455" y="114347"/>
                  <a:pt x="12916" y="111500"/>
                  <a:pt x="7750" y="105806"/>
                </a:cubicBezTo>
                <a:cubicBezTo>
                  <a:pt x="2583" y="100113"/>
                  <a:pt x="0" y="91783"/>
                  <a:pt x="0" y="80818"/>
                </a:cubicBezTo>
                <a:cubicBezTo>
                  <a:pt x="0" y="73068"/>
                  <a:pt x="1384" y="64132"/>
                  <a:pt x="4152" y="54010"/>
                </a:cubicBezTo>
                <a:cubicBezTo>
                  <a:pt x="6919" y="43888"/>
                  <a:pt x="10834" y="35005"/>
                  <a:pt x="15895" y="27361"/>
                </a:cubicBezTo>
                <a:cubicBezTo>
                  <a:pt x="20956" y="19717"/>
                  <a:pt x="26939" y="13891"/>
                  <a:pt x="33845" y="9885"/>
                </a:cubicBezTo>
                <a:cubicBezTo>
                  <a:pt x="40752" y="5878"/>
                  <a:pt x="48343" y="3875"/>
                  <a:pt x="56620" y="3875"/>
                </a:cubicBezTo>
                <a:cubicBezTo>
                  <a:pt x="61417" y="3875"/>
                  <a:pt x="65859" y="4165"/>
                  <a:pt x="69944" y="4745"/>
                </a:cubicBezTo>
                <a:cubicBezTo>
                  <a:pt x="74030" y="5325"/>
                  <a:pt x="78577" y="6379"/>
                  <a:pt x="83585" y="7908"/>
                </a:cubicBezTo>
                <a:close/>
                <a:moveTo>
                  <a:pt x="113616" y="22300"/>
                </a:moveTo>
                <a:cubicBezTo>
                  <a:pt x="114248" y="19506"/>
                  <a:pt x="114696" y="17279"/>
                  <a:pt x="114960" y="15618"/>
                </a:cubicBezTo>
                <a:cubicBezTo>
                  <a:pt x="115224" y="13957"/>
                  <a:pt x="115355" y="12415"/>
                  <a:pt x="115355" y="10992"/>
                </a:cubicBezTo>
                <a:cubicBezTo>
                  <a:pt x="115355" y="9410"/>
                  <a:pt x="115065" y="8211"/>
                  <a:pt x="114485" y="7394"/>
                </a:cubicBezTo>
                <a:cubicBezTo>
                  <a:pt x="113906" y="6577"/>
                  <a:pt x="113075" y="5984"/>
                  <a:pt x="111995" y="5615"/>
                </a:cubicBezTo>
                <a:cubicBezTo>
                  <a:pt x="110914" y="5246"/>
                  <a:pt x="108976" y="4982"/>
                  <a:pt x="106182" y="4824"/>
                </a:cubicBezTo>
                <a:lnTo>
                  <a:pt x="107131" y="712"/>
                </a:lnTo>
                <a:lnTo>
                  <a:pt x="127059" y="0"/>
                </a:lnTo>
                <a:lnTo>
                  <a:pt x="131724" y="0"/>
                </a:lnTo>
                <a:lnTo>
                  <a:pt x="112271" y="87539"/>
                </a:lnTo>
                <a:cubicBezTo>
                  <a:pt x="111112" y="92758"/>
                  <a:pt x="110532" y="96660"/>
                  <a:pt x="110532" y="99243"/>
                </a:cubicBezTo>
                <a:cubicBezTo>
                  <a:pt x="110532" y="101352"/>
                  <a:pt x="110874" y="102880"/>
                  <a:pt x="111560" y="103829"/>
                </a:cubicBezTo>
                <a:cubicBezTo>
                  <a:pt x="112245" y="104778"/>
                  <a:pt x="113326" y="105253"/>
                  <a:pt x="114802" y="105253"/>
                </a:cubicBezTo>
                <a:cubicBezTo>
                  <a:pt x="116383" y="105253"/>
                  <a:pt x="118070" y="104607"/>
                  <a:pt x="119863" y="103315"/>
                </a:cubicBezTo>
                <a:cubicBezTo>
                  <a:pt x="121655" y="102024"/>
                  <a:pt x="124186" y="99559"/>
                  <a:pt x="127454" y="95922"/>
                </a:cubicBezTo>
                <a:lnTo>
                  <a:pt x="131962" y="100350"/>
                </a:lnTo>
                <a:cubicBezTo>
                  <a:pt x="126848" y="105727"/>
                  <a:pt x="122670" y="109404"/>
                  <a:pt x="119428" y="111381"/>
                </a:cubicBezTo>
                <a:cubicBezTo>
                  <a:pt x="116186" y="113358"/>
                  <a:pt x="112561" y="114347"/>
                  <a:pt x="108555" y="114347"/>
                </a:cubicBezTo>
                <a:cubicBezTo>
                  <a:pt x="105128" y="114347"/>
                  <a:pt x="102387" y="113095"/>
                  <a:pt x="100331" y="110591"/>
                </a:cubicBezTo>
                <a:cubicBezTo>
                  <a:pt x="98275" y="108086"/>
                  <a:pt x="97247" y="104884"/>
                  <a:pt x="97247" y="100983"/>
                </a:cubicBezTo>
                <a:cubicBezTo>
                  <a:pt x="97247" y="97450"/>
                  <a:pt x="97985" y="92337"/>
                  <a:pt x="99461" y="85641"/>
                </a:cubicBezTo>
                <a:lnTo>
                  <a:pt x="113616" y="22300"/>
                </a:lnTo>
                <a:close/>
                <a:moveTo>
                  <a:pt x="205762" y="41358"/>
                </a:moveTo>
                <a:lnTo>
                  <a:pt x="213037" y="36139"/>
                </a:lnTo>
                <a:lnTo>
                  <a:pt x="218098" y="37404"/>
                </a:lnTo>
                <a:lnTo>
                  <a:pt x="206473" y="87539"/>
                </a:lnTo>
                <a:cubicBezTo>
                  <a:pt x="205313" y="92548"/>
                  <a:pt x="204734" y="96449"/>
                  <a:pt x="204734" y="99243"/>
                </a:cubicBezTo>
                <a:cubicBezTo>
                  <a:pt x="204734" y="101352"/>
                  <a:pt x="205076" y="102880"/>
                  <a:pt x="205762" y="103829"/>
                </a:cubicBezTo>
                <a:cubicBezTo>
                  <a:pt x="206447" y="104778"/>
                  <a:pt x="207528" y="105253"/>
                  <a:pt x="209004" y="105253"/>
                </a:cubicBezTo>
                <a:cubicBezTo>
                  <a:pt x="210585" y="105253"/>
                  <a:pt x="212272" y="104607"/>
                  <a:pt x="214065" y="103315"/>
                </a:cubicBezTo>
                <a:cubicBezTo>
                  <a:pt x="215857" y="102024"/>
                  <a:pt x="218388" y="99559"/>
                  <a:pt x="221656" y="95922"/>
                </a:cubicBezTo>
                <a:lnTo>
                  <a:pt x="226164" y="100350"/>
                </a:lnTo>
                <a:cubicBezTo>
                  <a:pt x="221419" y="105411"/>
                  <a:pt x="217373" y="109009"/>
                  <a:pt x="214025" y="111144"/>
                </a:cubicBezTo>
                <a:cubicBezTo>
                  <a:pt x="210678" y="113279"/>
                  <a:pt x="207053" y="114347"/>
                  <a:pt x="203152" y="114347"/>
                </a:cubicBezTo>
                <a:cubicBezTo>
                  <a:pt x="199883" y="114347"/>
                  <a:pt x="197274" y="113266"/>
                  <a:pt x="195323" y="111105"/>
                </a:cubicBezTo>
                <a:cubicBezTo>
                  <a:pt x="193373" y="108943"/>
                  <a:pt x="192397" y="106070"/>
                  <a:pt x="192397" y="102485"/>
                </a:cubicBezTo>
                <a:cubicBezTo>
                  <a:pt x="192397" y="99586"/>
                  <a:pt x="193004" y="96501"/>
                  <a:pt x="194216" y="93233"/>
                </a:cubicBezTo>
                <a:lnTo>
                  <a:pt x="193188" y="92917"/>
                </a:lnTo>
                <a:cubicBezTo>
                  <a:pt x="188127" y="100297"/>
                  <a:pt x="183330" y="105701"/>
                  <a:pt x="178796" y="109128"/>
                </a:cubicBezTo>
                <a:cubicBezTo>
                  <a:pt x="174262" y="112554"/>
                  <a:pt x="169465" y="114268"/>
                  <a:pt x="164404" y="114268"/>
                </a:cubicBezTo>
                <a:cubicBezTo>
                  <a:pt x="158605" y="114268"/>
                  <a:pt x="154110" y="112080"/>
                  <a:pt x="150921" y="107704"/>
                </a:cubicBezTo>
                <a:cubicBezTo>
                  <a:pt x="147732" y="103329"/>
                  <a:pt x="146137" y="97187"/>
                  <a:pt x="146137" y="89279"/>
                </a:cubicBezTo>
                <a:cubicBezTo>
                  <a:pt x="146137" y="80211"/>
                  <a:pt x="147916" y="71500"/>
                  <a:pt x="151475" y="63144"/>
                </a:cubicBezTo>
                <a:cubicBezTo>
                  <a:pt x="155033" y="54788"/>
                  <a:pt x="159923" y="48198"/>
                  <a:pt x="166144" y="43374"/>
                </a:cubicBezTo>
                <a:cubicBezTo>
                  <a:pt x="172364" y="38551"/>
                  <a:pt x="179297" y="36139"/>
                  <a:pt x="186941" y="36139"/>
                </a:cubicBezTo>
                <a:cubicBezTo>
                  <a:pt x="190368" y="36139"/>
                  <a:pt x="193570" y="36521"/>
                  <a:pt x="196549" y="37285"/>
                </a:cubicBezTo>
                <a:cubicBezTo>
                  <a:pt x="199528" y="38050"/>
                  <a:pt x="202598" y="39407"/>
                  <a:pt x="205762" y="41358"/>
                </a:cubicBezTo>
                <a:moveTo>
                  <a:pt x="198803" y="64923"/>
                </a:moveTo>
                <a:cubicBezTo>
                  <a:pt x="199277" y="62762"/>
                  <a:pt x="199593" y="60890"/>
                  <a:pt x="199752" y="59308"/>
                </a:cubicBezTo>
                <a:cubicBezTo>
                  <a:pt x="199910" y="57727"/>
                  <a:pt x="199989" y="56014"/>
                  <a:pt x="199989" y="54168"/>
                </a:cubicBezTo>
                <a:cubicBezTo>
                  <a:pt x="199989" y="50109"/>
                  <a:pt x="199119" y="47130"/>
                  <a:pt x="197379" y="45233"/>
                </a:cubicBezTo>
                <a:cubicBezTo>
                  <a:pt x="195640" y="43335"/>
                  <a:pt x="192687" y="42386"/>
                  <a:pt x="188523" y="42386"/>
                </a:cubicBezTo>
                <a:cubicBezTo>
                  <a:pt x="183093" y="42386"/>
                  <a:pt x="178216" y="44574"/>
                  <a:pt x="173893" y="48949"/>
                </a:cubicBezTo>
                <a:cubicBezTo>
                  <a:pt x="169570" y="53325"/>
                  <a:pt x="166196" y="59190"/>
                  <a:pt x="163771" y="66544"/>
                </a:cubicBezTo>
                <a:cubicBezTo>
                  <a:pt x="161346" y="73898"/>
                  <a:pt x="160134" y="81239"/>
                  <a:pt x="160134" y="88567"/>
                </a:cubicBezTo>
                <a:cubicBezTo>
                  <a:pt x="160134" y="94050"/>
                  <a:pt x="160885" y="98149"/>
                  <a:pt x="162387" y="100864"/>
                </a:cubicBezTo>
                <a:cubicBezTo>
                  <a:pt x="163890" y="103579"/>
                  <a:pt x="166407" y="104936"/>
                  <a:pt x="169939" y="104936"/>
                </a:cubicBezTo>
                <a:cubicBezTo>
                  <a:pt x="173419" y="104936"/>
                  <a:pt x="176832" y="103434"/>
                  <a:pt x="180180" y="100429"/>
                </a:cubicBezTo>
                <a:cubicBezTo>
                  <a:pt x="183527" y="97424"/>
                  <a:pt x="186981" y="93141"/>
                  <a:pt x="190539" y="87579"/>
                </a:cubicBezTo>
                <a:cubicBezTo>
                  <a:pt x="194098" y="82017"/>
                  <a:pt x="196615" y="75599"/>
                  <a:pt x="198091" y="68323"/>
                </a:cubicBezTo>
                <a:lnTo>
                  <a:pt x="198803" y="64923"/>
                </a:lnTo>
                <a:close/>
                <a:moveTo>
                  <a:pt x="287666" y="56699"/>
                </a:moveTo>
                <a:cubicBezTo>
                  <a:pt x="287086" y="52007"/>
                  <a:pt x="285544" y="48448"/>
                  <a:pt x="283040" y="46023"/>
                </a:cubicBezTo>
                <a:cubicBezTo>
                  <a:pt x="280535" y="43598"/>
                  <a:pt x="276595" y="42386"/>
                  <a:pt x="271217" y="42386"/>
                </a:cubicBezTo>
                <a:cubicBezTo>
                  <a:pt x="267053" y="42386"/>
                  <a:pt x="263679" y="43453"/>
                  <a:pt x="261095" y="45588"/>
                </a:cubicBezTo>
                <a:cubicBezTo>
                  <a:pt x="258512" y="47724"/>
                  <a:pt x="257221" y="50531"/>
                  <a:pt x="257221" y="54010"/>
                </a:cubicBezTo>
                <a:cubicBezTo>
                  <a:pt x="257221" y="55908"/>
                  <a:pt x="257550" y="57582"/>
                  <a:pt x="258209" y="59032"/>
                </a:cubicBezTo>
                <a:cubicBezTo>
                  <a:pt x="258868" y="60481"/>
                  <a:pt x="260199" y="62076"/>
                  <a:pt x="262203" y="63816"/>
                </a:cubicBezTo>
                <a:cubicBezTo>
                  <a:pt x="264206" y="65556"/>
                  <a:pt x="267316" y="67691"/>
                  <a:pt x="271534" y="70221"/>
                </a:cubicBezTo>
                <a:cubicBezTo>
                  <a:pt x="274855" y="72225"/>
                  <a:pt x="277517" y="74057"/>
                  <a:pt x="279521" y="75717"/>
                </a:cubicBezTo>
                <a:cubicBezTo>
                  <a:pt x="281524" y="77378"/>
                  <a:pt x="283106" y="79025"/>
                  <a:pt x="284265" y="80660"/>
                </a:cubicBezTo>
                <a:cubicBezTo>
                  <a:pt x="285425" y="82294"/>
                  <a:pt x="286269" y="84020"/>
                  <a:pt x="286796" y="85839"/>
                </a:cubicBezTo>
                <a:cubicBezTo>
                  <a:pt x="287323" y="87658"/>
                  <a:pt x="287587" y="89859"/>
                  <a:pt x="287587" y="92442"/>
                </a:cubicBezTo>
                <a:cubicBezTo>
                  <a:pt x="287587" y="97134"/>
                  <a:pt x="286335" y="101154"/>
                  <a:pt x="283830" y="104502"/>
                </a:cubicBezTo>
                <a:cubicBezTo>
                  <a:pt x="281326" y="107849"/>
                  <a:pt x="277926" y="110340"/>
                  <a:pt x="273629" y="111974"/>
                </a:cubicBezTo>
                <a:cubicBezTo>
                  <a:pt x="269333" y="113609"/>
                  <a:pt x="264443" y="114426"/>
                  <a:pt x="258960" y="114426"/>
                </a:cubicBezTo>
                <a:cubicBezTo>
                  <a:pt x="254585" y="114426"/>
                  <a:pt x="250288" y="114096"/>
                  <a:pt x="246071" y="113437"/>
                </a:cubicBezTo>
                <a:cubicBezTo>
                  <a:pt x="241853" y="112778"/>
                  <a:pt x="237161" y="111658"/>
                  <a:pt x="231995" y="110077"/>
                </a:cubicBezTo>
                <a:lnTo>
                  <a:pt x="235791" y="92838"/>
                </a:lnTo>
                <a:lnTo>
                  <a:pt x="241959" y="92838"/>
                </a:lnTo>
                <a:cubicBezTo>
                  <a:pt x="242169" y="97899"/>
                  <a:pt x="243593" y="101721"/>
                  <a:pt x="246229" y="104304"/>
                </a:cubicBezTo>
                <a:cubicBezTo>
                  <a:pt x="248865" y="106887"/>
                  <a:pt x="253056" y="108179"/>
                  <a:pt x="258802" y="108179"/>
                </a:cubicBezTo>
                <a:cubicBezTo>
                  <a:pt x="263810" y="108179"/>
                  <a:pt x="267725" y="107058"/>
                  <a:pt x="270545" y="104818"/>
                </a:cubicBezTo>
                <a:cubicBezTo>
                  <a:pt x="273366" y="102577"/>
                  <a:pt x="274776" y="99401"/>
                  <a:pt x="274776" y="95289"/>
                </a:cubicBezTo>
                <a:cubicBezTo>
                  <a:pt x="274776" y="92917"/>
                  <a:pt x="274381" y="90874"/>
                  <a:pt x="273590" y="89160"/>
                </a:cubicBezTo>
                <a:cubicBezTo>
                  <a:pt x="272799" y="87447"/>
                  <a:pt x="271507" y="85800"/>
                  <a:pt x="269715" y="84218"/>
                </a:cubicBezTo>
                <a:cubicBezTo>
                  <a:pt x="267923" y="82636"/>
                  <a:pt x="265076" y="80660"/>
                  <a:pt x="261175" y="78287"/>
                </a:cubicBezTo>
                <a:cubicBezTo>
                  <a:pt x="257062" y="75809"/>
                  <a:pt x="253860" y="73569"/>
                  <a:pt x="251567" y="71566"/>
                </a:cubicBezTo>
                <a:cubicBezTo>
                  <a:pt x="249273" y="69562"/>
                  <a:pt x="247547" y="67388"/>
                  <a:pt x="246387" y="65042"/>
                </a:cubicBezTo>
                <a:cubicBezTo>
                  <a:pt x="245227" y="62696"/>
                  <a:pt x="244647" y="59994"/>
                  <a:pt x="244647" y="56936"/>
                </a:cubicBezTo>
                <a:cubicBezTo>
                  <a:pt x="244647" y="52771"/>
                  <a:pt x="245768" y="49121"/>
                  <a:pt x="248008" y="45984"/>
                </a:cubicBezTo>
                <a:cubicBezTo>
                  <a:pt x="250249" y="42847"/>
                  <a:pt x="253451" y="40435"/>
                  <a:pt x="257616" y="38748"/>
                </a:cubicBezTo>
                <a:cubicBezTo>
                  <a:pt x="261781" y="37061"/>
                  <a:pt x="266631" y="36218"/>
                  <a:pt x="272166" y="36218"/>
                </a:cubicBezTo>
                <a:cubicBezTo>
                  <a:pt x="277069" y="36218"/>
                  <a:pt x="281537" y="36508"/>
                  <a:pt x="285570" y="37088"/>
                </a:cubicBezTo>
                <a:cubicBezTo>
                  <a:pt x="289603" y="37667"/>
                  <a:pt x="293623" y="38669"/>
                  <a:pt x="297629" y="40093"/>
                </a:cubicBezTo>
                <a:lnTo>
                  <a:pt x="294071" y="56699"/>
                </a:lnTo>
                <a:lnTo>
                  <a:pt x="287666" y="56699"/>
                </a:lnTo>
                <a:close/>
                <a:moveTo>
                  <a:pt x="362650" y="56699"/>
                </a:moveTo>
                <a:cubicBezTo>
                  <a:pt x="362070" y="52007"/>
                  <a:pt x="360528" y="48448"/>
                  <a:pt x="358024" y="46023"/>
                </a:cubicBezTo>
                <a:cubicBezTo>
                  <a:pt x="355519" y="43598"/>
                  <a:pt x="351579" y="42386"/>
                  <a:pt x="346201" y="42386"/>
                </a:cubicBezTo>
                <a:cubicBezTo>
                  <a:pt x="342037" y="42386"/>
                  <a:pt x="338663" y="43453"/>
                  <a:pt x="336079" y="45588"/>
                </a:cubicBezTo>
                <a:cubicBezTo>
                  <a:pt x="333496" y="47724"/>
                  <a:pt x="332205" y="50531"/>
                  <a:pt x="332205" y="54010"/>
                </a:cubicBezTo>
                <a:cubicBezTo>
                  <a:pt x="332205" y="55908"/>
                  <a:pt x="332534" y="57582"/>
                  <a:pt x="333193" y="59032"/>
                </a:cubicBezTo>
                <a:cubicBezTo>
                  <a:pt x="333852" y="60481"/>
                  <a:pt x="335183" y="62076"/>
                  <a:pt x="337187" y="63816"/>
                </a:cubicBezTo>
                <a:cubicBezTo>
                  <a:pt x="339190" y="65556"/>
                  <a:pt x="342300" y="67691"/>
                  <a:pt x="346518" y="70221"/>
                </a:cubicBezTo>
                <a:cubicBezTo>
                  <a:pt x="349839" y="72225"/>
                  <a:pt x="352501" y="74057"/>
                  <a:pt x="354505" y="75717"/>
                </a:cubicBezTo>
                <a:cubicBezTo>
                  <a:pt x="356508" y="77378"/>
                  <a:pt x="358089" y="79025"/>
                  <a:pt x="359249" y="80660"/>
                </a:cubicBezTo>
                <a:cubicBezTo>
                  <a:pt x="360409" y="82294"/>
                  <a:pt x="361253" y="84020"/>
                  <a:pt x="361780" y="85839"/>
                </a:cubicBezTo>
                <a:cubicBezTo>
                  <a:pt x="362307" y="87658"/>
                  <a:pt x="362571" y="89859"/>
                  <a:pt x="362571" y="92442"/>
                </a:cubicBezTo>
                <a:cubicBezTo>
                  <a:pt x="362571" y="97134"/>
                  <a:pt x="361318" y="101154"/>
                  <a:pt x="358814" y="104502"/>
                </a:cubicBezTo>
                <a:cubicBezTo>
                  <a:pt x="356310" y="107849"/>
                  <a:pt x="352910" y="110340"/>
                  <a:pt x="348613" y="111974"/>
                </a:cubicBezTo>
                <a:cubicBezTo>
                  <a:pt x="344317" y="113609"/>
                  <a:pt x="339427" y="114426"/>
                  <a:pt x="333944" y="114426"/>
                </a:cubicBezTo>
                <a:cubicBezTo>
                  <a:pt x="329569" y="114426"/>
                  <a:pt x="325272" y="114096"/>
                  <a:pt x="321055" y="113437"/>
                </a:cubicBezTo>
                <a:cubicBezTo>
                  <a:pt x="316837" y="112778"/>
                  <a:pt x="312145" y="111658"/>
                  <a:pt x="306979" y="110077"/>
                </a:cubicBezTo>
                <a:lnTo>
                  <a:pt x="310774" y="92838"/>
                </a:lnTo>
                <a:lnTo>
                  <a:pt x="316943" y="92838"/>
                </a:lnTo>
                <a:cubicBezTo>
                  <a:pt x="317153" y="97899"/>
                  <a:pt x="318577" y="101721"/>
                  <a:pt x="321213" y="104304"/>
                </a:cubicBezTo>
                <a:cubicBezTo>
                  <a:pt x="323849" y="106887"/>
                  <a:pt x="328040" y="108179"/>
                  <a:pt x="333786" y="108179"/>
                </a:cubicBezTo>
                <a:cubicBezTo>
                  <a:pt x="338794" y="108179"/>
                  <a:pt x="342709" y="107058"/>
                  <a:pt x="345529" y="104818"/>
                </a:cubicBezTo>
                <a:cubicBezTo>
                  <a:pt x="348350" y="102577"/>
                  <a:pt x="349760" y="99401"/>
                  <a:pt x="349760" y="95289"/>
                </a:cubicBezTo>
                <a:cubicBezTo>
                  <a:pt x="349760" y="92917"/>
                  <a:pt x="349365" y="90874"/>
                  <a:pt x="348574" y="89160"/>
                </a:cubicBezTo>
                <a:cubicBezTo>
                  <a:pt x="347783" y="87447"/>
                  <a:pt x="346491" y="85800"/>
                  <a:pt x="344699" y="84218"/>
                </a:cubicBezTo>
                <a:cubicBezTo>
                  <a:pt x="342906" y="82636"/>
                  <a:pt x="340060" y="80660"/>
                  <a:pt x="336158" y="78287"/>
                </a:cubicBezTo>
                <a:cubicBezTo>
                  <a:pt x="332046" y="75809"/>
                  <a:pt x="328844" y="73569"/>
                  <a:pt x="326551" y="71566"/>
                </a:cubicBezTo>
                <a:cubicBezTo>
                  <a:pt x="324257" y="69562"/>
                  <a:pt x="322531" y="67388"/>
                  <a:pt x="321371" y="65042"/>
                </a:cubicBezTo>
                <a:cubicBezTo>
                  <a:pt x="320211" y="62696"/>
                  <a:pt x="319631" y="59994"/>
                  <a:pt x="319631" y="56936"/>
                </a:cubicBezTo>
                <a:cubicBezTo>
                  <a:pt x="319631" y="52771"/>
                  <a:pt x="320751" y="49121"/>
                  <a:pt x="322992" y="45984"/>
                </a:cubicBezTo>
                <a:cubicBezTo>
                  <a:pt x="325233" y="42847"/>
                  <a:pt x="328435" y="40435"/>
                  <a:pt x="332600" y="38748"/>
                </a:cubicBezTo>
                <a:cubicBezTo>
                  <a:pt x="336765" y="37061"/>
                  <a:pt x="341615" y="36218"/>
                  <a:pt x="347150" y="36218"/>
                </a:cubicBezTo>
                <a:cubicBezTo>
                  <a:pt x="352053" y="36218"/>
                  <a:pt x="356521" y="36508"/>
                  <a:pt x="360554" y="37088"/>
                </a:cubicBezTo>
                <a:cubicBezTo>
                  <a:pt x="364587" y="37667"/>
                  <a:pt x="368607" y="38669"/>
                  <a:pt x="372613" y="40093"/>
                </a:cubicBezTo>
                <a:lnTo>
                  <a:pt x="369055" y="56699"/>
                </a:lnTo>
                <a:lnTo>
                  <a:pt x="362650" y="566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Text &quot;">
            <a:extLst xmlns:a="http://schemas.openxmlformats.org/drawingml/2006/main">
              <a:ext uri="{FF2B5EF4-FFF2-40B4-BE49-F238E27FC236}">
                <a16:creationId xmlns:a16="http://schemas.microsoft.com/office/drawing/2014/main" id="{BB89B9C7-DF34-4DBF-89CC-FB6B550C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8206" y="544546"/>
            <a:ext cx="50294" cy="76389"/>
          </a:xfrm>
          <a:custGeom xmlns:a="http://schemas.openxmlformats.org/drawingml/2006/main">
            <a:pathLst>
              <a:path w="50294" h="76389">
                <a:moveTo>
                  <a:pt x="32501" y="60732"/>
                </a:moveTo>
                <a:cubicBezTo>
                  <a:pt x="32501" y="61958"/>
                  <a:pt x="32541" y="63015"/>
                  <a:pt x="32620" y="63905"/>
                </a:cubicBezTo>
                <a:cubicBezTo>
                  <a:pt x="32699" y="64795"/>
                  <a:pt x="32827" y="65546"/>
                  <a:pt x="33005" y="66159"/>
                </a:cubicBezTo>
                <a:cubicBezTo>
                  <a:pt x="33183" y="66771"/>
                  <a:pt x="33420" y="67295"/>
                  <a:pt x="33717" y="67730"/>
                </a:cubicBezTo>
                <a:cubicBezTo>
                  <a:pt x="34013" y="68165"/>
                  <a:pt x="34359" y="68541"/>
                  <a:pt x="34755" y="68857"/>
                </a:cubicBezTo>
                <a:cubicBezTo>
                  <a:pt x="35229" y="69332"/>
                  <a:pt x="35862" y="69697"/>
                  <a:pt x="36653" y="69954"/>
                </a:cubicBezTo>
                <a:cubicBezTo>
                  <a:pt x="37443" y="70211"/>
                  <a:pt x="38452" y="70429"/>
                  <a:pt x="39677" y="70607"/>
                </a:cubicBezTo>
                <a:cubicBezTo>
                  <a:pt x="40903" y="70785"/>
                  <a:pt x="42376" y="70923"/>
                  <a:pt x="44096" y="71022"/>
                </a:cubicBezTo>
                <a:cubicBezTo>
                  <a:pt x="45816" y="71121"/>
                  <a:pt x="47882" y="71190"/>
                  <a:pt x="50294" y="71229"/>
                </a:cubicBezTo>
                <a:lnTo>
                  <a:pt x="50294" y="76389"/>
                </a:lnTo>
                <a:lnTo>
                  <a:pt x="3262" y="76389"/>
                </a:lnTo>
                <a:lnTo>
                  <a:pt x="3262" y="71229"/>
                </a:lnTo>
                <a:cubicBezTo>
                  <a:pt x="5595" y="71150"/>
                  <a:pt x="7572" y="71061"/>
                  <a:pt x="9193" y="70963"/>
                </a:cubicBezTo>
                <a:cubicBezTo>
                  <a:pt x="10814" y="70864"/>
                  <a:pt x="12198" y="70725"/>
                  <a:pt x="13344" y="70547"/>
                </a:cubicBezTo>
                <a:cubicBezTo>
                  <a:pt x="14491" y="70370"/>
                  <a:pt x="15410" y="70172"/>
                  <a:pt x="16102" y="69954"/>
                </a:cubicBezTo>
                <a:cubicBezTo>
                  <a:pt x="16794" y="69737"/>
                  <a:pt x="17397" y="69470"/>
                  <a:pt x="17911" y="69154"/>
                </a:cubicBezTo>
                <a:cubicBezTo>
                  <a:pt x="18465" y="68798"/>
                  <a:pt x="18939" y="68412"/>
                  <a:pt x="19335" y="67997"/>
                </a:cubicBezTo>
                <a:cubicBezTo>
                  <a:pt x="19730" y="67582"/>
                  <a:pt x="20046" y="67058"/>
                  <a:pt x="20283" y="66425"/>
                </a:cubicBezTo>
                <a:cubicBezTo>
                  <a:pt x="20521" y="65793"/>
                  <a:pt x="20709" y="65022"/>
                  <a:pt x="20847" y="64112"/>
                </a:cubicBezTo>
                <a:cubicBezTo>
                  <a:pt x="20985" y="63203"/>
                  <a:pt x="21055" y="62076"/>
                  <a:pt x="21055" y="60732"/>
                </a:cubicBezTo>
                <a:lnTo>
                  <a:pt x="21055" y="18208"/>
                </a:lnTo>
                <a:cubicBezTo>
                  <a:pt x="21055" y="16666"/>
                  <a:pt x="20758" y="15578"/>
                  <a:pt x="20165" y="14946"/>
                </a:cubicBezTo>
                <a:cubicBezTo>
                  <a:pt x="19572" y="14313"/>
                  <a:pt x="18722" y="13997"/>
                  <a:pt x="17615" y="13997"/>
                </a:cubicBezTo>
                <a:cubicBezTo>
                  <a:pt x="16389" y="13997"/>
                  <a:pt x="14570" y="14629"/>
                  <a:pt x="12158" y="15895"/>
                </a:cubicBezTo>
                <a:cubicBezTo>
                  <a:pt x="9746" y="17160"/>
                  <a:pt x="6623" y="19038"/>
                  <a:pt x="2787" y="21529"/>
                </a:cubicBezTo>
                <a:cubicBezTo>
                  <a:pt x="2273" y="20620"/>
                  <a:pt x="1799" y="19710"/>
                  <a:pt x="1364" y="18801"/>
                </a:cubicBezTo>
                <a:cubicBezTo>
                  <a:pt x="929" y="17891"/>
                  <a:pt x="474" y="16962"/>
                  <a:pt x="0" y="16013"/>
                </a:cubicBezTo>
                <a:cubicBezTo>
                  <a:pt x="4903" y="13325"/>
                  <a:pt x="9756" y="10646"/>
                  <a:pt x="14560" y="7977"/>
                </a:cubicBezTo>
                <a:cubicBezTo>
                  <a:pt x="19364" y="5308"/>
                  <a:pt x="24237" y="2649"/>
                  <a:pt x="29180" y="0"/>
                </a:cubicBezTo>
                <a:lnTo>
                  <a:pt x="32798" y="0"/>
                </a:lnTo>
                <a:cubicBezTo>
                  <a:pt x="32719" y="2175"/>
                  <a:pt x="32659" y="4122"/>
                  <a:pt x="32620" y="5842"/>
                </a:cubicBezTo>
                <a:cubicBezTo>
                  <a:pt x="32580" y="7562"/>
                  <a:pt x="32550" y="9232"/>
                  <a:pt x="32531" y="10853"/>
                </a:cubicBezTo>
                <a:cubicBezTo>
                  <a:pt x="32511" y="12475"/>
                  <a:pt x="32501" y="14076"/>
                  <a:pt x="32501" y="15657"/>
                </a:cubicBezTo>
                <a:lnTo>
                  <a:pt x="32501" y="607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Text 𝐶𝑙𝑎𝑠𝑠">
            <a:extLst xmlns:a="http://schemas.openxmlformats.org/drawingml/2006/main">
              <a:ext uri="{FF2B5EF4-FFF2-40B4-BE49-F238E27FC236}">
                <a16:creationId xmlns:a16="http://schemas.microsoft.com/office/drawing/2014/main" id="{FEE71F8B-1DEE-481F-96DE-0156AAFB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9134" y="2138708"/>
            <a:ext cx="372614" cy="114426"/>
          </a:xfrm>
          <a:custGeom xmlns:a="http://schemas.openxmlformats.org/drawingml/2006/main">
            <a:pathLst>
              <a:path w="372614" h="114426">
                <a:moveTo>
                  <a:pt x="83585" y="7908"/>
                </a:moveTo>
                <a:lnTo>
                  <a:pt x="78841" y="29338"/>
                </a:lnTo>
                <a:lnTo>
                  <a:pt x="71249" y="29338"/>
                </a:lnTo>
                <a:cubicBezTo>
                  <a:pt x="70827" y="22854"/>
                  <a:pt x="69417" y="18175"/>
                  <a:pt x="67019" y="15302"/>
                </a:cubicBezTo>
                <a:cubicBezTo>
                  <a:pt x="64620" y="12428"/>
                  <a:pt x="60758" y="10992"/>
                  <a:pt x="55434" y="10992"/>
                </a:cubicBezTo>
                <a:cubicBezTo>
                  <a:pt x="48158" y="10992"/>
                  <a:pt x="41397" y="14629"/>
                  <a:pt x="35150" y="21905"/>
                </a:cubicBezTo>
                <a:cubicBezTo>
                  <a:pt x="28903" y="29180"/>
                  <a:pt x="23961" y="38788"/>
                  <a:pt x="20323" y="50729"/>
                </a:cubicBezTo>
                <a:cubicBezTo>
                  <a:pt x="16685" y="62669"/>
                  <a:pt x="14867" y="73753"/>
                  <a:pt x="14867" y="83981"/>
                </a:cubicBezTo>
                <a:cubicBezTo>
                  <a:pt x="14867" y="91994"/>
                  <a:pt x="16290" y="97899"/>
                  <a:pt x="19137" y="101694"/>
                </a:cubicBezTo>
                <a:cubicBezTo>
                  <a:pt x="21984" y="105490"/>
                  <a:pt x="26359" y="107388"/>
                  <a:pt x="32264" y="107388"/>
                </a:cubicBezTo>
                <a:cubicBezTo>
                  <a:pt x="36218" y="107388"/>
                  <a:pt x="39671" y="106795"/>
                  <a:pt x="42623" y="105609"/>
                </a:cubicBezTo>
                <a:cubicBezTo>
                  <a:pt x="45575" y="104422"/>
                  <a:pt x="48343" y="102419"/>
                  <a:pt x="50926" y="99599"/>
                </a:cubicBezTo>
                <a:cubicBezTo>
                  <a:pt x="53509" y="96778"/>
                  <a:pt x="56066" y="92838"/>
                  <a:pt x="58597" y="87777"/>
                </a:cubicBezTo>
                <a:lnTo>
                  <a:pt x="66188" y="87777"/>
                </a:lnTo>
                <a:lnTo>
                  <a:pt x="61365" y="110235"/>
                </a:lnTo>
                <a:cubicBezTo>
                  <a:pt x="51506" y="112976"/>
                  <a:pt x="41173" y="114347"/>
                  <a:pt x="30366" y="114347"/>
                </a:cubicBezTo>
                <a:cubicBezTo>
                  <a:pt x="20455" y="114347"/>
                  <a:pt x="12916" y="111500"/>
                  <a:pt x="7750" y="105806"/>
                </a:cubicBezTo>
                <a:cubicBezTo>
                  <a:pt x="2583" y="100113"/>
                  <a:pt x="0" y="91783"/>
                  <a:pt x="0" y="80818"/>
                </a:cubicBezTo>
                <a:cubicBezTo>
                  <a:pt x="0" y="73068"/>
                  <a:pt x="1384" y="64132"/>
                  <a:pt x="4152" y="54010"/>
                </a:cubicBezTo>
                <a:cubicBezTo>
                  <a:pt x="6919" y="43888"/>
                  <a:pt x="10834" y="35005"/>
                  <a:pt x="15895" y="27361"/>
                </a:cubicBezTo>
                <a:cubicBezTo>
                  <a:pt x="20956" y="19717"/>
                  <a:pt x="26939" y="13891"/>
                  <a:pt x="33845" y="9885"/>
                </a:cubicBezTo>
                <a:cubicBezTo>
                  <a:pt x="40752" y="5878"/>
                  <a:pt x="48343" y="3875"/>
                  <a:pt x="56620" y="3875"/>
                </a:cubicBezTo>
                <a:cubicBezTo>
                  <a:pt x="61417" y="3875"/>
                  <a:pt x="65859" y="4165"/>
                  <a:pt x="69944" y="4745"/>
                </a:cubicBezTo>
                <a:cubicBezTo>
                  <a:pt x="74030" y="5325"/>
                  <a:pt x="78577" y="6379"/>
                  <a:pt x="83585" y="7908"/>
                </a:cubicBezTo>
                <a:close/>
                <a:moveTo>
                  <a:pt x="113616" y="22300"/>
                </a:moveTo>
                <a:cubicBezTo>
                  <a:pt x="114248" y="19506"/>
                  <a:pt x="114696" y="17279"/>
                  <a:pt x="114960" y="15618"/>
                </a:cubicBezTo>
                <a:cubicBezTo>
                  <a:pt x="115224" y="13957"/>
                  <a:pt x="115355" y="12415"/>
                  <a:pt x="115355" y="10992"/>
                </a:cubicBezTo>
                <a:cubicBezTo>
                  <a:pt x="115355" y="9410"/>
                  <a:pt x="115065" y="8211"/>
                  <a:pt x="114485" y="7394"/>
                </a:cubicBezTo>
                <a:cubicBezTo>
                  <a:pt x="113906" y="6577"/>
                  <a:pt x="113075" y="5984"/>
                  <a:pt x="111995" y="5615"/>
                </a:cubicBezTo>
                <a:cubicBezTo>
                  <a:pt x="110914" y="5246"/>
                  <a:pt x="108976" y="4982"/>
                  <a:pt x="106182" y="4824"/>
                </a:cubicBezTo>
                <a:lnTo>
                  <a:pt x="107131" y="712"/>
                </a:lnTo>
                <a:lnTo>
                  <a:pt x="127059" y="0"/>
                </a:lnTo>
                <a:lnTo>
                  <a:pt x="131724" y="0"/>
                </a:lnTo>
                <a:lnTo>
                  <a:pt x="112271" y="87539"/>
                </a:lnTo>
                <a:cubicBezTo>
                  <a:pt x="111112" y="92758"/>
                  <a:pt x="110532" y="96660"/>
                  <a:pt x="110532" y="99243"/>
                </a:cubicBezTo>
                <a:cubicBezTo>
                  <a:pt x="110532" y="101352"/>
                  <a:pt x="110874" y="102880"/>
                  <a:pt x="111560" y="103829"/>
                </a:cubicBezTo>
                <a:cubicBezTo>
                  <a:pt x="112245" y="104778"/>
                  <a:pt x="113326" y="105253"/>
                  <a:pt x="114802" y="105253"/>
                </a:cubicBezTo>
                <a:cubicBezTo>
                  <a:pt x="116383" y="105253"/>
                  <a:pt x="118070" y="104607"/>
                  <a:pt x="119863" y="103315"/>
                </a:cubicBezTo>
                <a:cubicBezTo>
                  <a:pt x="121655" y="102024"/>
                  <a:pt x="124186" y="99559"/>
                  <a:pt x="127454" y="95922"/>
                </a:cubicBezTo>
                <a:lnTo>
                  <a:pt x="131962" y="100350"/>
                </a:lnTo>
                <a:cubicBezTo>
                  <a:pt x="126848" y="105727"/>
                  <a:pt x="122670" y="109404"/>
                  <a:pt x="119428" y="111381"/>
                </a:cubicBezTo>
                <a:cubicBezTo>
                  <a:pt x="116186" y="113358"/>
                  <a:pt x="112561" y="114347"/>
                  <a:pt x="108555" y="114347"/>
                </a:cubicBezTo>
                <a:cubicBezTo>
                  <a:pt x="105128" y="114347"/>
                  <a:pt x="102387" y="113095"/>
                  <a:pt x="100331" y="110591"/>
                </a:cubicBezTo>
                <a:cubicBezTo>
                  <a:pt x="98275" y="108086"/>
                  <a:pt x="97247" y="104884"/>
                  <a:pt x="97247" y="100983"/>
                </a:cubicBezTo>
                <a:cubicBezTo>
                  <a:pt x="97247" y="97450"/>
                  <a:pt x="97985" y="92337"/>
                  <a:pt x="99461" y="85641"/>
                </a:cubicBezTo>
                <a:lnTo>
                  <a:pt x="113616" y="22300"/>
                </a:lnTo>
                <a:close/>
                <a:moveTo>
                  <a:pt x="205762" y="41358"/>
                </a:moveTo>
                <a:lnTo>
                  <a:pt x="213037" y="36139"/>
                </a:lnTo>
                <a:lnTo>
                  <a:pt x="218098" y="37404"/>
                </a:lnTo>
                <a:lnTo>
                  <a:pt x="206473" y="87539"/>
                </a:lnTo>
                <a:cubicBezTo>
                  <a:pt x="205313" y="92548"/>
                  <a:pt x="204734" y="96449"/>
                  <a:pt x="204734" y="99243"/>
                </a:cubicBezTo>
                <a:cubicBezTo>
                  <a:pt x="204734" y="101352"/>
                  <a:pt x="205076" y="102880"/>
                  <a:pt x="205762" y="103829"/>
                </a:cubicBezTo>
                <a:cubicBezTo>
                  <a:pt x="206447" y="104778"/>
                  <a:pt x="207528" y="105253"/>
                  <a:pt x="209004" y="105253"/>
                </a:cubicBezTo>
                <a:cubicBezTo>
                  <a:pt x="210585" y="105253"/>
                  <a:pt x="212272" y="104607"/>
                  <a:pt x="214065" y="103315"/>
                </a:cubicBezTo>
                <a:cubicBezTo>
                  <a:pt x="215857" y="102024"/>
                  <a:pt x="218388" y="99559"/>
                  <a:pt x="221656" y="95922"/>
                </a:cubicBezTo>
                <a:lnTo>
                  <a:pt x="226164" y="100350"/>
                </a:lnTo>
                <a:cubicBezTo>
                  <a:pt x="221419" y="105411"/>
                  <a:pt x="217373" y="109009"/>
                  <a:pt x="214025" y="111144"/>
                </a:cubicBezTo>
                <a:cubicBezTo>
                  <a:pt x="210678" y="113279"/>
                  <a:pt x="207053" y="114347"/>
                  <a:pt x="203152" y="114347"/>
                </a:cubicBezTo>
                <a:cubicBezTo>
                  <a:pt x="199883" y="114347"/>
                  <a:pt x="197274" y="113266"/>
                  <a:pt x="195323" y="111105"/>
                </a:cubicBezTo>
                <a:cubicBezTo>
                  <a:pt x="193373" y="108943"/>
                  <a:pt x="192397" y="106070"/>
                  <a:pt x="192397" y="102485"/>
                </a:cubicBezTo>
                <a:cubicBezTo>
                  <a:pt x="192397" y="99586"/>
                  <a:pt x="193004" y="96501"/>
                  <a:pt x="194216" y="93233"/>
                </a:cubicBezTo>
                <a:lnTo>
                  <a:pt x="193188" y="92917"/>
                </a:lnTo>
                <a:cubicBezTo>
                  <a:pt x="188127" y="100297"/>
                  <a:pt x="183330" y="105701"/>
                  <a:pt x="178796" y="109128"/>
                </a:cubicBezTo>
                <a:cubicBezTo>
                  <a:pt x="174262" y="112554"/>
                  <a:pt x="169465" y="114268"/>
                  <a:pt x="164404" y="114268"/>
                </a:cubicBezTo>
                <a:cubicBezTo>
                  <a:pt x="158605" y="114268"/>
                  <a:pt x="154110" y="112080"/>
                  <a:pt x="150921" y="107704"/>
                </a:cubicBezTo>
                <a:cubicBezTo>
                  <a:pt x="147732" y="103329"/>
                  <a:pt x="146137" y="97187"/>
                  <a:pt x="146137" y="89279"/>
                </a:cubicBezTo>
                <a:cubicBezTo>
                  <a:pt x="146137" y="80211"/>
                  <a:pt x="147916" y="71500"/>
                  <a:pt x="151475" y="63144"/>
                </a:cubicBezTo>
                <a:cubicBezTo>
                  <a:pt x="155033" y="54788"/>
                  <a:pt x="159923" y="48198"/>
                  <a:pt x="166144" y="43374"/>
                </a:cubicBezTo>
                <a:cubicBezTo>
                  <a:pt x="172364" y="38551"/>
                  <a:pt x="179297" y="36139"/>
                  <a:pt x="186941" y="36139"/>
                </a:cubicBezTo>
                <a:cubicBezTo>
                  <a:pt x="190368" y="36139"/>
                  <a:pt x="193570" y="36521"/>
                  <a:pt x="196549" y="37285"/>
                </a:cubicBezTo>
                <a:cubicBezTo>
                  <a:pt x="199528" y="38050"/>
                  <a:pt x="202598" y="39407"/>
                  <a:pt x="205762" y="41358"/>
                </a:cubicBezTo>
                <a:moveTo>
                  <a:pt x="198803" y="64923"/>
                </a:moveTo>
                <a:cubicBezTo>
                  <a:pt x="199277" y="62762"/>
                  <a:pt x="199593" y="60890"/>
                  <a:pt x="199752" y="59308"/>
                </a:cubicBezTo>
                <a:cubicBezTo>
                  <a:pt x="199910" y="57727"/>
                  <a:pt x="199989" y="56014"/>
                  <a:pt x="199989" y="54168"/>
                </a:cubicBezTo>
                <a:cubicBezTo>
                  <a:pt x="199989" y="50109"/>
                  <a:pt x="199119" y="47130"/>
                  <a:pt x="197379" y="45233"/>
                </a:cubicBezTo>
                <a:cubicBezTo>
                  <a:pt x="195640" y="43335"/>
                  <a:pt x="192687" y="42386"/>
                  <a:pt x="188523" y="42386"/>
                </a:cubicBezTo>
                <a:cubicBezTo>
                  <a:pt x="183093" y="42386"/>
                  <a:pt x="178216" y="44574"/>
                  <a:pt x="173893" y="48949"/>
                </a:cubicBezTo>
                <a:cubicBezTo>
                  <a:pt x="169570" y="53325"/>
                  <a:pt x="166196" y="59190"/>
                  <a:pt x="163771" y="66544"/>
                </a:cubicBezTo>
                <a:cubicBezTo>
                  <a:pt x="161346" y="73898"/>
                  <a:pt x="160134" y="81239"/>
                  <a:pt x="160134" y="88567"/>
                </a:cubicBezTo>
                <a:cubicBezTo>
                  <a:pt x="160134" y="94050"/>
                  <a:pt x="160885" y="98149"/>
                  <a:pt x="162387" y="100864"/>
                </a:cubicBezTo>
                <a:cubicBezTo>
                  <a:pt x="163890" y="103579"/>
                  <a:pt x="166407" y="104936"/>
                  <a:pt x="169939" y="104936"/>
                </a:cubicBezTo>
                <a:cubicBezTo>
                  <a:pt x="173419" y="104936"/>
                  <a:pt x="176832" y="103434"/>
                  <a:pt x="180180" y="100429"/>
                </a:cubicBezTo>
                <a:cubicBezTo>
                  <a:pt x="183527" y="97424"/>
                  <a:pt x="186981" y="93141"/>
                  <a:pt x="190539" y="87579"/>
                </a:cubicBezTo>
                <a:cubicBezTo>
                  <a:pt x="194098" y="82017"/>
                  <a:pt x="196615" y="75599"/>
                  <a:pt x="198091" y="68323"/>
                </a:cubicBezTo>
                <a:lnTo>
                  <a:pt x="198803" y="64923"/>
                </a:lnTo>
                <a:close/>
                <a:moveTo>
                  <a:pt x="287665" y="56699"/>
                </a:moveTo>
                <a:cubicBezTo>
                  <a:pt x="287085" y="52007"/>
                  <a:pt x="285543" y="48448"/>
                  <a:pt x="283039" y="46023"/>
                </a:cubicBezTo>
                <a:cubicBezTo>
                  <a:pt x="280535" y="43598"/>
                  <a:pt x="276594" y="42386"/>
                  <a:pt x="271217" y="42386"/>
                </a:cubicBezTo>
                <a:cubicBezTo>
                  <a:pt x="267052" y="42386"/>
                  <a:pt x="263678" y="43453"/>
                  <a:pt x="261095" y="45588"/>
                </a:cubicBezTo>
                <a:cubicBezTo>
                  <a:pt x="258512" y="47724"/>
                  <a:pt x="257220" y="50531"/>
                  <a:pt x="257220" y="54010"/>
                </a:cubicBezTo>
                <a:cubicBezTo>
                  <a:pt x="257220" y="55908"/>
                  <a:pt x="257550" y="57582"/>
                  <a:pt x="258209" y="59032"/>
                </a:cubicBezTo>
                <a:cubicBezTo>
                  <a:pt x="258868" y="60481"/>
                  <a:pt x="260199" y="62076"/>
                  <a:pt x="262202" y="63816"/>
                </a:cubicBezTo>
                <a:cubicBezTo>
                  <a:pt x="264206" y="65556"/>
                  <a:pt x="267316" y="67691"/>
                  <a:pt x="271533" y="70221"/>
                </a:cubicBezTo>
                <a:cubicBezTo>
                  <a:pt x="274855" y="72225"/>
                  <a:pt x="277517" y="74057"/>
                  <a:pt x="279520" y="75717"/>
                </a:cubicBezTo>
                <a:cubicBezTo>
                  <a:pt x="281524" y="77378"/>
                  <a:pt x="283105" y="79025"/>
                  <a:pt x="284265" y="80660"/>
                </a:cubicBezTo>
                <a:cubicBezTo>
                  <a:pt x="285425" y="82294"/>
                  <a:pt x="286268" y="84020"/>
                  <a:pt x="286796" y="85839"/>
                </a:cubicBezTo>
                <a:cubicBezTo>
                  <a:pt x="287323" y="87658"/>
                  <a:pt x="287586" y="89859"/>
                  <a:pt x="287586" y="92442"/>
                </a:cubicBezTo>
                <a:cubicBezTo>
                  <a:pt x="287586" y="97134"/>
                  <a:pt x="286334" y="101154"/>
                  <a:pt x="283830" y="104502"/>
                </a:cubicBezTo>
                <a:cubicBezTo>
                  <a:pt x="281326" y="107849"/>
                  <a:pt x="277926" y="110340"/>
                  <a:pt x="273629" y="111974"/>
                </a:cubicBezTo>
                <a:cubicBezTo>
                  <a:pt x="269332" y="113609"/>
                  <a:pt x="264443" y="114426"/>
                  <a:pt x="258960" y="114426"/>
                </a:cubicBezTo>
                <a:cubicBezTo>
                  <a:pt x="254584" y="114426"/>
                  <a:pt x="250288" y="114096"/>
                  <a:pt x="246070" y="113437"/>
                </a:cubicBezTo>
                <a:cubicBezTo>
                  <a:pt x="241853" y="112778"/>
                  <a:pt x="237161" y="111658"/>
                  <a:pt x="231994" y="110077"/>
                </a:cubicBezTo>
                <a:lnTo>
                  <a:pt x="235790" y="92838"/>
                </a:lnTo>
                <a:lnTo>
                  <a:pt x="241958" y="92838"/>
                </a:lnTo>
                <a:cubicBezTo>
                  <a:pt x="242169" y="97899"/>
                  <a:pt x="243593" y="101721"/>
                  <a:pt x="246229" y="104304"/>
                </a:cubicBezTo>
                <a:cubicBezTo>
                  <a:pt x="248864" y="106887"/>
                  <a:pt x="253056" y="108179"/>
                  <a:pt x="258802" y="108179"/>
                </a:cubicBezTo>
                <a:cubicBezTo>
                  <a:pt x="263810" y="108179"/>
                  <a:pt x="267725" y="107058"/>
                  <a:pt x="270545" y="104818"/>
                </a:cubicBezTo>
                <a:cubicBezTo>
                  <a:pt x="273365" y="102577"/>
                  <a:pt x="274776" y="99401"/>
                  <a:pt x="274776" y="95289"/>
                </a:cubicBezTo>
                <a:cubicBezTo>
                  <a:pt x="274776" y="92917"/>
                  <a:pt x="274380" y="90874"/>
                  <a:pt x="273590" y="89160"/>
                </a:cubicBezTo>
                <a:cubicBezTo>
                  <a:pt x="272799" y="87447"/>
                  <a:pt x="271507" y="85800"/>
                  <a:pt x="269715" y="84218"/>
                </a:cubicBezTo>
                <a:cubicBezTo>
                  <a:pt x="267922" y="82636"/>
                  <a:pt x="265075" y="80660"/>
                  <a:pt x="261174" y="78287"/>
                </a:cubicBezTo>
                <a:cubicBezTo>
                  <a:pt x="257062" y="75809"/>
                  <a:pt x="253860" y="73569"/>
                  <a:pt x="251566" y="71566"/>
                </a:cubicBezTo>
                <a:cubicBezTo>
                  <a:pt x="249273" y="69562"/>
                  <a:pt x="247546" y="67388"/>
                  <a:pt x="246387" y="65042"/>
                </a:cubicBezTo>
                <a:cubicBezTo>
                  <a:pt x="245227" y="62696"/>
                  <a:pt x="244647" y="59994"/>
                  <a:pt x="244647" y="56936"/>
                </a:cubicBezTo>
                <a:cubicBezTo>
                  <a:pt x="244647" y="52771"/>
                  <a:pt x="245767" y="49121"/>
                  <a:pt x="248008" y="45984"/>
                </a:cubicBezTo>
                <a:cubicBezTo>
                  <a:pt x="250248" y="42847"/>
                  <a:pt x="253451" y="40435"/>
                  <a:pt x="257616" y="38748"/>
                </a:cubicBezTo>
                <a:cubicBezTo>
                  <a:pt x="261781" y="37061"/>
                  <a:pt x="266631" y="36218"/>
                  <a:pt x="272166" y="36218"/>
                </a:cubicBezTo>
                <a:cubicBezTo>
                  <a:pt x="277069" y="36218"/>
                  <a:pt x="281537" y="36508"/>
                  <a:pt x="285570" y="37088"/>
                </a:cubicBezTo>
                <a:cubicBezTo>
                  <a:pt x="289603" y="37667"/>
                  <a:pt x="293623" y="38669"/>
                  <a:pt x="297629" y="40093"/>
                </a:cubicBezTo>
                <a:lnTo>
                  <a:pt x="294071" y="56699"/>
                </a:lnTo>
                <a:lnTo>
                  <a:pt x="287665" y="56699"/>
                </a:lnTo>
                <a:close/>
                <a:moveTo>
                  <a:pt x="362650" y="56699"/>
                </a:moveTo>
                <a:cubicBezTo>
                  <a:pt x="362070" y="52007"/>
                  <a:pt x="360528" y="48448"/>
                  <a:pt x="358024" y="46023"/>
                </a:cubicBezTo>
                <a:cubicBezTo>
                  <a:pt x="355520" y="43598"/>
                  <a:pt x="351579" y="42386"/>
                  <a:pt x="346202" y="42386"/>
                </a:cubicBezTo>
                <a:cubicBezTo>
                  <a:pt x="342037" y="42386"/>
                  <a:pt x="338663" y="43453"/>
                  <a:pt x="336080" y="45588"/>
                </a:cubicBezTo>
                <a:cubicBezTo>
                  <a:pt x="333496" y="47724"/>
                  <a:pt x="332205" y="50531"/>
                  <a:pt x="332205" y="54010"/>
                </a:cubicBezTo>
                <a:cubicBezTo>
                  <a:pt x="332205" y="55908"/>
                  <a:pt x="332534" y="57582"/>
                  <a:pt x="333193" y="59032"/>
                </a:cubicBezTo>
                <a:cubicBezTo>
                  <a:pt x="333852" y="60481"/>
                  <a:pt x="335183" y="62076"/>
                  <a:pt x="337187" y="63816"/>
                </a:cubicBezTo>
                <a:cubicBezTo>
                  <a:pt x="339190" y="65556"/>
                  <a:pt x="342300" y="67691"/>
                  <a:pt x="346518" y="70221"/>
                </a:cubicBezTo>
                <a:cubicBezTo>
                  <a:pt x="349839" y="72225"/>
                  <a:pt x="352502" y="74057"/>
                  <a:pt x="354505" y="75717"/>
                </a:cubicBezTo>
                <a:cubicBezTo>
                  <a:pt x="356508" y="77378"/>
                  <a:pt x="358090" y="79025"/>
                  <a:pt x="359250" y="80660"/>
                </a:cubicBezTo>
                <a:cubicBezTo>
                  <a:pt x="360409" y="82294"/>
                  <a:pt x="361253" y="84020"/>
                  <a:pt x="361780" y="85839"/>
                </a:cubicBezTo>
                <a:cubicBezTo>
                  <a:pt x="362307" y="87658"/>
                  <a:pt x="362571" y="89859"/>
                  <a:pt x="362571" y="92442"/>
                </a:cubicBezTo>
                <a:cubicBezTo>
                  <a:pt x="362571" y="97134"/>
                  <a:pt x="361319" y="101154"/>
                  <a:pt x="358815" y="104502"/>
                </a:cubicBezTo>
                <a:cubicBezTo>
                  <a:pt x="356310" y="107849"/>
                  <a:pt x="352910" y="110340"/>
                  <a:pt x="348614" y="111974"/>
                </a:cubicBezTo>
                <a:cubicBezTo>
                  <a:pt x="344317" y="113609"/>
                  <a:pt x="339427" y="114426"/>
                  <a:pt x="333945" y="114426"/>
                </a:cubicBezTo>
                <a:cubicBezTo>
                  <a:pt x="329569" y="114426"/>
                  <a:pt x="325272" y="114096"/>
                  <a:pt x="321055" y="113437"/>
                </a:cubicBezTo>
                <a:cubicBezTo>
                  <a:pt x="316837" y="112778"/>
                  <a:pt x="312145" y="111658"/>
                  <a:pt x="306979" y="110077"/>
                </a:cubicBezTo>
                <a:lnTo>
                  <a:pt x="310775" y="92838"/>
                </a:lnTo>
                <a:lnTo>
                  <a:pt x="316943" y="92838"/>
                </a:lnTo>
                <a:cubicBezTo>
                  <a:pt x="317154" y="97899"/>
                  <a:pt x="318577" y="101721"/>
                  <a:pt x="321213" y="104304"/>
                </a:cubicBezTo>
                <a:cubicBezTo>
                  <a:pt x="323849" y="106887"/>
                  <a:pt x="328040" y="108179"/>
                  <a:pt x="333786" y="108179"/>
                </a:cubicBezTo>
                <a:cubicBezTo>
                  <a:pt x="338795" y="108179"/>
                  <a:pt x="342709" y="107058"/>
                  <a:pt x="345530" y="104818"/>
                </a:cubicBezTo>
                <a:cubicBezTo>
                  <a:pt x="348350" y="102577"/>
                  <a:pt x="349760" y="99401"/>
                  <a:pt x="349760" y="95289"/>
                </a:cubicBezTo>
                <a:cubicBezTo>
                  <a:pt x="349760" y="92917"/>
                  <a:pt x="349365" y="90874"/>
                  <a:pt x="348574" y="89160"/>
                </a:cubicBezTo>
                <a:cubicBezTo>
                  <a:pt x="347783" y="87447"/>
                  <a:pt x="346492" y="85800"/>
                  <a:pt x="344699" y="84218"/>
                </a:cubicBezTo>
                <a:cubicBezTo>
                  <a:pt x="342907" y="82636"/>
                  <a:pt x="340060" y="80660"/>
                  <a:pt x="336159" y="78287"/>
                </a:cubicBezTo>
                <a:cubicBezTo>
                  <a:pt x="332047" y="75809"/>
                  <a:pt x="328844" y="73569"/>
                  <a:pt x="326551" y="71566"/>
                </a:cubicBezTo>
                <a:cubicBezTo>
                  <a:pt x="324258" y="69562"/>
                  <a:pt x="322531" y="67388"/>
                  <a:pt x="321371" y="65042"/>
                </a:cubicBezTo>
                <a:cubicBezTo>
                  <a:pt x="320211" y="62696"/>
                  <a:pt x="319631" y="59994"/>
                  <a:pt x="319631" y="56936"/>
                </a:cubicBezTo>
                <a:cubicBezTo>
                  <a:pt x="319631" y="52771"/>
                  <a:pt x="320752" y="49121"/>
                  <a:pt x="322992" y="45984"/>
                </a:cubicBezTo>
                <a:cubicBezTo>
                  <a:pt x="325233" y="42847"/>
                  <a:pt x="328435" y="40435"/>
                  <a:pt x="332600" y="38748"/>
                </a:cubicBezTo>
                <a:cubicBezTo>
                  <a:pt x="336765" y="37061"/>
                  <a:pt x="341615" y="36218"/>
                  <a:pt x="347151" y="36218"/>
                </a:cubicBezTo>
                <a:cubicBezTo>
                  <a:pt x="352053" y="36218"/>
                  <a:pt x="356521" y="36508"/>
                  <a:pt x="360554" y="37088"/>
                </a:cubicBezTo>
                <a:cubicBezTo>
                  <a:pt x="364587" y="37667"/>
                  <a:pt x="368607" y="38669"/>
                  <a:pt x="372614" y="40093"/>
                </a:cubicBezTo>
                <a:lnTo>
                  <a:pt x="369055" y="56699"/>
                </a:lnTo>
                <a:lnTo>
                  <a:pt x="362650" y="566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Text )">
            <a:extLst xmlns:a="http://schemas.openxmlformats.org/drawingml/2006/main">
              <a:ext uri="{FF2B5EF4-FFF2-40B4-BE49-F238E27FC236}">
                <a16:creationId xmlns:a16="http://schemas.microsoft.com/office/drawing/2014/main" id="{5E31CE2A-5222-4F12-B4EB-0227AEE6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7159" y="2207257"/>
            <a:ext cx="84277" cy="76923"/>
          </a:xfrm>
          <a:custGeom xmlns:a="http://schemas.openxmlformats.org/drawingml/2006/main">
            <a:pathLst>
              <a:path w="84277" h="76923">
                <a:moveTo>
                  <a:pt x="57707" y="58834"/>
                </a:moveTo>
                <a:cubicBezTo>
                  <a:pt x="58142" y="56304"/>
                  <a:pt x="58696" y="53308"/>
                  <a:pt x="59368" y="49849"/>
                </a:cubicBezTo>
                <a:cubicBezTo>
                  <a:pt x="60040" y="46389"/>
                  <a:pt x="60831" y="42801"/>
                  <a:pt x="61740" y="39084"/>
                </a:cubicBezTo>
                <a:cubicBezTo>
                  <a:pt x="62412" y="36277"/>
                  <a:pt x="63094" y="33391"/>
                  <a:pt x="63786" y="30425"/>
                </a:cubicBezTo>
                <a:cubicBezTo>
                  <a:pt x="64478" y="27460"/>
                  <a:pt x="65121" y="24613"/>
                  <a:pt x="65714" y="21885"/>
                </a:cubicBezTo>
                <a:cubicBezTo>
                  <a:pt x="66307" y="19157"/>
                  <a:pt x="66791" y="16636"/>
                  <a:pt x="67167" y="14323"/>
                </a:cubicBezTo>
                <a:cubicBezTo>
                  <a:pt x="67542" y="12010"/>
                  <a:pt x="67730" y="10102"/>
                  <a:pt x="67730" y="8600"/>
                </a:cubicBezTo>
                <a:cubicBezTo>
                  <a:pt x="67730" y="6860"/>
                  <a:pt x="67285" y="5624"/>
                  <a:pt x="66396" y="4893"/>
                </a:cubicBezTo>
                <a:cubicBezTo>
                  <a:pt x="65506" y="4161"/>
                  <a:pt x="63855" y="3776"/>
                  <a:pt x="61444" y="3736"/>
                </a:cubicBezTo>
                <a:lnTo>
                  <a:pt x="62274" y="0"/>
                </a:lnTo>
                <a:lnTo>
                  <a:pt x="84277" y="0"/>
                </a:lnTo>
                <a:lnTo>
                  <a:pt x="83506" y="3559"/>
                </a:lnTo>
                <a:cubicBezTo>
                  <a:pt x="82162" y="3954"/>
                  <a:pt x="81094" y="4300"/>
                  <a:pt x="80304" y="4596"/>
                </a:cubicBezTo>
                <a:cubicBezTo>
                  <a:pt x="79513" y="4893"/>
                  <a:pt x="78841" y="5466"/>
                  <a:pt x="78287" y="6316"/>
                </a:cubicBezTo>
                <a:cubicBezTo>
                  <a:pt x="77734" y="7166"/>
                  <a:pt x="77210" y="8402"/>
                  <a:pt x="76716" y="10023"/>
                </a:cubicBezTo>
                <a:cubicBezTo>
                  <a:pt x="76221" y="11644"/>
                  <a:pt x="75638" y="13977"/>
                  <a:pt x="74966" y="17022"/>
                </a:cubicBezTo>
                <a:lnTo>
                  <a:pt x="61562" y="76923"/>
                </a:lnTo>
                <a:lnTo>
                  <a:pt x="52607" y="76923"/>
                </a:lnTo>
                <a:cubicBezTo>
                  <a:pt x="50511" y="71546"/>
                  <a:pt x="48366" y="66129"/>
                  <a:pt x="46172" y="60673"/>
                </a:cubicBezTo>
                <a:cubicBezTo>
                  <a:pt x="43977" y="55216"/>
                  <a:pt x="41822" y="49760"/>
                  <a:pt x="39707" y="44303"/>
                </a:cubicBezTo>
                <a:cubicBezTo>
                  <a:pt x="37592" y="38847"/>
                  <a:pt x="35565" y="33430"/>
                  <a:pt x="33628" y="28053"/>
                </a:cubicBezTo>
                <a:cubicBezTo>
                  <a:pt x="31690" y="22676"/>
                  <a:pt x="29931" y="17377"/>
                  <a:pt x="28349" y="12158"/>
                </a:cubicBezTo>
                <a:lnTo>
                  <a:pt x="27578" y="12158"/>
                </a:lnTo>
                <a:cubicBezTo>
                  <a:pt x="27381" y="13384"/>
                  <a:pt x="27144" y="14807"/>
                  <a:pt x="26867" y="16428"/>
                </a:cubicBezTo>
                <a:cubicBezTo>
                  <a:pt x="26590" y="18050"/>
                  <a:pt x="26284" y="19799"/>
                  <a:pt x="25947" y="21677"/>
                </a:cubicBezTo>
                <a:cubicBezTo>
                  <a:pt x="25611" y="23555"/>
                  <a:pt x="25256" y="25483"/>
                  <a:pt x="24880" y="27460"/>
                </a:cubicBezTo>
                <a:cubicBezTo>
                  <a:pt x="24504" y="29437"/>
                  <a:pt x="24119" y="31414"/>
                  <a:pt x="23723" y="33391"/>
                </a:cubicBezTo>
                <a:cubicBezTo>
                  <a:pt x="23368" y="34893"/>
                  <a:pt x="22942" y="36643"/>
                  <a:pt x="22448" y="38639"/>
                </a:cubicBezTo>
                <a:cubicBezTo>
                  <a:pt x="21954" y="40636"/>
                  <a:pt x="21450" y="42771"/>
                  <a:pt x="20936" y="45045"/>
                </a:cubicBezTo>
                <a:cubicBezTo>
                  <a:pt x="20422" y="47318"/>
                  <a:pt x="19898" y="49621"/>
                  <a:pt x="19364" y="51954"/>
                </a:cubicBezTo>
                <a:cubicBezTo>
                  <a:pt x="18830" y="54287"/>
                  <a:pt x="18346" y="56511"/>
                  <a:pt x="17911" y="58626"/>
                </a:cubicBezTo>
                <a:cubicBezTo>
                  <a:pt x="17476" y="60742"/>
                  <a:pt x="17130" y="62669"/>
                  <a:pt x="16873" y="64409"/>
                </a:cubicBezTo>
                <a:cubicBezTo>
                  <a:pt x="16616" y="66149"/>
                  <a:pt x="16488" y="67513"/>
                  <a:pt x="16488" y="68501"/>
                </a:cubicBezTo>
                <a:cubicBezTo>
                  <a:pt x="16488" y="70162"/>
                  <a:pt x="16962" y="71338"/>
                  <a:pt x="17911" y="72030"/>
                </a:cubicBezTo>
                <a:cubicBezTo>
                  <a:pt x="18860" y="72722"/>
                  <a:pt x="20481" y="73147"/>
                  <a:pt x="22774" y="73305"/>
                </a:cubicBezTo>
                <a:lnTo>
                  <a:pt x="22122" y="76923"/>
                </a:lnTo>
                <a:lnTo>
                  <a:pt x="0" y="76923"/>
                </a:lnTo>
                <a:lnTo>
                  <a:pt x="771" y="73305"/>
                </a:lnTo>
                <a:cubicBezTo>
                  <a:pt x="1957" y="73108"/>
                  <a:pt x="2946" y="72870"/>
                  <a:pt x="3736" y="72594"/>
                </a:cubicBezTo>
                <a:cubicBezTo>
                  <a:pt x="4527" y="72317"/>
                  <a:pt x="5219" y="71753"/>
                  <a:pt x="5812" y="70903"/>
                </a:cubicBezTo>
                <a:cubicBezTo>
                  <a:pt x="6405" y="70053"/>
                  <a:pt x="6969" y="68778"/>
                  <a:pt x="7503" y="67078"/>
                </a:cubicBezTo>
                <a:cubicBezTo>
                  <a:pt x="8036" y="65378"/>
                  <a:pt x="8639" y="62986"/>
                  <a:pt x="9311" y="59902"/>
                </a:cubicBezTo>
                <a:lnTo>
                  <a:pt x="19038" y="16666"/>
                </a:lnTo>
                <a:cubicBezTo>
                  <a:pt x="19394" y="15084"/>
                  <a:pt x="19661" y="13611"/>
                  <a:pt x="19839" y="12247"/>
                </a:cubicBezTo>
                <a:cubicBezTo>
                  <a:pt x="20017" y="10883"/>
                  <a:pt x="20106" y="9667"/>
                  <a:pt x="20106" y="8600"/>
                </a:cubicBezTo>
                <a:cubicBezTo>
                  <a:pt x="20106" y="6860"/>
                  <a:pt x="19651" y="5624"/>
                  <a:pt x="18741" y="4893"/>
                </a:cubicBezTo>
                <a:cubicBezTo>
                  <a:pt x="17832" y="4161"/>
                  <a:pt x="16171" y="3776"/>
                  <a:pt x="13760" y="3736"/>
                </a:cubicBezTo>
                <a:lnTo>
                  <a:pt x="14649" y="0"/>
                </a:lnTo>
                <a:lnTo>
                  <a:pt x="35111" y="0"/>
                </a:lnTo>
                <a:cubicBezTo>
                  <a:pt x="36969" y="4942"/>
                  <a:pt x="38877" y="9914"/>
                  <a:pt x="40834" y="14916"/>
                </a:cubicBezTo>
                <a:cubicBezTo>
                  <a:pt x="42791" y="19918"/>
                  <a:pt x="44719" y="24910"/>
                  <a:pt x="46616" y="29891"/>
                </a:cubicBezTo>
                <a:cubicBezTo>
                  <a:pt x="48514" y="34873"/>
                  <a:pt x="50343" y="39786"/>
                  <a:pt x="52102" y="44630"/>
                </a:cubicBezTo>
                <a:cubicBezTo>
                  <a:pt x="53862" y="49473"/>
                  <a:pt x="55473" y="54208"/>
                  <a:pt x="56936" y="58834"/>
                </a:cubicBezTo>
                <a:lnTo>
                  <a:pt x="57707" y="588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ACE653-EDDA-4A95-8298-39E476F0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5843" y="3087583"/>
            <a:ext cx="299401" cy="143186"/>
          </a:xfrm>
          <a:custGeom xmlns:a="http://schemas.openxmlformats.org/drawingml/2006/main">
            <a:pathLst>
              <a:path w="299401" h="143186">
                <a:moveTo>
                  <a:pt x="0" y="0"/>
                </a:moveTo>
                <a:lnTo>
                  <a:pt x="299401" y="0"/>
                </a:lnTo>
                <a:lnTo>
                  <a:pt x="299401" y="143186"/>
                </a:lnTo>
                <a:lnTo>
                  <a:pt x="0" y="1431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80A459-C94C-4833-AB7E-08A9A739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5844" y="3087583"/>
            <a:ext cx="299397" cy="143185"/>
          </a:xfrm>
          <a:custGeom xmlns:a="http://schemas.openxmlformats.org/drawingml/2006/main">
            <a:pathLst>
              <a:path w="299397" h="143185" fill="none">
                <a:moveTo>
                  <a:pt x="0" y="0"/>
                </a:moveTo>
                <a:lnTo>
                  <a:pt x="299397" y="0"/>
                </a:lnTo>
                <a:lnTo>
                  <a:pt x="299397" y="143185"/>
                </a:lnTo>
                <a:lnTo>
                  <a:pt x="0" y="1431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00A0D5-F95C-44C9-B3A9-4E7B398E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293" y="3121160"/>
            <a:ext cx="299401" cy="143186"/>
          </a:xfrm>
          <a:custGeom xmlns:a="http://schemas.openxmlformats.org/drawingml/2006/main">
            <a:pathLst>
              <a:path w="299401" h="143186">
                <a:moveTo>
                  <a:pt x="0" y="0"/>
                </a:moveTo>
                <a:lnTo>
                  <a:pt x="299401" y="0"/>
                </a:lnTo>
                <a:lnTo>
                  <a:pt x="299401" y="143186"/>
                </a:lnTo>
                <a:lnTo>
                  <a:pt x="0" y="1431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F9A62C-BFB2-4419-AD3D-CF5449DD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294" y="3121160"/>
            <a:ext cx="299397" cy="143185"/>
          </a:xfrm>
          <a:custGeom xmlns:a="http://schemas.openxmlformats.org/drawingml/2006/main">
            <a:pathLst>
              <a:path w="299397" h="143185" fill="none">
                <a:moveTo>
                  <a:pt x="0" y="0"/>
                </a:moveTo>
                <a:lnTo>
                  <a:pt x="299397" y="0"/>
                </a:lnTo>
                <a:lnTo>
                  <a:pt x="299397" y="143185"/>
                </a:lnTo>
                <a:lnTo>
                  <a:pt x="0" y="1431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D35728-6736-4524-ABA4-5C05BDB6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743" y="3154737"/>
            <a:ext cx="299401" cy="143185"/>
          </a:xfrm>
          <a:custGeom xmlns:a="http://schemas.openxmlformats.org/drawingml/2006/main">
            <a:pathLst>
              <a:path w="299401" h="143185">
                <a:moveTo>
                  <a:pt x="0" y="0"/>
                </a:moveTo>
                <a:lnTo>
                  <a:pt x="299401" y="0"/>
                </a:lnTo>
                <a:lnTo>
                  <a:pt x="299401" y="143185"/>
                </a:lnTo>
                <a:lnTo>
                  <a:pt x="0" y="1431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3CA6EB-2D8A-4187-85E8-88AA1C24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743" y="3154737"/>
            <a:ext cx="299397" cy="143185"/>
          </a:xfrm>
          <a:custGeom xmlns:a="http://schemas.openxmlformats.org/drawingml/2006/main">
            <a:pathLst>
              <a:path w="299397" h="143185" fill="none">
                <a:moveTo>
                  <a:pt x="0" y="0"/>
                </a:moveTo>
                <a:lnTo>
                  <a:pt x="299397" y="0"/>
                </a:lnTo>
                <a:lnTo>
                  <a:pt x="299397" y="143185"/>
                </a:lnTo>
                <a:lnTo>
                  <a:pt x="0" y="1431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7E58D0-EBD4-4C30-BE0D-A621E182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238" y="3087583"/>
            <a:ext cx="299395" cy="143186"/>
          </a:xfrm>
          <a:custGeom xmlns:a="http://schemas.openxmlformats.org/drawingml/2006/main">
            <a:pathLst>
              <a:path w="299395" h="143186">
                <a:moveTo>
                  <a:pt x="0" y="0"/>
                </a:moveTo>
                <a:lnTo>
                  <a:pt x="299395" y="0"/>
                </a:lnTo>
                <a:lnTo>
                  <a:pt x="299395" y="143186"/>
                </a:lnTo>
                <a:lnTo>
                  <a:pt x="0" y="1431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3EA71B-D477-44B0-8C8D-1E151350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238" y="3087583"/>
            <a:ext cx="299397" cy="143185"/>
          </a:xfrm>
          <a:custGeom xmlns:a="http://schemas.openxmlformats.org/drawingml/2006/main">
            <a:pathLst>
              <a:path w="299397" h="143185" fill="none">
                <a:moveTo>
                  <a:pt x="0" y="0"/>
                </a:moveTo>
                <a:lnTo>
                  <a:pt x="299397" y="0"/>
                </a:lnTo>
                <a:lnTo>
                  <a:pt x="299397" y="143185"/>
                </a:lnTo>
                <a:lnTo>
                  <a:pt x="0" y="1431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5B1973-028B-4DA2-8028-1C330968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9687" y="3121160"/>
            <a:ext cx="299395" cy="143186"/>
          </a:xfrm>
          <a:custGeom xmlns:a="http://schemas.openxmlformats.org/drawingml/2006/main">
            <a:pathLst>
              <a:path w="299395" h="143186">
                <a:moveTo>
                  <a:pt x="0" y="0"/>
                </a:moveTo>
                <a:lnTo>
                  <a:pt x="299395" y="0"/>
                </a:lnTo>
                <a:lnTo>
                  <a:pt x="299395" y="143186"/>
                </a:lnTo>
                <a:lnTo>
                  <a:pt x="0" y="1431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D9A1C8-F71B-419E-AD72-8722E3EA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9688" y="3121160"/>
            <a:ext cx="299397" cy="143185"/>
          </a:xfrm>
          <a:custGeom xmlns:a="http://schemas.openxmlformats.org/drawingml/2006/main">
            <a:pathLst>
              <a:path w="299397" h="143185" fill="none">
                <a:moveTo>
                  <a:pt x="0" y="0"/>
                </a:moveTo>
                <a:lnTo>
                  <a:pt x="299397" y="0"/>
                </a:lnTo>
                <a:lnTo>
                  <a:pt x="299397" y="143185"/>
                </a:lnTo>
                <a:lnTo>
                  <a:pt x="0" y="1431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A4599D-377A-48FA-9C12-5EB9082F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9137" y="3154737"/>
            <a:ext cx="299395" cy="143185"/>
          </a:xfrm>
          <a:custGeom xmlns:a="http://schemas.openxmlformats.org/drawingml/2006/main">
            <a:pathLst>
              <a:path w="299395" h="143185">
                <a:moveTo>
                  <a:pt x="0" y="0"/>
                </a:moveTo>
                <a:lnTo>
                  <a:pt x="299395" y="0"/>
                </a:lnTo>
                <a:lnTo>
                  <a:pt x="299395" y="143185"/>
                </a:lnTo>
                <a:lnTo>
                  <a:pt x="0" y="1431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08AAD6-4B01-4236-9E9B-9FE547E8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9138" y="3154737"/>
            <a:ext cx="299397" cy="143185"/>
          </a:xfrm>
          <a:custGeom xmlns:a="http://schemas.openxmlformats.org/drawingml/2006/main">
            <a:pathLst>
              <a:path w="299397" h="143185" fill="none">
                <a:moveTo>
                  <a:pt x="0" y="0"/>
                </a:moveTo>
                <a:lnTo>
                  <a:pt x="299397" y="0"/>
                </a:lnTo>
                <a:lnTo>
                  <a:pt x="299397" y="143185"/>
                </a:lnTo>
                <a:lnTo>
                  <a:pt x="0" y="1431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357" name="Text 𝐶𝑙𝑎𝑠𝑠">
            <a:extLst xmlns:a="http://schemas.openxmlformats.org/drawingml/2006/main">
              <a:ext uri="{FF2B5EF4-FFF2-40B4-BE49-F238E27FC236}">
                <a16:creationId xmlns:a16="http://schemas.microsoft.com/office/drawing/2014/main" id="{A1ABCED3-E726-48D0-BC8D-6EE16BFE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530" y="2909010"/>
            <a:ext cx="309864" cy="95355"/>
          </a:xfrm>
          <a:custGeom xmlns:a="http://schemas.openxmlformats.org/drawingml/2006/main">
            <a:pathLst>
              <a:path w="309864" h="95355">
                <a:moveTo>
                  <a:pt x="69655" y="6590"/>
                </a:moveTo>
                <a:lnTo>
                  <a:pt x="65701" y="24448"/>
                </a:lnTo>
                <a:lnTo>
                  <a:pt x="59374" y="24448"/>
                </a:lnTo>
                <a:cubicBezTo>
                  <a:pt x="59023" y="19045"/>
                  <a:pt x="57848" y="15146"/>
                  <a:pt x="55849" y="12751"/>
                </a:cubicBezTo>
                <a:cubicBezTo>
                  <a:pt x="53850" y="10357"/>
                  <a:pt x="50632" y="9160"/>
                  <a:pt x="46195" y="9160"/>
                </a:cubicBezTo>
                <a:cubicBezTo>
                  <a:pt x="40132" y="9160"/>
                  <a:pt x="34498" y="12191"/>
                  <a:pt x="29292" y="18254"/>
                </a:cubicBezTo>
                <a:cubicBezTo>
                  <a:pt x="24086" y="24316"/>
                  <a:pt x="19967" y="32323"/>
                  <a:pt x="16936" y="42274"/>
                </a:cubicBezTo>
                <a:cubicBezTo>
                  <a:pt x="13905" y="52224"/>
                  <a:pt x="12389" y="61461"/>
                  <a:pt x="12389" y="69984"/>
                </a:cubicBezTo>
                <a:cubicBezTo>
                  <a:pt x="12389" y="76662"/>
                  <a:pt x="13575" y="81582"/>
                  <a:pt x="15947" y="84745"/>
                </a:cubicBezTo>
                <a:cubicBezTo>
                  <a:pt x="18320" y="87908"/>
                  <a:pt x="21966" y="89490"/>
                  <a:pt x="26887" y="89490"/>
                </a:cubicBezTo>
                <a:cubicBezTo>
                  <a:pt x="30181" y="89490"/>
                  <a:pt x="33059" y="88996"/>
                  <a:pt x="35519" y="88007"/>
                </a:cubicBezTo>
                <a:cubicBezTo>
                  <a:pt x="37979" y="87019"/>
                  <a:pt x="40286" y="85349"/>
                  <a:pt x="42439" y="82999"/>
                </a:cubicBezTo>
                <a:cubicBezTo>
                  <a:pt x="44591" y="80649"/>
                  <a:pt x="46722" y="77365"/>
                  <a:pt x="48831" y="73147"/>
                </a:cubicBezTo>
                <a:lnTo>
                  <a:pt x="55157" y="73147"/>
                </a:lnTo>
                <a:lnTo>
                  <a:pt x="51137" y="91862"/>
                </a:lnTo>
                <a:cubicBezTo>
                  <a:pt x="42922" y="94147"/>
                  <a:pt x="34311" y="95289"/>
                  <a:pt x="25305" y="95289"/>
                </a:cubicBezTo>
                <a:cubicBezTo>
                  <a:pt x="17046" y="95289"/>
                  <a:pt x="10763" y="92917"/>
                  <a:pt x="6458" y="88172"/>
                </a:cubicBezTo>
                <a:cubicBezTo>
                  <a:pt x="2153" y="83427"/>
                  <a:pt x="0" y="76486"/>
                  <a:pt x="0" y="67348"/>
                </a:cubicBezTo>
                <a:cubicBezTo>
                  <a:pt x="0" y="60890"/>
                  <a:pt x="1153" y="53444"/>
                  <a:pt x="3460" y="45009"/>
                </a:cubicBezTo>
                <a:cubicBezTo>
                  <a:pt x="5766" y="36574"/>
                  <a:pt x="9028" y="29171"/>
                  <a:pt x="13246" y="22801"/>
                </a:cubicBezTo>
                <a:cubicBezTo>
                  <a:pt x="17463" y="16431"/>
                  <a:pt x="22449" y="11576"/>
                  <a:pt x="28204" y="8237"/>
                </a:cubicBezTo>
                <a:cubicBezTo>
                  <a:pt x="33960" y="4898"/>
                  <a:pt x="40286" y="3229"/>
                  <a:pt x="47183" y="3229"/>
                </a:cubicBezTo>
                <a:cubicBezTo>
                  <a:pt x="51181" y="3229"/>
                  <a:pt x="54882" y="3471"/>
                  <a:pt x="58287" y="3954"/>
                </a:cubicBezTo>
                <a:cubicBezTo>
                  <a:pt x="61692" y="4437"/>
                  <a:pt x="65481" y="5316"/>
                  <a:pt x="69655" y="6590"/>
                </a:cubicBezTo>
                <a:close/>
                <a:moveTo>
                  <a:pt x="93977" y="18583"/>
                </a:moveTo>
                <a:cubicBezTo>
                  <a:pt x="94504" y="16255"/>
                  <a:pt x="94878" y="14399"/>
                  <a:pt x="95098" y="13015"/>
                </a:cubicBezTo>
                <a:cubicBezTo>
                  <a:pt x="95317" y="11631"/>
                  <a:pt x="95427" y="10346"/>
                  <a:pt x="95427" y="9160"/>
                </a:cubicBezTo>
                <a:cubicBezTo>
                  <a:pt x="95427" y="7842"/>
                  <a:pt x="95185" y="6842"/>
                  <a:pt x="94702" y="6161"/>
                </a:cubicBezTo>
                <a:cubicBezTo>
                  <a:pt x="94219" y="5481"/>
                  <a:pt x="93527" y="4986"/>
                  <a:pt x="92626" y="4679"/>
                </a:cubicBezTo>
                <a:cubicBezTo>
                  <a:pt x="91726" y="4371"/>
                  <a:pt x="90111" y="4152"/>
                  <a:pt x="87783" y="4020"/>
                </a:cubicBezTo>
                <a:lnTo>
                  <a:pt x="88574" y="593"/>
                </a:lnTo>
                <a:lnTo>
                  <a:pt x="105180" y="0"/>
                </a:lnTo>
                <a:lnTo>
                  <a:pt x="109068" y="0"/>
                </a:lnTo>
                <a:lnTo>
                  <a:pt x="92857" y="72949"/>
                </a:lnTo>
                <a:cubicBezTo>
                  <a:pt x="91890" y="77299"/>
                  <a:pt x="91407" y="80550"/>
                  <a:pt x="91407" y="82702"/>
                </a:cubicBezTo>
                <a:cubicBezTo>
                  <a:pt x="91407" y="84460"/>
                  <a:pt x="91693" y="85734"/>
                  <a:pt x="92264" y="86524"/>
                </a:cubicBezTo>
                <a:cubicBezTo>
                  <a:pt x="92835" y="87315"/>
                  <a:pt x="93736" y="87711"/>
                  <a:pt x="94966" y="87711"/>
                </a:cubicBezTo>
                <a:cubicBezTo>
                  <a:pt x="96284" y="87711"/>
                  <a:pt x="97690" y="87172"/>
                  <a:pt x="99183" y="86096"/>
                </a:cubicBezTo>
                <a:cubicBezTo>
                  <a:pt x="100677" y="85020"/>
                  <a:pt x="102786" y="82966"/>
                  <a:pt x="105509" y="79935"/>
                </a:cubicBezTo>
                <a:lnTo>
                  <a:pt x="109266" y="83625"/>
                </a:lnTo>
                <a:cubicBezTo>
                  <a:pt x="105004" y="88106"/>
                  <a:pt x="101523" y="91170"/>
                  <a:pt x="98821" y="92818"/>
                </a:cubicBezTo>
                <a:cubicBezTo>
                  <a:pt x="96119" y="94465"/>
                  <a:pt x="93099" y="95289"/>
                  <a:pt x="89760" y="95289"/>
                </a:cubicBezTo>
                <a:cubicBezTo>
                  <a:pt x="86904" y="95289"/>
                  <a:pt x="84620" y="94246"/>
                  <a:pt x="82906" y="92159"/>
                </a:cubicBezTo>
                <a:cubicBezTo>
                  <a:pt x="81193" y="90072"/>
                  <a:pt x="80336" y="87403"/>
                  <a:pt x="80336" y="84152"/>
                </a:cubicBezTo>
                <a:cubicBezTo>
                  <a:pt x="80336" y="81209"/>
                  <a:pt x="80951" y="76947"/>
                  <a:pt x="82181" y="71368"/>
                </a:cubicBezTo>
                <a:lnTo>
                  <a:pt x="93977" y="18583"/>
                </a:lnTo>
                <a:close/>
                <a:moveTo>
                  <a:pt x="170875" y="34465"/>
                </a:moveTo>
                <a:lnTo>
                  <a:pt x="176938" y="30116"/>
                </a:lnTo>
                <a:lnTo>
                  <a:pt x="181155" y="31170"/>
                </a:lnTo>
                <a:lnTo>
                  <a:pt x="171468" y="72949"/>
                </a:lnTo>
                <a:cubicBezTo>
                  <a:pt x="170502" y="77123"/>
                  <a:pt x="170019" y="80374"/>
                  <a:pt x="170019" y="82702"/>
                </a:cubicBezTo>
                <a:cubicBezTo>
                  <a:pt x="170019" y="84460"/>
                  <a:pt x="170304" y="85734"/>
                  <a:pt x="170875" y="86524"/>
                </a:cubicBezTo>
                <a:cubicBezTo>
                  <a:pt x="171446" y="87315"/>
                  <a:pt x="172347" y="87711"/>
                  <a:pt x="173577" y="87711"/>
                </a:cubicBezTo>
                <a:cubicBezTo>
                  <a:pt x="174895" y="87711"/>
                  <a:pt x="176301" y="87172"/>
                  <a:pt x="177795" y="86096"/>
                </a:cubicBezTo>
                <a:cubicBezTo>
                  <a:pt x="179288" y="85020"/>
                  <a:pt x="181397" y="82966"/>
                  <a:pt x="184121" y="79935"/>
                </a:cubicBezTo>
                <a:lnTo>
                  <a:pt x="187877" y="83625"/>
                </a:lnTo>
                <a:cubicBezTo>
                  <a:pt x="183923" y="87842"/>
                  <a:pt x="180551" y="90841"/>
                  <a:pt x="177762" y="92620"/>
                </a:cubicBezTo>
                <a:cubicBezTo>
                  <a:pt x="174972" y="94399"/>
                  <a:pt x="171952" y="95289"/>
                  <a:pt x="168701" y="95289"/>
                </a:cubicBezTo>
                <a:cubicBezTo>
                  <a:pt x="165977" y="95289"/>
                  <a:pt x="163802" y="94388"/>
                  <a:pt x="162177" y="92587"/>
                </a:cubicBezTo>
                <a:cubicBezTo>
                  <a:pt x="160551" y="90786"/>
                  <a:pt x="159738" y="88392"/>
                  <a:pt x="159738" y="85404"/>
                </a:cubicBezTo>
                <a:cubicBezTo>
                  <a:pt x="159738" y="82988"/>
                  <a:pt x="160244" y="80418"/>
                  <a:pt x="161254" y="77694"/>
                </a:cubicBezTo>
                <a:lnTo>
                  <a:pt x="160397" y="77431"/>
                </a:lnTo>
                <a:cubicBezTo>
                  <a:pt x="156180" y="83581"/>
                  <a:pt x="152182" y="88084"/>
                  <a:pt x="148404" y="90940"/>
                </a:cubicBezTo>
                <a:cubicBezTo>
                  <a:pt x="144626" y="93795"/>
                  <a:pt x="140628" y="95223"/>
                  <a:pt x="136410" y="95223"/>
                </a:cubicBezTo>
                <a:cubicBezTo>
                  <a:pt x="131578" y="95223"/>
                  <a:pt x="127833" y="93400"/>
                  <a:pt x="125175" y="89753"/>
                </a:cubicBezTo>
                <a:cubicBezTo>
                  <a:pt x="122517" y="86107"/>
                  <a:pt x="121188" y="80989"/>
                  <a:pt x="121188" y="74399"/>
                </a:cubicBezTo>
                <a:cubicBezTo>
                  <a:pt x="121188" y="66843"/>
                  <a:pt x="122671" y="59583"/>
                  <a:pt x="125636" y="52620"/>
                </a:cubicBezTo>
                <a:cubicBezTo>
                  <a:pt x="128601" y="45657"/>
                  <a:pt x="132676" y="40165"/>
                  <a:pt x="137860" y="36145"/>
                </a:cubicBezTo>
                <a:cubicBezTo>
                  <a:pt x="143044" y="32125"/>
                  <a:pt x="148821" y="30116"/>
                  <a:pt x="155191" y="30116"/>
                </a:cubicBezTo>
                <a:cubicBezTo>
                  <a:pt x="158047" y="30116"/>
                  <a:pt x="160716" y="30434"/>
                  <a:pt x="163198" y="31071"/>
                </a:cubicBezTo>
                <a:cubicBezTo>
                  <a:pt x="165680" y="31708"/>
                  <a:pt x="168239" y="32839"/>
                  <a:pt x="170875" y="34465"/>
                </a:cubicBezTo>
                <a:moveTo>
                  <a:pt x="165076" y="54103"/>
                </a:moveTo>
                <a:cubicBezTo>
                  <a:pt x="165472" y="52301"/>
                  <a:pt x="165735" y="50742"/>
                  <a:pt x="165867" y="49424"/>
                </a:cubicBezTo>
                <a:cubicBezTo>
                  <a:pt x="165999" y="48106"/>
                  <a:pt x="166065" y="46678"/>
                  <a:pt x="166065" y="45140"/>
                </a:cubicBezTo>
                <a:cubicBezTo>
                  <a:pt x="166065" y="41758"/>
                  <a:pt x="165340" y="39275"/>
                  <a:pt x="163890" y="37694"/>
                </a:cubicBezTo>
                <a:cubicBezTo>
                  <a:pt x="162440" y="36112"/>
                  <a:pt x="159980" y="35321"/>
                  <a:pt x="156509" y="35321"/>
                </a:cubicBezTo>
                <a:cubicBezTo>
                  <a:pt x="151984" y="35321"/>
                  <a:pt x="147921" y="37145"/>
                  <a:pt x="144318" y="40791"/>
                </a:cubicBezTo>
                <a:cubicBezTo>
                  <a:pt x="140716" y="44437"/>
                  <a:pt x="137904" y="49325"/>
                  <a:pt x="135883" y="55453"/>
                </a:cubicBezTo>
                <a:cubicBezTo>
                  <a:pt x="133862" y="61582"/>
                  <a:pt x="132852" y="67700"/>
                  <a:pt x="132852" y="73806"/>
                </a:cubicBezTo>
                <a:cubicBezTo>
                  <a:pt x="132852" y="78375"/>
                  <a:pt x="133478" y="81791"/>
                  <a:pt x="134730" y="84053"/>
                </a:cubicBezTo>
                <a:cubicBezTo>
                  <a:pt x="135982" y="86316"/>
                  <a:pt x="138080" y="87447"/>
                  <a:pt x="141023" y="87447"/>
                </a:cubicBezTo>
                <a:cubicBezTo>
                  <a:pt x="143923" y="87447"/>
                  <a:pt x="146767" y="86195"/>
                  <a:pt x="149557" y="83691"/>
                </a:cubicBezTo>
                <a:cubicBezTo>
                  <a:pt x="152347" y="81187"/>
                  <a:pt x="155224" y="77617"/>
                  <a:pt x="158190" y="72982"/>
                </a:cubicBezTo>
                <a:cubicBezTo>
                  <a:pt x="161155" y="68348"/>
                  <a:pt x="163253" y="62999"/>
                  <a:pt x="164483" y="56936"/>
                </a:cubicBezTo>
                <a:lnTo>
                  <a:pt x="165076" y="54103"/>
                </a:lnTo>
                <a:close/>
                <a:moveTo>
                  <a:pt x="239101" y="47249"/>
                </a:moveTo>
                <a:cubicBezTo>
                  <a:pt x="238618" y="43339"/>
                  <a:pt x="237333" y="40374"/>
                  <a:pt x="235246" y="38353"/>
                </a:cubicBezTo>
                <a:cubicBezTo>
                  <a:pt x="233159" y="36332"/>
                  <a:pt x="229876" y="35321"/>
                  <a:pt x="225394" y="35321"/>
                </a:cubicBezTo>
                <a:cubicBezTo>
                  <a:pt x="221924" y="35321"/>
                  <a:pt x="219112" y="36211"/>
                  <a:pt x="216959" y="37990"/>
                </a:cubicBezTo>
                <a:cubicBezTo>
                  <a:pt x="214807" y="39770"/>
                  <a:pt x="213730" y="42109"/>
                  <a:pt x="213730" y="45009"/>
                </a:cubicBezTo>
                <a:cubicBezTo>
                  <a:pt x="213730" y="46590"/>
                  <a:pt x="214005" y="47985"/>
                  <a:pt x="214554" y="49193"/>
                </a:cubicBezTo>
                <a:cubicBezTo>
                  <a:pt x="215103" y="50401"/>
                  <a:pt x="216213" y="51730"/>
                  <a:pt x="217882" y="53180"/>
                </a:cubicBezTo>
                <a:cubicBezTo>
                  <a:pt x="219551" y="54630"/>
                  <a:pt x="222143" y="56409"/>
                  <a:pt x="225658" y="58518"/>
                </a:cubicBezTo>
                <a:cubicBezTo>
                  <a:pt x="228426" y="60187"/>
                  <a:pt x="230644" y="61714"/>
                  <a:pt x="232314" y="63098"/>
                </a:cubicBezTo>
                <a:cubicBezTo>
                  <a:pt x="233983" y="64481"/>
                  <a:pt x="235301" y="65854"/>
                  <a:pt x="236268" y="67216"/>
                </a:cubicBezTo>
                <a:cubicBezTo>
                  <a:pt x="237234" y="68578"/>
                  <a:pt x="237937" y="70017"/>
                  <a:pt x="238376" y="71533"/>
                </a:cubicBezTo>
                <a:cubicBezTo>
                  <a:pt x="238816" y="73048"/>
                  <a:pt x="239035" y="74882"/>
                  <a:pt x="239035" y="77035"/>
                </a:cubicBezTo>
                <a:cubicBezTo>
                  <a:pt x="239035" y="80945"/>
                  <a:pt x="237992" y="84295"/>
                  <a:pt x="235905" y="87085"/>
                </a:cubicBezTo>
                <a:cubicBezTo>
                  <a:pt x="233818" y="89874"/>
                  <a:pt x="230985" y="91950"/>
                  <a:pt x="227404" y="93312"/>
                </a:cubicBezTo>
                <a:cubicBezTo>
                  <a:pt x="223824" y="94674"/>
                  <a:pt x="219749" y="95355"/>
                  <a:pt x="215180" y="95355"/>
                </a:cubicBezTo>
                <a:cubicBezTo>
                  <a:pt x="211534" y="95355"/>
                  <a:pt x="207953" y="95080"/>
                  <a:pt x="204439" y="94531"/>
                </a:cubicBezTo>
                <a:cubicBezTo>
                  <a:pt x="200924" y="93982"/>
                  <a:pt x="197014" y="93048"/>
                  <a:pt x="192709" y="91730"/>
                </a:cubicBezTo>
                <a:lnTo>
                  <a:pt x="195872" y="77365"/>
                </a:lnTo>
                <a:lnTo>
                  <a:pt x="201012" y="77365"/>
                </a:lnTo>
                <a:cubicBezTo>
                  <a:pt x="201188" y="81582"/>
                  <a:pt x="202374" y="84767"/>
                  <a:pt x="204571" y="86920"/>
                </a:cubicBezTo>
                <a:cubicBezTo>
                  <a:pt x="206767" y="89073"/>
                  <a:pt x="210260" y="90149"/>
                  <a:pt x="215048" y="90149"/>
                </a:cubicBezTo>
                <a:cubicBezTo>
                  <a:pt x="219222" y="90149"/>
                  <a:pt x="222484" y="89215"/>
                  <a:pt x="224834" y="87348"/>
                </a:cubicBezTo>
                <a:cubicBezTo>
                  <a:pt x="227185" y="85481"/>
                  <a:pt x="228360" y="82834"/>
                  <a:pt x="228360" y="79407"/>
                </a:cubicBezTo>
                <a:cubicBezTo>
                  <a:pt x="228360" y="77431"/>
                  <a:pt x="228030" y="75728"/>
                  <a:pt x="227371" y="74300"/>
                </a:cubicBezTo>
                <a:cubicBezTo>
                  <a:pt x="226712" y="72873"/>
                  <a:pt x="225636" y="71500"/>
                  <a:pt x="224142" y="70182"/>
                </a:cubicBezTo>
                <a:cubicBezTo>
                  <a:pt x="222649" y="68864"/>
                  <a:pt x="220276" y="67216"/>
                  <a:pt x="217025" y="65239"/>
                </a:cubicBezTo>
                <a:cubicBezTo>
                  <a:pt x="213599" y="63175"/>
                  <a:pt x="210930" y="61307"/>
                  <a:pt x="209019" y="59638"/>
                </a:cubicBezTo>
                <a:cubicBezTo>
                  <a:pt x="207108" y="57969"/>
                  <a:pt x="205669" y="56156"/>
                  <a:pt x="204702" y="54201"/>
                </a:cubicBezTo>
                <a:cubicBezTo>
                  <a:pt x="203736" y="52246"/>
                  <a:pt x="203253" y="49995"/>
                  <a:pt x="203253" y="47447"/>
                </a:cubicBezTo>
                <a:cubicBezTo>
                  <a:pt x="203253" y="43976"/>
                  <a:pt x="204186" y="40934"/>
                  <a:pt x="206053" y="38320"/>
                </a:cubicBezTo>
                <a:cubicBezTo>
                  <a:pt x="207920" y="35706"/>
                  <a:pt x="210589" y="33696"/>
                  <a:pt x="214060" y="32290"/>
                </a:cubicBezTo>
                <a:cubicBezTo>
                  <a:pt x="217531" y="30884"/>
                  <a:pt x="221572" y="30181"/>
                  <a:pt x="226185" y="30181"/>
                </a:cubicBezTo>
                <a:cubicBezTo>
                  <a:pt x="230271" y="30181"/>
                  <a:pt x="233994" y="30423"/>
                  <a:pt x="237355" y="30906"/>
                </a:cubicBezTo>
                <a:cubicBezTo>
                  <a:pt x="240716" y="31390"/>
                  <a:pt x="244066" y="32224"/>
                  <a:pt x="247404" y="33410"/>
                </a:cubicBezTo>
                <a:lnTo>
                  <a:pt x="244439" y="47249"/>
                </a:lnTo>
                <a:lnTo>
                  <a:pt x="239101" y="47249"/>
                </a:lnTo>
                <a:close/>
                <a:moveTo>
                  <a:pt x="301561" y="47249"/>
                </a:moveTo>
                <a:cubicBezTo>
                  <a:pt x="301078" y="43339"/>
                  <a:pt x="299793" y="40374"/>
                  <a:pt x="297706" y="38353"/>
                </a:cubicBezTo>
                <a:cubicBezTo>
                  <a:pt x="295619" y="36332"/>
                  <a:pt x="292335" y="35321"/>
                  <a:pt x="287854" y="35321"/>
                </a:cubicBezTo>
                <a:cubicBezTo>
                  <a:pt x="284383" y="35321"/>
                  <a:pt x="281572" y="36211"/>
                  <a:pt x="279419" y="37990"/>
                </a:cubicBezTo>
                <a:cubicBezTo>
                  <a:pt x="277266" y="39770"/>
                  <a:pt x="276190" y="42109"/>
                  <a:pt x="276190" y="45009"/>
                </a:cubicBezTo>
                <a:cubicBezTo>
                  <a:pt x="276190" y="46590"/>
                  <a:pt x="276465" y="47985"/>
                  <a:pt x="277014" y="49193"/>
                </a:cubicBezTo>
                <a:cubicBezTo>
                  <a:pt x="277563" y="50401"/>
                  <a:pt x="278672" y="51730"/>
                  <a:pt x="280342" y="53180"/>
                </a:cubicBezTo>
                <a:cubicBezTo>
                  <a:pt x="282011" y="54630"/>
                  <a:pt x="284603" y="56409"/>
                  <a:pt x="288118" y="58518"/>
                </a:cubicBezTo>
                <a:cubicBezTo>
                  <a:pt x="290885" y="60187"/>
                  <a:pt x="293104" y="61714"/>
                  <a:pt x="294773" y="63098"/>
                </a:cubicBezTo>
                <a:cubicBezTo>
                  <a:pt x="296443" y="64481"/>
                  <a:pt x="297761" y="65854"/>
                  <a:pt x="298727" y="67216"/>
                </a:cubicBezTo>
                <a:cubicBezTo>
                  <a:pt x="299694" y="68578"/>
                  <a:pt x="300397" y="70017"/>
                  <a:pt x="300836" y="71533"/>
                </a:cubicBezTo>
                <a:cubicBezTo>
                  <a:pt x="301275" y="73048"/>
                  <a:pt x="301495" y="74882"/>
                  <a:pt x="301495" y="77035"/>
                </a:cubicBezTo>
                <a:cubicBezTo>
                  <a:pt x="301495" y="80945"/>
                  <a:pt x="300451" y="84295"/>
                  <a:pt x="298365" y="87085"/>
                </a:cubicBezTo>
                <a:cubicBezTo>
                  <a:pt x="296278" y="89874"/>
                  <a:pt x="293444" y="91950"/>
                  <a:pt x="289864" y="93312"/>
                </a:cubicBezTo>
                <a:cubicBezTo>
                  <a:pt x="286283" y="94674"/>
                  <a:pt x="282209" y="95355"/>
                  <a:pt x="277640" y="95355"/>
                </a:cubicBezTo>
                <a:cubicBezTo>
                  <a:pt x="273993" y="95355"/>
                  <a:pt x="270413" y="95080"/>
                  <a:pt x="266898" y="94531"/>
                </a:cubicBezTo>
                <a:cubicBezTo>
                  <a:pt x="263384" y="93982"/>
                  <a:pt x="259474" y="93048"/>
                  <a:pt x="255168" y="91730"/>
                </a:cubicBezTo>
                <a:lnTo>
                  <a:pt x="258331" y="77365"/>
                </a:lnTo>
                <a:lnTo>
                  <a:pt x="263472" y="77365"/>
                </a:lnTo>
                <a:cubicBezTo>
                  <a:pt x="263647" y="81582"/>
                  <a:pt x="264833" y="84767"/>
                  <a:pt x="267030" y="86920"/>
                </a:cubicBezTo>
                <a:cubicBezTo>
                  <a:pt x="269227" y="89073"/>
                  <a:pt x="272719" y="90149"/>
                  <a:pt x="277508" y="90149"/>
                </a:cubicBezTo>
                <a:cubicBezTo>
                  <a:pt x="281681" y="90149"/>
                  <a:pt x="284943" y="89215"/>
                  <a:pt x="287294" y="87348"/>
                </a:cubicBezTo>
                <a:cubicBezTo>
                  <a:pt x="289644" y="85481"/>
                  <a:pt x="290819" y="82834"/>
                  <a:pt x="290819" y="79407"/>
                </a:cubicBezTo>
                <a:cubicBezTo>
                  <a:pt x="290819" y="77431"/>
                  <a:pt x="290490" y="75728"/>
                  <a:pt x="289831" y="74300"/>
                </a:cubicBezTo>
                <a:cubicBezTo>
                  <a:pt x="289172" y="72873"/>
                  <a:pt x="288096" y="71500"/>
                  <a:pt x="286602" y="70182"/>
                </a:cubicBezTo>
                <a:cubicBezTo>
                  <a:pt x="285108" y="68864"/>
                  <a:pt x="282736" y="67216"/>
                  <a:pt x="279485" y="65239"/>
                </a:cubicBezTo>
                <a:cubicBezTo>
                  <a:pt x="276058" y="63175"/>
                  <a:pt x="273389" y="61307"/>
                  <a:pt x="271478" y="59638"/>
                </a:cubicBezTo>
                <a:cubicBezTo>
                  <a:pt x="269567" y="57969"/>
                  <a:pt x="268128" y="56156"/>
                  <a:pt x="267162" y="54201"/>
                </a:cubicBezTo>
                <a:cubicBezTo>
                  <a:pt x="266195" y="52246"/>
                  <a:pt x="265712" y="49995"/>
                  <a:pt x="265712" y="47447"/>
                </a:cubicBezTo>
                <a:cubicBezTo>
                  <a:pt x="265712" y="43976"/>
                  <a:pt x="266646" y="40934"/>
                  <a:pt x="268513" y="38320"/>
                </a:cubicBezTo>
                <a:cubicBezTo>
                  <a:pt x="270380" y="35706"/>
                  <a:pt x="273049" y="33696"/>
                  <a:pt x="276519" y="32290"/>
                </a:cubicBezTo>
                <a:cubicBezTo>
                  <a:pt x="279990" y="30884"/>
                  <a:pt x="284032" y="30181"/>
                  <a:pt x="288645" y="30181"/>
                </a:cubicBezTo>
                <a:cubicBezTo>
                  <a:pt x="292730" y="30181"/>
                  <a:pt x="296454" y="30423"/>
                  <a:pt x="299814" y="30906"/>
                </a:cubicBezTo>
                <a:cubicBezTo>
                  <a:pt x="303175" y="31390"/>
                  <a:pt x="306525" y="32224"/>
                  <a:pt x="309864" y="33410"/>
                </a:cubicBezTo>
                <a:lnTo>
                  <a:pt x="306899" y="47249"/>
                </a:lnTo>
                <a:lnTo>
                  <a:pt x="301561" y="472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Text !">
            <a:extLst xmlns:a="http://schemas.openxmlformats.org/drawingml/2006/main">
              <a:ext uri="{FF2B5EF4-FFF2-40B4-BE49-F238E27FC236}">
                <a16:creationId xmlns:a16="http://schemas.microsoft.com/office/drawing/2014/main" id="{ED63D414-BC2F-4E6D-B76D-E2A2602D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295" y="2967119"/>
            <a:ext cx="41911" cy="63658"/>
          </a:xfrm>
          <a:custGeom xmlns:a="http://schemas.openxmlformats.org/drawingml/2006/main">
            <a:pathLst>
              <a:path w="41911" h="63658">
                <a:moveTo>
                  <a:pt x="27084" y="50610"/>
                </a:moveTo>
                <a:cubicBezTo>
                  <a:pt x="27084" y="51631"/>
                  <a:pt x="27117" y="52513"/>
                  <a:pt x="27183" y="53254"/>
                </a:cubicBezTo>
                <a:cubicBezTo>
                  <a:pt x="27249" y="53995"/>
                  <a:pt x="27356" y="54621"/>
                  <a:pt x="27504" y="55132"/>
                </a:cubicBezTo>
                <a:cubicBezTo>
                  <a:pt x="27653" y="55643"/>
                  <a:pt x="27850" y="56079"/>
                  <a:pt x="28097" y="56442"/>
                </a:cubicBezTo>
                <a:cubicBezTo>
                  <a:pt x="28345" y="56804"/>
                  <a:pt x="28633" y="57117"/>
                  <a:pt x="28962" y="57381"/>
                </a:cubicBezTo>
                <a:cubicBezTo>
                  <a:pt x="29358" y="57776"/>
                  <a:pt x="29885" y="58081"/>
                  <a:pt x="30544" y="58295"/>
                </a:cubicBezTo>
                <a:cubicBezTo>
                  <a:pt x="31203" y="58509"/>
                  <a:pt x="32043" y="58691"/>
                  <a:pt x="33064" y="58839"/>
                </a:cubicBezTo>
                <a:cubicBezTo>
                  <a:pt x="34086" y="58987"/>
                  <a:pt x="35313" y="59103"/>
                  <a:pt x="36747" y="59185"/>
                </a:cubicBezTo>
                <a:cubicBezTo>
                  <a:pt x="38180" y="59267"/>
                  <a:pt x="39901" y="59325"/>
                  <a:pt x="41911" y="59358"/>
                </a:cubicBezTo>
                <a:lnTo>
                  <a:pt x="41911" y="63658"/>
                </a:lnTo>
                <a:lnTo>
                  <a:pt x="2718" y="63658"/>
                </a:lnTo>
                <a:lnTo>
                  <a:pt x="2718" y="59358"/>
                </a:lnTo>
                <a:cubicBezTo>
                  <a:pt x="4662" y="59292"/>
                  <a:pt x="6310" y="59218"/>
                  <a:pt x="7661" y="59135"/>
                </a:cubicBezTo>
                <a:cubicBezTo>
                  <a:pt x="9012" y="59053"/>
                  <a:pt x="10165" y="58938"/>
                  <a:pt x="11120" y="58790"/>
                </a:cubicBezTo>
                <a:cubicBezTo>
                  <a:pt x="12076" y="58641"/>
                  <a:pt x="12842" y="58477"/>
                  <a:pt x="13419" y="58295"/>
                </a:cubicBezTo>
                <a:cubicBezTo>
                  <a:pt x="13995" y="58114"/>
                  <a:pt x="14498" y="57892"/>
                  <a:pt x="14926" y="57628"/>
                </a:cubicBezTo>
                <a:cubicBezTo>
                  <a:pt x="15387" y="57332"/>
                  <a:pt x="15783" y="57010"/>
                  <a:pt x="16112" y="56664"/>
                </a:cubicBezTo>
                <a:cubicBezTo>
                  <a:pt x="16442" y="56318"/>
                  <a:pt x="16705" y="55882"/>
                  <a:pt x="16903" y="55355"/>
                </a:cubicBezTo>
                <a:cubicBezTo>
                  <a:pt x="17101" y="54827"/>
                  <a:pt x="17257" y="54185"/>
                  <a:pt x="17372" y="53427"/>
                </a:cubicBezTo>
                <a:cubicBezTo>
                  <a:pt x="17488" y="52669"/>
                  <a:pt x="17545" y="51730"/>
                  <a:pt x="17545" y="50610"/>
                </a:cubicBezTo>
                <a:lnTo>
                  <a:pt x="17545" y="15173"/>
                </a:lnTo>
                <a:cubicBezTo>
                  <a:pt x="17545" y="13888"/>
                  <a:pt x="17298" y="12982"/>
                  <a:pt x="16804" y="12455"/>
                </a:cubicBezTo>
                <a:cubicBezTo>
                  <a:pt x="16310" y="11928"/>
                  <a:pt x="15601" y="11664"/>
                  <a:pt x="14679" y="11664"/>
                </a:cubicBezTo>
                <a:cubicBezTo>
                  <a:pt x="13657" y="11664"/>
                  <a:pt x="12142" y="12191"/>
                  <a:pt x="10132" y="13246"/>
                </a:cubicBezTo>
                <a:cubicBezTo>
                  <a:pt x="8122" y="14300"/>
                  <a:pt x="5519" y="15865"/>
                  <a:pt x="2323" y="17941"/>
                </a:cubicBezTo>
                <a:cubicBezTo>
                  <a:pt x="1895" y="17183"/>
                  <a:pt x="1499" y="16425"/>
                  <a:pt x="1137" y="15667"/>
                </a:cubicBezTo>
                <a:cubicBezTo>
                  <a:pt x="774" y="14909"/>
                  <a:pt x="395" y="14135"/>
                  <a:pt x="0" y="13344"/>
                </a:cubicBezTo>
                <a:cubicBezTo>
                  <a:pt x="4086" y="11104"/>
                  <a:pt x="8130" y="8872"/>
                  <a:pt x="12134" y="6647"/>
                </a:cubicBezTo>
                <a:cubicBezTo>
                  <a:pt x="16137" y="4423"/>
                  <a:pt x="20198" y="2208"/>
                  <a:pt x="24316" y="0"/>
                </a:cubicBezTo>
                <a:lnTo>
                  <a:pt x="27331" y="0"/>
                </a:lnTo>
                <a:cubicBezTo>
                  <a:pt x="27265" y="1812"/>
                  <a:pt x="27216" y="3435"/>
                  <a:pt x="27183" y="4868"/>
                </a:cubicBezTo>
                <a:cubicBezTo>
                  <a:pt x="27150" y="6302"/>
                  <a:pt x="27125" y="7694"/>
                  <a:pt x="27109" y="9045"/>
                </a:cubicBezTo>
                <a:cubicBezTo>
                  <a:pt x="27092" y="10395"/>
                  <a:pt x="27084" y="11730"/>
                  <a:pt x="27084" y="13048"/>
                </a:cubicBezTo>
                <a:lnTo>
                  <a:pt x="27084" y="506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Text 𝐶𝑙𝑎𝑠𝑠">
            <a:extLst xmlns:a="http://schemas.openxmlformats.org/drawingml/2006/main">
              <a:ext uri="{FF2B5EF4-FFF2-40B4-BE49-F238E27FC236}">
                <a16:creationId xmlns:a16="http://schemas.microsoft.com/office/drawing/2014/main" id="{4E60FF7F-9B57-4E5D-9053-1B7380F9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1146" y="2910630"/>
            <a:ext cx="309864" cy="95355"/>
          </a:xfrm>
          <a:custGeom xmlns:a="http://schemas.openxmlformats.org/drawingml/2006/main">
            <a:pathLst>
              <a:path w="309864" h="95355">
                <a:moveTo>
                  <a:pt x="69655" y="6590"/>
                </a:moveTo>
                <a:lnTo>
                  <a:pt x="65701" y="24448"/>
                </a:lnTo>
                <a:lnTo>
                  <a:pt x="59374" y="24448"/>
                </a:lnTo>
                <a:cubicBezTo>
                  <a:pt x="59023" y="19045"/>
                  <a:pt x="57848" y="15146"/>
                  <a:pt x="55849" y="12751"/>
                </a:cubicBezTo>
                <a:cubicBezTo>
                  <a:pt x="53850" y="10357"/>
                  <a:pt x="50632" y="9160"/>
                  <a:pt x="46195" y="9160"/>
                </a:cubicBezTo>
                <a:cubicBezTo>
                  <a:pt x="40132" y="9160"/>
                  <a:pt x="34498" y="12191"/>
                  <a:pt x="29292" y="18254"/>
                </a:cubicBezTo>
                <a:cubicBezTo>
                  <a:pt x="24086" y="24316"/>
                  <a:pt x="19967" y="32323"/>
                  <a:pt x="16936" y="42274"/>
                </a:cubicBezTo>
                <a:cubicBezTo>
                  <a:pt x="13905" y="52224"/>
                  <a:pt x="12389" y="61461"/>
                  <a:pt x="12389" y="69984"/>
                </a:cubicBezTo>
                <a:cubicBezTo>
                  <a:pt x="12389" y="76662"/>
                  <a:pt x="13575" y="81582"/>
                  <a:pt x="15947" y="84745"/>
                </a:cubicBezTo>
                <a:cubicBezTo>
                  <a:pt x="18320" y="87908"/>
                  <a:pt x="21966" y="89490"/>
                  <a:pt x="26887" y="89490"/>
                </a:cubicBezTo>
                <a:cubicBezTo>
                  <a:pt x="30181" y="89490"/>
                  <a:pt x="33059" y="88996"/>
                  <a:pt x="35519" y="88007"/>
                </a:cubicBezTo>
                <a:cubicBezTo>
                  <a:pt x="37979" y="87019"/>
                  <a:pt x="40286" y="85349"/>
                  <a:pt x="42439" y="82999"/>
                </a:cubicBezTo>
                <a:cubicBezTo>
                  <a:pt x="44591" y="80649"/>
                  <a:pt x="46722" y="77365"/>
                  <a:pt x="48831" y="73147"/>
                </a:cubicBezTo>
                <a:lnTo>
                  <a:pt x="55157" y="73147"/>
                </a:lnTo>
                <a:lnTo>
                  <a:pt x="51137" y="91862"/>
                </a:lnTo>
                <a:cubicBezTo>
                  <a:pt x="42922" y="94147"/>
                  <a:pt x="34311" y="95289"/>
                  <a:pt x="25305" y="95289"/>
                </a:cubicBezTo>
                <a:cubicBezTo>
                  <a:pt x="17046" y="95289"/>
                  <a:pt x="10763" y="92917"/>
                  <a:pt x="6458" y="88172"/>
                </a:cubicBezTo>
                <a:cubicBezTo>
                  <a:pt x="2153" y="83427"/>
                  <a:pt x="0" y="76486"/>
                  <a:pt x="0" y="67348"/>
                </a:cubicBezTo>
                <a:cubicBezTo>
                  <a:pt x="0" y="60890"/>
                  <a:pt x="1153" y="53444"/>
                  <a:pt x="3460" y="45009"/>
                </a:cubicBezTo>
                <a:cubicBezTo>
                  <a:pt x="5766" y="36574"/>
                  <a:pt x="9028" y="29171"/>
                  <a:pt x="13246" y="22801"/>
                </a:cubicBezTo>
                <a:cubicBezTo>
                  <a:pt x="17463" y="16431"/>
                  <a:pt x="22449" y="11576"/>
                  <a:pt x="28204" y="8237"/>
                </a:cubicBezTo>
                <a:cubicBezTo>
                  <a:pt x="33960" y="4898"/>
                  <a:pt x="40286" y="3229"/>
                  <a:pt x="47183" y="3229"/>
                </a:cubicBezTo>
                <a:cubicBezTo>
                  <a:pt x="51181" y="3229"/>
                  <a:pt x="54882" y="3471"/>
                  <a:pt x="58287" y="3954"/>
                </a:cubicBezTo>
                <a:cubicBezTo>
                  <a:pt x="61692" y="4437"/>
                  <a:pt x="65481" y="5316"/>
                  <a:pt x="69655" y="6590"/>
                </a:cubicBezTo>
                <a:close/>
                <a:moveTo>
                  <a:pt x="93977" y="18583"/>
                </a:moveTo>
                <a:cubicBezTo>
                  <a:pt x="94504" y="16255"/>
                  <a:pt x="94878" y="14399"/>
                  <a:pt x="95098" y="13015"/>
                </a:cubicBezTo>
                <a:cubicBezTo>
                  <a:pt x="95317" y="11631"/>
                  <a:pt x="95427" y="10346"/>
                  <a:pt x="95427" y="9160"/>
                </a:cubicBezTo>
                <a:cubicBezTo>
                  <a:pt x="95427" y="7842"/>
                  <a:pt x="95185" y="6842"/>
                  <a:pt x="94702" y="6161"/>
                </a:cubicBezTo>
                <a:cubicBezTo>
                  <a:pt x="94219" y="5481"/>
                  <a:pt x="93527" y="4986"/>
                  <a:pt x="92626" y="4679"/>
                </a:cubicBezTo>
                <a:cubicBezTo>
                  <a:pt x="91726" y="4371"/>
                  <a:pt x="90111" y="4152"/>
                  <a:pt x="87783" y="4020"/>
                </a:cubicBezTo>
                <a:lnTo>
                  <a:pt x="88574" y="593"/>
                </a:lnTo>
                <a:lnTo>
                  <a:pt x="105180" y="0"/>
                </a:lnTo>
                <a:lnTo>
                  <a:pt x="109068" y="0"/>
                </a:lnTo>
                <a:lnTo>
                  <a:pt x="92857" y="72949"/>
                </a:lnTo>
                <a:cubicBezTo>
                  <a:pt x="91890" y="77299"/>
                  <a:pt x="91407" y="80550"/>
                  <a:pt x="91407" y="82702"/>
                </a:cubicBezTo>
                <a:cubicBezTo>
                  <a:pt x="91407" y="84460"/>
                  <a:pt x="91693" y="85734"/>
                  <a:pt x="92264" y="86524"/>
                </a:cubicBezTo>
                <a:cubicBezTo>
                  <a:pt x="92835" y="87315"/>
                  <a:pt x="93736" y="87711"/>
                  <a:pt x="94966" y="87711"/>
                </a:cubicBezTo>
                <a:cubicBezTo>
                  <a:pt x="96284" y="87711"/>
                  <a:pt x="97690" y="87172"/>
                  <a:pt x="99183" y="86096"/>
                </a:cubicBezTo>
                <a:cubicBezTo>
                  <a:pt x="100677" y="85020"/>
                  <a:pt x="102786" y="82966"/>
                  <a:pt x="105509" y="79935"/>
                </a:cubicBezTo>
                <a:lnTo>
                  <a:pt x="109266" y="83625"/>
                </a:lnTo>
                <a:cubicBezTo>
                  <a:pt x="105004" y="88106"/>
                  <a:pt x="101523" y="91170"/>
                  <a:pt x="98821" y="92818"/>
                </a:cubicBezTo>
                <a:cubicBezTo>
                  <a:pt x="96119" y="94465"/>
                  <a:pt x="93099" y="95289"/>
                  <a:pt x="89760" y="95289"/>
                </a:cubicBezTo>
                <a:cubicBezTo>
                  <a:pt x="86904" y="95289"/>
                  <a:pt x="84620" y="94246"/>
                  <a:pt x="82906" y="92159"/>
                </a:cubicBezTo>
                <a:cubicBezTo>
                  <a:pt x="81193" y="90072"/>
                  <a:pt x="80336" y="87403"/>
                  <a:pt x="80336" y="84152"/>
                </a:cubicBezTo>
                <a:cubicBezTo>
                  <a:pt x="80336" y="81209"/>
                  <a:pt x="80951" y="76947"/>
                  <a:pt x="82181" y="71368"/>
                </a:cubicBezTo>
                <a:lnTo>
                  <a:pt x="93977" y="18583"/>
                </a:lnTo>
                <a:close/>
                <a:moveTo>
                  <a:pt x="170875" y="34465"/>
                </a:moveTo>
                <a:lnTo>
                  <a:pt x="176937" y="30116"/>
                </a:lnTo>
                <a:lnTo>
                  <a:pt x="181155" y="31170"/>
                </a:lnTo>
                <a:lnTo>
                  <a:pt x="171468" y="72949"/>
                </a:lnTo>
                <a:cubicBezTo>
                  <a:pt x="170501" y="77123"/>
                  <a:pt x="170018" y="80374"/>
                  <a:pt x="170018" y="82702"/>
                </a:cubicBezTo>
                <a:cubicBezTo>
                  <a:pt x="170018" y="84460"/>
                  <a:pt x="170303" y="85734"/>
                  <a:pt x="170875" y="86524"/>
                </a:cubicBezTo>
                <a:cubicBezTo>
                  <a:pt x="171446" y="87315"/>
                  <a:pt x="172346" y="87711"/>
                  <a:pt x="173576" y="87711"/>
                </a:cubicBezTo>
                <a:cubicBezTo>
                  <a:pt x="174894" y="87711"/>
                  <a:pt x="176300" y="87172"/>
                  <a:pt x="177794" y="86096"/>
                </a:cubicBezTo>
                <a:cubicBezTo>
                  <a:pt x="179288" y="85020"/>
                  <a:pt x="181396" y="82966"/>
                  <a:pt x="184120" y="79935"/>
                </a:cubicBezTo>
                <a:lnTo>
                  <a:pt x="187876" y="83625"/>
                </a:lnTo>
                <a:cubicBezTo>
                  <a:pt x="183922" y="87842"/>
                  <a:pt x="180551" y="90841"/>
                  <a:pt x="177761" y="92620"/>
                </a:cubicBezTo>
                <a:cubicBezTo>
                  <a:pt x="174971" y="94399"/>
                  <a:pt x="171951" y="95289"/>
                  <a:pt x="168700" y="95289"/>
                </a:cubicBezTo>
                <a:cubicBezTo>
                  <a:pt x="165976" y="95289"/>
                  <a:pt x="163802" y="94388"/>
                  <a:pt x="162176" y="92587"/>
                </a:cubicBezTo>
                <a:cubicBezTo>
                  <a:pt x="160551" y="90786"/>
                  <a:pt x="159738" y="88392"/>
                  <a:pt x="159738" y="85404"/>
                </a:cubicBezTo>
                <a:cubicBezTo>
                  <a:pt x="159738" y="82988"/>
                  <a:pt x="160243" y="80418"/>
                  <a:pt x="161253" y="77694"/>
                </a:cubicBezTo>
                <a:lnTo>
                  <a:pt x="160397" y="77431"/>
                </a:lnTo>
                <a:cubicBezTo>
                  <a:pt x="156179" y="83581"/>
                  <a:pt x="152181" y="88084"/>
                  <a:pt x="148403" y="90940"/>
                </a:cubicBezTo>
                <a:cubicBezTo>
                  <a:pt x="144625" y="93795"/>
                  <a:pt x="140627" y="95223"/>
                  <a:pt x="136410" y="95223"/>
                </a:cubicBezTo>
                <a:cubicBezTo>
                  <a:pt x="131577" y="95223"/>
                  <a:pt x="127832" y="93400"/>
                  <a:pt x="125174" y="89753"/>
                </a:cubicBezTo>
                <a:cubicBezTo>
                  <a:pt x="122516" y="86107"/>
                  <a:pt x="121187" y="80989"/>
                  <a:pt x="121187" y="74399"/>
                </a:cubicBezTo>
                <a:cubicBezTo>
                  <a:pt x="121187" y="66843"/>
                  <a:pt x="122670" y="59583"/>
                  <a:pt x="125635" y="52620"/>
                </a:cubicBezTo>
                <a:cubicBezTo>
                  <a:pt x="128601" y="45657"/>
                  <a:pt x="132676" y="40165"/>
                  <a:pt x="137860" y="36145"/>
                </a:cubicBezTo>
                <a:cubicBezTo>
                  <a:pt x="143044" y="32125"/>
                  <a:pt x="148821" y="30116"/>
                  <a:pt x="155191" y="30116"/>
                </a:cubicBezTo>
                <a:cubicBezTo>
                  <a:pt x="158046" y="30116"/>
                  <a:pt x="160715" y="30434"/>
                  <a:pt x="163197" y="31071"/>
                </a:cubicBezTo>
                <a:cubicBezTo>
                  <a:pt x="165680" y="31708"/>
                  <a:pt x="168239" y="32839"/>
                  <a:pt x="170875" y="34465"/>
                </a:cubicBezTo>
                <a:moveTo>
                  <a:pt x="165076" y="54103"/>
                </a:moveTo>
                <a:cubicBezTo>
                  <a:pt x="165471" y="52301"/>
                  <a:pt x="165735" y="50742"/>
                  <a:pt x="165866" y="49424"/>
                </a:cubicBezTo>
                <a:cubicBezTo>
                  <a:pt x="165998" y="48106"/>
                  <a:pt x="166064" y="46678"/>
                  <a:pt x="166064" y="45140"/>
                </a:cubicBezTo>
                <a:cubicBezTo>
                  <a:pt x="166064" y="41758"/>
                  <a:pt x="165339" y="39275"/>
                  <a:pt x="163889" y="37694"/>
                </a:cubicBezTo>
                <a:cubicBezTo>
                  <a:pt x="162440" y="36112"/>
                  <a:pt x="159979" y="35321"/>
                  <a:pt x="156509" y="35321"/>
                </a:cubicBezTo>
                <a:cubicBezTo>
                  <a:pt x="151984" y="35321"/>
                  <a:pt x="147920" y="37145"/>
                  <a:pt x="144318" y="40791"/>
                </a:cubicBezTo>
                <a:cubicBezTo>
                  <a:pt x="140715" y="44437"/>
                  <a:pt x="137904" y="49325"/>
                  <a:pt x="135883" y="55453"/>
                </a:cubicBezTo>
                <a:cubicBezTo>
                  <a:pt x="133862" y="61582"/>
                  <a:pt x="132851" y="67700"/>
                  <a:pt x="132851" y="73806"/>
                </a:cubicBezTo>
                <a:cubicBezTo>
                  <a:pt x="132851" y="78375"/>
                  <a:pt x="133477" y="81791"/>
                  <a:pt x="134729" y="84053"/>
                </a:cubicBezTo>
                <a:cubicBezTo>
                  <a:pt x="135981" y="86316"/>
                  <a:pt x="138079" y="87447"/>
                  <a:pt x="141023" y="87447"/>
                </a:cubicBezTo>
                <a:cubicBezTo>
                  <a:pt x="143922" y="87447"/>
                  <a:pt x="146767" y="86195"/>
                  <a:pt x="149557" y="83691"/>
                </a:cubicBezTo>
                <a:cubicBezTo>
                  <a:pt x="152346" y="81187"/>
                  <a:pt x="155224" y="77617"/>
                  <a:pt x="158189" y="72982"/>
                </a:cubicBezTo>
                <a:cubicBezTo>
                  <a:pt x="161155" y="68348"/>
                  <a:pt x="163252" y="62999"/>
                  <a:pt x="164482" y="56936"/>
                </a:cubicBezTo>
                <a:lnTo>
                  <a:pt x="165076" y="54103"/>
                </a:lnTo>
                <a:close/>
                <a:moveTo>
                  <a:pt x="239100" y="47249"/>
                </a:moveTo>
                <a:cubicBezTo>
                  <a:pt x="238617" y="43339"/>
                  <a:pt x="237332" y="40374"/>
                  <a:pt x="235245" y="38353"/>
                </a:cubicBezTo>
                <a:cubicBezTo>
                  <a:pt x="233159" y="36332"/>
                  <a:pt x="229875" y="35321"/>
                  <a:pt x="225394" y="35321"/>
                </a:cubicBezTo>
                <a:cubicBezTo>
                  <a:pt x="221923" y="35321"/>
                  <a:pt x="219111" y="36211"/>
                  <a:pt x="216959" y="37990"/>
                </a:cubicBezTo>
                <a:cubicBezTo>
                  <a:pt x="214806" y="39770"/>
                  <a:pt x="213730" y="42109"/>
                  <a:pt x="213730" y="45009"/>
                </a:cubicBezTo>
                <a:cubicBezTo>
                  <a:pt x="213730" y="46590"/>
                  <a:pt x="214004" y="47985"/>
                  <a:pt x="214553" y="49193"/>
                </a:cubicBezTo>
                <a:cubicBezTo>
                  <a:pt x="215102" y="50401"/>
                  <a:pt x="216212" y="51730"/>
                  <a:pt x="217881" y="53180"/>
                </a:cubicBezTo>
                <a:cubicBezTo>
                  <a:pt x="219551" y="54630"/>
                  <a:pt x="222143" y="56409"/>
                  <a:pt x="225657" y="58518"/>
                </a:cubicBezTo>
                <a:cubicBezTo>
                  <a:pt x="228425" y="60187"/>
                  <a:pt x="230643" y="61714"/>
                  <a:pt x="232313" y="63098"/>
                </a:cubicBezTo>
                <a:cubicBezTo>
                  <a:pt x="233982" y="64481"/>
                  <a:pt x="235300" y="65854"/>
                  <a:pt x="236267" y="67216"/>
                </a:cubicBezTo>
                <a:cubicBezTo>
                  <a:pt x="237233" y="68578"/>
                  <a:pt x="237936" y="70017"/>
                  <a:pt x="238376" y="71533"/>
                </a:cubicBezTo>
                <a:cubicBezTo>
                  <a:pt x="238815" y="73048"/>
                  <a:pt x="239035" y="74882"/>
                  <a:pt x="239035" y="77035"/>
                </a:cubicBezTo>
                <a:cubicBezTo>
                  <a:pt x="239035" y="80945"/>
                  <a:pt x="237991" y="84295"/>
                  <a:pt x="235904" y="87085"/>
                </a:cubicBezTo>
                <a:cubicBezTo>
                  <a:pt x="233818" y="89874"/>
                  <a:pt x="230984" y="91950"/>
                  <a:pt x="227403" y="93312"/>
                </a:cubicBezTo>
                <a:cubicBezTo>
                  <a:pt x="223823" y="94674"/>
                  <a:pt x="219748" y="95355"/>
                  <a:pt x="215179" y="95355"/>
                </a:cubicBezTo>
                <a:cubicBezTo>
                  <a:pt x="211533" y="95355"/>
                  <a:pt x="207952" y="95080"/>
                  <a:pt x="204438" y="94531"/>
                </a:cubicBezTo>
                <a:cubicBezTo>
                  <a:pt x="200923" y="93982"/>
                  <a:pt x="197013" y="93048"/>
                  <a:pt x="192708" y="91730"/>
                </a:cubicBezTo>
                <a:lnTo>
                  <a:pt x="195871" y="77365"/>
                </a:lnTo>
                <a:lnTo>
                  <a:pt x="201011" y="77365"/>
                </a:lnTo>
                <a:cubicBezTo>
                  <a:pt x="201187" y="81582"/>
                  <a:pt x="202373" y="84767"/>
                  <a:pt x="204570" y="86920"/>
                </a:cubicBezTo>
                <a:cubicBezTo>
                  <a:pt x="206766" y="89073"/>
                  <a:pt x="210259" y="90149"/>
                  <a:pt x="215048" y="90149"/>
                </a:cubicBezTo>
                <a:cubicBezTo>
                  <a:pt x="219221" y="90149"/>
                  <a:pt x="222483" y="89215"/>
                  <a:pt x="224833" y="87348"/>
                </a:cubicBezTo>
                <a:cubicBezTo>
                  <a:pt x="227184" y="85481"/>
                  <a:pt x="228359" y="82834"/>
                  <a:pt x="228359" y="79407"/>
                </a:cubicBezTo>
                <a:cubicBezTo>
                  <a:pt x="228359" y="77431"/>
                  <a:pt x="228029" y="75728"/>
                  <a:pt x="227371" y="74300"/>
                </a:cubicBezTo>
                <a:cubicBezTo>
                  <a:pt x="226712" y="72873"/>
                  <a:pt x="225635" y="71500"/>
                  <a:pt x="224141" y="70182"/>
                </a:cubicBezTo>
                <a:cubicBezTo>
                  <a:pt x="222648" y="68864"/>
                  <a:pt x="220275" y="67216"/>
                  <a:pt x="217024" y="65239"/>
                </a:cubicBezTo>
                <a:cubicBezTo>
                  <a:pt x="213598" y="63175"/>
                  <a:pt x="210929" y="61307"/>
                  <a:pt x="209018" y="59638"/>
                </a:cubicBezTo>
                <a:cubicBezTo>
                  <a:pt x="207107" y="57969"/>
                  <a:pt x="205668" y="56156"/>
                  <a:pt x="204701" y="54201"/>
                </a:cubicBezTo>
                <a:cubicBezTo>
                  <a:pt x="203735" y="52246"/>
                  <a:pt x="203252" y="49995"/>
                  <a:pt x="203252" y="47447"/>
                </a:cubicBezTo>
                <a:cubicBezTo>
                  <a:pt x="203252" y="43976"/>
                  <a:pt x="204185" y="40934"/>
                  <a:pt x="206052" y="38320"/>
                </a:cubicBezTo>
                <a:cubicBezTo>
                  <a:pt x="207920" y="35706"/>
                  <a:pt x="210588" y="33696"/>
                  <a:pt x="214059" y="32290"/>
                </a:cubicBezTo>
                <a:cubicBezTo>
                  <a:pt x="217530" y="30884"/>
                  <a:pt x="221571" y="30181"/>
                  <a:pt x="226184" y="30181"/>
                </a:cubicBezTo>
                <a:cubicBezTo>
                  <a:pt x="230270" y="30181"/>
                  <a:pt x="233993" y="30423"/>
                  <a:pt x="237354" y="30906"/>
                </a:cubicBezTo>
                <a:cubicBezTo>
                  <a:pt x="240715" y="31390"/>
                  <a:pt x="244065" y="32224"/>
                  <a:pt x="247404" y="33410"/>
                </a:cubicBezTo>
                <a:lnTo>
                  <a:pt x="244438" y="47249"/>
                </a:lnTo>
                <a:lnTo>
                  <a:pt x="239100" y="47249"/>
                </a:lnTo>
                <a:close/>
                <a:moveTo>
                  <a:pt x="301560" y="47249"/>
                </a:moveTo>
                <a:cubicBezTo>
                  <a:pt x="301077" y="43339"/>
                  <a:pt x="299792" y="40374"/>
                  <a:pt x="297705" y="38353"/>
                </a:cubicBezTo>
                <a:cubicBezTo>
                  <a:pt x="295619" y="36332"/>
                  <a:pt x="292335" y="35321"/>
                  <a:pt x="287854" y="35321"/>
                </a:cubicBezTo>
                <a:cubicBezTo>
                  <a:pt x="284383" y="35321"/>
                  <a:pt x="281571" y="36211"/>
                  <a:pt x="279419" y="37990"/>
                </a:cubicBezTo>
                <a:cubicBezTo>
                  <a:pt x="277266" y="39770"/>
                  <a:pt x="276190" y="42109"/>
                  <a:pt x="276190" y="45009"/>
                </a:cubicBezTo>
                <a:cubicBezTo>
                  <a:pt x="276190" y="46590"/>
                  <a:pt x="276464" y="47985"/>
                  <a:pt x="277013" y="49193"/>
                </a:cubicBezTo>
                <a:cubicBezTo>
                  <a:pt x="277563" y="50401"/>
                  <a:pt x="278672" y="51730"/>
                  <a:pt x="280341" y="53180"/>
                </a:cubicBezTo>
                <a:cubicBezTo>
                  <a:pt x="282011" y="54630"/>
                  <a:pt x="284603" y="56409"/>
                  <a:pt x="288117" y="58518"/>
                </a:cubicBezTo>
                <a:cubicBezTo>
                  <a:pt x="290885" y="60187"/>
                  <a:pt x="293104" y="61714"/>
                  <a:pt x="294773" y="63098"/>
                </a:cubicBezTo>
                <a:cubicBezTo>
                  <a:pt x="296442" y="64481"/>
                  <a:pt x="297760" y="65854"/>
                  <a:pt x="298727" y="67216"/>
                </a:cubicBezTo>
                <a:cubicBezTo>
                  <a:pt x="299693" y="68578"/>
                  <a:pt x="300396" y="70017"/>
                  <a:pt x="300836" y="71533"/>
                </a:cubicBezTo>
                <a:cubicBezTo>
                  <a:pt x="301275" y="73048"/>
                  <a:pt x="301495" y="74882"/>
                  <a:pt x="301495" y="77035"/>
                </a:cubicBezTo>
                <a:cubicBezTo>
                  <a:pt x="301495" y="80945"/>
                  <a:pt x="300451" y="84295"/>
                  <a:pt x="298364" y="87085"/>
                </a:cubicBezTo>
                <a:cubicBezTo>
                  <a:pt x="296278" y="89874"/>
                  <a:pt x="293444" y="91950"/>
                  <a:pt x="289864" y="93312"/>
                </a:cubicBezTo>
                <a:cubicBezTo>
                  <a:pt x="286283" y="94674"/>
                  <a:pt x="282208" y="95355"/>
                  <a:pt x="277639" y="95355"/>
                </a:cubicBezTo>
                <a:cubicBezTo>
                  <a:pt x="273993" y="95355"/>
                  <a:pt x="270413" y="95080"/>
                  <a:pt x="266898" y="94531"/>
                </a:cubicBezTo>
                <a:cubicBezTo>
                  <a:pt x="263383" y="93982"/>
                  <a:pt x="259473" y="93048"/>
                  <a:pt x="255168" y="91730"/>
                </a:cubicBezTo>
                <a:lnTo>
                  <a:pt x="258331" y="77365"/>
                </a:lnTo>
                <a:lnTo>
                  <a:pt x="263471" y="77365"/>
                </a:lnTo>
                <a:cubicBezTo>
                  <a:pt x="263647" y="81582"/>
                  <a:pt x="264833" y="84767"/>
                  <a:pt x="267030" y="86920"/>
                </a:cubicBezTo>
                <a:cubicBezTo>
                  <a:pt x="269226" y="89073"/>
                  <a:pt x="272719" y="90149"/>
                  <a:pt x="277508" y="90149"/>
                </a:cubicBezTo>
                <a:cubicBezTo>
                  <a:pt x="281681" y="90149"/>
                  <a:pt x="284943" y="89215"/>
                  <a:pt x="287294" y="87348"/>
                </a:cubicBezTo>
                <a:cubicBezTo>
                  <a:pt x="289644" y="85481"/>
                  <a:pt x="290819" y="82834"/>
                  <a:pt x="290819" y="79407"/>
                </a:cubicBezTo>
                <a:cubicBezTo>
                  <a:pt x="290819" y="77431"/>
                  <a:pt x="290490" y="75728"/>
                  <a:pt x="289831" y="74300"/>
                </a:cubicBezTo>
                <a:cubicBezTo>
                  <a:pt x="289172" y="72873"/>
                  <a:pt x="288095" y="71500"/>
                  <a:pt x="286602" y="70182"/>
                </a:cubicBezTo>
                <a:cubicBezTo>
                  <a:pt x="285108" y="68864"/>
                  <a:pt x="282736" y="67216"/>
                  <a:pt x="279485" y="65239"/>
                </a:cubicBezTo>
                <a:cubicBezTo>
                  <a:pt x="276058" y="63175"/>
                  <a:pt x="273389" y="61307"/>
                  <a:pt x="271478" y="59638"/>
                </a:cubicBezTo>
                <a:cubicBezTo>
                  <a:pt x="269567" y="57969"/>
                  <a:pt x="268128" y="56156"/>
                  <a:pt x="267162" y="54201"/>
                </a:cubicBezTo>
                <a:cubicBezTo>
                  <a:pt x="266195" y="52246"/>
                  <a:pt x="265712" y="49995"/>
                  <a:pt x="265712" y="47447"/>
                </a:cubicBezTo>
                <a:cubicBezTo>
                  <a:pt x="265712" y="43976"/>
                  <a:pt x="266645" y="40934"/>
                  <a:pt x="268512" y="38320"/>
                </a:cubicBezTo>
                <a:cubicBezTo>
                  <a:pt x="270380" y="35706"/>
                  <a:pt x="273049" y="33696"/>
                  <a:pt x="276519" y="32290"/>
                </a:cubicBezTo>
                <a:cubicBezTo>
                  <a:pt x="279990" y="30884"/>
                  <a:pt x="284032" y="30181"/>
                  <a:pt x="288644" y="30181"/>
                </a:cubicBezTo>
                <a:cubicBezTo>
                  <a:pt x="292730" y="30181"/>
                  <a:pt x="296453" y="30423"/>
                  <a:pt x="299814" y="30906"/>
                </a:cubicBezTo>
                <a:cubicBezTo>
                  <a:pt x="303175" y="31390"/>
                  <a:pt x="306525" y="32224"/>
                  <a:pt x="309864" y="33410"/>
                </a:cubicBezTo>
                <a:lnTo>
                  <a:pt x="306898" y="47249"/>
                </a:lnTo>
                <a:lnTo>
                  <a:pt x="301560" y="472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Text &quot;">
            <a:extLst xmlns:a="http://schemas.openxmlformats.org/drawingml/2006/main">
              <a:ext uri="{FF2B5EF4-FFF2-40B4-BE49-F238E27FC236}">
                <a16:creationId xmlns:a16="http://schemas.microsoft.com/office/drawing/2014/main" id="{4A646C95-515C-44CB-8652-76B84A12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5166" y="2968293"/>
            <a:ext cx="70231" cy="64103"/>
          </a:xfrm>
          <a:custGeom xmlns:a="http://schemas.openxmlformats.org/drawingml/2006/main">
            <a:pathLst>
              <a:path w="70231" h="64103">
                <a:moveTo>
                  <a:pt x="48089" y="49028"/>
                </a:moveTo>
                <a:cubicBezTo>
                  <a:pt x="48452" y="46920"/>
                  <a:pt x="48913" y="44424"/>
                  <a:pt x="49473" y="41541"/>
                </a:cubicBezTo>
                <a:cubicBezTo>
                  <a:pt x="50033" y="38658"/>
                  <a:pt x="50692" y="35667"/>
                  <a:pt x="51450" y="32570"/>
                </a:cubicBezTo>
                <a:cubicBezTo>
                  <a:pt x="52010" y="30231"/>
                  <a:pt x="52579" y="27826"/>
                  <a:pt x="53155" y="25354"/>
                </a:cubicBezTo>
                <a:cubicBezTo>
                  <a:pt x="53732" y="22883"/>
                  <a:pt x="54267" y="20511"/>
                  <a:pt x="54761" y="18237"/>
                </a:cubicBezTo>
                <a:cubicBezTo>
                  <a:pt x="55256" y="15964"/>
                  <a:pt x="55659" y="13863"/>
                  <a:pt x="55972" y="11936"/>
                </a:cubicBezTo>
                <a:cubicBezTo>
                  <a:pt x="56285" y="10008"/>
                  <a:pt x="56442" y="8419"/>
                  <a:pt x="56442" y="7166"/>
                </a:cubicBezTo>
                <a:cubicBezTo>
                  <a:pt x="56442" y="5717"/>
                  <a:pt x="56071" y="4687"/>
                  <a:pt x="55330" y="4077"/>
                </a:cubicBezTo>
                <a:cubicBezTo>
                  <a:pt x="54589" y="3468"/>
                  <a:pt x="53213" y="3147"/>
                  <a:pt x="51203" y="3114"/>
                </a:cubicBezTo>
                <a:lnTo>
                  <a:pt x="51895" y="0"/>
                </a:lnTo>
                <a:lnTo>
                  <a:pt x="70231" y="0"/>
                </a:lnTo>
                <a:lnTo>
                  <a:pt x="69589" y="2965"/>
                </a:lnTo>
                <a:cubicBezTo>
                  <a:pt x="68468" y="3295"/>
                  <a:pt x="67579" y="3583"/>
                  <a:pt x="66920" y="3830"/>
                </a:cubicBezTo>
                <a:cubicBezTo>
                  <a:pt x="66261" y="4077"/>
                  <a:pt x="65701" y="4555"/>
                  <a:pt x="65239" y="5264"/>
                </a:cubicBezTo>
                <a:cubicBezTo>
                  <a:pt x="64778" y="5972"/>
                  <a:pt x="64341" y="7002"/>
                  <a:pt x="63930" y="8353"/>
                </a:cubicBezTo>
                <a:cubicBezTo>
                  <a:pt x="63518" y="9704"/>
                  <a:pt x="63032" y="11648"/>
                  <a:pt x="62472" y="14185"/>
                </a:cubicBezTo>
                <a:lnTo>
                  <a:pt x="51302" y="64103"/>
                </a:lnTo>
                <a:lnTo>
                  <a:pt x="43839" y="64103"/>
                </a:lnTo>
                <a:cubicBezTo>
                  <a:pt x="42093" y="59621"/>
                  <a:pt x="40305" y="55107"/>
                  <a:pt x="38476" y="50560"/>
                </a:cubicBezTo>
                <a:cubicBezTo>
                  <a:pt x="36648" y="46013"/>
                  <a:pt x="34852" y="41467"/>
                  <a:pt x="33089" y="36920"/>
                </a:cubicBezTo>
                <a:cubicBezTo>
                  <a:pt x="31326" y="32373"/>
                  <a:pt x="29638" y="27859"/>
                  <a:pt x="28023" y="23377"/>
                </a:cubicBezTo>
                <a:cubicBezTo>
                  <a:pt x="26409" y="18896"/>
                  <a:pt x="24943" y="14481"/>
                  <a:pt x="23625" y="10132"/>
                </a:cubicBezTo>
                <a:lnTo>
                  <a:pt x="22982" y="10132"/>
                </a:lnTo>
                <a:cubicBezTo>
                  <a:pt x="22817" y="11153"/>
                  <a:pt x="22620" y="12339"/>
                  <a:pt x="22389" y="13690"/>
                </a:cubicBezTo>
                <a:cubicBezTo>
                  <a:pt x="22158" y="15041"/>
                  <a:pt x="21903" y="16499"/>
                  <a:pt x="21623" y="18064"/>
                </a:cubicBezTo>
                <a:cubicBezTo>
                  <a:pt x="21343" y="19629"/>
                  <a:pt x="21046" y="21236"/>
                  <a:pt x="20733" y="22883"/>
                </a:cubicBezTo>
                <a:cubicBezTo>
                  <a:pt x="20420" y="24531"/>
                  <a:pt x="20099" y="26178"/>
                  <a:pt x="19769" y="27826"/>
                </a:cubicBezTo>
                <a:cubicBezTo>
                  <a:pt x="19473" y="29078"/>
                  <a:pt x="19119" y="30536"/>
                  <a:pt x="18707" y="32200"/>
                </a:cubicBezTo>
                <a:cubicBezTo>
                  <a:pt x="18295" y="33863"/>
                  <a:pt x="17875" y="35643"/>
                  <a:pt x="17447" y="37537"/>
                </a:cubicBezTo>
                <a:cubicBezTo>
                  <a:pt x="17018" y="39432"/>
                  <a:pt x="16582" y="41351"/>
                  <a:pt x="16137" y="43295"/>
                </a:cubicBezTo>
                <a:cubicBezTo>
                  <a:pt x="15692" y="45239"/>
                  <a:pt x="15288" y="47093"/>
                  <a:pt x="14926" y="48855"/>
                </a:cubicBezTo>
                <a:cubicBezTo>
                  <a:pt x="14564" y="50618"/>
                  <a:pt x="14275" y="52224"/>
                  <a:pt x="14061" y="53674"/>
                </a:cubicBezTo>
                <a:cubicBezTo>
                  <a:pt x="13847" y="55124"/>
                  <a:pt x="13740" y="56261"/>
                  <a:pt x="13740" y="57084"/>
                </a:cubicBezTo>
                <a:cubicBezTo>
                  <a:pt x="13740" y="58468"/>
                  <a:pt x="14135" y="59449"/>
                  <a:pt x="14926" y="60025"/>
                </a:cubicBezTo>
                <a:cubicBezTo>
                  <a:pt x="15717" y="60602"/>
                  <a:pt x="17068" y="60956"/>
                  <a:pt x="18979" y="61088"/>
                </a:cubicBezTo>
                <a:lnTo>
                  <a:pt x="18435" y="64103"/>
                </a:lnTo>
                <a:lnTo>
                  <a:pt x="0" y="64103"/>
                </a:lnTo>
                <a:lnTo>
                  <a:pt x="643" y="61088"/>
                </a:lnTo>
                <a:cubicBezTo>
                  <a:pt x="1631" y="60923"/>
                  <a:pt x="2455" y="60725"/>
                  <a:pt x="3114" y="60495"/>
                </a:cubicBezTo>
                <a:cubicBezTo>
                  <a:pt x="3773" y="60264"/>
                  <a:pt x="4349" y="59794"/>
                  <a:pt x="4844" y="59086"/>
                </a:cubicBezTo>
                <a:cubicBezTo>
                  <a:pt x="5338" y="58378"/>
                  <a:pt x="5807" y="57315"/>
                  <a:pt x="6252" y="55898"/>
                </a:cubicBezTo>
                <a:cubicBezTo>
                  <a:pt x="6697" y="54481"/>
                  <a:pt x="7199" y="52488"/>
                  <a:pt x="7760" y="49918"/>
                </a:cubicBezTo>
                <a:lnTo>
                  <a:pt x="15865" y="13888"/>
                </a:lnTo>
                <a:cubicBezTo>
                  <a:pt x="16162" y="12570"/>
                  <a:pt x="16384" y="11343"/>
                  <a:pt x="16532" y="10206"/>
                </a:cubicBezTo>
                <a:cubicBezTo>
                  <a:pt x="16681" y="9069"/>
                  <a:pt x="16755" y="8056"/>
                  <a:pt x="16755" y="7166"/>
                </a:cubicBezTo>
                <a:cubicBezTo>
                  <a:pt x="16755" y="5717"/>
                  <a:pt x="16376" y="4687"/>
                  <a:pt x="15618" y="4077"/>
                </a:cubicBezTo>
                <a:cubicBezTo>
                  <a:pt x="14860" y="3468"/>
                  <a:pt x="13476" y="3147"/>
                  <a:pt x="11466" y="3114"/>
                </a:cubicBezTo>
                <a:lnTo>
                  <a:pt x="12208" y="0"/>
                </a:lnTo>
                <a:lnTo>
                  <a:pt x="29259" y="0"/>
                </a:lnTo>
                <a:cubicBezTo>
                  <a:pt x="30807" y="4119"/>
                  <a:pt x="32397" y="8262"/>
                  <a:pt x="34028" y="12430"/>
                </a:cubicBezTo>
                <a:cubicBezTo>
                  <a:pt x="35659" y="16598"/>
                  <a:pt x="37265" y="20758"/>
                  <a:pt x="38847" y="24910"/>
                </a:cubicBezTo>
                <a:cubicBezTo>
                  <a:pt x="40429" y="29061"/>
                  <a:pt x="41953" y="33155"/>
                  <a:pt x="43419" y="37191"/>
                </a:cubicBezTo>
                <a:cubicBezTo>
                  <a:pt x="44885" y="41228"/>
                  <a:pt x="46228" y="45173"/>
                  <a:pt x="47447" y="49028"/>
                </a:cubicBezTo>
                <a:lnTo>
                  <a:pt x="48089" y="490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583817-B1AE-48E7-8288-71F7C71C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538" y="2832228"/>
            <a:ext cx="1894785" cy="511306"/>
          </a:xfrm>
          <a:custGeom xmlns:a="http://schemas.openxmlformats.org/drawingml/2006/main">
            <a:pathLst>
              <a:path w="1894785" h="511306" fill="none">
                <a:moveTo>
                  <a:pt x="0" y="39114"/>
                </a:moveTo>
                <a:cubicBezTo>
                  <a:pt x="0" y="17512"/>
                  <a:pt x="17512" y="0"/>
                  <a:pt x="39114" y="0"/>
                </a:cubicBezTo>
                <a:lnTo>
                  <a:pt x="1855671" y="0"/>
                </a:lnTo>
                <a:cubicBezTo>
                  <a:pt x="1877273" y="0"/>
                  <a:pt x="1894785" y="17512"/>
                  <a:pt x="1894785" y="39114"/>
                </a:cubicBezTo>
                <a:lnTo>
                  <a:pt x="1894785" y="472191"/>
                </a:lnTo>
                <a:cubicBezTo>
                  <a:pt x="1894785" y="493794"/>
                  <a:pt x="1877273" y="511306"/>
                  <a:pt x="1855671" y="511306"/>
                </a:cubicBezTo>
                <a:lnTo>
                  <a:pt x="39114" y="511306"/>
                </a:lnTo>
                <a:cubicBezTo>
                  <a:pt x="17512" y="511306"/>
                  <a:pt x="0" y="493794"/>
                  <a:pt x="0" y="472191"/>
                </a:cubicBezTo>
                <a:lnTo>
                  <a:pt x="0" y="391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362" name="Text …">
            <a:extLst xmlns:a="http://schemas.openxmlformats.org/drawingml/2006/main">
              <a:ext uri="{FF2B5EF4-FFF2-40B4-BE49-F238E27FC236}">
                <a16:creationId xmlns:a16="http://schemas.microsoft.com/office/drawing/2014/main" id="{6DB98749-E7FE-4DE2-9ADD-12EF34FD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227" y="3141271"/>
            <a:ext cx="78327" cy="15499"/>
          </a:xfrm>
          <a:custGeom xmlns:a="http://schemas.openxmlformats.org/drawingml/2006/main">
            <a:pathLst>
              <a:path w="78327" h="15499">
                <a:moveTo>
                  <a:pt x="7657" y="0"/>
                </a:moveTo>
                <a:cubicBezTo>
                  <a:pt x="9810" y="0"/>
                  <a:pt x="11632" y="756"/>
                  <a:pt x="13124" y="2268"/>
                </a:cubicBezTo>
                <a:cubicBezTo>
                  <a:pt x="14615" y="3778"/>
                  <a:pt x="15361" y="5598"/>
                  <a:pt x="15361" y="7727"/>
                </a:cubicBezTo>
                <a:cubicBezTo>
                  <a:pt x="15361" y="9855"/>
                  <a:pt x="14607" y="11668"/>
                  <a:pt x="13101" y="13164"/>
                </a:cubicBezTo>
                <a:cubicBezTo>
                  <a:pt x="11594" y="14659"/>
                  <a:pt x="9779" y="15407"/>
                  <a:pt x="7657" y="15407"/>
                </a:cubicBezTo>
                <a:cubicBezTo>
                  <a:pt x="5535" y="15407"/>
                  <a:pt x="3729" y="14659"/>
                  <a:pt x="2237" y="13164"/>
                </a:cubicBezTo>
                <a:cubicBezTo>
                  <a:pt x="746" y="11668"/>
                  <a:pt x="0" y="9855"/>
                  <a:pt x="0" y="7727"/>
                </a:cubicBezTo>
                <a:cubicBezTo>
                  <a:pt x="0" y="5598"/>
                  <a:pt x="746" y="3778"/>
                  <a:pt x="2237" y="2268"/>
                </a:cubicBezTo>
                <a:cubicBezTo>
                  <a:pt x="3729" y="756"/>
                  <a:pt x="5535" y="0"/>
                  <a:pt x="7657" y="0"/>
                </a:cubicBezTo>
                <a:moveTo>
                  <a:pt x="39163" y="92"/>
                </a:moveTo>
                <a:cubicBezTo>
                  <a:pt x="41285" y="92"/>
                  <a:pt x="43092" y="838"/>
                  <a:pt x="44583" y="2330"/>
                </a:cubicBezTo>
                <a:cubicBezTo>
                  <a:pt x="46075" y="3821"/>
                  <a:pt x="46821" y="5628"/>
                  <a:pt x="46821" y="7750"/>
                </a:cubicBezTo>
                <a:cubicBezTo>
                  <a:pt x="46821" y="9872"/>
                  <a:pt x="46075" y="11678"/>
                  <a:pt x="44583" y="13170"/>
                </a:cubicBezTo>
                <a:cubicBezTo>
                  <a:pt x="43092" y="14661"/>
                  <a:pt x="41285" y="15407"/>
                  <a:pt x="39163" y="15407"/>
                </a:cubicBezTo>
                <a:cubicBezTo>
                  <a:pt x="37041" y="15407"/>
                  <a:pt x="35235" y="14661"/>
                  <a:pt x="33743" y="13170"/>
                </a:cubicBezTo>
                <a:cubicBezTo>
                  <a:pt x="32252" y="11678"/>
                  <a:pt x="31506" y="9872"/>
                  <a:pt x="31506" y="7750"/>
                </a:cubicBezTo>
                <a:cubicBezTo>
                  <a:pt x="31506" y="5628"/>
                  <a:pt x="32252" y="3821"/>
                  <a:pt x="33743" y="2330"/>
                </a:cubicBezTo>
                <a:cubicBezTo>
                  <a:pt x="35235" y="838"/>
                  <a:pt x="37041" y="92"/>
                  <a:pt x="39163" y="92"/>
                </a:cubicBezTo>
                <a:moveTo>
                  <a:pt x="70669" y="185"/>
                </a:moveTo>
                <a:cubicBezTo>
                  <a:pt x="72822" y="185"/>
                  <a:pt x="74636" y="930"/>
                  <a:pt x="76113" y="2422"/>
                </a:cubicBezTo>
                <a:cubicBezTo>
                  <a:pt x="77589" y="3913"/>
                  <a:pt x="78327" y="5720"/>
                  <a:pt x="78327" y="7842"/>
                </a:cubicBezTo>
                <a:cubicBezTo>
                  <a:pt x="78327" y="9964"/>
                  <a:pt x="77581" y="11771"/>
                  <a:pt x="76089" y="13262"/>
                </a:cubicBezTo>
                <a:cubicBezTo>
                  <a:pt x="74598" y="14754"/>
                  <a:pt x="72791" y="15499"/>
                  <a:pt x="70669" y="15499"/>
                </a:cubicBezTo>
                <a:cubicBezTo>
                  <a:pt x="68547" y="15499"/>
                  <a:pt x="66741" y="14754"/>
                  <a:pt x="65249" y="13262"/>
                </a:cubicBezTo>
                <a:cubicBezTo>
                  <a:pt x="63758" y="11771"/>
                  <a:pt x="63012" y="9964"/>
                  <a:pt x="63012" y="7842"/>
                </a:cubicBezTo>
                <a:cubicBezTo>
                  <a:pt x="63012" y="5720"/>
                  <a:pt x="63758" y="3913"/>
                  <a:pt x="65249" y="2422"/>
                </a:cubicBezTo>
                <a:cubicBezTo>
                  <a:pt x="66741" y="930"/>
                  <a:pt x="68547" y="185"/>
                  <a:pt x="70669" y="1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FEF54B-D0FD-4D20-A438-21A513C5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804" y="18271"/>
            <a:ext cx="2375716" cy="378737"/>
          </a:xfrm>
          <a:custGeom xmlns:a="http://schemas.openxmlformats.org/drawingml/2006/main">
            <a:pathLst>
              <a:path w="2375716" h="378737" fill="none">
                <a:moveTo>
                  <a:pt x="0" y="0"/>
                </a:moveTo>
                <a:lnTo>
                  <a:pt x="2375716" y="0"/>
                </a:lnTo>
                <a:lnTo>
                  <a:pt x="2375716" y="378737"/>
                </a:lnTo>
                <a:lnTo>
                  <a:pt x="0" y="37873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FFFFFF"/>
            </a:solidFill>
            <a:miter/>
          </a:ln>
        </p:spPr>
      </p:sp>
      <p:sp>
        <p:nvSpPr>
          <p:cNvPr id="364" name="Text ②">
            <a:extLst xmlns:a="http://schemas.openxmlformats.org/drawingml/2006/main">
              <a:ext uri="{FF2B5EF4-FFF2-40B4-BE49-F238E27FC236}">
                <a16:creationId xmlns:a16="http://schemas.microsoft.com/office/drawing/2014/main" id="{18A9C727-F912-4A1D-B821-C3F3B37D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0158" y="77056"/>
            <a:ext cx="267956" cy="262702"/>
          </a:xfrm>
          <a:custGeom xmlns:a="http://schemas.openxmlformats.org/drawingml/2006/main">
            <a:pathLst>
              <a:path w="267956" h="262702">
                <a:moveTo>
                  <a:pt x="0" y="131409"/>
                </a:moveTo>
                <a:cubicBezTo>
                  <a:pt x="0" y="119315"/>
                  <a:pt x="1601" y="107666"/>
                  <a:pt x="4804" y="96463"/>
                </a:cubicBezTo>
                <a:cubicBezTo>
                  <a:pt x="8007" y="85261"/>
                  <a:pt x="12494" y="74795"/>
                  <a:pt x="18267" y="65065"/>
                </a:cubicBezTo>
                <a:cubicBezTo>
                  <a:pt x="24040" y="55335"/>
                  <a:pt x="31018" y="46478"/>
                  <a:pt x="39203" y="38492"/>
                </a:cubicBezTo>
                <a:cubicBezTo>
                  <a:pt x="47387" y="30507"/>
                  <a:pt x="56422" y="23665"/>
                  <a:pt x="66307" y="17967"/>
                </a:cubicBezTo>
                <a:cubicBezTo>
                  <a:pt x="76192" y="12269"/>
                  <a:pt x="86847" y="7850"/>
                  <a:pt x="98274" y="4710"/>
                </a:cubicBezTo>
                <a:cubicBezTo>
                  <a:pt x="109701" y="1570"/>
                  <a:pt x="121582" y="0"/>
                  <a:pt x="133919" y="0"/>
                </a:cubicBezTo>
                <a:cubicBezTo>
                  <a:pt x="146255" y="0"/>
                  <a:pt x="158136" y="1570"/>
                  <a:pt x="169563" y="4710"/>
                </a:cubicBezTo>
                <a:cubicBezTo>
                  <a:pt x="180990" y="7850"/>
                  <a:pt x="191665" y="12269"/>
                  <a:pt x="201589" y="17967"/>
                </a:cubicBezTo>
                <a:cubicBezTo>
                  <a:pt x="211514" y="23665"/>
                  <a:pt x="220548" y="30507"/>
                  <a:pt x="228693" y="38492"/>
                </a:cubicBezTo>
                <a:cubicBezTo>
                  <a:pt x="236838" y="46478"/>
                  <a:pt x="243817" y="55335"/>
                  <a:pt x="249629" y="65065"/>
                </a:cubicBezTo>
                <a:cubicBezTo>
                  <a:pt x="255442" y="74795"/>
                  <a:pt x="259949" y="85261"/>
                  <a:pt x="263152" y="96463"/>
                </a:cubicBezTo>
                <a:cubicBezTo>
                  <a:pt x="266354" y="107666"/>
                  <a:pt x="267956" y="119315"/>
                  <a:pt x="267956" y="131409"/>
                </a:cubicBezTo>
                <a:cubicBezTo>
                  <a:pt x="267956" y="143503"/>
                  <a:pt x="266354" y="155152"/>
                  <a:pt x="263152" y="166354"/>
                </a:cubicBezTo>
                <a:cubicBezTo>
                  <a:pt x="259949" y="177557"/>
                  <a:pt x="255442" y="188004"/>
                  <a:pt x="249629" y="197695"/>
                </a:cubicBezTo>
                <a:cubicBezTo>
                  <a:pt x="243817" y="207386"/>
                  <a:pt x="236838" y="216243"/>
                  <a:pt x="228693" y="224267"/>
                </a:cubicBezTo>
                <a:cubicBezTo>
                  <a:pt x="220548" y="232291"/>
                  <a:pt x="211514" y="239133"/>
                  <a:pt x="201589" y="244793"/>
                </a:cubicBezTo>
                <a:cubicBezTo>
                  <a:pt x="191665" y="250452"/>
                  <a:pt x="180990" y="254852"/>
                  <a:pt x="169563" y="257992"/>
                </a:cubicBezTo>
                <a:cubicBezTo>
                  <a:pt x="158136" y="261132"/>
                  <a:pt x="146255" y="262702"/>
                  <a:pt x="133919" y="262702"/>
                </a:cubicBezTo>
                <a:cubicBezTo>
                  <a:pt x="121582" y="262702"/>
                  <a:pt x="109701" y="261132"/>
                  <a:pt x="98274" y="257992"/>
                </a:cubicBezTo>
                <a:cubicBezTo>
                  <a:pt x="86847" y="254852"/>
                  <a:pt x="76192" y="250452"/>
                  <a:pt x="66307" y="244793"/>
                </a:cubicBezTo>
                <a:cubicBezTo>
                  <a:pt x="56422" y="239133"/>
                  <a:pt x="47387" y="232291"/>
                  <a:pt x="39203" y="224267"/>
                </a:cubicBezTo>
                <a:cubicBezTo>
                  <a:pt x="31018" y="216243"/>
                  <a:pt x="24040" y="207386"/>
                  <a:pt x="18267" y="197695"/>
                </a:cubicBezTo>
                <a:cubicBezTo>
                  <a:pt x="12494" y="188004"/>
                  <a:pt x="8007" y="177557"/>
                  <a:pt x="4804" y="166354"/>
                </a:cubicBezTo>
                <a:cubicBezTo>
                  <a:pt x="1601" y="155152"/>
                  <a:pt x="0" y="143503"/>
                  <a:pt x="0" y="131409"/>
                </a:cubicBezTo>
                <a:moveTo>
                  <a:pt x="10676" y="131409"/>
                </a:moveTo>
                <a:cubicBezTo>
                  <a:pt x="10676" y="142650"/>
                  <a:pt x="12138" y="153465"/>
                  <a:pt x="15064" y="163854"/>
                </a:cubicBezTo>
                <a:cubicBezTo>
                  <a:pt x="17990" y="174243"/>
                  <a:pt x="22122" y="183953"/>
                  <a:pt x="27460" y="192985"/>
                </a:cubicBezTo>
                <a:cubicBezTo>
                  <a:pt x="32798" y="202017"/>
                  <a:pt x="39223" y="210254"/>
                  <a:pt x="46735" y="217697"/>
                </a:cubicBezTo>
                <a:cubicBezTo>
                  <a:pt x="54247" y="225140"/>
                  <a:pt x="62570" y="231497"/>
                  <a:pt x="71704" y="236769"/>
                </a:cubicBezTo>
                <a:cubicBezTo>
                  <a:pt x="80837" y="242041"/>
                  <a:pt x="90643" y="246130"/>
                  <a:pt x="101121" y="249037"/>
                </a:cubicBezTo>
                <a:cubicBezTo>
                  <a:pt x="111599" y="251945"/>
                  <a:pt x="122531" y="253398"/>
                  <a:pt x="133919" y="253398"/>
                </a:cubicBezTo>
                <a:cubicBezTo>
                  <a:pt x="145227" y="253398"/>
                  <a:pt x="156139" y="251945"/>
                  <a:pt x="166657" y="249037"/>
                </a:cubicBezTo>
                <a:cubicBezTo>
                  <a:pt x="177174" y="246130"/>
                  <a:pt x="187000" y="242041"/>
                  <a:pt x="196133" y="236769"/>
                </a:cubicBezTo>
                <a:cubicBezTo>
                  <a:pt x="205267" y="231497"/>
                  <a:pt x="213590" y="225140"/>
                  <a:pt x="221102" y="217697"/>
                </a:cubicBezTo>
                <a:cubicBezTo>
                  <a:pt x="228614" y="210254"/>
                  <a:pt x="235059" y="202017"/>
                  <a:pt x="240437" y="192985"/>
                </a:cubicBezTo>
                <a:cubicBezTo>
                  <a:pt x="245814" y="183953"/>
                  <a:pt x="249965" y="174243"/>
                  <a:pt x="252891" y="163854"/>
                </a:cubicBezTo>
                <a:cubicBezTo>
                  <a:pt x="255817" y="153465"/>
                  <a:pt x="257280" y="142650"/>
                  <a:pt x="257280" y="131409"/>
                </a:cubicBezTo>
                <a:cubicBezTo>
                  <a:pt x="257280" y="120167"/>
                  <a:pt x="255817" y="109352"/>
                  <a:pt x="252891" y="98964"/>
                </a:cubicBezTo>
                <a:cubicBezTo>
                  <a:pt x="249965" y="88575"/>
                  <a:pt x="245814" y="78845"/>
                  <a:pt x="240437" y="69775"/>
                </a:cubicBezTo>
                <a:cubicBezTo>
                  <a:pt x="235059" y="60704"/>
                  <a:pt x="228614" y="52467"/>
                  <a:pt x="221102" y="45063"/>
                </a:cubicBezTo>
                <a:cubicBezTo>
                  <a:pt x="213590" y="37659"/>
                  <a:pt x="205267" y="31302"/>
                  <a:pt x="196133" y="25991"/>
                </a:cubicBezTo>
                <a:cubicBezTo>
                  <a:pt x="187000" y="20680"/>
                  <a:pt x="177174" y="16571"/>
                  <a:pt x="166657" y="13664"/>
                </a:cubicBezTo>
                <a:cubicBezTo>
                  <a:pt x="156139" y="10757"/>
                  <a:pt x="145227" y="9303"/>
                  <a:pt x="133919" y="9303"/>
                </a:cubicBezTo>
                <a:cubicBezTo>
                  <a:pt x="122531" y="9303"/>
                  <a:pt x="111599" y="10757"/>
                  <a:pt x="101121" y="13664"/>
                </a:cubicBezTo>
                <a:cubicBezTo>
                  <a:pt x="90643" y="16571"/>
                  <a:pt x="80837" y="20680"/>
                  <a:pt x="71704" y="25991"/>
                </a:cubicBezTo>
                <a:cubicBezTo>
                  <a:pt x="62570" y="31302"/>
                  <a:pt x="54247" y="37659"/>
                  <a:pt x="46735" y="45063"/>
                </a:cubicBezTo>
                <a:cubicBezTo>
                  <a:pt x="39223" y="52467"/>
                  <a:pt x="32798" y="60704"/>
                  <a:pt x="27460" y="69775"/>
                </a:cubicBezTo>
                <a:cubicBezTo>
                  <a:pt x="22122" y="78845"/>
                  <a:pt x="17990" y="88575"/>
                  <a:pt x="15064" y="98964"/>
                </a:cubicBezTo>
                <a:cubicBezTo>
                  <a:pt x="12138" y="109352"/>
                  <a:pt x="10676" y="120167"/>
                  <a:pt x="10676" y="131409"/>
                </a:cubicBezTo>
                <a:moveTo>
                  <a:pt x="146729" y="180367"/>
                </a:moveTo>
                <a:cubicBezTo>
                  <a:pt x="149892" y="180367"/>
                  <a:pt x="152482" y="180232"/>
                  <a:pt x="154499" y="179960"/>
                </a:cubicBezTo>
                <a:cubicBezTo>
                  <a:pt x="156515" y="179689"/>
                  <a:pt x="158077" y="179127"/>
                  <a:pt x="159184" y="178274"/>
                </a:cubicBezTo>
                <a:cubicBezTo>
                  <a:pt x="159737" y="177887"/>
                  <a:pt x="160212" y="177402"/>
                  <a:pt x="160607" y="176821"/>
                </a:cubicBezTo>
                <a:cubicBezTo>
                  <a:pt x="161003" y="176239"/>
                  <a:pt x="161398" y="175541"/>
                  <a:pt x="161793" y="174727"/>
                </a:cubicBezTo>
                <a:cubicBezTo>
                  <a:pt x="162189" y="173913"/>
                  <a:pt x="162584" y="172925"/>
                  <a:pt x="162980" y="171762"/>
                </a:cubicBezTo>
                <a:cubicBezTo>
                  <a:pt x="163375" y="170599"/>
                  <a:pt x="163850" y="169204"/>
                  <a:pt x="164403" y="167575"/>
                </a:cubicBezTo>
                <a:lnTo>
                  <a:pt x="175197" y="167575"/>
                </a:lnTo>
                <a:lnTo>
                  <a:pt x="173418" y="197462"/>
                </a:lnTo>
                <a:lnTo>
                  <a:pt x="87183" y="197462"/>
                </a:lnTo>
                <a:lnTo>
                  <a:pt x="87183" y="191997"/>
                </a:lnTo>
                <a:cubicBezTo>
                  <a:pt x="88686" y="188430"/>
                  <a:pt x="90386" y="184942"/>
                  <a:pt x="92284" y="181530"/>
                </a:cubicBezTo>
                <a:cubicBezTo>
                  <a:pt x="94182" y="178119"/>
                  <a:pt x="96416" y="174572"/>
                  <a:pt x="98986" y="170890"/>
                </a:cubicBezTo>
                <a:cubicBezTo>
                  <a:pt x="101556" y="167207"/>
                  <a:pt x="104581" y="163292"/>
                  <a:pt x="108060" y="159144"/>
                </a:cubicBezTo>
                <a:cubicBezTo>
                  <a:pt x="111539" y="154997"/>
                  <a:pt x="115652" y="150403"/>
                  <a:pt x="120396" y="145364"/>
                </a:cubicBezTo>
                <a:cubicBezTo>
                  <a:pt x="126960" y="138386"/>
                  <a:pt x="132238" y="132436"/>
                  <a:pt x="136232" y="127513"/>
                </a:cubicBezTo>
                <a:cubicBezTo>
                  <a:pt x="140225" y="122590"/>
                  <a:pt x="143309" y="118287"/>
                  <a:pt x="145484" y="114605"/>
                </a:cubicBezTo>
                <a:cubicBezTo>
                  <a:pt x="147658" y="110922"/>
                  <a:pt x="149101" y="107647"/>
                  <a:pt x="149813" y="104778"/>
                </a:cubicBezTo>
                <a:cubicBezTo>
                  <a:pt x="150525" y="101910"/>
                  <a:pt x="150881" y="98964"/>
                  <a:pt x="150881" y="95940"/>
                </a:cubicBezTo>
                <a:cubicBezTo>
                  <a:pt x="150881" y="92374"/>
                  <a:pt x="150446" y="89118"/>
                  <a:pt x="149576" y="86172"/>
                </a:cubicBezTo>
                <a:cubicBezTo>
                  <a:pt x="148706" y="83226"/>
                  <a:pt x="147382" y="80667"/>
                  <a:pt x="145602" y="78496"/>
                </a:cubicBezTo>
                <a:cubicBezTo>
                  <a:pt x="143823" y="76326"/>
                  <a:pt x="141589" y="74640"/>
                  <a:pt x="138900" y="73438"/>
                </a:cubicBezTo>
                <a:cubicBezTo>
                  <a:pt x="136212" y="72236"/>
                  <a:pt x="133049" y="71635"/>
                  <a:pt x="129411" y="71635"/>
                </a:cubicBezTo>
                <a:cubicBezTo>
                  <a:pt x="117312" y="71635"/>
                  <a:pt x="109088" y="78419"/>
                  <a:pt x="104739" y="91986"/>
                </a:cubicBezTo>
                <a:lnTo>
                  <a:pt x="90267" y="91986"/>
                </a:lnTo>
                <a:lnTo>
                  <a:pt x="90267" y="72217"/>
                </a:lnTo>
                <a:cubicBezTo>
                  <a:pt x="98808" y="68340"/>
                  <a:pt x="106735" y="65549"/>
                  <a:pt x="114050" y="63844"/>
                </a:cubicBezTo>
                <a:cubicBezTo>
                  <a:pt x="121365" y="62138"/>
                  <a:pt x="127948" y="61285"/>
                  <a:pt x="133800" y="61285"/>
                </a:cubicBezTo>
                <a:cubicBezTo>
                  <a:pt x="146927" y="61285"/>
                  <a:pt x="156812" y="63979"/>
                  <a:pt x="163454" y="69368"/>
                </a:cubicBezTo>
                <a:cubicBezTo>
                  <a:pt x="170097" y="74756"/>
                  <a:pt x="173418" y="82644"/>
                  <a:pt x="173418" y="93033"/>
                </a:cubicBezTo>
                <a:cubicBezTo>
                  <a:pt x="173418" y="96444"/>
                  <a:pt x="173082" y="99623"/>
                  <a:pt x="172410" y="102569"/>
                </a:cubicBezTo>
                <a:cubicBezTo>
                  <a:pt x="171738" y="105515"/>
                  <a:pt x="170630" y="108441"/>
                  <a:pt x="169088" y="111349"/>
                </a:cubicBezTo>
                <a:cubicBezTo>
                  <a:pt x="167546" y="114256"/>
                  <a:pt x="165530" y="117260"/>
                  <a:pt x="163039" y="120361"/>
                </a:cubicBezTo>
                <a:cubicBezTo>
                  <a:pt x="160548" y="123462"/>
                  <a:pt x="157484" y="126912"/>
                  <a:pt x="153846" y="130711"/>
                </a:cubicBezTo>
                <a:lnTo>
                  <a:pt x="137714" y="147341"/>
                </a:lnTo>
                <a:cubicBezTo>
                  <a:pt x="131546" y="153621"/>
                  <a:pt x="126149" y="159474"/>
                  <a:pt x="121523" y="164901"/>
                </a:cubicBezTo>
                <a:cubicBezTo>
                  <a:pt x="116897" y="170328"/>
                  <a:pt x="113081" y="175483"/>
                  <a:pt x="110077" y="180367"/>
                </a:cubicBezTo>
                <a:lnTo>
                  <a:pt x="146729" y="1803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Text ②">
            <a:extLst xmlns:a="http://schemas.openxmlformats.org/drawingml/2006/main">
              <a:ext uri="{FF2B5EF4-FFF2-40B4-BE49-F238E27FC236}">
                <a16:creationId xmlns:a16="http://schemas.microsoft.com/office/drawing/2014/main" id="{F8A4A094-72F2-4E6B-9D15-E828835A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0158" y="77056"/>
            <a:ext cx="267956" cy="262702"/>
          </a:xfrm>
          <a:custGeom xmlns:a="http://schemas.openxmlformats.org/drawingml/2006/main">
            <a:pathLst>
              <a:path w="267956" h="262702" fill="none">
                <a:moveTo>
                  <a:pt x="0" y="131409"/>
                </a:moveTo>
                <a:cubicBezTo>
                  <a:pt x="0" y="119315"/>
                  <a:pt x="1601" y="107666"/>
                  <a:pt x="4804" y="96463"/>
                </a:cubicBezTo>
                <a:cubicBezTo>
                  <a:pt x="8007" y="85261"/>
                  <a:pt x="12494" y="74795"/>
                  <a:pt x="18267" y="65065"/>
                </a:cubicBezTo>
                <a:cubicBezTo>
                  <a:pt x="24040" y="55335"/>
                  <a:pt x="31018" y="46478"/>
                  <a:pt x="39203" y="38492"/>
                </a:cubicBezTo>
                <a:cubicBezTo>
                  <a:pt x="47387" y="30507"/>
                  <a:pt x="56422" y="23665"/>
                  <a:pt x="66307" y="17967"/>
                </a:cubicBezTo>
                <a:cubicBezTo>
                  <a:pt x="76192" y="12269"/>
                  <a:pt x="86847" y="7850"/>
                  <a:pt x="98274" y="4710"/>
                </a:cubicBezTo>
                <a:cubicBezTo>
                  <a:pt x="109701" y="1570"/>
                  <a:pt x="121582" y="0"/>
                  <a:pt x="133919" y="0"/>
                </a:cubicBezTo>
                <a:cubicBezTo>
                  <a:pt x="146255" y="0"/>
                  <a:pt x="158136" y="1570"/>
                  <a:pt x="169563" y="4710"/>
                </a:cubicBezTo>
                <a:cubicBezTo>
                  <a:pt x="180990" y="7850"/>
                  <a:pt x="191665" y="12269"/>
                  <a:pt x="201589" y="17967"/>
                </a:cubicBezTo>
                <a:cubicBezTo>
                  <a:pt x="211514" y="23665"/>
                  <a:pt x="220548" y="30507"/>
                  <a:pt x="228693" y="38492"/>
                </a:cubicBezTo>
                <a:cubicBezTo>
                  <a:pt x="236838" y="46478"/>
                  <a:pt x="243817" y="55335"/>
                  <a:pt x="249629" y="65065"/>
                </a:cubicBezTo>
                <a:cubicBezTo>
                  <a:pt x="255442" y="74795"/>
                  <a:pt x="259949" y="85261"/>
                  <a:pt x="263152" y="96463"/>
                </a:cubicBezTo>
                <a:cubicBezTo>
                  <a:pt x="266354" y="107666"/>
                  <a:pt x="267956" y="119315"/>
                  <a:pt x="267956" y="131409"/>
                </a:cubicBezTo>
                <a:cubicBezTo>
                  <a:pt x="267956" y="143503"/>
                  <a:pt x="266354" y="155152"/>
                  <a:pt x="263152" y="166354"/>
                </a:cubicBezTo>
                <a:cubicBezTo>
                  <a:pt x="259949" y="177557"/>
                  <a:pt x="255442" y="188004"/>
                  <a:pt x="249629" y="197695"/>
                </a:cubicBezTo>
                <a:cubicBezTo>
                  <a:pt x="243817" y="207386"/>
                  <a:pt x="236838" y="216243"/>
                  <a:pt x="228693" y="224267"/>
                </a:cubicBezTo>
                <a:cubicBezTo>
                  <a:pt x="220548" y="232291"/>
                  <a:pt x="211514" y="239133"/>
                  <a:pt x="201589" y="244793"/>
                </a:cubicBezTo>
                <a:cubicBezTo>
                  <a:pt x="191665" y="250452"/>
                  <a:pt x="180990" y="254852"/>
                  <a:pt x="169563" y="257992"/>
                </a:cubicBezTo>
                <a:cubicBezTo>
                  <a:pt x="158136" y="261132"/>
                  <a:pt x="146255" y="262702"/>
                  <a:pt x="133919" y="262702"/>
                </a:cubicBezTo>
                <a:cubicBezTo>
                  <a:pt x="121582" y="262702"/>
                  <a:pt x="109701" y="261132"/>
                  <a:pt x="98274" y="257992"/>
                </a:cubicBezTo>
                <a:cubicBezTo>
                  <a:pt x="86847" y="254852"/>
                  <a:pt x="76192" y="250452"/>
                  <a:pt x="66307" y="244793"/>
                </a:cubicBezTo>
                <a:cubicBezTo>
                  <a:pt x="56422" y="239133"/>
                  <a:pt x="47387" y="232291"/>
                  <a:pt x="39203" y="224267"/>
                </a:cubicBezTo>
                <a:cubicBezTo>
                  <a:pt x="31018" y="216243"/>
                  <a:pt x="24040" y="207386"/>
                  <a:pt x="18267" y="197695"/>
                </a:cubicBezTo>
                <a:cubicBezTo>
                  <a:pt x="12494" y="188004"/>
                  <a:pt x="8007" y="177557"/>
                  <a:pt x="4804" y="166354"/>
                </a:cubicBezTo>
                <a:cubicBezTo>
                  <a:pt x="1601" y="155152"/>
                  <a:pt x="0" y="143503"/>
                  <a:pt x="0" y="131409"/>
                </a:cubicBezTo>
                <a:moveTo>
                  <a:pt x="10676" y="131409"/>
                </a:moveTo>
                <a:cubicBezTo>
                  <a:pt x="10676" y="142650"/>
                  <a:pt x="12138" y="153465"/>
                  <a:pt x="15064" y="163854"/>
                </a:cubicBezTo>
                <a:cubicBezTo>
                  <a:pt x="17990" y="174243"/>
                  <a:pt x="22122" y="183953"/>
                  <a:pt x="27460" y="192985"/>
                </a:cubicBezTo>
                <a:cubicBezTo>
                  <a:pt x="32798" y="202017"/>
                  <a:pt x="39223" y="210254"/>
                  <a:pt x="46735" y="217697"/>
                </a:cubicBezTo>
                <a:cubicBezTo>
                  <a:pt x="54247" y="225140"/>
                  <a:pt x="62570" y="231497"/>
                  <a:pt x="71704" y="236769"/>
                </a:cubicBezTo>
                <a:cubicBezTo>
                  <a:pt x="80837" y="242041"/>
                  <a:pt x="90643" y="246130"/>
                  <a:pt x="101121" y="249037"/>
                </a:cubicBezTo>
                <a:cubicBezTo>
                  <a:pt x="111599" y="251945"/>
                  <a:pt x="122531" y="253398"/>
                  <a:pt x="133919" y="253398"/>
                </a:cubicBezTo>
                <a:cubicBezTo>
                  <a:pt x="145227" y="253398"/>
                  <a:pt x="156139" y="251945"/>
                  <a:pt x="166657" y="249037"/>
                </a:cubicBezTo>
                <a:cubicBezTo>
                  <a:pt x="177174" y="246130"/>
                  <a:pt x="187000" y="242041"/>
                  <a:pt x="196133" y="236769"/>
                </a:cubicBezTo>
                <a:cubicBezTo>
                  <a:pt x="205267" y="231497"/>
                  <a:pt x="213590" y="225140"/>
                  <a:pt x="221102" y="217697"/>
                </a:cubicBezTo>
                <a:cubicBezTo>
                  <a:pt x="228614" y="210254"/>
                  <a:pt x="235059" y="202017"/>
                  <a:pt x="240437" y="192985"/>
                </a:cubicBezTo>
                <a:cubicBezTo>
                  <a:pt x="245814" y="183953"/>
                  <a:pt x="249965" y="174243"/>
                  <a:pt x="252891" y="163854"/>
                </a:cubicBezTo>
                <a:cubicBezTo>
                  <a:pt x="255817" y="153465"/>
                  <a:pt x="257280" y="142650"/>
                  <a:pt x="257280" y="131409"/>
                </a:cubicBezTo>
                <a:cubicBezTo>
                  <a:pt x="257280" y="120167"/>
                  <a:pt x="255817" y="109352"/>
                  <a:pt x="252891" y="98964"/>
                </a:cubicBezTo>
                <a:cubicBezTo>
                  <a:pt x="249965" y="88575"/>
                  <a:pt x="245814" y="78845"/>
                  <a:pt x="240437" y="69775"/>
                </a:cubicBezTo>
                <a:cubicBezTo>
                  <a:pt x="235059" y="60704"/>
                  <a:pt x="228614" y="52467"/>
                  <a:pt x="221102" y="45063"/>
                </a:cubicBezTo>
                <a:cubicBezTo>
                  <a:pt x="213590" y="37659"/>
                  <a:pt x="205267" y="31302"/>
                  <a:pt x="196133" y="25991"/>
                </a:cubicBezTo>
                <a:cubicBezTo>
                  <a:pt x="187000" y="20680"/>
                  <a:pt x="177174" y="16571"/>
                  <a:pt x="166657" y="13664"/>
                </a:cubicBezTo>
                <a:cubicBezTo>
                  <a:pt x="156139" y="10757"/>
                  <a:pt x="145227" y="9303"/>
                  <a:pt x="133919" y="9303"/>
                </a:cubicBezTo>
                <a:cubicBezTo>
                  <a:pt x="122531" y="9303"/>
                  <a:pt x="111599" y="10757"/>
                  <a:pt x="101121" y="13664"/>
                </a:cubicBezTo>
                <a:cubicBezTo>
                  <a:pt x="90643" y="16571"/>
                  <a:pt x="80837" y="20680"/>
                  <a:pt x="71704" y="25991"/>
                </a:cubicBezTo>
                <a:cubicBezTo>
                  <a:pt x="62570" y="31302"/>
                  <a:pt x="54247" y="37659"/>
                  <a:pt x="46735" y="45063"/>
                </a:cubicBezTo>
                <a:cubicBezTo>
                  <a:pt x="39223" y="52467"/>
                  <a:pt x="32798" y="60704"/>
                  <a:pt x="27460" y="69775"/>
                </a:cubicBezTo>
                <a:cubicBezTo>
                  <a:pt x="22122" y="78845"/>
                  <a:pt x="17990" y="88575"/>
                  <a:pt x="15064" y="98964"/>
                </a:cubicBezTo>
                <a:cubicBezTo>
                  <a:pt x="12138" y="109352"/>
                  <a:pt x="10676" y="120167"/>
                  <a:pt x="10676" y="131409"/>
                </a:cubicBezTo>
                <a:moveTo>
                  <a:pt x="146729" y="180367"/>
                </a:moveTo>
                <a:cubicBezTo>
                  <a:pt x="149892" y="180367"/>
                  <a:pt x="152482" y="180232"/>
                  <a:pt x="154499" y="179960"/>
                </a:cubicBezTo>
                <a:cubicBezTo>
                  <a:pt x="156515" y="179689"/>
                  <a:pt x="158077" y="179127"/>
                  <a:pt x="159184" y="178274"/>
                </a:cubicBezTo>
                <a:cubicBezTo>
                  <a:pt x="159737" y="177887"/>
                  <a:pt x="160212" y="177402"/>
                  <a:pt x="160607" y="176821"/>
                </a:cubicBezTo>
                <a:cubicBezTo>
                  <a:pt x="161003" y="176239"/>
                  <a:pt x="161398" y="175541"/>
                  <a:pt x="161793" y="174727"/>
                </a:cubicBezTo>
                <a:cubicBezTo>
                  <a:pt x="162189" y="173913"/>
                  <a:pt x="162584" y="172925"/>
                  <a:pt x="162980" y="171762"/>
                </a:cubicBezTo>
                <a:cubicBezTo>
                  <a:pt x="163375" y="170599"/>
                  <a:pt x="163850" y="169204"/>
                  <a:pt x="164403" y="167575"/>
                </a:cubicBezTo>
                <a:lnTo>
                  <a:pt x="175197" y="167575"/>
                </a:lnTo>
                <a:lnTo>
                  <a:pt x="173418" y="197462"/>
                </a:lnTo>
                <a:lnTo>
                  <a:pt x="87183" y="197462"/>
                </a:lnTo>
                <a:lnTo>
                  <a:pt x="87183" y="191997"/>
                </a:lnTo>
                <a:cubicBezTo>
                  <a:pt x="88686" y="188430"/>
                  <a:pt x="90386" y="184942"/>
                  <a:pt x="92284" y="181530"/>
                </a:cubicBezTo>
                <a:cubicBezTo>
                  <a:pt x="94182" y="178119"/>
                  <a:pt x="96416" y="174572"/>
                  <a:pt x="98986" y="170890"/>
                </a:cubicBezTo>
                <a:cubicBezTo>
                  <a:pt x="101556" y="167207"/>
                  <a:pt x="104581" y="163292"/>
                  <a:pt x="108060" y="159144"/>
                </a:cubicBezTo>
                <a:cubicBezTo>
                  <a:pt x="111539" y="154997"/>
                  <a:pt x="115652" y="150403"/>
                  <a:pt x="120396" y="145364"/>
                </a:cubicBezTo>
                <a:cubicBezTo>
                  <a:pt x="126960" y="138386"/>
                  <a:pt x="132238" y="132436"/>
                  <a:pt x="136232" y="127513"/>
                </a:cubicBezTo>
                <a:cubicBezTo>
                  <a:pt x="140225" y="122590"/>
                  <a:pt x="143309" y="118287"/>
                  <a:pt x="145484" y="114605"/>
                </a:cubicBezTo>
                <a:cubicBezTo>
                  <a:pt x="147658" y="110922"/>
                  <a:pt x="149101" y="107647"/>
                  <a:pt x="149813" y="104778"/>
                </a:cubicBezTo>
                <a:cubicBezTo>
                  <a:pt x="150525" y="101910"/>
                  <a:pt x="150881" y="98964"/>
                  <a:pt x="150881" y="95940"/>
                </a:cubicBezTo>
                <a:cubicBezTo>
                  <a:pt x="150881" y="92374"/>
                  <a:pt x="150446" y="89118"/>
                  <a:pt x="149576" y="86172"/>
                </a:cubicBezTo>
                <a:cubicBezTo>
                  <a:pt x="148706" y="83226"/>
                  <a:pt x="147382" y="80667"/>
                  <a:pt x="145602" y="78496"/>
                </a:cubicBezTo>
                <a:cubicBezTo>
                  <a:pt x="143823" y="76326"/>
                  <a:pt x="141589" y="74640"/>
                  <a:pt x="138900" y="73438"/>
                </a:cubicBezTo>
                <a:cubicBezTo>
                  <a:pt x="136212" y="72236"/>
                  <a:pt x="133049" y="71635"/>
                  <a:pt x="129411" y="71635"/>
                </a:cubicBezTo>
                <a:cubicBezTo>
                  <a:pt x="117312" y="71635"/>
                  <a:pt x="109088" y="78419"/>
                  <a:pt x="104739" y="91986"/>
                </a:cubicBezTo>
                <a:lnTo>
                  <a:pt x="90267" y="91986"/>
                </a:lnTo>
                <a:lnTo>
                  <a:pt x="90267" y="72217"/>
                </a:lnTo>
                <a:cubicBezTo>
                  <a:pt x="98808" y="68340"/>
                  <a:pt x="106735" y="65549"/>
                  <a:pt x="114050" y="63844"/>
                </a:cubicBezTo>
                <a:cubicBezTo>
                  <a:pt x="121365" y="62138"/>
                  <a:pt x="127948" y="61285"/>
                  <a:pt x="133800" y="61285"/>
                </a:cubicBezTo>
                <a:cubicBezTo>
                  <a:pt x="146927" y="61285"/>
                  <a:pt x="156812" y="63979"/>
                  <a:pt x="163454" y="69368"/>
                </a:cubicBezTo>
                <a:cubicBezTo>
                  <a:pt x="170097" y="74756"/>
                  <a:pt x="173418" y="82644"/>
                  <a:pt x="173418" y="93033"/>
                </a:cubicBezTo>
                <a:cubicBezTo>
                  <a:pt x="173418" y="96444"/>
                  <a:pt x="173082" y="99623"/>
                  <a:pt x="172410" y="102569"/>
                </a:cubicBezTo>
                <a:cubicBezTo>
                  <a:pt x="171738" y="105515"/>
                  <a:pt x="170630" y="108441"/>
                  <a:pt x="169088" y="111349"/>
                </a:cubicBezTo>
                <a:cubicBezTo>
                  <a:pt x="167546" y="114256"/>
                  <a:pt x="165530" y="117260"/>
                  <a:pt x="163039" y="120361"/>
                </a:cubicBezTo>
                <a:cubicBezTo>
                  <a:pt x="160548" y="123462"/>
                  <a:pt x="157484" y="126912"/>
                  <a:pt x="153846" y="130711"/>
                </a:cubicBezTo>
                <a:lnTo>
                  <a:pt x="137714" y="147341"/>
                </a:lnTo>
                <a:cubicBezTo>
                  <a:pt x="131546" y="153621"/>
                  <a:pt x="126149" y="159474"/>
                  <a:pt x="121523" y="164901"/>
                </a:cubicBezTo>
                <a:cubicBezTo>
                  <a:pt x="116897" y="170328"/>
                  <a:pt x="113081" y="175483"/>
                  <a:pt x="110077" y="180367"/>
                </a:cubicBezTo>
                <a:lnTo>
                  <a:pt x="146729" y="1803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881" cap="flat">
            <a:solidFill>
              <a:srgbClr val="000000"/>
            </a:solidFill>
            <a:miter/>
          </a:ln>
        </p:spPr>
      </p:sp>
      <p:sp>
        <p:nvSpPr>
          <p:cNvPr id="366" name="Text M">
            <a:extLst xmlns:a="http://schemas.openxmlformats.org/drawingml/2006/main">
              <a:ext uri="{FF2B5EF4-FFF2-40B4-BE49-F238E27FC236}">
                <a16:creationId xmlns:a16="http://schemas.microsoft.com/office/drawing/2014/main" id="{95C5BE92-5616-4F8F-85EA-3A54B5C8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756" y="129710"/>
            <a:ext cx="244825" cy="160845"/>
          </a:xfrm>
          <a:custGeom xmlns:a="http://schemas.openxmlformats.org/drawingml/2006/main">
            <a:pathLst>
              <a:path w="244825" h="160845">
                <a:moveTo>
                  <a:pt x="100113" y="0"/>
                </a:moveTo>
                <a:lnTo>
                  <a:pt x="111974" y="110518"/>
                </a:lnTo>
                <a:lnTo>
                  <a:pt x="188482" y="0"/>
                </a:lnTo>
                <a:lnTo>
                  <a:pt x="244825" y="0"/>
                </a:lnTo>
                <a:lnTo>
                  <a:pt x="243402" y="4270"/>
                </a:lnTo>
                <a:cubicBezTo>
                  <a:pt x="235652" y="4270"/>
                  <a:pt x="229761" y="5932"/>
                  <a:pt x="225728" y="9256"/>
                </a:cubicBezTo>
                <a:cubicBezTo>
                  <a:pt x="221695" y="12580"/>
                  <a:pt x="218255" y="19148"/>
                  <a:pt x="215408" y="28961"/>
                </a:cubicBezTo>
                <a:lnTo>
                  <a:pt x="185754" y="131998"/>
                </a:lnTo>
                <a:cubicBezTo>
                  <a:pt x="183856" y="138520"/>
                  <a:pt x="182907" y="143372"/>
                  <a:pt x="182907" y="146555"/>
                </a:cubicBezTo>
                <a:cubicBezTo>
                  <a:pt x="182907" y="149496"/>
                  <a:pt x="184093" y="151862"/>
                  <a:pt x="186466" y="153653"/>
                </a:cubicBezTo>
                <a:cubicBezTo>
                  <a:pt x="188838" y="155443"/>
                  <a:pt x="193504" y="156416"/>
                  <a:pt x="200463" y="156574"/>
                </a:cubicBezTo>
                <a:lnTo>
                  <a:pt x="199395" y="160845"/>
                </a:lnTo>
                <a:lnTo>
                  <a:pt x="119091" y="160845"/>
                </a:lnTo>
                <a:lnTo>
                  <a:pt x="120515" y="156574"/>
                </a:lnTo>
                <a:cubicBezTo>
                  <a:pt x="129134" y="156574"/>
                  <a:pt x="135500" y="154925"/>
                  <a:pt x="139612" y="151626"/>
                </a:cubicBezTo>
                <a:cubicBezTo>
                  <a:pt x="143724" y="148324"/>
                  <a:pt x="147204" y="141782"/>
                  <a:pt x="150050" y="131998"/>
                </a:cubicBezTo>
                <a:lnTo>
                  <a:pt x="180298" y="27656"/>
                </a:lnTo>
                <a:lnTo>
                  <a:pt x="88251" y="160845"/>
                </a:lnTo>
                <a:lnTo>
                  <a:pt x="83388" y="160845"/>
                </a:lnTo>
                <a:lnTo>
                  <a:pt x="68916" y="25043"/>
                </a:lnTo>
                <a:lnTo>
                  <a:pt x="38195" y="131998"/>
                </a:lnTo>
                <a:cubicBezTo>
                  <a:pt x="36929" y="136372"/>
                  <a:pt x="36297" y="140031"/>
                  <a:pt x="36297" y="142974"/>
                </a:cubicBezTo>
                <a:cubicBezTo>
                  <a:pt x="36297" y="146950"/>
                  <a:pt x="37661" y="150152"/>
                  <a:pt x="40389" y="152578"/>
                </a:cubicBezTo>
                <a:cubicBezTo>
                  <a:pt x="43117" y="155003"/>
                  <a:pt x="47763" y="156335"/>
                  <a:pt x="54327" y="156574"/>
                </a:cubicBezTo>
                <a:lnTo>
                  <a:pt x="53140" y="160845"/>
                </a:lnTo>
                <a:lnTo>
                  <a:pt x="0" y="160845"/>
                </a:lnTo>
                <a:lnTo>
                  <a:pt x="1068" y="156574"/>
                </a:lnTo>
                <a:cubicBezTo>
                  <a:pt x="7473" y="156335"/>
                  <a:pt x="12376" y="154983"/>
                  <a:pt x="15776" y="152519"/>
                </a:cubicBezTo>
                <a:cubicBezTo>
                  <a:pt x="21786" y="148064"/>
                  <a:pt x="26135" y="141223"/>
                  <a:pt x="28824" y="131998"/>
                </a:cubicBezTo>
                <a:lnTo>
                  <a:pt x="63579" y="13055"/>
                </a:lnTo>
                <a:cubicBezTo>
                  <a:pt x="60257" y="9415"/>
                  <a:pt x="57272" y="7042"/>
                  <a:pt x="54623" y="5935"/>
                </a:cubicBezTo>
                <a:cubicBezTo>
                  <a:pt x="51974" y="4825"/>
                  <a:pt x="47526" y="4270"/>
                  <a:pt x="41279" y="4270"/>
                </a:cubicBezTo>
                <a:lnTo>
                  <a:pt x="42702" y="0"/>
                </a:lnTo>
                <a:lnTo>
                  <a:pt x="10011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Text odulari">
            <a:extLst xmlns:a="http://schemas.openxmlformats.org/drawingml/2006/main">
              <a:ext uri="{FF2B5EF4-FFF2-40B4-BE49-F238E27FC236}">
                <a16:creationId xmlns:a16="http://schemas.microsoft.com/office/drawing/2014/main" id="{127BF3B4-8ED1-4EBB-923A-C916AB23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7809" y="126151"/>
            <a:ext cx="727391" cy="167724"/>
          </a:xfrm>
          <a:custGeom xmlns:a="http://schemas.openxmlformats.org/drawingml/2006/main">
            <a:pathLst>
              <a:path w="727391" h="167724">
                <a:moveTo>
                  <a:pt x="73898" y="54327"/>
                </a:moveTo>
                <a:cubicBezTo>
                  <a:pt x="80146" y="54327"/>
                  <a:pt x="86017" y="55771"/>
                  <a:pt x="91513" y="58660"/>
                </a:cubicBezTo>
                <a:cubicBezTo>
                  <a:pt x="97009" y="61549"/>
                  <a:pt x="101160" y="65567"/>
                  <a:pt x="103968" y="70714"/>
                </a:cubicBezTo>
                <a:cubicBezTo>
                  <a:pt x="106775" y="75859"/>
                  <a:pt x="108179" y="81558"/>
                  <a:pt x="108179" y="87810"/>
                </a:cubicBezTo>
                <a:cubicBezTo>
                  <a:pt x="108179" y="100635"/>
                  <a:pt x="104600" y="113461"/>
                  <a:pt x="97444" y="126286"/>
                </a:cubicBezTo>
                <a:cubicBezTo>
                  <a:pt x="90287" y="139109"/>
                  <a:pt x="80857" y="149221"/>
                  <a:pt x="69154" y="156623"/>
                </a:cubicBezTo>
                <a:cubicBezTo>
                  <a:pt x="57450" y="164024"/>
                  <a:pt x="45668" y="167724"/>
                  <a:pt x="33806" y="167724"/>
                </a:cubicBezTo>
                <a:cubicBezTo>
                  <a:pt x="23051" y="167724"/>
                  <a:pt x="14728" y="164519"/>
                  <a:pt x="8837" y="158109"/>
                </a:cubicBezTo>
                <a:cubicBezTo>
                  <a:pt x="2946" y="151696"/>
                  <a:pt x="0" y="143859"/>
                  <a:pt x="0" y="134597"/>
                </a:cubicBezTo>
                <a:cubicBezTo>
                  <a:pt x="0" y="123593"/>
                  <a:pt x="2194" y="113282"/>
                  <a:pt x="6583" y="103664"/>
                </a:cubicBezTo>
                <a:cubicBezTo>
                  <a:pt x="10972" y="94046"/>
                  <a:pt x="16547" y="85655"/>
                  <a:pt x="23308" y="78491"/>
                </a:cubicBezTo>
                <a:cubicBezTo>
                  <a:pt x="30069" y="71327"/>
                  <a:pt x="37839" y="65509"/>
                  <a:pt x="46616" y="61036"/>
                </a:cubicBezTo>
                <a:cubicBezTo>
                  <a:pt x="55394" y="56563"/>
                  <a:pt x="64488" y="54327"/>
                  <a:pt x="73898" y="54327"/>
                </a:cubicBezTo>
                <a:moveTo>
                  <a:pt x="69035" y="60732"/>
                </a:moveTo>
                <a:cubicBezTo>
                  <a:pt x="64844" y="60732"/>
                  <a:pt x="61364" y="61956"/>
                  <a:pt x="58597" y="64405"/>
                </a:cubicBezTo>
                <a:cubicBezTo>
                  <a:pt x="53061" y="69380"/>
                  <a:pt x="46814" y="81010"/>
                  <a:pt x="39855" y="99297"/>
                </a:cubicBezTo>
                <a:cubicBezTo>
                  <a:pt x="32896" y="117582"/>
                  <a:pt x="29417" y="134069"/>
                  <a:pt x="29417" y="148760"/>
                </a:cubicBezTo>
                <a:cubicBezTo>
                  <a:pt x="29417" y="152393"/>
                  <a:pt x="30524" y="155394"/>
                  <a:pt x="32738" y="157764"/>
                </a:cubicBezTo>
                <a:cubicBezTo>
                  <a:pt x="34952" y="160134"/>
                  <a:pt x="37562" y="161319"/>
                  <a:pt x="40567" y="161319"/>
                </a:cubicBezTo>
                <a:cubicBezTo>
                  <a:pt x="43651" y="161319"/>
                  <a:pt x="46379" y="160371"/>
                  <a:pt x="48752" y="158476"/>
                </a:cubicBezTo>
                <a:cubicBezTo>
                  <a:pt x="52231" y="155632"/>
                  <a:pt x="56501" y="149253"/>
                  <a:pt x="61562" y="139342"/>
                </a:cubicBezTo>
                <a:cubicBezTo>
                  <a:pt x="66623" y="129430"/>
                  <a:pt x="70775" y="118491"/>
                  <a:pt x="74017" y="106525"/>
                </a:cubicBezTo>
                <a:cubicBezTo>
                  <a:pt x="77259" y="94557"/>
                  <a:pt x="78880" y="83598"/>
                  <a:pt x="78880" y="73646"/>
                </a:cubicBezTo>
                <a:cubicBezTo>
                  <a:pt x="78880" y="69539"/>
                  <a:pt x="77892" y="66360"/>
                  <a:pt x="75915" y="64109"/>
                </a:cubicBezTo>
                <a:cubicBezTo>
                  <a:pt x="73938" y="61857"/>
                  <a:pt x="71645" y="60732"/>
                  <a:pt x="69035" y="60732"/>
                </a:cubicBezTo>
                <a:close/>
                <a:moveTo>
                  <a:pt x="248028" y="0"/>
                </a:moveTo>
                <a:lnTo>
                  <a:pt x="209478" y="132558"/>
                </a:lnTo>
                <a:cubicBezTo>
                  <a:pt x="207026" y="140851"/>
                  <a:pt x="205800" y="145867"/>
                  <a:pt x="205800" y="147604"/>
                </a:cubicBezTo>
                <a:cubicBezTo>
                  <a:pt x="205800" y="148476"/>
                  <a:pt x="206117" y="149230"/>
                  <a:pt x="206749" y="149865"/>
                </a:cubicBezTo>
                <a:cubicBezTo>
                  <a:pt x="207382" y="150500"/>
                  <a:pt x="208054" y="150818"/>
                  <a:pt x="208766" y="150818"/>
                </a:cubicBezTo>
                <a:cubicBezTo>
                  <a:pt x="210110" y="150818"/>
                  <a:pt x="211652" y="150143"/>
                  <a:pt x="213392" y="148794"/>
                </a:cubicBezTo>
                <a:cubicBezTo>
                  <a:pt x="216318" y="146572"/>
                  <a:pt x="219876" y="142365"/>
                  <a:pt x="224067" y="136172"/>
                </a:cubicBezTo>
                <a:lnTo>
                  <a:pt x="228338" y="138433"/>
                </a:lnTo>
                <a:cubicBezTo>
                  <a:pt x="217188" y="157961"/>
                  <a:pt x="204931" y="167724"/>
                  <a:pt x="191566" y="167724"/>
                </a:cubicBezTo>
                <a:cubicBezTo>
                  <a:pt x="186822" y="167724"/>
                  <a:pt x="183164" y="166479"/>
                  <a:pt x="180594" y="163988"/>
                </a:cubicBezTo>
                <a:cubicBezTo>
                  <a:pt x="178024" y="161497"/>
                  <a:pt x="176739" y="158314"/>
                  <a:pt x="176739" y="154439"/>
                </a:cubicBezTo>
                <a:cubicBezTo>
                  <a:pt x="176739" y="150723"/>
                  <a:pt x="177767" y="145424"/>
                  <a:pt x="179823" y="138545"/>
                </a:cubicBezTo>
                <a:lnTo>
                  <a:pt x="183382" y="126446"/>
                </a:lnTo>
                <a:cubicBezTo>
                  <a:pt x="173497" y="143922"/>
                  <a:pt x="164917" y="155546"/>
                  <a:pt x="157642" y="161319"/>
                </a:cubicBezTo>
                <a:cubicBezTo>
                  <a:pt x="152106" y="165589"/>
                  <a:pt x="146729" y="167724"/>
                  <a:pt x="141510" y="167724"/>
                </a:cubicBezTo>
                <a:cubicBezTo>
                  <a:pt x="135579" y="167724"/>
                  <a:pt x="130577" y="165310"/>
                  <a:pt x="126505" y="160481"/>
                </a:cubicBezTo>
                <a:cubicBezTo>
                  <a:pt x="122432" y="155653"/>
                  <a:pt x="120396" y="148607"/>
                  <a:pt x="120396" y="139345"/>
                </a:cubicBezTo>
                <a:cubicBezTo>
                  <a:pt x="120396" y="127550"/>
                  <a:pt x="123006" y="115913"/>
                  <a:pt x="128225" y="104435"/>
                </a:cubicBezTo>
                <a:cubicBezTo>
                  <a:pt x="133444" y="92956"/>
                  <a:pt x="139474" y="83378"/>
                  <a:pt x="146314" y="75700"/>
                </a:cubicBezTo>
                <a:cubicBezTo>
                  <a:pt x="153154" y="68022"/>
                  <a:pt x="159678" y="62541"/>
                  <a:pt x="165886" y="59257"/>
                </a:cubicBezTo>
                <a:cubicBezTo>
                  <a:pt x="172093" y="55970"/>
                  <a:pt x="178202" y="54327"/>
                  <a:pt x="184212" y="54327"/>
                </a:cubicBezTo>
                <a:cubicBezTo>
                  <a:pt x="187296" y="54327"/>
                  <a:pt x="190044" y="54965"/>
                  <a:pt x="192456" y="56243"/>
                </a:cubicBezTo>
                <a:cubicBezTo>
                  <a:pt x="194868" y="57521"/>
                  <a:pt x="197616" y="59916"/>
                  <a:pt x="200700" y="63430"/>
                </a:cubicBezTo>
                <a:lnTo>
                  <a:pt x="209478" y="33902"/>
                </a:lnTo>
                <a:cubicBezTo>
                  <a:pt x="211613" y="26674"/>
                  <a:pt x="212680" y="21488"/>
                  <a:pt x="212680" y="18345"/>
                </a:cubicBezTo>
                <a:cubicBezTo>
                  <a:pt x="212680" y="16459"/>
                  <a:pt x="211968" y="14848"/>
                  <a:pt x="210545" y="13511"/>
                </a:cubicBezTo>
                <a:cubicBezTo>
                  <a:pt x="209122" y="12174"/>
                  <a:pt x="207224" y="11506"/>
                  <a:pt x="204851" y="11506"/>
                </a:cubicBezTo>
                <a:cubicBezTo>
                  <a:pt x="203744" y="11506"/>
                  <a:pt x="202361" y="11624"/>
                  <a:pt x="200700" y="11862"/>
                </a:cubicBezTo>
                <a:lnTo>
                  <a:pt x="201886" y="7117"/>
                </a:lnTo>
                <a:lnTo>
                  <a:pt x="240911" y="0"/>
                </a:lnTo>
                <a:lnTo>
                  <a:pt x="248028" y="0"/>
                </a:lnTo>
                <a:moveTo>
                  <a:pt x="195837" y="75085"/>
                </a:moveTo>
                <a:cubicBezTo>
                  <a:pt x="195837" y="70261"/>
                  <a:pt x="194888" y="66742"/>
                  <a:pt x="192990" y="64528"/>
                </a:cubicBezTo>
                <a:cubicBezTo>
                  <a:pt x="191092" y="62313"/>
                  <a:pt x="188878" y="61206"/>
                  <a:pt x="186347" y="61206"/>
                </a:cubicBezTo>
                <a:cubicBezTo>
                  <a:pt x="183817" y="61206"/>
                  <a:pt x="181089" y="62511"/>
                  <a:pt x="178163" y="65121"/>
                </a:cubicBezTo>
                <a:cubicBezTo>
                  <a:pt x="172548" y="70182"/>
                  <a:pt x="166677" y="80363"/>
                  <a:pt x="160548" y="95665"/>
                </a:cubicBezTo>
                <a:cubicBezTo>
                  <a:pt x="154419" y="110966"/>
                  <a:pt x="151355" y="123836"/>
                  <a:pt x="151355" y="134274"/>
                </a:cubicBezTo>
                <a:cubicBezTo>
                  <a:pt x="151355" y="138070"/>
                  <a:pt x="152027" y="140877"/>
                  <a:pt x="153372" y="142696"/>
                </a:cubicBezTo>
                <a:cubicBezTo>
                  <a:pt x="154716" y="144515"/>
                  <a:pt x="156219" y="145424"/>
                  <a:pt x="157879" y="145424"/>
                </a:cubicBezTo>
                <a:cubicBezTo>
                  <a:pt x="160647" y="145424"/>
                  <a:pt x="163415" y="144159"/>
                  <a:pt x="166182" y="141629"/>
                </a:cubicBezTo>
                <a:cubicBezTo>
                  <a:pt x="172904" y="135619"/>
                  <a:pt x="179527" y="125279"/>
                  <a:pt x="186051" y="110610"/>
                </a:cubicBezTo>
                <a:cubicBezTo>
                  <a:pt x="192575" y="95941"/>
                  <a:pt x="195837" y="84099"/>
                  <a:pt x="195837" y="75085"/>
                </a:cubicBezTo>
                <a:close/>
                <a:moveTo>
                  <a:pt x="301525" y="54327"/>
                </a:moveTo>
                <a:lnTo>
                  <a:pt x="278513" y="135094"/>
                </a:lnTo>
                <a:cubicBezTo>
                  <a:pt x="277406" y="138815"/>
                  <a:pt x="276852" y="141389"/>
                  <a:pt x="276852" y="142815"/>
                </a:cubicBezTo>
                <a:cubicBezTo>
                  <a:pt x="276852" y="143526"/>
                  <a:pt x="277129" y="144080"/>
                  <a:pt x="277683" y="144475"/>
                </a:cubicBezTo>
                <a:cubicBezTo>
                  <a:pt x="278315" y="145108"/>
                  <a:pt x="279066" y="145424"/>
                  <a:pt x="279936" y="145424"/>
                </a:cubicBezTo>
                <a:cubicBezTo>
                  <a:pt x="283574" y="145424"/>
                  <a:pt x="288437" y="142182"/>
                  <a:pt x="294526" y="135698"/>
                </a:cubicBezTo>
                <a:cubicBezTo>
                  <a:pt x="303225" y="126287"/>
                  <a:pt x="312358" y="112765"/>
                  <a:pt x="321927" y="95131"/>
                </a:cubicBezTo>
                <a:lnTo>
                  <a:pt x="332721" y="58834"/>
                </a:lnTo>
                <a:lnTo>
                  <a:pt x="362731" y="57648"/>
                </a:lnTo>
                <a:lnTo>
                  <a:pt x="339956" y="136617"/>
                </a:lnTo>
                <a:cubicBezTo>
                  <a:pt x="338059" y="143319"/>
                  <a:pt x="337110" y="147148"/>
                  <a:pt x="337110" y="148104"/>
                </a:cubicBezTo>
                <a:cubicBezTo>
                  <a:pt x="337110" y="148717"/>
                  <a:pt x="337406" y="149349"/>
                  <a:pt x="337999" y="149999"/>
                </a:cubicBezTo>
                <a:cubicBezTo>
                  <a:pt x="338592" y="150648"/>
                  <a:pt x="339205" y="150973"/>
                  <a:pt x="339838" y="150973"/>
                </a:cubicBezTo>
                <a:cubicBezTo>
                  <a:pt x="340945" y="150973"/>
                  <a:pt x="342012" y="150515"/>
                  <a:pt x="343040" y="149598"/>
                </a:cubicBezTo>
                <a:cubicBezTo>
                  <a:pt x="345887" y="147379"/>
                  <a:pt x="349643" y="142904"/>
                  <a:pt x="354309" y="136172"/>
                </a:cubicBezTo>
                <a:lnTo>
                  <a:pt x="358342" y="138926"/>
                </a:lnTo>
                <a:cubicBezTo>
                  <a:pt x="347350" y="158125"/>
                  <a:pt x="335251" y="167724"/>
                  <a:pt x="322045" y="167724"/>
                </a:cubicBezTo>
                <a:cubicBezTo>
                  <a:pt x="317142" y="167724"/>
                  <a:pt x="313287" y="166479"/>
                  <a:pt x="310480" y="163988"/>
                </a:cubicBezTo>
                <a:cubicBezTo>
                  <a:pt x="307673" y="161497"/>
                  <a:pt x="306269" y="158235"/>
                  <a:pt x="306269" y="154202"/>
                </a:cubicBezTo>
                <a:cubicBezTo>
                  <a:pt x="306269" y="149927"/>
                  <a:pt x="307258" y="144503"/>
                  <a:pt x="309235" y="137929"/>
                </a:cubicBezTo>
                <a:lnTo>
                  <a:pt x="315047" y="117853"/>
                </a:lnTo>
                <a:cubicBezTo>
                  <a:pt x="304767" y="132814"/>
                  <a:pt x="297294" y="142906"/>
                  <a:pt x="292628" y="148130"/>
                </a:cubicBezTo>
                <a:cubicBezTo>
                  <a:pt x="285511" y="155969"/>
                  <a:pt x="279521" y="161194"/>
                  <a:pt x="274658" y="163806"/>
                </a:cubicBezTo>
                <a:cubicBezTo>
                  <a:pt x="269795" y="166418"/>
                  <a:pt x="265149" y="167724"/>
                  <a:pt x="260720" y="167724"/>
                </a:cubicBezTo>
                <a:cubicBezTo>
                  <a:pt x="256529" y="167724"/>
                  <a:pt x="252911" y="166182"/>
                  <a:pt x="249867" y="163098"/>
                </a:cubicBezTo>
                <a:cubicBezTo>
                  <a:pt x="246822" y="160014"/>
                  <a:pt x="245300" y="156100"/>
                  <a:pt x="245300" y="151355"/>
                </a:cubicBezTo>
                <a:cubicBezTo>
                  <a:pt x="245300" y="147322"/>
                  <a:pt x="246289" y="141905"/>
                  <a:pt x="248266" y="135105"/>
                </a:cubicBezTo>
                <a:lnTo>
                  <a:pt x="261669" y="87658"/>
                </a:lnTo>
                <a:cubicBezTo>
                  <a:pt x="263883" y="79908"/>
                  <a:pt x="264991" y="74689"/>
                  <a:pt x="264991" y="72000"/>
                </a:cubicBezTo>
                <a:cubicBezTo>
                  <a:pt x="264991" y="70814"/>
                  <a:pt x="264674" y="69767"/>
                  <a:pt x="264042" y="68857"/>
                </a:cubicBezTo>
                <a:cubicBezTo>
                  <a:pt x="263409" y="67948"/>
                  <a:pt x="262361" y="67236"/>
                  <a:pt x="260898" y="66722"/>
                </a:cubicBezTo>
                <a:cubicBezTo>
                  <a:pt x="259435" y="66208"/>
                  <a:pt x="256727" y="65951"/>
                  <a:pt x="252773" y="65951"/>
                </a:cubicBezTo>
                <a:lnTo>
                  <a:pt x="253959" y="61444"/>
                </a:lnTo>
                <a:lnTo>
                  <a:pt x="294408" y="54327"/>
                </a:lnTo>
                <a:lnTo>
                  <a:pt x="301525" y="54327"/>
                </a:lnTo>
                <a:close/>
                <a:moveTo>
                  <a:pt x="448831" y="0"/>
                </a:moveTo>
                <a:lnTo>
                  <a:pt x="409569" y="134274"/>
                </a:lnTo>
                <a:cubicBezTo>
                  <a:pt x="407276" y="142224"/>
                  <a:pt x="406129" y="147192"/>
                  <a:pt x="406129" y="149179"/>
                </a:cubicBezTo>
                <a:cubicBezTo>
                  <a:pt x="406129" y="150158"/>
                  <a:pt x="406465" y="150987"/>
                  <a:pt x="407137" y="151667"/>
                </a:cubicBezTo>
                <a:cubicBezTo>
                  <a:pt x="407810" y="152344"/>
                  <a:pt x="408541" y="152682"/>
                  <a:pt x="409332" y="152682"/>
                </a:cubicBezTo>
                <a:cubicBezTo>
                  <a:pt x="410755" y="152682"/>
                  <a:pt x="412100" y="152155"/>
                  <a:pt x="413365" y="151099"/>
                </a:cubicBezTo>
                <a:cubicBezTo>
                  <a:pt x="417161" y="148159"/>
                  <a:pt x="421391" y="143183"/>
                  <a:pt x="426057" y="136172"/>
                </a:cubicBezTo>
                <a:lnTo>
                  <a:pt x="430683" y="138207"/>
                </a:lnTo>
                <a:cubicBezTo>
                  <a:pt x="423171" y="149666"/>
                  <a:pt x="415777" y="157847"/>
                  <a:pt x="408502" y="162750"/>
                </a:cubicBezTo>
                <a:cubicBezTo>
                  <a:pt x="403520" y="166066"/>
                  <a:pt x="398221" y="167724"/>
                  <a:pt x="392607" y="167724"/>
                </a:cubicBezTo>
                <a:cubicBezTo>
                  <a:pt x="387388" y="167724"/>
                  <a:pt x="383236" y="166321"/>
                  <a:pt x="380152" y="163513"/>
                </a:cubicBezTo>
                <a:cubicBezTo>
                  <a:pt x="377068" y="160706"/>
                  <a:pt x="375526" y="157326"/>
                  <a:pt x="375526" y="153372"/>
                </a:cubicBezTo>
                <a:cubicBezTo>
                  <a:pt x="375526" y="150451"/>
                  <a:pt x="376475" y="145753"/>
                  <a:pt x="378373" y="139279"/>
                </a:cubicBezTo>
                <a:lnTo>
                  <a:pt x="410399" y="30099"/>
                </a:lnTo>
                <a:cubicBezTo>
                  <a:pt x="412139" y="24099"/>
                  <a:pt x="413009" y="20112"/>
                  <a:pt x="413009" y="18137"/>
                </a:cubicBezTo>
                <a:cubicBezTo>
                  <a:pt x="413009" y="16242"/>
                  <a:pt x="412179" y="14742"/>
                  <a:pt x="410518" y="13637"/>
                </a:cubicBezTo>
                <a:cubicBezTo>
                  <a:pt x="408304" y="12058"/>
                  <a:pt x="404943" y="11387"/>
                  <a:pt x="400436" y="11624"/>
                </a:cubicBezTo>
                <a:lnTo>
                  <a:pt x="401740" y="7117"/>
                </a:lnTo>
                <a:lnTo>
                  <a:pt x="441714" y="0"/>
                </a:lnTo>
                <a:lnTo>
                  <a:pt x="448831" y="0"/>
                </a:lnTo>
                <a:close/>
                <a:moveTo>
                  <a:pt x="555816" y="55987"/>
                </a:moveTo>
                <a:lnTo>
                  <a:pt x="532805" y="135038"/>
                </a:lnTo>
                <a:lnTo>
                  <a:pt x="530432" y="144664"/>
                </a:lnTo>
                <a:cubicBezTo>
                  <a:pt x="530195" y="145856"/>
                  <a:pt x="530076" y="146728"/>
                  <a:pt x="530076" y="147281"/>
                </a:cubicBezTo>
                <a:cubicBezTo>
                  <a:pt x="530076" y="148225"/>
                  <a:pt x="530413" y="149052"/>
                  <a:pt x="531085" y="149761"/>
                </a:cubicBezTo>
                <a:cubicBezTo>
                  <a:pt x="531757" y="150471"/>
                  <a:pt x="532449" y="150825"/>
                  <a:pt x="533160" y="150825"/>
                </a:cubicBezTo>
                <a:cubicBezTo>
                  <a:pt x="534821" y="150825"/>
                  <a:pt x="537114" y="149565"/>
                  <a:pt x="540040" y="147044"/>
                </a:cubicBezTo>
                <a:cubicBezTo>
                  <a:pt x="541226" y="146019"/>
                  <a:pt x="544073" y="142395"/>
                  <a:pt x="548581" y="136172"/>
                </a:cubicBezTo>
                <a:lnTo>
                  <a:pt x="552732" y="138300"/>
                </a:lnTo>
                <a:cubicBezTo>
                  <a:pt x="547118" y="148541"/>
                  <a:pt x="541128" y="156005"/>
                  <a:pt x="534762" y="160693"/>
                </a:cubicBezTo>
                <a:cubicBezTo>
                  <a:pt x="528396" y="165380"/>
                  <a:pt x="521536" y="167724"/>
                  <a:pt x="514182" y="167724"/>
                </a:cubicBezTo>
                <a:cubicBezTo>
                  <a:pt x="509674" y="167724"/>
                  <a:pt x="506234" y="166558"/>
                  <a:pt x="503862" y="164225"/>
                </a:cubicBezTo>
                <a:cubicBezTo>
                  <a:pt x="501490" y="161892"/>
                  <a:pt x="500304" y="158947"/>
                  <a:pt x="500304" y="155388"/>
                </a:cubicBezTo>
                <a:cubicBezTo>
                  <a:pt x="500304" y="152304"/>
                  <a:pt x="501569" y="146571"/>
                  <a:pt x="504099" y="138189"/>
                </a:cubicBezTo>
                <a:lnTo>
                  <a:pt x="506946" y="128581"/>
                </a:lnTo>
                <a:cubicBezTo>
                  <a:pt x="497773" y="144317"/>
                  <a:pt x="488956" y="155467"/>
                  <a:pt x="480495" y="162031"/>
                </a:cubicBezTo>
                <a:cubicBezTo>
                  <a:pt x="475592" y="165826"/>
                  <a:pt x="470373" y="167724"/>
                  <a:pt x="464837" y="167724"/>
                </a:cubicBezTo>
                <a:cubicBezTo>
                  <a:pt x="457562" y="167724"/>
                  <a:pt x="452303" y="164737"/>
                  <a:pt x="449061" y="158761"/>
                </a:cubicBezTo>
                <a:cubicBezTo>
                  <a:pt x="445819" y="152784"/>
                  <a:pt x="444198" y="146035"/>
                  <a:pt x="444198" y="138515"/>
                </a:cubicBezTo>
                <a:cubicBezTo>
                  <a:pt x="444198" y="127353"/>
                  <a:pt x="447598" y="114548"/>
                  <a:pt x="454399" y="100102"/>
                </a:cubicBezTo>
                <a:cubicBezTo>
                  <a:pt x="461200" y="85655"/>
                  <a:pt x="470135" y="74038"/>
                  <a:pt x="481206" y="65250"/>
                </a:cubicBezTo>
                <a:cubicBezTo>
                  <a:pt x="490300" y="57968"/>
                  <a:pt x="498841" y="54327"/>
                  <a:pt x="506828" y="54327"/>
                </a:cubicBezTo>
                <a:cubicBezTo>
                  <a:pt x="511256" y="54327"/>
                  <a:pt x="514814" y="55613"/>
                  <a:pt x="517503" y="58185"/>
                </a:cubicBezTo>
                <a:cubicBezTo>
                  <a:pt x="520192" y="60758"/>
                  <a:pt x="522169" y="65448"/>
                  <a:pt x="523434" y="72256"/>
                </a:cubicBezTo>
                <a:lnTo>
                  <a:pt x="527704" y="57648"/>
                </a:lnTo>
                <a:lnTo>
                  <a:pt x="555816" y="55987"/>
                </a:lnTo>
                <a:moveTo>
                  <a:pt x="517859" y="78739"/>
                </a:moveTo>
                <a:cubicBezTo>
                  <a:pt x="517859" y="72341"/>
                  <a:pt x="516870" y="67722"/>
                  <a:pt x="514893" y="64880"/>
                </a:cubicBezTo>
                <a:cubicBezTo>
                  <a:pt x="513470" y="62905"/>
                  <a:pt x="511533" y="61918"/>
                  <a:pt x="509081" y="61918"/>
                </a:cubicBezTo>
                <a:cubicBezTo>
                  <a:pt x="506630" y="61918"/>
                  <a:pt x="504099" y="63103"/>
                  <a:pt x="501490" y="65473"/>
                </a:cubicBezTo>
                <a:cubicBezTo>
                  <a:pt x="496192" y="70368"/>
                  <a:pt x="490478" y="80299"/>
                  <a:pt x="484350" y="95264"/>
                </a:cubicBezTo>
                <a:cubicBezTo>
                  <a:pt x="478221" y="110227"/>
                  <a:pt x="475157" y="123158"/>
                  <a:pt x="475157" y="134056"/>
                </a:cubicBezTo>
                <a:cubicBezTo>
                  <a:pt x="475157" y="138239"/>
                  <a:pt x="475849" y="141259"/>
                  <a:pt x="477233" y="143115"/>
                </a:cubicBezTo>
                <a:cubicBezTo>
                  <a:pt x="478616" y="144971"/>
                  <a:pt x="480139" y="145899"/>
                  <a:pt x="481799" y="145899"/>
                </a:cubicBezTo>
                <a:cubicBezTo>
                  <a:pt x="485358" y="145899"/>
                  <a:pt x="488956" y="143845"/>
                  <a:pt x="492593" y="139738"/>
                </a:cubicBezTo>
                <a:cubicBezTo>
                  <a:pt x="497813" y="133896"/>
                  <a:pt x="502518" y="126751"/>
                  <a:pt x="506709" y="118302"/>
                </a:cubicBezTo>
                <a:cubicBezTo>
                  <a:pt x="514142" y="103455"/>
                  <a:pt x="517859" y="90267"/>
                  <a:pt x="517859" y="78739"/>
                </a:cubicBezTo>
                <a:close/>
                <a:moveTo>
                  <a:pt x="618446" y="54327"/>
                </a:moveTo>
                <a:lnTo>
                  <a:pt x="600535" y="121060"/>
                </a:lnTo>
                <a:cubicBezTo>
                  <a:pt x="615243" y="88524"/>
                  <a:pt x="626314" y="68496"/>
                  <a:pt x="633748" y="60977"/>
                </a:cubicBezTo>
                <a:cubicBezTo>
                  <a:pt x="638097" y="56543"/>
                  <a:pt x="642683" y="54327"/>
                  <a:pt x="647507" y="54327"/>
                </a:cubicBezTo>
                <a:cubicBezTo>
                  <a:pt x="650828" y="54327"/>
                  <a:pt x="653517" y="55532"/>
                  <a:pt x="655573" y="57944"/>
                </a:cubicBezTo>
                <a:cubicBezTo>
                  <a:pt x="657629" y="60356"/>
                  <a:pt x="658657" y="63776"/>
                  <a:pt x="658657" y="68205"/>
                </a:cubicBezTo>
                <a:cubicBezTo>
                  <a:pt x="658657" y="75875"/>
                  <a:pt x="656799" y="82320"/>
                  <a:pt x="653082" y="87539"/>
                </a:cubicBezTo>
                <a:cubicBezTo>
                  <a:pt x="650710" y="90861"/>
                  <a:pt x="648061" y="92521"/>
                  <a:pt x="645135" y="92521"/>
                </a:cubicBezTo>
                <a:cubicBezTo>
                  <a:pt x="641972" y="92521"/>
                  <a:pt x="639599" y="91076"/>
                  <a:pt x="638018" y="88184"/>
                </a:cubicBezTo>
                <a:cubicBezTo>
                  <a:pt x="636436" y="85291"/>
                  <a:pt x="635329" y="83590"/>
                  <a:pt x="634697" y="83084"/>
                </a:cubicBezTo>
                <a:cubicBezTo>
                  <a:pt x="634064" y="82575"/>
                  <a:pt x="633392" y="82320"/>
                  <a:pt x="632680" y="82320"/>
                </a:cubicBezTo>
                <a:cubicBezTo>
                  <a:pt x="631889" y="82320"/>
                  <a:pt x="631059" y="82557"/>
                  <a:pt x="630189" y="83032"/>
                </a:cubicBezTo>
                <a:cubicBezTo>
                  <a:pt x="628449" y="83981"/>
                  <a:pt x="626176" y="86294"/>
                  <a:pt x="623369" y="89971"/>
                </a:cubicBezTo>
                <a:cubicBezTo>
                  <a:pt x="620561" y="93646"/>
                  <a:pt x="617102" y="99793"/>
                  <a:pt x="612990" y="108412"/>
                </a:cubicBezTo>
                <a:cubicBezTo>
                  <a:pt x="608878" y="117029"/>
                  <a:pt x="605675" y="124323"/>
                  <a:pt x="603382" y="130293"/>
                </a:cubicBezTo>
                <a:cubicBezTo>
                  <a:pt x="601088" y="136261"/>
                  <a:pt x="597886" y="147631"/>
                  <a:pt x="593774" y="164403"/>
                </a:cubicBezTo>
                <a:lnTo>
                  <a:pt x="565068" y="164403"/>
                </a:lnTo>
                <a:lnTo>
                  <a:pt x="584640" y="85760"/>
                </a:lnTo>
                <a:cubicBezTo>
                  <a:pt x="586064" y="79908"/>
                  <a:pt x="586775" y="76033"/>
                  <a:pt x="586775" y="74136"/>
                </a:cubicBezTo>
                <a:cubicBezTo>
                  <a:pt x="586775" y="72000"/>
                  <a:pt x="586400" y="70340"/>
                  <a:pt x="585648" y="69154"/>
                </a:cubicBezTo>
                <a:cubicBezTo>
                  <a:pt x="584897" y="67967"/>
                  <a:pt x="583869" y="67098"/>
                  <a:pt x="582564" y="66544"/>
                </a:cubicBezTo>
                <a:cubicBezTo>
                  <a:pt x="581260" y="65991"/>
                  <a:pt x="578551" y="65714"/>
                  <a:pt x="574439" y="65714"/>
                </a:cubicBezTo>
                <a:lnTo>
                  <a:pt x="575507" y="62155"/>
                </a:lnTo>
                <a:lnTo>
                  <a:pt x="611329" y="54327"/>
                </a:lnTo>
                <a:lnTo>
                  <a:pt x="618446" y="54327"/>
                </a:lnTo>
                <a:close/>
                <a:moveTo>
                  <a:pt x="709954" y="0"/>
                </a:moveTo>
                <a:cubicBezTo>
                  <a:pt x="714857" y="0"/>
                  <a:pt x="718989" y="1713"/>
                  <a:pt x="722350" y="5138"/>
                </a:cubicBezTo>
                <a:cubicBezTo>
                  <a:pt x="725711" y="8560"/>
                  <a:pt x="727391" y="12699"/>
                  <a:pt x="727391" y="17555"/>
                </a:cubicBezTo>
                <a:cubicBezTo>
                  <a:pt x="727391" y="22411"/>
                  <a:pt x="725691" y="26552"/>
                  <a:pt x="722291" y="29977"/>
                </a:cubicBezTo>
                <a:cubicBezTo>
                  <a:pt x="718890" y="33399"/>
                  <a:pt x="714778" y="35111"/>
                  <a:pt x="709954" y="35111"/>
                </a:cubicBezTo>
                <a:cubicBezTo>
                  <a:pt x="705210" y="35111"/>
                  <a:pt x="701137" y="33399"/>
                  <a:pt x="697737" y="29977"/>
                </a:cubicBezTo>
                <a:cubicBezTo>
                  <a:pt x="694337" y="26552"/>
                  <a:pt x="692636" y="22411"/>
                  <a:pt x="692636" y="17555"/>
                </a:cubicBezTo>
                <a:cubicBezTo>
                  <a:pt x="692636" y="12699"/>
                  <a:pt x="694317" y="8560"/>
                  <a:pt x="697678" y="5138"/>
                </a:cubicBezTo>
                <a:cubicBezTo>
                  <a:pt x="701038" y="1713"/>
                  <a:pt x="705131" y="0"/>
                  <a:pt x="709954" y="0"/>
                </a:cubicBezTo>
                <a:moveTo>
                  <a:pt x="717309" y="54327"/>
                </a:moveTo>
                <a:lnTo>
                  <a:pt x="692992" y="138089"/>
                </a:lnTo>
                <a:cubicBezTo>
                  <a:pt x="691648" y="142880"/>
                  <a:pt x="690976" y="146022"/>
                  <a:pt x="690976" y="147515"/>
                </a:cubicBezTo>
                <a:cubicBezTo>
                  <a:pt x="690976" y="148419"/>
                  <a:pt x="691332" y="149262"/>
                  <a:pt x="692043" y="150043"/>
                </a:cubicBezTo>
                <a:cubicBezTo>
                  <a:pt x="692755" y="150821"/>
                  <a:pt x="693506" y="151211"/>
                  <a:pt x="694297" y="151211"/>
                </a:cubicBezTo>
                <a:cubicBezTo>
                  <a:pt x="695641" y="151211"/>
                  <a:pt x="696986" y="150594"/>
                  <a:pt x="698330" y="149361"/>
                </a:cubicBezTo>
                <a:cubicBezTo>
                  <a:pt x="701889" y="146321"/>
                  <a:pt x="706159" y="140818"/>
                  <a:pt x="711141" y="132851"/>
                </a:cubicBezTo>
                <a:lnTo>
                  <a:pt x="715174" y="135316"/>
                </a:lnTo>
                <a:cubicBezTo>
                  <a:pt x="703233" y="156922"/>
                  <a:pt x="690541" y="167724"/>
                  <a:pt x="677098" y="167724"/>
                </a:cubicBezTo>
                <a:cubicBezTo>
                  <a:pt x="671957" y="167724"/>
                  <a:pt x="667865" y="166281"/>
                  <a:pt x="664821" y="163395"/>
                </a:cubicBezTo>
                <a:cubicBezTo>
                  <a:pt x="661776" y="160508"/>
                  <a:pt x="660254" y="156851"/>
                  <a:pt x="660254" y="152423"/>
                </a:cubicBezTo>
                <a:cubicBezTo>
                  <a:pt x="660254" y="149497"/>
                  <a:pt x="660926" y="145780"/>
                  <a:pt x="662270" y="141273"/>
                </a:cubicBezTo>
                <a:lnTo>
                  <a:pt x="678758" y="84574"/>
                </a:lnTo>
                <a:cubicBezTo>
                  <a:pt x="680340" y="79117"/>
                  <a:pt x="681131" y="75005"/>
                  <a:pt x="681131" y="72238"/>
                </a:cubicBezTo>
                <a:cubicBezTo>
                  <a:pt x="681131" y="70498"/>
                  <a:pt x="680379" y="68956"/>
                  <a:pt x="678877" y="67612"/>
                </a:cubicBezTo>
                <a:cubicBezTo>
                  <a:pt x="677374" y="66267"/>
                  <a:pt x="675318" y="65595"/>
                  <a:pt x="672709" y="65595"/>
                </a:cubicBezTo>
                <a:cubicBezTo>
                  <a:pt x="671523" y="65595"/>
                  <a:pt x="670099" y="65635"/>
                  <a:pt x="668439" y="65714"/>
                </a:cubicBezTo>
                <a:lnTo>
                  <a:pt x="669981" y="60969"/>
                </a:lnTo>
                <a:lnTo>
                  <a:pt x="710192" y="54327"/>
                </a:lnTo>
                <a:lnTo>
                  <a:pt x="717309" y="543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Text zing">
            <a:extLst xmlns:a="http://schemas.openxmlformats.org/drawingml/2006/main">
              <a:ext uri="{FF2B5EF4-FFF2-40B4-BE49-F238E27FC236}">
                <a16:creationId xmlns:a16="http://schemas.microsoft.com/office/drawing/2014/main" id="{AE24CB5D-19CE-4392-94AE-E968C4A5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94" y="126151"/>
            <a:ext cx="424918" cy="216832"/>
          </a:xfrm>
          <a:custGeom xmlns:a="http://schemas.openxmlformats.org/drawingml/2006/main">
            <a:pathLst>
              <a:path w="424918" h="216832">
                <a:moveTo>
                  <a:pt x="98927" y="57648"/>
                </a:moveTo>
                <a:lnTo>
                  <a:pt x="31552" y="137151"/>
                </a:lnTo>
                <a:cubicBezTo>
                  <a:pt x="36613" y="138653"/>
                  <a:pt x="40369" y="140908"/>
                  <a:pt x="42821" y="143916"/>
                </a:cubicBezTo>
                <a:cubicBezTo>
                  <a:pt x="45984" y="147872"/>
                  <a:pt x="48277" y="153838"/>
                  <a:pt x="49700" y="161812"/>
                </a:cubicBezTo>
                <a:cubicBezTo>
                  <a:pt x="51124" y="169787"/>
                  <a:pt x="52745" y="174822"/>
                  <a:pt x="54564" y="176917"/>
                </a:cubicBezTo>
                <a:cubicBezTo>
                  <a:pt x="56383" y="179013"/>
                  <a:pt x="58241" y="180061"/>
                  <a:pt x="60139" y="180061"/>
                </a:cubicBezTo>
                <a:cubicBezTo>
                  <a:pt x="61404" y="180061"/>
                  <a:pt x="62590" y="179487"/>
                  <a:pt x="63697" y="178341"/>
                </a:cubicBezTo>
                <a:cubicBezTo>
                  <a:pt x="64804" y="177194"/>
                  <a:pt x="65358" y="175909"/>
                  <a:pt x="65358" y="174486"/>
                </a:cubicBezTo>
                <a:cubicBezTo>
                  <a:pt x="65358" y="172983"/>
                  <a:pt x="64883" y="170498"/>
                  <a:pt x="63935" y="167031"/>
                </a:cubicBezTo>
                <a:cubicBezTo>
                  <a:pt x="63302" y="164693"/>
                  <a:pt x="62986" y="162446"/>
                  <a:pt x="62986" y="160289"/>
                </a:cubicBezTo>
                <a:cubicBezTo>
                  <a:pt x="62986" y="155816"/>
                  <a:pt x="64389" y="152062"/>
                  <a:pt x="67196" y="149027"/>
                </a:cubicBezTo>
                <a:cubicBezTo>
                  <a:pt x="70004" y="145993"/>
                  <a:pt x="73384" y="144475"/>
                  <a:pt x="77338" y="144475"/>
                </a:cubicBezTo>
                <a:cubicBezTo>
                  <a:pt x="80897" y="144475"/>
                  <a:pt x="83882" y="145816"/>
                  <a:pt x="86294" y="148497"/>
                </a:cubicBezTo>
                <a:cubicBezTo>
                  <a:pt x="88706" y="151176"/>
                  <a:pt x="89912" y="154676"/>
                  <a:pt x="89912" y="158999"/>
                </a:cubicBezTo>
                <a:cubicBezTo>
                  <a:pt x="89912" y="165639"/>
                  <a:pt x="86907" y="171678"/>
                  <a:pt x="80897" y="177117"/>
                </a:cubicBezTo>
                <a:cubicBezTo>
                  <a:pt x="74887" y="182559"/>
                  <a:pt x="67493" y="185280"/>
                  <a:pt x="58715" y="185280"/>
                </a:cubicBezTo>
                <a:cubicBezTo>
                  <a:pt x="48593" y="185280"/>
                  <a:pt x="38669" y="180586"/>
                  <a:pt x="28943" y="171198"/>
                </a:cubicBezTo>
                <a:cubicBezTo>
                  <a:pt x="24989" y="167459"/>
                  <a:pt x="21786" y="164865"/>
                  <a:pt x="19335" y="163417"/>
                </a:cubicBezTo>
                <a:cubicBezTo>
                  <a:pt x="17911" y="162651"/>
                  <a:pt x="16092" y="162268"/>
                  <a:pt x="13878" y="162268"/>
                </a:cubicBezTo>
                <a:cubicBezTo>
                  <a:pt x="11980" y="162268"/>
                  <a:pt x="9885" y="162980"/>
                  <a:pt x="7591" y="164403"/>
                </a:cubicBezTo>
                <a:lnTo>
                  <a:pt x="0" y="164403"/>
                </a:lnTo>
                <a:lnTo>
                  <a:pt x="68798" y="82795"/>
                </a:lnTo>
                <a:lnTo>
                  <a:pt x="44125" y="82795"/>
                </a:lnTo>
                <a:cubicBezTo>
                  <a:pt x="37088" y="82795"/>
                  <a:pt x="32007" y="83664"/>
                  <a:pt x="28883" y="85404"/>
                </a:cubicBezTo>
                <a:cubicBezTo>
                  <a:pt x="25760" y="87144"/>
                  <a:pt x="22814" y="90544"/>
                  <a:pt x="20046" y="95605"/>
                </a:cubicBezTo>
                <a:lnTo>
                  <a:pt x="14946" y="95605"/>
                </a:lnTo>
                <a:lnTo>
                  <a:pt x="24791" y="57648"/>
                </a:lnTo>
                <a:lnTo>
                  <a:pt x="98927" y="57648"/>
                </a:lnTo>
                <a:close/>
                <a:moveTo>
                  <a:pt x="151529" y="0"/>
                </a:moveTo>
                <a:cubicBezTo>
                  <a:pt x="156432" y="0"/>
                  <a:pt x="160564" y="1713"/>
                  <a:pt x="163925" y="5138"/>
                </a:cubicBezTo>
                <a:cubicBezTo>
                  <a:pt x="167285" y="8560"/>
                  <a:pt x="168966" y="12699"/>
                  <a:pt x="168966" y="17555"/>
                </a:cubicBezTo>
                <a:cubicBezTo>
                  <a:pt x="168966" y="22411"/>
                  <a:pt x="167266" y="26552"/>
                  <a:pt x="163865" y="29977"/>
                </a:cubicBezTo>
                <a:cubicBezTo>
                  <a:pt x="160465" y="33399"/>
                  <a:pt x="156353" y="35111"/>
                  <a:pt x="151529" y="35111"/>
                </a:cubicBezTo>
                <a:cubicBezTo>
                  <a:pt x="146784" y="35111"/>
                  <a:pt x="142712" y="33399"/>
                  <a:pt x="139312" y="29977"/>
                </a:cubicBezTo>
                <a:cubicBezTo>
                  <a:pt x="135911" y="26552"/>
                  <a:pt x="134211" y="22411"/>
                  <a:pt x="134211" y="17555"/>
                </a:cubicBezTo>
                <a:cubicBezTo>
                  <a:pt x="134211" y="12699"/>
                  <a:pt x="135891" y="8560"/>
                  <a:pt x="139252" y="5138"/>
                </a:cubicBezTo>
                <a:cubicBezTo>
                  <a:pt x="142613" y="1713"/>
                  <a:pt x="146705" y="0"/>
                  <a:pt x="151529" y="0"/>
                </a:cubicBezTo>
                <a:moveTo>
                  <a:pt x="158883" y="54327"/>
                </a:moveTo>
                <a:lnTo>
                  <a:pt x="134567" y="138089"/>
                </a:lnTo>
                <a:cubicBezTo>
                  <a:pt x="133223" y="142880"/>
                  <a:pt x="132550" y="146022"/>
                  <a:pt x="132550" y="147515"/>
                </a:cubicBezTo>
                <a:cubicBezTo>
                  <a:pt x="132550" y="148419"/>
                  <a:pt x="132906" y="149262"/>
                  <a:pt x="133618" y="150043"/>
                </a:cubicBezTo>
                <a:cubicBezTo>
                  <a:pt x="134330" y="150821"/>
                  <a:pt x="135081" y="151211"/>
                  <a:pt x="135872" y="151211"/>
                </a:cubicBezTo>
                <a:cubicBezTo>
                  <a:pt x="137216" y="151211"/>
                  <a:pt x="138560" y="150594"/>
                  <a:pt x="139905" y="149361"/>
                </a:cubicBezTo>
                <a:cubicBezTo>
                  <a:pt x="143463" y="146321"/>
                  <a:pt x="147733" y="140818"/>
                  <a:pt x="152715" y="132851"/>
                </a:cubicBezTo>
                <a:lnTo>
                  <a:pt x="156748" y="135316"/>
                </a:lnTo>
                <a:cubicBezTo>
                  <a:pt x="144807" y="156922"/>
                  <a:pt x="132115" y="167724"/>
                  <a:pt x="118672" y="167724"/>
                </a:cubicBezTo>
                <a:cubicBezTo>
                  <a:pt x="113532" y="167724"/>
                  <a:pt x="109440" y="166281"/>
                  <a:pt x="106395" y="163395"/>
                </a:cubicBezTo>
                <a:cubicBezTo>
                  <a:pt x="103351" y="160508"/>
                  <a:pt x="101829" y="156851"/>
                  <a:pt x="101829" y="152423"/>
                </a:cubicBezTo>
                <a:cubicBezTo>
                  <a:pt x="101829" y="149497"/>
                  <a:pt x="102501" y="145780"/>
                  <a:pt x="103845" y="141273"/>
                </a:cubicBezTo>
                <a:lnTo>
                  <a:pt x="120333" y="84574"/>
                </a:lnTo>
                <a:cubicBezTo>
                  <a:pt x="121914" y="79117"/>
                  <a:pt x="122705" y="75005"/>
                  <a:pt x="122705" y="72238"/>
                </a:cubicBezTo>
                <a:cubicBezTo>
                  <a:pt x="122705" y="70498"/>
                  <a:pt x="121954" y="68956"/>
                  <a:pt x="120451" y="67612"/>
                </a:cubicBezTo>
                <a:cubicBezTo>
                  <a:pt x="118949" y="66267"/>
                  <a:pt x="116893" y="65595"/>
                  <a:pt x="114283" y="65595"/>
                </a:cubicBezTo>
                <a:cubicBezTo>
                  <a:pt x="113097" y="65595"/>
                  <a:pt x="111674" y="65635"/>
                  <a:pt x="110013" y="65714"/>
                </a:cubicBezTo>
                <a:lnTo>
                  <a:pt x="111555" y="60969"/>
                </a:lnTo>
                <a:lnTo>
                  <a:pt x="151766" y="54327"/>
                </a:lnTo>
                <a:lnTo>
                  <a:pt x="158883" y="54327"/>
                </a:lnTo>
                <a:close/>
                <a:moveTo>
                  <a:pt x="229334" y="54327"/>
                </a:moveTo>
                <a:lnTo>
                  <a:pt x="214626" y="105269"/>
                </a:lnTo>
                <a:cubicBezTo>
                  <a:pt x="224511" y="90385"/>
                  <a:pt x="231904" y="80212"/>
                  <a:pt x="236807" y="74751"/>
                </a:cubicBezTo>
                <a:cubicBezTo>
                  <a:pt x="244003" y="66836"/>
                  <a:pt x="250211" y="61453"/>
                  <a:pt x="255430" y="58604"/>
                </a:cubicBezTo>
                <a:cubicBezTo>
                  <a:pt x="260649" y="55752"/>
                  <a:pt x="265552" y="54327"/>
                  <a:pt x="270139" y="54327"/>
                </a:cubicBezTo>
                <a:cubicBezTo>
                  <a:pt x="274251" y="54327"/>
                  <a:pt x="277770" y="55860"/>
                  <a:pt x="280696" y="58927"/>
                </a:cubicBezTo>
                <a:cubicBezTo>
                  <a:pt x="283621" y="61991"/>
                  <a:pt x="285084" y="65991"/>
                  <a:pt x="285084" y="70926"/>
                </a:cubicBezTo>
                <a:cubicBezTo>
                  <a:pt x="285084" y="75371"/>
                  <a:pt x="284135" y="80769"/>
                  <a:pt x="282238" y="87120"/>
                </a:cubicBezTo>
                <a:lnTo>
                  <a:pt x="267055" y="137970"/>
                </a:lnTo>
                <a:cubicBezTo>
                  <a:pt x="265789" y="142416"/>
                  <a:pt x="265157" y="145313"/>
                  <a:pt x="265157" y="146662"/>
                </a:cubicBezTo>
                <a:cubicBezTo>
                  <a:pt x="265157" y="147453"/>
                  <a:pt x="265453" y="148165"/>
                  <a:pt x="266046" y="148798"/>
                </a:cubicBezTo>
                <a:cubicBezTo>
                  <a:pt x="266639" y="149430"/>
                  <a:pt x="267252" y="149746"/>
                  <a:pt x="267885" y="149746"/>
                </a:cubicBezTo>
                <a:cubicBezTo>
                  <a:pt x="268676" y="149746"/>
                  <a:pt x="269506" y="149430"/>
                  <a:pt x="270376" y="148798"/>
                </a:cubicBezTo>
                <a:cubicBezTo>
                  <a:pt x="273144" y="146517"/>
                  <a:pt x="275951" y="143311"/>
                  <a:pt x="278798" y="139182"/>
                </a:cubicBezTo>
                <a:cubicBezTo>
                  <a:pt x="279509" y="138092"/>
                  <a:pt x="280656" y="136456"/>
                  <a:pt x="282238" y="134274"/>
                </a:cubicBezTo>
                <a:lnTo>
                  <a:pt x="286745" y="136962"/>
                </a:lnTo>
                <a:cubicBezTo>
                  <a:pt x="275121" y="156205"/>
                  <a:pt x="262903" y="165826"/>
                  <a:pt x="250092" y="165826"/>
                </a:cubicBezTo>
                <a:cubicBezTo>
                  <a:pt x="245190" y="165826"/>
                  <a:pt x="241354" y="164561"/>
                  <a:pt x="238586" y="162031"/>
                </a:cubicBezTo>
                <a:cubicBezTo>
                  <a:pt x="235819" y="159500"/>
                  <a:pt x="234435" y="156337"/>
                  <a:pt x="234435" y="152541"/>
                </a:cubicBezTo>
                <a:cubicBezTo>
                  <a:pt x="234435" y="149210"/>
                  <a:pt x="235384" y="144253"/>
                  <a:pt x="237282" y="137670"/>
                </a:cubicBezTo>
                <a:lnTo>
                  <a:pt x="252109" y="86861"/>
                </a:lnTo>
                <a:cubicBezTo>
                  <a:pt x="253137" y="83530"/>
                  <a:pt x="253651" y="81071"/>
                  <a:pt x="253651" y="79484"/>
                </a:cubicBezTo>
                <a:cubicBezTo>
                  <a:pt x="253651" y="78612"/>
                  <a:pt x="253295" y="77839"/>
                  <a:pt x="252583" y="77164"/>
                </a:cubicBezTo>
                <a:cubicBezTo>
                  <a:pt x="251872" y="76489"/>
                  <a:pt x="251041" y="76152"/>
                  <a:pt x="250092" y="76152"/>
                </a:cubicBezTo>
                <a:cubicBezTo>
                  <a:pt x="247087" y="76152"/>
                  <a:pt x="243450" y="78217"/>
                  <a:pt x="239180" y="82346"/>
                </a:cubicBezTo>
                <a:cubicBezTo>
                  <a:pt x="228267" y="92831"/>
                  <a:pt x="217710" y="108441"/>
                  <a:pt x="207509" y="129174"/>
                </a:cubicBezTo>
                <a:lnTo>
                  <a:pt x="197782" y="164403"/>
                </a:lnTo>
                <a:lnTo>
                  <a:pt x="167535" y="164403"/>
                </a:lnTo>
                <a:lnTo>
                  <a:pt x="189716" y="88258"/>
                </a:lnTo>
                <a:cubicBezTo>
                  <a:pt x="191851" y="80729"/>
                  <a:pt x="192919" y="75385"/>
                  <a:pt x="192919" y="72227"/>
                </a:cubicBezTo>
                <a:cubicBezTo>
                  <a:pt x="192919" y="70885"/>
                  <a:pt x="192603" y="69760"/>
                  <a:pt x="191970" y="68853"/>
                </a:cubicBezTo>
                <a:cubicBezTo>
                  <a:pt x="191337" y="67944"/>
                  <a:pt x="190309" y="67234"/>
                  <a:pt x="188886" y="66722"/>
                </a:cubicBezTo>
                <a:cubicBezTo>
                  <a:pt x="187463" y="66208"/>
                  <a:pt x="184774" y="65951"/>
                  <a:pt x="180820" y="65951"/>
                </a:cubicBezTo>
                <a:lnTo>
                  <a:pt x="182125" y="61444"/>
                </a:lnTo>
                <a:lnTo>
                  <a:pt x="222099" y="54327"/>
                </a:lnTo>
                <a:lnTo>
                  <a:pt x="229334" y="54327"/>
                </a:lnTo>
                <a:close/>
                <a:moveTo>
                  <a:pt x="393366" y="61444"/>
                </a:moveTo>
                <a:lnTo>
                  <a:pt x="424918" y="61444"/>
                </a:lnTo>
                <a:lnTo>
                  <a:pt x="421122" y="74491"/>
                </a:lnTo>
                <a:lnTo>
                  <a:pt x="404753" y="74491"/>
                </a:lnTo>
                <a:cubicBezTo>
                  <a:pt x="407284" y="79209"/>
                  <a:pt x="408549" y="83687"/>
                  <a:pt x="408549" y="87925"/>
                </a:cubicBezTo>
                <a:cubicBezTo>
                  <a:pt x="408549" y="95200"/>
                  <a:pt x="406592" y="101917"/>
                  <a:pt x="402678" y="108075"/>
                </a:cubicBezTo>
                <a:cubicBezTo>
                  <a:pt x="398763" y="114231"/>
                  <a:pt x="392990" y="119148"/>
                  <a:pt x="385359" y="122828"/>
                </a:cubicBezTo>
                <a:cubicBezTo>
                  <a:pt x="377728" y="126505"/>
                  <a:pt x="369247" y="128344"/>
                  <a:pt x="359916" y="128344"/>
                </a:cubicBezTo>
                <a:cubicBezTo>
                  <a:pt x="357465" y="128344"/>
                  <a:pt x="354756" y="128156"/>
                  <a:pt x="351791" y="127780"/>
                </a:cubicBezTo>
                <a:cubicBezTo>
                  <a:pt x="348825" y="127402"/>
                  <a:pt x="345603" y="126878"/>
                  <a:pt x="342124" y="126208"/>
                </a:cubicBezTo>
                <a:cubicBezTo>
                  <a:pt x="336904" y="128870"/>
                  <a:pt x="333623" y="130983"/>
                  <a:pt x="332278" y="132547"/>
                </a:cubicBezTo>
                <a:cubicBezTo>
                  <a:pt x="331329" y="133642"/>
                  <a:pt x="330855" y="134776"/>
                  <a:pt x="330855" y="135950"/>
                </a:cubicBezTo>
                <a:cubicBezTo>
                  <a:pt x="330855" y="137358"/>
                  <a:pt x="331448" y="138572"/>
                  <a:pt x="332634" y="139590"/>
                </a:cubicBezTo>
                <a:cubicBezTo>
                  <a:pt x="334690" y="141389"/>
                  <a:pt x="337735" y="142720"/>
                  <a:pt x="341768" y="143582"/>
                </a:cubicBezTo>
                <a:cubicBezTo>
                  <a:pt x="357900" y="147024"/>
                  <a:pt x="368536" y="149813"/>
                  <a:pt x="373676" y="151948"/>
                </a:cubicBezTo>
                <a:cubicBezTo>
                  <a:pt x="380714" y="154874"/>
                  <a:pt x="386032" y="158630"/>
                  <a:pt x="389630" y="163217"/>
                </a:cubicBezTo>
                <a:cubicBezTo>
                  <a:pt x="393228" y="167803"/>
                  <a:pt x="395027" y="173339"/>
                  <a:pt x="395027" y="179823"/>
                </a:cubicBezTo>
                <a:cubicBezTo>
                  <a:pt x="395027" y="189708"/>
                  <a:pt x="390480" y="198347"/>
                  <a:pt x="381386" y="205741"/>
                </a:cubicBezTo>
                <a:cubicBezTo>
                  <a:pt x="372292" y="213135"/>
                  <a:pt x="358216" y="216832"/>
                  <a:pt x="339158" y="216832"/>
                </a:cubicBezTo>
                <a:cubicBezTo>
                  <a:pt x="319942" y="216832"/>
                  <a:pt x="305787" y="213676"/>
                  <a:pt x="296693" y="207365"/>
                </a:cubicBezTo>
                <a:cubicBezTo>
                  <a:pt x="290130" y="202788"/>
                  <a:pt x="286848" y="197344"/>
                  <a:pt x="286848" y="191033"/>
                </a:cubicBezTo>
                <a:cubicBezTo>
                  <a:pt x="286848" y="186221"/>
                  <a:pt x="289003" y="181764"/>
                  <a:pt x="293313" y="177662"/>
                </a:cubicBezTo>
                <a:cubicBezTo>
                  <a:pt x="297622" y="173560"/>
                  <a:pt x="306855" y="169931"/>
                  <a:pt x="321010" y="166775"/>
                </a:cubicBezTo>
                <a:cubicBezTo>
                  <a:pt x="316186" y="164087"/>
                  <a:pt x="312944" y="161635"/>
                  <a:pt x="311283" y="159421"/>
                </a:cubicBezTo>
                <a:cubicBezTo>
                  <a:pt x="308990" y="156416"/>
                  <a:pt x="307843" y="153293"/>
                  <a:pt x="307843" y="150050"/>
                </a:cubicBezTo>
                <a:cubicBezTo>
                  <a:pt x="307843" y="144752"/>
                  <a:pt x="309959" y="140087"/>
                  <a:pt x="314189" y="136054"/>
                </a:cubicBezTo>
                <a:cubicBezTo>
                  <a:pt x="318420" y="132021"/>
                  <a:pt x="325517" y="128027"/>
                  <a:pt x="335481" y="124073"/>
                </a:cubicBezTo>
                <a:cubicBezTo>
                  <a:pt x="327731" y="120979"/>
                  <a:pt x="322137" y="116992"/>
                  <a:pt x="318697" y="112112"/>
                </a:cubicBezTo>
                <a:cubicBezTo>
                  <a:pt x="315257" y="107231"/>
                  <a:pt x="313537" y="101537"/>
                  <a:pt x="313537" y="95031"/>
                </a:cubicBezTo>
                <a:cubicBezTo>
                  <a:pt x="313537" y="88129"/>
                  <a:pt x="315613" y="81564"/>
                  <a:pt x="319764" y="75337"/>
                </a:cubicBezTo>
                <a:cubicBezTo>
                  <a:pt x="323916" y="69107"/>
                  <a:pt x="330044" y="64048"/>
                  <a:pt x="338150" y="60161"/>
                </a:cubicBezTo>
                <a:cubicBezTo>
                  <a:pt x="346255" y="56271"/>
                  <a:pt x="355567" y="54327"/>
                  <a:pt x="366084" y="54327"/>
                </a:cubicBezTo>
                <a:cubicBezTo>
                  <a:pt x="372806" y="54327"/>
                  <a:pt x="378776" y="55065"/>
                  <a:pt x="383995" y="56543"/>
                </a:cubicBezTo>
                <a:cubicBezTo>
                  <a:pt x="386684" y="57322"/>
                  <a:pt x="389808" y="58955"/>
                  <a:pt x="393366" y="61444"/>
                </a:cubicBezTo>
                <a:moveTo>
                  <a:pt x="368575" y="60257"/>
                </a:moveTo>
                <a:cubicBezTo>
                  <a:pt x="364700" y="60257"/>
                  <a:pt x="361419" y="61523"/>
                  <a:pt x="358730" y="64053"/>
                </a:cubicBezTo>
                <a:cubicBezTo>
                  <a:pt x="354460" y="67928"/>
                  <a:pt x="350723" y="74412"/>
                  <a:pt x="347521" y="83506"/>
                </a:cubicBezTo>
                <a:cubicBezTo>
                  <a:pt x="344318" y="92600"/>
                  <a:pt x="342717" y="101220"/>
                  <a:pt x="342717" y="109365"/>
                </a:cubicBezTo>
                <a:cubicBezTo>
                  <a:pt x="342717" y="113240"/>
                  <a:pt x="343844" y="116304"/>
                  <a:pt x="346097" y="118558"/>
                </a:cubicBezTo>
                <a:cubicBezTo>
                  <a:pt x="348351" y="120811"/>
                  <a:pt x="351138" y="121938"/>
                  <a:pt x="354460" y="121938"/>
                </a:cubicBezTo>
                <a:cubicBezTo>
                  <a:pt x="357702" y="121938"/>
                  <a:pt x="360509" y="120831"/>
                  <a:pt x="362882" y="118617"/>
                </a:cubicBezTo>
                <a:cubicBezTo>
                  <a:pt x="367389" y="114268"/>
                  <a:pt x="371303" y="107329"/>
                  <a:pt x="374625" y="97800"/>
                </a:cubicBezTo>
                <a:cubicBezTo>
                  <a:pt x="377946" y="88271"/>
                  <a:pt x="379607" y="79631"/>
                  <a:pt x="379607" y="71882"/>
                </a:cubicBezTo>
                <a:cubicBezTo>
                  <a:pt x="379607" y="68402"/>
                  <a:pt x="378539" y="65595"/>
                  <a:pt x="376404" y="63460"/>
                </a:cubicBezTo>
                <a:cubicBezTo>
                  <a:pt x="374269" y="61325"/>
                  <a:pt x="371659" y="60257"/>
                  <a:pt x="368575" y="60257"/>
                </a:cubicBezTo>
                <a:moveTo>
                  <a:pt x="327652" y="169489"/>
                </a:moveTo>
                <a:cubicBezTo>
                  <a:pt x="320140" y="172400"/>
                  <a:pt x="315020" y="175546"/>
                  <a:pt x="312291" y="178926"/>
                </a:cubicBezTo>
                <a:cubicBezTo>
                  <a:pt x="309563" y="182307"/>
                  <a:pt x="308199" y="185964"/>
                  <a:pt x="308199" y="189898"/>
                </a:cubicBezTo>
                <a:cubicBezTo>
                  <a:pt x="308199" y="195009"/>
                  <a:pt x="310908" y="199629"/>
                  <a:pt x="316324" y="203758"/>
                </a:cubicBezTo>
                <a:cubicBezTo>
                  <a:pt x="321741" y="207887"/>
                  <a:pt x="330381" y="209952"/>
                  <a:pt x="342242" y="209952"/>
                </a:cubicBezTo>
                <a:cubicBezTo>
                  <a:pt x="352127" y="209952"/>
                  <a:pt x="359284" y="208159"/>
                  <a:pt x="363712" y="204573"/>
                </a:cubicBezTo>
                <a:cubicBezTo>
                  <a:pt x="368140" y="200990"/>
                  <a:pt x="370354" y="196795"/>
                  <a:pt x="370354" y="191989"/>
                </a:cubicBezTo>
                <a:cubicBezTo>
                  <a:pt x="370354" y="187734"/>
                  <a:pt x="368318" y="184266"/>
                  <a:pt x="364246" y="181588"/>
                </a:cubicBezTo>
                <a:cubicBezTo>
                  <a:pt x="360173" y="178909"/>
                  <a:pt x="352364" y="176125"/>
                  <a:pt x="340819" y="173236"/>
                </a:cubicBezTo>
                <a:cubicBezTo>
                  <a:pt x="335442" y="171830"/>
                  <a:pt x="331053" y="170581"/>
                  <a:pt x="327652" y="1694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Text 2.F">
            <a:extLst xmlns:a="http://schemas.openxmlformats.org/drawingml/2006/main">
              <a:ext uri="{FF2B5EF4-FFF2-40B4-BE49-F238E27FC236}">
                <a16:creationId xmlns:a16="http://schemas.microsoft.com/office/drawing/2014/main" id="{C5773901-38E3-43BE-AEDC-5958472E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0076" y="2172690"/>
            <a:ext cx="324747" cy="130268"/>
          </a:xfrm>
          <a:custGeom xmlns:a="http://schemas.openxmlformats.org/drawingml/2006/main">
            <a:pathLst>
              <a:path w="324747" h="130268">
                <a:moveTo>
                  <a:pt x="66426" y="127685"/>
                </a:moveTo>
                <a:lnTo>
                  <a:pt x="0" y="127685"/>
                </a:lnTo>
                <a:lnTo>
                  <a:pt x="0" y="124271"/>
                </a:lnTo>
                <a:cubicBezTo>
                  <a:pt x="17283" y="108284"/>
                  <a:pt x="31860" y="93584"/>
                  <a:pt x="43730" y="80172"/>
                </a:cubicBezTo>
                <a:cubicBezTo>
                  <a:pt x="53694" y="69057"/>
                  <a:pt x="59952" y="60567"/>
                  <a:pt x="62505" y="54703"/>
                </a:cubicBezTo>
                <a:cubicBezTo>
                  <a:pt x="65057" y="48837"/>
                  <a:pt x="66333" y="42925"/>
                  <a:pt x="66333" y="36966"/>
                </a:cubicBezTo>
                <a:cubicBezTo>
                  <a:pt x="66333" y="31379"/>
                  <a:pt x="64565" y="26835"/>
                  <a:pt x="61028" y="23335"/>
                </a:cubicBezTo>
                <a:cubicBezTo>
                  <a:pt x="57492" y="19833"/>
                  <a:pt x="53079" y="18083"/>
                  <a:pt x="47789" y="18083"/>
                </a:cubicBezTo>
                <a:cubicBezTo>
                  <a:pt x="39240" y="18083"/>
                  <a:pt x="31921" y="22783"/>
                  <a:pt x="25832" y="32184"/>
                </a:cubicBezTo>
                <a:lnTo>
                  <a:pt x="22419" y="30615"/>
                </a:lnTo>
                <a:cubicBezTo>
                  <a:pt x="25617" y="21489"/>
                  <a:pt x="29768" y="14553"/>
                  <a:pt x="34873" y="9805"/>
                </a:cubicBezTo>
                <a:cubicBezTo>
                  <a:pt x="41946" y="3268"/>
                  <a:pt x="50250" y="0"/>
                  <a:pt x="59783" y="0"/>
                </a:cubicBezTo>
                <a:cubicBezTo>
                  <a:pt x="68640" y="0"/>
                  <a:pt x="75974" y="2738"/>
                  <a:pt x="81786" y="8214"/>
                </a:cubicBezTo>
                <a:cubicBezTo>
                  <a:pt x="87599" y="13690"/>
                  <a:pt x="90505" y="20027"/>
                  <a:pt x="90505" y="27225"/>
                </a:cubicBezTo>
                <a:cubicBezTo>
                  <a:pt x="90505" y="33562"/>
                  <a:pt x="89090" y="39822"/>
                  <a:pt x="86261" y="46005"/>
                </a:cubicBezTo>
                <a:cubicBezTo>
                  <a:pt x="83432" y="52188"/>
                  <a:pt x="77589" y="59955"/>
                  <a:pt x="68732" y="69306"/>
                </a:cubicBezTo>
                <a:cubicBezTo>
                  <a:pt x="61966" y="76436"/>
                  <a:pt x="48251" y="88823"/>
                  <a:pt x="27585" y="106465"/>
                </a:cubicBezTo>
                <a:lnTo>
                  <a:pt x="51664" y="106465"/>
                </a:lnTo>
                <a:cubicBezTo>
                  <a:pt x="59414" y="106465"/>
                  <a:pt x="64842" y="105583"/>
                  <a:pt x="67948" y="103819"/>
                </a:cubicBezTo>
                <a:cubicBezTo>
                  <a:pt x="71054" y="102052"/>
                  <a:pt x="73960" y="98506"/>
                  <a:pt x="76666" y="93180"/>
                </a:cubicBezTo>
                <a:lnTo>
                  <a:pt x="81002" y="93180"/>
                </a:lnTo>
                <a:lnTo>
                  <a:pt x="66426" y="127685"/>
                </a:lnTo>
                <a:close/>
                <a:moveTo>
                  <a:pt x="106373" y="99823"/>
                </a:moveTo>
                <a:cubicBezTo>
                  <a:pt x="110617" y="99823"/>
                  <a:pt x="114215" y="101309"/>
                  <a:pt x="117167" y="104280"/>
                </a:cubicBezTo>
                <a:cubicBezTo>
                  <a:pt x="120119" y="107250"/>
                  <a:pt x="121596" y="110838"/>
                  <a:pt x="121596" y="115045"/>
                </a:cubicBezTo>
                <a:cubicBezTo>
                  <a:pt x="121596" y="119253"/>
                  <a:pt x="120104" y="122842"/>
                  <a:pt x="117121" y="125813"/>
                </a:cubicBezTo>
                <a:cubicBezTo>
                  <a:pt x="114138" y="128783"/>
                  <a:pt x="110555" y="130268"/>
                  <a:pt x="106373" y="130268"/>
                </a:cubicBezTo>
                <a:cubicBezTo>
                  <a:pt x="102191" y="130268"/>
                  <a:pt x="98623" y="128783"/>
                  <a:pt x="95671" y="125813"/>
                </a:cubicBezTo>
                <a:cubicBezTo>
                  <a:pt x="92719" y="122842"/>
                  <a:pt x="91243" y="119253"/>
                  <a:pt x="91243" y="115045"/>
                </a:cubicBezTo>
                <a:cubicBezTo>
                  <a:pt x="91243" y="110838"/>
                  <a:pt x="92719" y="107250"/>
                  <a:pt x="95671" y="104280"/>
                </a:cubicBezTo>
                <a:cubicBezTo>
                  <a:pt x="98623" y="101309"/>
                  <a:pt x="102191" y="99823"/>
                  <a:pt x="106373" y="99823"/>
                </a:cubicBezTo>
                <a:close/>
                <a:moveTo>
                  <a:pt x="265517" y="9595"/>
                </a:moveTo>
                <a:lnTo>
                  <a:pt x="251679" y="56831"/>
                </a:lnTo>
                <a:cubicBezTo>
                  <a:pt x="261089" y="56708"/>
                  <a:pt x="267209" y="56339"/>
                  <a:pt x="270038" y="55724"/>
                </a:cubicBezTo>
                <a:cubicBezTo>
                  <a:pt x="274651" y="54801"/>
                  <a:pt x="278833" y="52848"/>
                  <a:pt x="282585" y="49865"/>
                </a:cubicBezTo>
                <a:cubicBezTo>
                  <a:pt x="286337" y="46882"/>
                  <a:pt x="289474" y="42746"/>
                  <a:pt x="291995" y="37457"/>
                </a:cubicBezTo>
                <a:lnTo>
                  <a:pt x="295593" y="37457"/>
                </a:lnTo>
                <a:lnTo>
                  <a:pt x="281294" y="86907"/>
                </a:lnTo>
                <a:lnTo>
                  <a:pt x="277603" y="86907"/>
                </a:lnTo>
                <a:cubicBezTo>
                  <a:pt x="278218" y="83708"/>
                  <a:pt x="278526" y="81156"/>
                  <a:pt x="278526" y="79249"/>
                </a:cubicBezTo>
                <a:cubicBezTo>
                  <a:pt x="278526" y="75436"/>
                  <a:pt x="277742" y="72392"/>
                  <a:pt x="276173" y="70116"/>
                </a:cubicBezTo>
                <a:cubicBezTo>
                  <a:pt x="274605" y="67840"/>
                  <a:pt x="272591" y="66287"/>
                  <a:pt x="270130" y="65457"/>
                </a:cubicBezTo>
                <a:cubicBezTo>
                  <a:pt x="267670" y="64626"/>
                  <a:pt x="260905" y="64088"/>
                  <a:pt x="249834" y="63842"/>
                </a:cubicBezTo>
                <a:lnTo>
                  <a:pt x="238578" y="102867"/>
                </a:lnTo>
                <a:lnTo>
                  <a:pt x="236364" y="110709"/>
                </a:lnTo>
                <a:cubicBezTo>
                  <a:pt x="236057" y="112247"/>
                  <a:pt x="235903" y="113754"/>
                  <a:pt x="235903" y="115230"/>
                </a:cubicBezTo>
                <a:cubicBezTo>
                  <a:pt x="235903" y="117382"/>
                  <a:pt x="236318" y="119074"/>
                  <a:pt x="237148" y="120304"/>
                </a:cubicBezTo>
                <a:cubicBezTo>
                  <a:pt x="237979" y="121534"/>
                  <a:pt x="239316" y="122503"/>
                  <a:pt x="241161" y="123210"/>
                </a:cubicBezTo>
                <a:cubicBezTo>
                  <a:pt x="243007" y="123917"/>
                  <a:pt x="246512" y="124302"/>
                  <a:pt x="251679" y="124363"/>
                </a:cubicBezTo>
                <a:lnTo>
                  <a:pt x="250664" y="127685"/>
                </a:lnTo>
                <a:lnTo>
                  <a:pt x="188206" y="127685"/>
                </a:lnTo>
                <a:lnTo>
                  <a:pt x="189220" y="124363"/>
                </a:lnTo>
                <a:cubicBezTo>
                  <a:pt x="195248" y="124363"/>
                  <a:pt x="199646" y="123235"/>
                  <a:pt x="202413" y="120979"/>
                </a:cubicBezTo>
                <a:cubicBezTo>
                  <a:pt x="205181" y="118722"/>
                  <a:pt x="207672" y="113792"/>
                  <a:pt x="209886" y="106189"/>
                </a:cubicBezTo>
                <a:lnTo>
                  <a:pt x="232212" y="29546"/>
                </a:lnTo>
                <a:cubicBezTo>
                  <a:pt x="234550" y="21481"/>
                  <a:pt x="235780" y="16309"/>
                  <a:pt x="235903" y="14032"/>
                </a:cubicBezTo>
                <a:cubicBezTo>
                  <a:pt x="235780" y="11877"/>
                  <a:pt x="234796" y="10046"/>
                  <a:pt x="232951" y="8537"/>
                </a:cubicBezTo>
                <a:cubicBezTo>
                  <a:pt x="231105" y="7028"/>
                  <a:pt x="227323" y="6151"/>
                  <a:pt x="221603" y="5904"/>
                </a:cubicBezTo>
                <a:lnTo>
                  <a:pt x="222525" y="2583"/>
                </a:lnTo>
                <a:lnTo>
                  <a:pt x="324747" y="2583"/>
                </a:lnTo>
                <a:lnTo>
                  <a:pt x="316351" y="35611"/>
                </a:lnTo>
                <a:lnTo>
                  <a:pt x="312938" y="35611"/>
                </a:lnTo>
                <a:cubicBezTo>
                  <a:pt x="312569" y="28723"/>
                  <a:pt x="311493" y="23603"/>
                  <a:pt x="309709" y="20251"/>
                </a:cubicBezTo>
                <a:cubicBezTo>
                  <a:pt x="307925" y="16899"/>
                  <a:pt x="304988" y="14285"/>
                  <a:pt x="300898" y="12409"/>
                </a:cubicBezTo>
                <a:cubicBezTo>
                  <a:pt x="296808" y="10533"/>
                  <a:pt x="290273" y="9595"/>
                  <a:pt x="281294" y="9595"/>
                </a:cubicBezTo>
                <a:lnTo>
                  <a:pt x="265517" y="9595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Text ilter">
            <a:extLst xmlns:a="http://schemas.openxmlformats.org/drawingml/2006/main">
              <a:ext uri="{FF2B5EF4-FFF2-40B4-BE49-F238E27FC236}">
                <a16:creationId xmlns:a16="http://schemas.microsoft.com/office/drawing/2014/main" id="{D1BAA830-762F-46D4-8128-672AE297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750" y="2172505"/>
            <a:ext cx="312649" cy="130452"/>
          </a:xfrm>
          <a:custGeom xmlns:a="http://schemas.openxmlformats.org/drawingml/2006/main">
            <a:pathLst>
              <a:path w="312649" h="130452">
                <a:moveTo>
                  <a:pt x="38656" y="0"/>
                </a:moveTo>
                <a:cubicBezTo>
                  <a:pt x="42469" y="0"/>
                  <a:pt x="45683" y="1332"/>
                  <a:pt x="48297" y="3996"/>
                </a:cubicBezTo>
                <a:cubicBezTo>
                  <a:pt x="50911" y="6658"/>
                  <a:pt x="52218" y="9877"/>
                  <a:pt x="52218" y="13654"/>
                </a:cubicBezTo>
                <a:cubicBezTo>
                  <a:pt x="52218" y="17431"/>
                  <a:pt x="50895" y="20651"/>
                  <a:pt x="48251" y="23315"/>
                </a:cubicBezTo>
                <a:cubicBezTo>
                  <a:pt x="45606" y="25977"/>
                  <a:pt x="42408" y="27308"/>
                  <a:pt x="38656" y="27308"/>
                </a:cubicBezTo>
                <a:cubicBezTo>
                  <a:pt x="34966" y="27308"/>
                  <a:pt x="31798" y="25977"/>
                  <a:pt x="29153" y="23315"/>
                </a:cubicBezTo>
                <a:cubicBezTo>
                  <a:pt x="26509" y="20651"/>
                  <a:pt x="25186" y="17431"/>
                  <a:pt x="25186" y="13654"/>
                </a:cubicBezTo>
                <a:cubicBezTo>
                  <a:pt x="25186" y="9877"/>
                  <a:pt x="26493" y="6658"/>
                  <a:pt x="29107" y="3996"/>
                </a:cubicBezTo>
                <a:cubicBezTo>
                  <a:pt x="31721" y="1332"/>
                  <a:pt x="34904" y="0"/>
                  <a:pt x="38656" y="0"/>
                </a:cubicBezTo>
                <a:moveTo>
                  <a:pt x="44376" y="42254"/>
                </a:moveTo>
                <a:lnTo>
                  <a:pt x="25463" y="107402"/>
                </a:lnTo>
                <a:cubicBezTo>
                  <a:pt x="24418" y="111129"/>
                  <a:pt x="23895" y="113573"/>
                  <a:pt x="23895" y="114734"/>
                </a:cubicBezTo>
                <a:cubicBezTo>
                  <a:pt x="23895" y="115437"/>
                  <a:pt x="24172" y="116093"/>
                  <a:pt x="24725" y="116700"/>
                </a:cubicBezTo>
                <a:cubicBezTo>
                  <a:pt x="25279" y="117306"/>
                  <a:pt x="25863" y="117608"/>
                  <a:pt x="26478" y="117608"/>
                </a:cubicBezTo>
                <a:cubicBezTo>
                  <a:pt x="27524" y="117608"/>
                  <a:pt x="28569" y="117129"/>
                  <a:pt x="29615" y="116170"/>
                </a:cubicBezTo>
                <a:cubicBezTo>
                  <a:pt x="32382" y="113806"/>
                  <a:pt x="35704" y="109525"/>
                  <a:pt x="39579" y="103329"/>
                </a:cubicBezTo>
                <a:lnTo>
                  <a:pt x="42715" y="105246"/>
                </a:lnTo>
                <a:cubicBezTo>
                  <a:pt x="33428" y="122050"/>
                  <a:pt x="23556" y="130452"/>
                  <a:pt x="13101" y="130452"/>
                </a:cubicBezTo>
                <a:cubicBezTo>
                  <a:pt x="9103" y="130452"/>
                  <a:pt x="5920" y="129330"/>
                  <a:pt x="3552" y="127085"/>
                </a:cubicBezTo>
                <a:cubicBezTo>
                  <a:pt x="1184" y="124840"/>
                  <a:pt x="0" y="121995"/>
                  <a:pt x="0" y="118551"/>
                </a:cubicBezTo>
                <a:cubicBezTo>
                  <a:pt x="0" y="116275"/>
                  <a:pt x="523" y="113385"/>
                  <a:pt x="1568" y="109879"/>
                </a:cubicBezTo>
                <a:lnTo>
                  <a:pt x="14392" y="65780"/>
                </a:lnTo>
                <a:cubicBezTo>
                  <a:pt x="15622" y="61536"/>
                  <a:pt x="16237" y="58338"/>
                  <a:pt x="16237" y="56185"/>
                </a:cubicBezTo>
                <a:cubicBezTo>
                  <a:pt x="16237" y="54832"/>
                  <a:pt x="15653" y="53632"/>
                  <a:pt x="14484" y="52587"/>
                </a:cubicBezTo>
                <a:cubicBezTo>
                  <a:pt x="13316" y="51541"/>
                  <a:pt x="11717" y="51018"/>
                  <a:pt x="9687" y="51018"/>
                </a:cubicBezTo>
                <a:cubicBezTo>
                  <a:pt x="8764" y="51018"/>
                  <a:pt x="7657" y="51049"/>
                  <a:pt x="6366" y="51111"/>
                </a:cubicBezTo>
                <a:lnTo>
                  <a:pt x="7565" y="47420"/>
                </a:lnTo>
                <a:lnTo>
                  <a:pt x="38840" y="42254"/>
                </a:lnTo>
                <a:lnTo>
                  <a:pt x="44376" y="42254"/>
                </a:lnTo>
                <a:close/>
                <a:moveTo>
                  <a:pt x="108299" y="0"/>
                </a:moveTo>
                <a:lnTo>
                  <a:pt x="77762" y="104436"/>
                </a:lnTo>
                <a:cubicBezTo>
                  <a:pt x="75978" y="110619"/>
                  <a:pt x="75086" y="114483"/>
                  <a:pt x="75086" y="116028"/>
                </a:cubicBezTo>
                <a:cubicBezTo>
                  <a:pt x="75086" y="116790"/>
                  <a:pt x="75348" y="117434"/>
                  <a:pt x="75871" y="117963"/>
                </a:cubicBezTo>
                <a:cubicBezTo>
                  <a:pt x="76393" y="118490"/>
                  <a:pt x="76962" y="118753"/>
                  <a:pt x="77577" y="118753"/>
                </a:cubicBezTo>
                <a:cubicBezTo>
                  <a:pt x="78685" y="118753"/>
                  <a:pt x="79730" y="118343"/>
                  <a:pt x="80714" y="117522"/>
                </a:cubicBezTo>
                <a:cubicBezTo>
                  <a:pt x="83666" y="115235"/>
                  <a:pt x="86957" y="111365"/>
                  <a:pt x="90586" y="105912"/>
                </a:cubicBezTo>
                <a:lnTo>
                  <a:pt x="94184" y="107495"/>
                </a:lnTo>
                <a:cubicBezTo>
                  <a:pt x="88341" y="116407"/>
                  <a:pt x="82590" y="122770"/>
                  <a:pt x="76932" y="126583"/>
                </a:cubicBezTo>
                <a:cubicBezTo>
                  <a:pt x="73057" y="129163"/>
                  <a:pt x="68936" y="130452"/>
                  <a:pt x="64569" y="130452"/>
                </a:cubicBezTo>
                <a:cubicBezTo>
                  <a:pt x="60510" y="130452"/>
                  <a:pt x="57281" y="129361"/>
                  <a:pt x="54882" y="127177"/>
                </a:cubicBezTo>
                <a:cubicBezTo>
                  <a:pt x="52483" y="124994"/>
                  <a:pt x="51284" y="122364"/>
                  <a:pt x="51284" y="119289"/>
                </a:cubicBezTo>
                <a:cubicBezTo>
                  <a:pt x="51284" y="117017"/>
                  <a:pt x="52022" y="113364"/>
                  <a:pt x="53498" y="108328"/>
                </a:cubicBezTo>
                <a:lnTo>
                  <a:pt x="78408" y="23410"/>
                </a:lnTo>
                <a:cubicBezTo>
                  <a:pt x="79761" y="18744"/>
                  <a:pt x="80437" y="15642"/>
                  <a:pt x="80437" y="14107"/>
                </a:cubicBezTo>
                <a:cubicBezTo>
                  <a:pt x="80437" y="12633"/>
                  <a:pt x="79792" y="11466"/>
                  <a:pt x="78500" y="10607"/>
                </a:cubicBezTo>
                <a:cubicBezTo>
                  <a:pt x="76778" y="9379"/>
                  <a:pt x="74164" y="8857"/>
                  <a:pt x="70658" y="9041"/>
                </a:cubicBezTo>
                <a:lnTo>
                  <a:pt x="71673" y="5535"/>
                </a:lnTo>
                <a:lnTo>
                  <a:pt x="102764" y="0"/>
                </a:lnTo>
                <a:lnTo>
                  <a:pt x="108299" y="0"/>
                </a:lnTo>
                <a:close/>
                <a:moveTo>
                  <a:pt x="154971" y="19743"/>
                </a:moveTo>
                <a:lnTo>
                  <a:pt x="147591" y="44837"/>
                </a:lnTo>
                <a:lnTo>
                  <a:pt x="159676" y="44837"/>
                </a:lnTo>
                <a:lnTo>
                  <a:pt x="156447" y="55539"/>
                </a:lnTo>
                <a:lnTo>
                  <a:pt x="144546" y="55539"/>
                </a:lnTo>
                <a:lnTo>
                  <a:pt x="129139" y="109037"/>
                </a:lnTo>
                <a:cubicBezTo>
                  <a:pt x="128155" y="112358"/>
                  <a:pt x="127663" y="114880"/>
                  <a:pt x="127663" y="116602"/>
                </a:cubicBezTo>
                <a:cubicBezTo>
                  <a:pt x="127663" y="117406"/>
                  <a:pt x="127940" y="118100"/>
                  <a:pt x="128493" y="118687"/>
                </a:cubicBezTo>
                <a:cubicBezTo>
                  <a:pt x="129047" y="119273"/>
                  <a:pt x="129662" y="119566"/>
                  <a:pt x="130338" y="119566"/>
                </a:cubicBezTo>
                <a:cubicBezTo>
                  <a:pt x="131384" y="119566"/>
                  <a:pt x="132460" y="119135"/>
                  <a:pt x="133567" y="118274"/>
                </a:cubicBezTo>
                <a:cubicBezTo>
                  <a:pt x="136397" y="116122"/>
                  <a:pt x="139687" y="112370"/>
                  <a:pt x="143439" y="107019"/>
                </a:cubicBezTo>
                <a:lnTo>
                  <a:pt x="146668" y="109049"/>
                </a:lnTo>
                <a:cubicBezTo>
                  <a:pt x="142424" y="116429"/>
                  <a:pt x="137750" y="121842"/>
                  <a:pt x="132645" y="125286"/>
                </a:cubicBezTo>
                <a:cubicBezTo>
                  <a:pt x="127540" y="128730"/>
                  <a:pt x="122527" y="130452"/>
                  <a:pt x="117607" y="130452"/>
                </a:cubicBezTo>
                <a:cubicBezTo>
                  <a:pt x="113424" y="130452"/>
                  <a:pt x="110180" y="129391"/>
                  <a:pt x="107874" y="127269"/>
                </a:cubicBezTo>
                <a:cubicBezTo>
                  <a:pt x="105567" y="125148"/>
                  <a:pt x="104414" y="122457"/>
                  <a:pt x="104414" y="119197"/>
                </a:cubicBezTo>
                <a:cubicBezTo>
                  <a:pt x="104414" y="115630"/>
                  <a:pt x="105214" y="111047"/>
                  <a:pt x="106813" y="105450"/>
                </a:cubicBezTo>
                <a:lnTo>
                  <a:pt x="121389" y="55539"/>
                </a:lnTo>
                <a:lnTo>
                  <a:pt x="108842" y="55539"/>
                </a:lnTo>
                <a:lnTo>
                  <a:pt x="110688" y="48695"/>
                </a:lnTo>
                <a:cubicBezTo>
                  <a:pt x="118560" y="45796"/>
                  <a:pt x="125203" y="42405"/>
                  <a:pt x="130615" y="38520"/>
                </a:cubicBezTo>
                <a:cubicBezTo>
                  <a:pt x="136028" y="34636"/>
                  <a:pt x="142547" y="28377"/>
                  <a:pt x="150174" y="19743"/>
                </a:cubicBezTo>
                <a:lnTo>
                  <a:pt x="154971" y="19743"/>
                </a:lnTo>
                <a:close/>
                <a:moveTo>
                  <a:pt x="182638" y="93180"/>
                </a:moveTo>
                <a:cubicBezTo>
                  <a:pt x="182084" y="97178"/>
                  <a:pt x="181807" y="100469"/>
                  <a:pt x="181807" y="103052"/>
                </a:cubicBezTo>
                <a:cubicBezTo>
                  <a:pt x="181807" y="107665"/>
                  <a:pt x="183145" y="111355"/>
                  <a:pt x="185821" y="114123"/>
                </a:cubicBezTo>
                <a:cubicBezTo>
                  <a:pt x="188496" y="116890"/>
                  <a:pt x="192079" y="118274"/>
                  <a:pt x="196569" y="118274"/>
                </a:cubicBezTo>
                <a:cubicBezTo>
                  <a:pt x="200874" y="118274"/>
                  <a:pt x="205195" y="117358"/>
                  <a:pt x="209531" y="115527"/>
                </a:cubicBezTo>
                <a:cubicBezTo>
                  <a:pt x="213867" y="113695"/>
                  <a:pt x="218895" y="110490"/>
                  <a:pt x="224615" y="105912"/>
                </a:cubicBezTo>
                <a:lnTo>
                  <a:pt x="227383" y="108244"/>
                </a:lnTo>
                <a:cubicBezTo>
                  <a:pt x="220310" y="116251"/>
                  <a:pt x="213421" y="121955"/>
                  <a:pt x="206717" y="125355"/>
                </a:cubicBezTo>
                <a:cubicBezTo>
                  <a:pt x="200013" y="128753"/>
                  <a:pt x="192602" y="130452"/>
                  <a:pt x="184483" y="130452"/>
                </a:cubicBezTo>
                <a:cubicBezTo>
                  <a:pt x="174212" y="130452"/>
                  <a:pt x="167108" y="127990"/>
                  <a:pt x="163171" y="123066"/>
                </a:cubicBezTo>
                <a:cubicBezTo>
                  <a:pt x="159235" y="118140"/>
                  <a:pt x="157267" y="112444"/>
                  <a:pt x="157267" y="105978"/>
                </a:cubicBezTo>
                <a:cubicBezTo>
                  <a:pt x="157267" y="95882"/>
                  <a:pt x="160204" y="85785"/>
                  <a:pt x="166078" y="75689"/>
                </a:cubicBezTo>
                <a:cubicBezTo>
                  <a:pt x="171951" y="65590"/>
                  <a:pt x="179947" y="57494"/>
                  <a:pt x="190065" y="51399"/>
                </a:cubicBezTo>
                <a:cubicBezTo>
                  <a:pt x="200182" y="45302"/>
                  <a:pt x="210346" y="42254"/>
                  <a:pt x="220556" y="42254"/>
                </a:cubicBezTo>
                <a:cubicBezTo>
                  <a:pt x="225722" y="42254"/>
                  <a:pt x="229628" y="43484"/>
                  <a:pt x="232272" y="45944"/>
                </a:cubicBezTo>
                <a:cubicBezTo>
                  <a:pt x="234917" y="48405"/>
                  <a:pt x="236239" y="51511"/>
                  <a:pt x="236239" y="55262"/>
                </a:cubicBezTo>
                <a:cubicBezTo>
                  <a:pt x="236239" y="59752"/>
                  <a:pt x="234948" y="64119"/>
                  <a:pt x="232365" y="68363"/>
                </a:cubicBezTo>
                <a:cubicBezTo>
                  <a:pt x="228797" y="74144"/>
                  <a:pt x="224307" y="78803"/>
                  <a:pt x="218895" y="82340"/>
                </a:cubicBezTo>
                <a:cubicBezTo>
                  <a:pt x="213483" y="85876"/>
                  <a:pt x="207424" y="88567"/>
                  <a:pt x="200720" y="90412"/>
                </a:cubicBezTo>
                <a:cubicBezTo>
                  <a:pt x="196230" y="91643"/>
                  <a:pt x="190203" y="92565"/>
                  <a:pt x="182638" y="93180"/>
                </a:cubicBezTo>
                <a:moveTo>
                  <a:pt x="183468" y="88383"/>
                </a:moveTo>
                <a:cubicBezTo>
                  <a:pt x="188881" y="87587"/>
                  <a:pt x="193078" y="86501"/>
                  <a:pt x="196061" y="85125"/>
                </a:cubicBezTo>
                <a:cubicBezTo>
                  <a:pt x="199044" y="83747"/>
                  <a:pt x="201966" y="81542"/>
                  <a:pt x="204826" y="78511"/>
                </a:cubicBezTo>
                <a:cubicBezTo>
                  <a:pt x="207686" y="75480"/>
                  <a:pt x="210161" y="71653"/>
                  <a:pt x="212252" y="67031"/>
                </a:cubicBezTo>
                <a:cubicBezTo>
                  <a:pt x="214344" y="62408"/>
                  <a:pt x="215389" y="58077"/>
                  <a:pt x="215389" y="54037"/>
                </a:cubicBezTo>
                <a:cubicBezTo>
                  <a:pt x="215389" y="52323"/>
                  <a:pt x="214913" y="50976"/>
                  <a:pt x="213959" y="49998"/>
                </a:cubicBezTo>
                <a:cubicBezTo>
                  <a:pt x="213006" y="49018"/>
                  <a:pt x="211791" y="48528"/>
                  <a:pt x="210315" y="48528"/>
                </a:cubicBezTo>
                <a:cubicBezTo>
                  <a:pt x="207363" y="48528"/>
                  <a:pt x="204042" y="50578"/>
                  <a:pt x="200351" y="54680"/>
                </a:cubicBezTo>
                <a:cubicBezTo>
                  <a:pt x="193586" y="62149"/>
                  <a:pt x="187958" y="73383"/>
                  <a:pt x="183468" y="88383"/>
                </a:cubicBezTo>
                <a:close/>
                <a:moveTo>
                  <a:pt x="281374" y="42254"/>
                </a:moveTo>
                <a:lnTo>
                  <a:pt x="267443" y="94158"/>
                </a:lnTo>
                <a:cubicBezTo>
                  <a:pt x="278883" y="68852"/>
                  <a:pt x="287493" y="53275"/>
                  <a:pt x="293275" y="47426"/>
                </a:cubicBezTo>
                <a:cubicBezTo>
                  <a:pt x="296658" y="43978"/>
                  <a:pt x="300225" y="42254"/>
                  <a:pt x="303977" y="42254"/>
                </a:cubicBezTo>
                <a:cubicBezTo>
                  <a:pt x="306560" y="42254"/>
                  <a:pt x="308651" y="43192"/>
                  <a:pt x="310250" y="45068"/>
                </a:cubicBezTo>
                <a:cubicBezTo>
                  <a:pt x="311849" y="46944"/>
                  <a:pt x="312649" y="49604"/>
                  <a:pt x="312649" y="53048"/>
                </a:cubicBezTo>
                <a:cubicBezTo>
                  <a:pt x="312649" y="59014"/>
                  <a:pt x="311204" y="64027"/>
                  <a:pt x="308313" y="68086"/>
                </a:cubicBezTo>
                <a:cubicBezTo>
                  <a:pt x="306468" y="70669"/>
                  <a:pt x="304407" y="71961"/>
                  <a:pt x="302132" y="71961"/>
                </a:cubicBezTo>
                <a:cubicBezTo>
                  <a:pt x="299671" y="71961"/>
                  <a:pt x="297826" y="70837"/>
                  <a:pt x="296596" y="68588"/>
                </a:cubicBezTo>
                <a:cubicBezTo>
                  <a:pt x="295366" y="66337"/>
                  <a:pt x="294505" y="65015"/>
                  <a:pt x="294013" y="64621"/>
                </a:cubicBezTo>
                <a:cubicBezTo>
                  <a:pt x="293521" y="64225"/>
                  <a:pt x="292998" y="64027"/>
                  <a:pt x="292445" y="64027"/>
                </a:cubicBezTo>
                <a:cubicBezTo>
                  <a:pt x="291829" y="64027"/>
                  <a:pt x="291184" y="64211"/>
                  <a:pt x="290507" y="64580"/>
                </a:cubicBezTo>
                <a:cubicBezTo>
                  <a:pt x="289154" y="65318"/>
                  <a:pt x="287386" y="67117"/>
                  <a:pt x="285202" y="69977"/>
                </a:cubicBezTo>
                <a:cubicBezTo>
                  <a:pt x="283019" y="72835"/>
                  <a:pt x="280328" y="77617"/>
                  <a:pt x="277130" y="84321"/>
                </a:cubicBezTo>
                <a:cubicBezTo>
                  <a:pt x="273931" y="91023"/>
                  <a:pt x="271441" y="96696"/>
                  <a:pt x="269657" y="101339"/>
                </a:cubicBezTo>
                <a:cubicBezTo>
                  <a:pt x="267873" y="105981"/>
                  <a:pt x="265382" y="114824"/>
                  <a:pt x="262184" y="127869"/>
                </a:cubicBezTo>
                <a:lnTo>
                  <a:pt x="239858" y="127869"/>
                </a:lnTo>
                <a:lnTo>
                  <a:pt x="255080" y="66702"/>
                </a:lnTo>
                <a:cubicBezTo>
                  <a:pt x="256187" y="62151"/>
                  <a:pt x="256741" y="59137"/>
                  <a:pt x="256741" y="57661"/>
                </a:cubicBezTo>
                <a:cubicBezTo>
                  <a:pt x="256741" y="56000"/>
                  <a:pt x="256449" y="54709"/>
                  <a:pt x="255864" y="53786"/>
                </a:cubicBezTo>
                <a:cubicBezTo>
                  <a:pt x="255280" y="52864"/>
                  <a:pt x="254480" y="52187"/>
                  <a:pt x="253466" y="51757"/>
                </a:cubicBezTo>
                <a:cubicBezTo>
                  <a:pt x="252451" y="51326"/>
                  <a:pt x="250344" y="51111"/>
                  <a:pt x="247146" y="51111"/>
                </a:cubicBezTo>
                <a:lnTo>
                  <a:pt x="247976" y="48343"/>
                </a:lnTo>
                <a:lnTo>
                  <a:pt x="275838" y="42254"/>
                </a:lnTo>
                <a:lnTo>
                  <a:pt x="281374" y="42254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Text 1.Recognize">
            <a:extLst xmlns:a="http://schemas.openxmlformats.org/drawingml/2006/main">
              <a:ext uri="{FF2B5EF4-FFF2-40B4-BE49-F238E27FC236}">
                <a16:creationId xmlns:a16="http://schemas.microsoft.com/office/drawing/2014/main" id="{FC1DC19A-C65E-4947-AC03-7A16F454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633" y="2167647"/>
            <a:ext cx="980410" cy="168647"/>
          </a:xfrm>
          <a:custGeom xmlns:a="http://schemas.openxmlformats.org/drawingml/2006/main">
            <a:pathLst>
              <a:path w="980410" h="168647">
                <a:moveTo>
                  <a:pt x="79618" y="185"/>
                </a:moveTo>
                <a:lnTo>
                  <a:pt x="49081" y="105174"/>
                </a:lnTo>
                <a:cubicBezTo>
                  <a:pt x="47482" y="110675"/>
                  <a:pt x="46682" y="114166"/>
                  <a:pt x="46682" y="115648"/>
                </a:cubicBezTo>
                <a:cubicBezTo>
                  <a:pt x="46682" y="117132"/>
                  <a:pt x="47251" y="118662"/>
                  <a:pt x="48389" y="120238"/>
                </a:cubicBezTo>
                <a:cubicBezTo>
                  <a:pt x="49527" y="121814"/>
                  <a:pt x="50757" y="122833"/>
                  <a:pt x="52079" y="123297"/>
                </a:cubicBezTo>
                <a:cubicBezTo>
                  <a:pt x="53402" y="123760"/>
                  <a:pt x="57384" y="124177"/>
                  <a:pt x="64027" y="124548"/>
                </a:cubicBezTo>
                <a:lnTo>
                  <a:pt x="63012" y="127869"/>
                </a:lnTo>
                <a:lnTo>
                  <a:pt x="0" y="127869"/>
                </a:lnTo>
                <a:lnTo>
                  <a:pt x="1015" y="124548"/>
                </a:lnTo>
                <a:cubicBezTo>
                  <a:pt x="7288" y="124425"/>
                  <a:pt x="11655" y="123900"/>
                  <a:pt x="14115" y="122974"/>
                </a:cubicBezTo>
                <a:cubicBezTo>
                  <a:pt x="16576" y="122045"/>
                  <a:pt x="18590" y="120531"/>
                  <a:pt x="20158" y="118430"/>
                </a:cubicBezTo>
                <a:cubicBezTo>
                  <a:pt x="21727" y="116329"/>
                  <a:pt x="23495" y="111910"/>
                  <a:pt x="25463" y="105174"/>
                </a:cubicBezTo>
                <a:lnTo>
                  <a:pt x="43546" y="42802"/>
                </a:lnTo>
                <a:cubicBezTo>
                  <a:pt x="46313" y="33332"/>
                  <a:pt x="47759" y="28321"/>
                  <a:pt x="47882" y="27770"/>
                </a:cubicBezTo>
                <a:cubicBezTo>
                  <a:pt x="48251" y="26170"/>
                  <a:pt x="48435" y="24664"/>
                  <a:pt x="48435" y="23249"/>
                </a:cubicBezTo>
                <a:cubicBezTo>
                  <a:pt x="48435" y="20543"/>
                  <a:pt x="47590" y="18390"/>
                  <a:pt x="45898" y="16791"/>
                </a:cubicBezTo>
                <a:cubicBezTo>
                  <a:pt x="44207" y="15192"/>
                  <a:pt x="41793" y="14392"/>
                  <a:pt x="38656" y="14392"/>
                </a:cubicBezTo>
                <a:cubicBezTo>
                  <a:pt x="37118" y="14392"/>
                  <a:pt x="34074" y="14638"/>
                  <a:pt x="29522" y="15130"/>
                </a:cubicBezTo>
                <a:lnTo>
                  <a:pt x="28784" y="11624"/>
                </a:lnTo>
                <a:lnTo>
                  <a:pt x="75744" y="185"/>
                </a:lnTo>
                <a:lnTo>
                  <a:pt x="79618" y="185"/>
                </a:lnTo>
                <a:close/>
                <a:moveTo>
                  <a:pt x="102682" y="100007"/>
                </a:moveTo>
                <a:cubicBezTo>
                  <a:pt x="106926" y="100007"/>
                  <a:pt x="110524" y="101493"/>
                  <a:pt x="113477" y="104464"/>
                </a:cubicBezTo>
                <a:cubicBezTo>
                  <a:pt x="116429" y="107434"/>
                  <a:pt x="117905" y="111022"/>
                  <a:pt x="117905" y="115230"/>
                </a:cubicBezTo>
                <a:cubicBezTo>
                  <a:pt x="117905" y="119437"/>
                  <a:pt x="116413" y="123027"/>
                  <a:pt x="113430" y="125998"/>
                </a:cubicBezTo>
                <a:cubicBezTo>
                  <a:pt x="110447" y="128968"/>
                  <a:pt x="106865" y="130452"/>
                  <a:pt x="102682" y="130452"/>
                </a:cubicBezTo>
                <a:cubicBezTo>
                  <a:pt x="98500" y="130452"/>
                  <a:pt x="94933" y="128968"/>
                  <a:pt x="91981" y="125998"/>
                </a:cubicBezTo>
                <a:cubicBezTo>
                  <a:pt x="89028" y="123027"/>
                  <a:pt x="87552" y="119437"/>
                  <a:pt x="87552" y="115230"/>
                </a:cubicBezTo>
                <a:cubicBezTo>
                  <a:pt x="87552" y="111022"/>
                  <a:pt x="89028" y="107434"/>
                  <a:pt x="91981" y="104464"/>
                </a:cubicBezTo>
                <a:cubicBezTo>
                  <a:pt x="94933" y="101493"/>
                  <a:pt x="98500" y="100007"/>
                  <a:pt x="102682" y="100007"/>
                </a:cubicBezTo>
                <a:close/>
                <a:moveTo>
                  <a:pt x="238763" y="66795"/>
                </a:moveTo>
                <a:lnTo>
                  <a:pt x="227692" y="104712"/>
                </a:lnTo>
                <a:cubicBezTo>
                  <a:pt x="226093" y="110088"/>
                  <a:pt x="225293" y="114043"/>
                  <a:pt x="225293" y="116576"/>
                </a:cubicBezTo>
                <a:cubicBezTo>
                  <a:pt x="225293" y="118925"/>
                  <a:pt x="226247" y="120810"/>
                  <a:pt x="228153" y="122233"/>
                </a:cubicBezTo>
                <a:cubicBezTo>
                  <a:pt x="230060" y="123653"/>
                  <a:pt x="234027" y="124425"/>
                  <a:pt x="240055" y="124548"/>
                </a:cubicBezTo>
                <a:lnTo>
                  <a:pt x="238763" y="127869"/>
                </a:lnTo>
                <a:lnTo>
                  <a:pt x="178519" y="127869"/>
                </a:lnTo>
                <a:lnTo>
                  <a:pt x="179626" y="124548"/>
                </a:lnTo>
                <a:cubicBezTo>
                  <a:pt x="185653" y="124548"/>
                  <a:pt x="190066" y="123373"/>
                  <a:pt x="192865" y="121025"/>
                </a:cubicBezTo>
                <a:cubicBezTo>
                  <a:pt x="195663" y="118676"/>
                  <a:pt x="198231" y="113423"/>
                  <a:pt x="200568" y="105266"/>
                </a:cubicBezTo>
                <a:lnTo>
                  <a:pt x="223817" y="25002"/>
                </a:lnTo>
                <a:cubicBezTo>
                  <a:pt x="225109" y="20491"/>
                  <a:pt x="225755" y="16937"/>
                  <a:pt x="225755" y="14340"/>
                </a:cubicBezTo>
                <a:cubicBezTo>
                  <a:pt x="225755" y="11869"/>
                  <a:pt x="224955" y="9984"/>
                  <a:pt x="223356" y="8687"/>
                </a:cubicBezTo>
                <a:cubicBezTo>
                  <a:pt x="221757" y="7387"/>
                  <a:pt x="218036" y="6521"/>
                  <a:pt x="212193" y="6089"/>
                </a:cubicBezTo>
                <a:lnTo>
                  <a:pt x="213115" y="2768"/>
                </a:lnTo>
                <a:lnTo>
                  <a:pt x="264964" y="2768"/>
                </a:lnTo>
                <a:cubicBezTo>
                  <a:pt x="279787" y="2768"/>
                  <a:pt x="290212" y="5350"/>
                  <a:pt x="296240" y="10514"/>
                </a:cubicBezTo>
                <a:cubicBezTo>
                  <a:pt x="302267" y="15679"/>
                  <a:pt x="305281" y="22320"/>
                  <a:pt x="305281" y="30436"/>
                </a:cubicBezTo>
                <a:cubicBezTo>
                  <a:pt x="305281" y="38984"/>
                  <a:pt x="301775" y="46701"/>
                  <a:pt x="294763" y="53587"/>
                </a:cubicBezTo>
                <a:cubicBezTo>
                  <a:pt x="290335" y="57891"/>
                  <a:pt x="282493" y="61611"/>
                  <a:pt x="271238" y="64748"/>
                </a:cubicBezTo>
                <a:lnTo>
                  <a:pt x="282493" y="102683"/>
                </a:lnTo>
                <a:cubicBezTo>
                  <a:pt x="285507" y="112873"/>
                  <a:pt x="288136" y="119019"/>
                  <a:pt x="290381" y="121120"/>
                </a:cubicBezTo>
                <a:cubicBezTo>
                  <a:pt x="292626" y="123221"/>
                  <a:pt x="296363" y="124363"/>
                  <a:pt x="301590" y="124548"/>
                </a:cubicBezTo>
                <a:lnTo>
                  <a:pt x="301590" y="127869"/>
                </a:lnTo>
                <a:lnTo>
                  <a:pt x="262658" y="127869"/>
                </a:lnTo>
                <a:lnTo>
                  <a:pt x="244944" y="66795"/>
                </a:lnTo>
                <a:lnTo>
                  <a:pt x="241900" y="66979"/>
                </a:lnTo>
                <a:cubicBezTo>
                  <a:pt x="241223" y="66979"/>
                  <a:pt x="240178" y="66918"/>
                  <a:pt x="238763" y="66795"/>
                </a:cubicBezTo>
                <a:moveTo>
                  <a:pt x="240055" y="61259"/>
                </a:moveTo>
                <a:cubicBezTo>
                  <a:pt x="242207" y="61382"/>
                  <a:pt x="244022" y="61444"/>
                  <a:pt x="245498" y="61444"/>
                </a:cubicBezTo>
                <a:cubicBezTo>
                  <a:pt x="254478" y="61444"/>
                  <a:pt x="261858" y="58368"/>
                  <a:pt x="267640" y="52218"/>
                </a:cubicBezTo>
                <a:cubicBezTo>
                  <a:pt x="273421" y="46067"/>
                  <a:pt x="276312" y="38010"/>
                  <a:pt x="276312" y="28046"/>
                </a:cubicBezTo>
                <a:cubicBezTo>
                  <a:pt x="276312" y="22142"/>
                  <a:pt x="274774" y="17652"/>
                  <a:pt x="271699" y="14577"/>
                </a:cubicBezTo>
                <a:cubicBezTo>
                  <a:pt x="268624" y="11501"/>
                  <a:pt x="264564" y="9964"/>
                  <a:pt x="259521" y="9964"/>
                </a:cubicBezTo>
                <a:cubicBezTo>
                  <a:pt x="258291" y="9964"/>
                  <a:pt x="256846" y="9995"/>
                  <a:pt x="255185" y="10056"/>
                </a:cubicBezTo>
                <a:lnTo>
                  <a:pt x="240055" y="61259"/>
                </a:lnTo>
                <a:close/>
                <a:moveTo>
                  <a:pt x="339723" y="93180"/>
                </a:moveTo>
                <a:cubicBezTo>
                  <a:pt x="339170" y="97178"/>
                  <a:pt x="338893" y="100469"/>
                  <a:pt x="338893" y="103052"/>
                </a:cubicBezTo>
                <a:cubicBezTo>
                  <a:pt x="338893" y="107665"/>
                  <a:pt x="340231" y="111355"/>
                  <a:pt x="342906" y="114123"/>
                </a:cubicBezTo>
                <a:cubicBezTo>
                  <a:pt x="345582" y="116890"/>
                  <a:pt x="349164" y="118274"/>
                  <a:pt x="353654" y="118274"/>
                </a:cubicBezTo>
                <a:cubicBezTo>
                  <a:pt x="357960" y="118274"/>
                  <a:pt x="362280" y="117358"/>
                  <a:pt x="366617" y="115527"/>
                </a:cubicBezTo>
                <a:cubicBezTo>
                  <a:pt x="370953" y="113695"/>
                  <a:pt x="375981" y="110490"/>
                  <a:pt x="381701" y="105912"/>
                </a:cubicBezTo>
                <a:lnTo>
                  <a:pt x="384468" y="108244"/>
                </a:lnTo>
                <a:cubicBezTo>
                  <a:pt x="377395" y="116251"/>
                  <a:pt x="370507" y="121955"/>
                  <a:pt x="363803" y="125355"/>
                </a:cubicBezTo>
                <a:cubicBezTo>
                  <a:pt x="357099" y="128753"/>
                  <a:pt x="349687" y="130452"/>
                  <a:pt x="341569" y="130452"/>
                </a:cubicBezTo>
                <a:cubicBezTo>
                  <a:pt x="331297" y="130452"/>
                  <a:pt x="324193" y="127990"/>
                  <a:pt x="320257" y="123066"/>
                </a:cubicBezTo>
                <a:cubicBezTo>
                  <a:pt x="316321" y="118140"/>
                  <a:pt x="314353" y="112444"/>
                  <a:pt x="314353" y="105978"/>
                </a:cubicBezTo>
                <a:cubicBezTo>
                  <a:pt x="314353" y="95882"/>
                  <a:pt x="317289" y="85785"/>
                  <a:pt x="323163" y="75689"/>
                </a:cubicBezTo>
                <a:cubicBezTo>
                  <a:pt x="329037" y="65590"/>
                  <a:pt x="337033" y="57494"/>
                  <a:pt x="347150" y="51399"/>
                </a:cubicBezTo>
                <a:cubicBezTo>
                  <a:pt x="357268" y="45302"/>
                  <a:pt x="367431" y="42254"/>
                  <a:pt x="377641" y="42254"/>
                </a:cubicBezTo>
                <a:cubicBezTo>
                  <a:pt x="382808" y="42254"/>
                  <a:pt x="386713" y="43484"/>
                  <a:pt x="389358" y="45944"/>
                </a:cubicBezTo>
                <a:cubicBezTo>
                  <a:pt x="392003" y="48405"/>
                  <a:pt x="393325" y="51511"/>
                  <a:pt x="393325" y="55262"/>
                </a:cubicBezTo>
                <a:cubicBezTo>
                  <a:pt x="393325" y="59752"/>
                  <a:pt x="392033" y="64119"/>
                  <a:pt x="389450" y="68363"/>
                </a:cubicBezTo>
                <a:cubicBezTo>
                  <a:pt x="385883" y="74144"/>
                  <a:pt x="381393" y="78803"/>
                  <a:pt x="375981" y="82340"/>
                </a:cubicBezTo>
                <a:cubicBezTo>
                  <a:pt x="370568" y="85876"/>
                  <a:pt x="364510" y="88567"/>
                  <a:pt x="357806" y="90412"/>
                </a:cubicBezTo>
                <a:cubicBezTo>
                  <a:pt x="353316" y="91643"/>
                  <a:pt x="347289" y="92565"/>
                  <a:pt x="339723" y="93180"/>
                </a:cubicBezTo>
                <a:moveTo>
                  <a:pt x="340554" y="88383"/>
                </a:moveTo>
                <a:cubicBezTo>
                  <a:pt x="345966" y="87587"/>
                  <a:pt x="350164" y="86501"/>
                  <a:pt x="353147" y="85125"/>
                </a:cubicBezTo>
                <a:cubicBezTo>
                  <a:pt x="356130" y="83747"/>
                  <a:pt x="359051" y="81542"/>
                  <a:pt x="361911" y="78511"/>
                </a:cubicBezTo>
                <a:cubicBezTo>
                  <a:pt x="364771" y="75480"/>
                  <a:pt x="367247" y="71653"/>
                  <a:pt x="369338" y="67031"/>
                </a:cubicBezTo>
                <a:cubicBezTo>
                  <a:pt x="371429" y="62408"/>
                  <a:pt x="372475" y="58077"/>
                  <a:pt x="372475" y="54037"/>
                </a:cubicBezTo>
                <a:cubicBezTo>
                  <a:pt x="372475" y="52323"/>
                  <a:pt x="371998" y="50976"/>
                  <a:pt x="371045" y="49998"/>
                </a:cubicBezTo>
                <a:cubicBezTo>
                  <a:pt x="370092" y="49018"/>
                  <a:pt x="368877" y="48528"/>
                  <a:pt x="367401" y="48528"/>
                </a:cubicBezTo>
                <a:cubicBezTo>
                  <a:pt x="364448" y="48528"/>
                  <a:pt x="361127" y="50578"/>
                  <a:pt x="357437" y="54680"/>
                </a:cubicBezTo>
                <a:cubicBezTo>
                  <a:pt x="350671" y="62149"/>
                  <a:pt x="345044" y="73383"/>
                  <a:pt x="340554" y="88383"/>
                </a:cubicBezTo>
                <a:close/>
                <a:moveTo>
                  <a:pt x="464660" y="105912"/>
                </a:moveTo>
                <a:lnTo>
                  <a:pt x="467428" y="108374"/>
                </a:lnTo>
                <a:cubicBezTo>
                  <a:pt x="461462" y="115430"/>
                  <a:pt x="455588" y="120600"/>
                  <a:pt x="449806" y="123885"/>
                </a:cubicBezTo>
                <a:cubicBezTo>
                  <a:pt x="442118" y="128263"/>
                  <a:pt x="434153" y="130452"/>
                  <a:pt x="425912" y="130452"/>
                </a:cubicBezTo>
                <a:cubicBezTo>
                  <a:pt x="420376" y="130452"/>
                  <a:pt x="415471" y="129267"/>
                  <a:pt x="411197" y="126898"/>
                </a:cubicBezTo>
                <a:cubicBezTo>
                  <a:pt x="406922" y="124526"/>
                  <a:pt x="403770" y="121201"/>
                  <a:pt x="401740" y="116922"/>
                </a:cubicBezTo>
                <a:cubicBezTo>
                  <a:pt x="399710" y="112644"/>
                  <a:pt x="398696" y="108257"/>
                  <a:pt x="398696" y="103761"/>
                </a:cubicBezTo>
                <a:cubicBezTo>
                  <a:pt x="398696" y="93665"/>
                  <a:pt x="401433" y="83737"/>
                  <a:pt x="406907" y="73979"/>
                </a:cubicBezTo>
                <a:cubicBezTo>
                  <a:pt x="412380" y="64219"/>
                  <a:pt x="419607" y="56491"/>
                  <a:pt x="428587" y="50796"/>
                </a:cubicBezTo>
                <a:cubicBezTo>
                  <a:pt x="437567" y="45101"/>
                  <a:pt x="446393" y="42254"/>
                  <a:pt x="455065" y="42254"/>
                </a:cubicBezTo>
                <a:cubicBezTo>
                  <a:pt x="462015" y="42254"/>
                  <a:pt x="467243" y="43796"/>
                  <a:pt x="470749" y="46881"/>
                </a:cubicBezTo>
                <a:cubicBezTo>
                  <a:pt x="474255" y="49966"/>
                  <a:pt x="476008" y="53791"/>
                  <a:pt x="476008" y="58356"/>
                </a:cubicBezTo>
                <a:cubicBezTo>
                  <a:pt x="476008" y="62488"/>
                  <a:pt x="474685" y="66005"/>
                  <a:pt x="472040" y="68905"/>
                </a:cubicBezTo>
                <a:cubicBezTo>
                  <a:pt x="469396" y="71803"/>
                  <a:pt x="466443" y="73253"/>
                  <a:pt x="463184" y="73253"/>
                </a:cubicBezTo>
                <a:cubicBezTo>
                  <a:pt x="460354" y="73253"/>
                  <a:pt x="458002" y="72327"/>
                  <a:pt x="456126" y="70476"/>
                </a:cubicBezTo>
                <a:cubicBezTo>
                  <a:pt x="454250" y="68623"/>
                  <a:pt x="453312" y="66432"/>
                  <a:pt x="453312" y="63903"/>
                </a:cubicBezTo>
                <a:cubicBezTo>
                  <a:pt x="453312" y="60570"/>
                  <a:pt x="454973" y="57669"/>
                  <a:pt x="458294" y="55199"/>
                </a:cubicBezTo>
                <a:cubicBezTo>
                  <a:pt x="460570" y="53471"/>
                  <a:pt x="461708" y="51959"/>
                  <a:pt x="461708" y="50664"/>
                </a:cubicBezTo>
                <a:cubicBezTo>
                  <a:pt x="461708" y="49553"/>
                  <a:pt x="461246" y="48658"/>
                  <a:pt x="460324" y="47980"/>
                </a:cubicBezTo>
                <a:cubicBezTo>
                  <a:pt x="459094" y="46992"/>
                  <a:pt x="457494" y="46498"/>
                  <a:pt x="455526" y="46498"/>
                </a:cubicBezTo>
                <a:cubicBezTo>
                  <a:pt x="450360" y="46498"/>
                  <a:pt x="445501" y="48592"/>
                  <a:pt x="440950" y="52780"/>
                </a:cubicBezTo>
                <a:cubicBezTo>
                  <a:pt x="434922" y="58323"/>
                  <a:pt x="430309" y="65344"/>
                  <a:pt x="427111" y="73844"/>
                </a:cubicBezTo>
                <a:cubicBezTo>
                  <a:pt x="423913" y="82341"/>
                  <a:pt x="422314" y="90408"/>
                  <a:pt x="422314" y="98044"/>
                </a:cubicBezTo>
                <a:cubicBezTo>
                  <a:pt x="422314" y="104079"/>
                  <a:pt x="423943" y="108899"/>
                  <a:pt x="427203" y="112502"/>
                </a:cubicBezTo>
                <a:cubicBezTo>
                  <a:pt x="430463" y="116104"/>
                  <a:pt x="434338" y="117905"/>
                  <a:pt x="438828" y="117905"/>
                </a:cubicBezTo>
                <a:cubicBezTo>
                  <a:pt x="442764" y="117905"/>
                  <a:pt x="447023" y="116914"/>
                  <a:pt x="451605" y="114930"/>
                </a:cubicBezTo>
                <a:cubicBezTo>
                  <a:pt x="456187" y="112946"/>
                  <a:pt x="460539" y="109940"/>
                  <a:pt x="464660" y="105912"/>
                </a:cubicBezTo>
                <a:close/>
                <a:moveTo>
                  <a:pt x="539316" y="42254"/>
                </a:moveTo>
                <a:cubicBezTo>
                  <a:pt x="544175" y="42254"/>
                  <a:pt x="548742" y="43377"/>
                  <a:pt x="553017" y="45624"/>
                </a:cubicBezTo>
                <a:cubicBezTo>
                  <a:pt x="557291" y="47871"/>
                  <a:pt x="560520" y="50996"/>
                  <a:pt x="562704" y="55000"/>
                </a:cubicBezTo>
                <a:cubicBezTo>
                  <a:pt x="564887" y="59002"/>
                  <a:pt x="565979" y="63434"/>
                  <a:pt x="565979" y="68297"/>
                </a:cubicBezTo>
                <a:cubicBezTo>
                  <a:pt x="565979" y="78272"/>
                  <a:pt x="563196" y="88247"/>
                  <a:pt x="557630" y="98223"/>
                </a:cubicBezTo>
                <a:cubicBezTo>
                  <a:pt x="552063" y="108196"/>
                  <a:pt x="544729" y="116061"/>
                  <a:pt x="535626" y="121818"/>
                </a:cubicBezTo>
                <a:cubicBezTo>
                  <a:pt x="526523" y="127574"/>
                  <a:pt x="517359" y="130452"/>
                  <a:pt x="508133" y="130452"/>
                </a:cubicBezTo>
                <a:cubicBezTo>
                  <a:pt x="499769" y="130452"/>
                  <a:pt x="493295" y="127959"/>
                  <a:pt x="488713" y="122974"/>
                </a:cubicBezTo>
                <a:cubicBezTo>
                  <a:pt x="484131" y="117986"/>
                  <a:pt x="481840" y="111890"/>
                  <a:pt x="481840" y="104686"/>
                </a:cubicBezTo>
                <a:cubicBezTo>
                  <a:pt x="481840" y="96128"/>
                  <a:pt x="483547" y="88108"/>
                  <a:pt x="486960" y="80627"/>
                </a:cubicBezTo>
                <a:cubicBezTo>
                  <a:pt x="490374" y="73147"/>
                  <a:pt x="494710" y="66621"/>
                  <a:pt x="499968" y="61049"/>
                </a:cubicBezTo>
                <a:cubicBezTo>
                  <a:pt x="505227" y="55477"/>
                  <a:pt x="511270" y="50951"/>
                  <a:pt x="518097" y="47472"/>
                </a:cubicBezTo>
                <a:cubicBezTo>
                  <a:pt x="524924" y="43993"/>
                  <a:pt x="531997" y="42254"/>
                  <a:pt x="539316" y="42254"/>
                </a:cubicBezTo>
                <a:moveTo>
                  <a:pt x="535534" y="47236"/>
                </a:moveTo>
                <a:cubicBezTo>
                  <a:pt x="532274" y="47236"/>
                  <a:pt x="529568" y="48188"/>
                  <a:pt x="527415" y="50093"/>
                </a:cubicBezTo>
                <a:cubicBezTo>
                  <a:pt x="523110" y="53962"/>
                  <a:pt x="518251" y="63008"/>
                  <a:pt x="512838" y="77231"/>
                </a:cubicBezTo>
                <a:cubicBezTo>
                  <a:pt x="507426" y="91452"/>
                  <a:pt x="504720" y="104276"/>
                  <a:pt x="504720" y="115703"/>
                </a:cubicBezTo>
                <a:cubicBezTo>
                  <a:pt x="504720" y="118528"/>
                  <a:pt x="505581" y="120862"/>
                  <a:pt x="507303" y="122706"/>
                </a:cubicBezTo>
                <a:cubicBezTo>
                  <a:pt x="509025" y="124549"/>
                  <a:pt x="511055" y="125470"/>
                  <a:pt x="513392" y="125470"/>
                </a:cubicBezTo>
                <a:cubicBezTo>
                  <a:pt x="515791" y="125470"/>
                  <a:pt x="517913" y="124733"/>
                  <a:pt x="519758" y="123259"/>
                </a:cubicBezTo>
                <a:cubicBezTo>
                  <a:pt x="522464" y="121047"/>
                  <a:pt x="525785" y="116086"/>
                  <a:pt x="529722" y="108377"/>
                </a:cubicBezTo>
                <a:cubicBezTo>
                  <a:pt x="533658" y="100668"/>
                  <a:pt x="536887" y="92160"/>
                  <a:pt x="539409" y="82853"/>
                </a:cubicBezTo>
                <a:cubicBezTo>
                  <a:pt x="541930" y="73545"/>
                  <a:pt x="543191" y="65020"/>
                  <a:pt x="543191" y="57280"/>
                </a:cubicBezTo>
                <a:cubicBezTo>
                  <a:pt x="543191" y="54086"/>
                  <a:pt x="542422" y="51613"/>
                  <a:pt x="540885" y="49862"/>
                </a:cubicBezTo>
                <a:cubicBezTo>
                  <a:pt x="539347" y="48111"/>
                  <a:pt x="537563" y="47236"/>
                  <a:pt x="535534" y="47236"/>
                </a:cubicBezTo>
                <a:close/>
                <a:moveTo>
                  <a:pt x="644767" y="47789"/>
                </a:moveTo>
                <a:lnTo>
                  <a:pt x="669307" y="47789"/>
                </a:lnTo>
                <a:lnTo>
                  <a:pt x="666355" y="57938"/>
                </a:lnTo>
                <a:lnTo>
                  <a:pt x="653624" y="57938"/>
                </a:lnTo>
                <a:cubicBezTo>
                  <a:pt x="655592" y="61607"/>
                  <a:pt x="656576" y="65090"/>
                  <a:pt x="656576" y="68386"/>
                </a:cubicBezTo>
                <a:cubicBezTo>
                  <a:pt x="656576" y="74044"/>
                  <a:pt x="655054" y="79269"/>
                  <a:pt x="652009" y="84058"/>
                </a:cubicBezTo>
                <a:cubicBezTo>
                  <a:pt x="648965" y="88846"/>
                  <a:pt x="644475" y="92671"/>
                  <a:pt x="638539" y="95533"/>
                </a:cubicBezTo>
                <a:cubicBezTo>
                  <a:pt x="632604" y="98393"/>
                  <a:pt x="626008" y="99823"/>
                  <a:pt x="618750" y="99823"/>
                </a:cubicBezTo>
                <a:cubicBezTo>
                  <a:pt x="616844" y="99823"/>
                  <a:pt x="614737" y="99677"/>
                  <a:pt x="612431" y="99385"/>
                </a:cubicBezTo>
                <a:cubicBezTo>
                  <a:pt x="610124" y="99090"/>
                  <a:pt x="607618" y="98683"/>
                  <a:pt x="604912" y="98162"/>
                </a:cubicBezTo>
                <a:cubicBezTo>
                  <a:pt x="600852" y="100232"/>
                  <a:pt x="598300" y="101876"/>
                  <a:pt x="597254" y="103092"/>
                </a:cubicBezTo>
                <a:cubicBezTo>
                  <a:pt x="596516" y="103944"/>
                  <a:pt x="596147" y="104826"/>
                  <a:pt x="596147" y="105739"/>
                </a:cubicBezTo>
                <a:cubicBezTo>
                  <a:pt x="596147" y="106834"/>
                  <a:pt x="596608" y="107778"/>
                  <a:pt x="597531" y="108570"/>
                </a:cubicBezTo>
                <a:cubicBezTo>
                  <a:pt x="599130" y="109969"/>
                  <a:pt x="601498" y="111004"/>
                  <a:pt x="604635" y="111675"/>
                </a:cubicBezTo>
                <a:cubicBezTo>
                  <a:pt x="617182" y="114352"/>
                  <a:pt x="625454" y="116521"/>
                  <a:pt x="629452" y="118182"/>
                </a:cubicBezTo>
                <a:cubicBezTo>
                  <a:pt x="634926" y="120458"/>
                  <a:pt x="639062" y="123379"/>
                  <a:pt x="641861" y="126947"/>
                </a:cubicBezTo>
                <a:cubicBezTo>
                  <a:pt x="644659" y="130514"/>
                  <a:pt x="646058" y="134819"/>
                  <a:pt x="646058" y="139863"/>
                </a:cubicBezTo>
                <a:cubicBezTo>
                  <a:pt x="646058" y="147551"/>
                  <a:pt x="642522" y="154270"/>
                  <a:pt x="635449" y="160021"/>
                </a:cubicBezTo>
                <a:cubicBezTo>
                  <a:pt x="628376" y="165772"/>
                  <a:pt x="617428" y="168647"/>
                  <a:pt x="602605" y="168647"/>
                </a:cubicBezTo>
                <a:cubicBezTo>
                  <a:pt x="587659" y="168647"/>
                  <a:pt x="576650" y="166193"/>
                  <a:pt x="569577" y="161284"/>
                </a:cubicBezTo>
                <a:cubicBezTo>
                  <a:pt x="564472" y="157724"/>
                  <a:pt x="561919" y="153490"/>
                  <a:pt x="561919" y="148581"/>
                </a:cubicBezTo>
                <a:cubicBezTo>
                  <a:pt x="561919" y="144839"/>
                  <a:pt x="563595" y="141372"/>
                  <a:pt x="566948" y="138182"/>
                </a:cubicBezTo>
                <a:cubicBezTo>
                  <a:pt x="570300" y="134991"/>
                  <a:pt x="577480" y="132169"/>
                  <a:pt x="588490" y="129714"/>
                </a:cubicBezTo>
                <a:cubicBezTo>
                  <a:pt x="584738" y="127623"/>
                  <a:pt x="582216" y="125716"/>
                  <a:pt x="580925" y="123994"/>
                </a:cubicBezTo>
                <a:cubicBezTo>
                  <a:pt x="579141" y="121657"/>
                  <a:pt x="578249" y="119228"/>
                  <a:pt x="578249" y="116706"/>
                </a:cubicBezTo>
                <a:cubicBezTo>
                  <a:pt x="578249" y="112585"/>
                  <a:pt x="579894" y="108956"/>
                  <a:pt x="583185" y="105820"/>
                </a:cubicBezTo>
                <a:cubicBezTo>
                  <a:pt x="586475" y="102683"/>
                  <a:pt x="591995" y="99577"/>
                  <a:pt x="599745" y="96501"/>
                </a:cubicBezTo>
                <a:cubicBezTo>
                  <a:pt x="593718" y="94095"/>
                  <a:pt x="589366" y="90994"/>
                  <a:pt x="586691" y="87198"/>
                </a:cubicBezTo>
                <a:cubicBezTo>
                  <a:pt x="584015" y="83402"/>
                  <a:pt x="582677" y="78974"/>
                  <a:pt x="582677" y="73913"/>
                </a:cubicBezTo>
                <a:cubicBezTo>
                  <a:pt x="582677" y="68545"/>
                  <a:pt x="584292" y="63439"/>
                  <a:pt x="587521" y="58595"/>
                </a:cubicBezTo>
                <a:cubicBezTo>
                  <a:pt x="590750" y="53750"/>
                  <a:pt x="595517" y="49815"/>
                  <a:pt x="601821" y="46792"/>
                </a:cubicBezTo>
                <a:cubicBezTo>
                  <a:pt x="608125" y="43767"/>
                  <a:pt x="615367" y="42254"/>
                  <a:pt x="623548" y="42254"/>
                </a:cubicBezTo>
                <a:cubicBezTo>
                  <a:pt x="628776" y="42254"/>
                  <a:pt x="633419" y="42829"/>
                  <a:pt x="637478" y="43978"/>
                </a:cubicBezTo>
                <a:cubicBezTo>
                  <a:pt x="639570" y="44584"/>
                  <a:pt x="641999" y="45854"/>
                  <a:pt x="644767" y="47789"/>
                </a:cubicBezTo>
                <a:moveTo>
                  <a:pt x="625485" y="46867"/>
                </a:moveTo>
                <a:cubicBezTo>
                  <a:pt x="622471" y="46867"/>
                  <a:pt x="619919" y="47851"/>
                  <a:pt x="617828" y="49819"/>
                </a:cubicBezTo>
                <a:cubicBezTo>
                  <a:pt x="614506" y="52833"/>
                  <a:pt x="611600" y="57876"/>
                  <a:pt x="609109" y="64949"/>
                </a:cubicBezTo>
                <a:cubicBezTo>
                  <a:pt x="606618" y="72022"/>
                  <a:pt x="605373" y="78727"/>
                  <a:pt x="605373" y="85062"/>
                </a:cubicBezTo>
                <a:cubicBezTo>
                  <a:pt x="605373" y="88075"/>
                  <a:pt x="606249" y="90459"/>
                  <a:pt x="608002" y="92212"/>
                </a:cubicBezTo>
                <a:cubicBezTo>
                  <a:pt x="609755" y="93964"/>
                  <a:pt x="611923" y="94841"/>
                  <a:pt x="614506" y="94841"/>
                </a:cubicBezTo>
                <a:cubicBezTo>
                  <a:pt x="617028" y="94841"/>
                  <a:pt x="619211" y="93980"/>
                  <a:pt x="621057" y="92258"/>
                </a:cubicBezTo>
                <a:cubicBezTo>
                  <a:pt x="624562" y="88875"/>
                  <a:pt x="627607" y="83478"/>
                  <a:pt x="630190" y="76066"/>
                </a:cubicBezTo>
                <a:cubicBezTo>
                  <a:pt x="632773" y="68655"/>
                  <a:pt x="634065" y="61936"/>
                  <a:pt x="634065" y="55908"/>
                </a:cubicBezTo>
                <a:cubicBezTo>
                  <a:pt x="634065" y="53202"/>
                  <a:pt x="633235" y="51018"/>
                  <a:pt x="631574" y="49358"/>
                </a:cubicBezTo>
                <a:cubicBezTo>
                  <a:pt x="629913" y="47697"/>
                  <a:pt x="627884" y="46867"/>
                  <a:pt x="625485" y="46867"/>
                </a:cubicBezTo>
                <a:moveTo>
                  <a:pt x="593656" y="131825"/>
                </a:moveTo>
                <a:cubicBezTo>
                  <a:pt x="587813" y="134089"/>
                  <a:pt x="583831" y="136536"/>
                  <a:pt x="581709" y="139165"/>
                </a:cubicBezTo>
                <a:cubicBezTo>
                  <a:pt x="579587" y="141794"/>
                  <a:pt x="578526" y="144639"/>
                  <a:pt x="578526" y="147699"/>
                </a:cubicBezTo>
                <a:cubicBezTo>
                  <a:pt x="578526" y="151673"/>
                  <a:pt x="580632" y="155267"/>
                  <a:pt x="584845" y="158478"/>
                </a:cubicBezTo>
                <a:cubicBezTo>
                  <a:pt x="589059" y="161690"/>
                  <a:pt x="595778" y="163296"/>
                  <a:pt x="605004" y="163296"/>
                </a:cubicBezTo>
                <a:cubicBezTo>
                  <a:pt x="612692" y="163296"/>
                  <a:pt x="618258" y="161902"/>
                  <a:pt x="621702" y="159113"/>
                </a:cubicBezTo>
                <a:cubicBezTo>
                  <a:pt x="625147" y="156326"/>
                  <a:pt x="626869" y="153063"/>
                  <a:pt x="626869" y="149325"/>
                </a:cubicBezTo>
                <a:cubicBezTo>
                  <a:pt x="626869" y="146015"/>
                  <a:pt x="625285" y="143318"/>
                  <a:pt x="622118" y="141235"/>
                </a:cubicBezTo>
                <a:cubicBezTo>
                  <a:pt x="618950" y="139151"/>
                  <a:pt x="612876" y="136986"/>
                  <a:pt x="603897" y="134739"/>
                </a:cubicBezTo>
                <a:cubicBezTo>
                  <a:pt x="599714" y="133646"/>
                  <a:pt x="596301" y="132674"/>
                  <a:pt x="593656" y="131825"/>
                </a:cubicBezTo>
                <a:close/>
                <a:moveTo>
                  <a:pt x="716635" y="42254"/>
                </a:moveTo>
                <a:lnTo>
                  <a:pt x="705195" y="81876"/>
                </a:lnTo>
                <a:cubicBezTo>
                  <a:pt x="712883" y="70299"/>
                  <a:pt x="718634" y="62387"/>
                  <a:pt x="722447" y="58140"/>
                </a:cubicBezTo>
                <a:cubicBezTo>
                  <a:pt x="728044" y="51983"/>
                  <a:pt x="732873" y="47797"/>
                  <a:pt x="736932" y="45581"/>
                </a:cubicBezTo>
                <a:cubicBezTo>
                  <a:pt x="740991" y="43363"/>
                  <a:pt x="744805" y="42254"/>
                  <a:pt x="748372" y="42254"/>
                </a:cubicBezTo>
                <a:cubicBezTo>
                  <a:pt x="751570" y="42254"/>
                  <a:pt x="754307" y="43447"/>
                  <a:pt x="756583" y="45832"/>
                </a:cubicBezTo>
                <a:cubicBezTo>
                  <a:pt x="758858" y="48215"/>
                  <a:pt x="759996" y="51326"/>
                  <a:pt x="759996" y="55164"/>
                </a:cubicBezTo>
                <a:cubicBezTo>
                  <a:pt x="759996" y="58622"/>
                  <a:pt x="759258" y="62821"/>
                  <a:pt x="757782" y="67760"/>
                </a:cubicBezTo>
                <a:lnTo>
                  <a:pt x="745973" y="107310"/>
                </a:lnTo>
                <a:cubicBezTo>
                  <a:pt x="744989" y="110768"/>
                  <a:pt x="744497" y="113021"/>
                  <a:pt x="744497" y="114071"/>
                </a:cubicBezTo>
                <a:cubicBezTo>
                  <a:pt x="744497" y="114686"/>
                  <a:pt x="744728" y="115239"/>
                  <a:pt x="745189" y="115731"/>
                </a:cubicBezTo>
                <a:cubicBezTo>
                  <a:pt x="745650" y="116223"/>
                  <a:pt x="746127" y="116470"/>
                  <a:pt x="746619" y="116470"/>
                </a:cubicBezTo>
                <a:cubicBezTo>
                  <a:pt x="747234" y="116470"/>
                  <a:pt x="747880" y="116223"/>
                  <a:pt x="748556" y="115731"/>
                </a:cubicBezTo>
                <a:cubicBezTo>
                  <a:pt x="750709" y="113957"/>
                  <a:pt x="752892" y="111465"/>
                  <a:pt x="755107" y="108253"/>
                </a:cubicBezTo>
                <a:cubicBezTo>
                  <a:pt x="755660" y="107405"/>
                  <a:pt x="756552" y="106133"/>
                  <a:pt x="757782" y="104436"/>
                </a:cubicBezTo>
                <a:lnTo>
                  <a:pt x="761288" y="106526"/>
                </a:lnTo>
                <a:cubicBezTo>
                  <a:pt x="752247" y="121493"/>
                  <a:pt x="742744" y="128976"/>
                  <a:pt x="732780" y="128976"/>
                </a:cubicBezTo>
                <a:cubicBezTo>
                  <a:pt x="728967" y="128976"/>
                  <a:pt x="725984" y="127992"/>
                  <a:pt x="723831" y="126024"/>
                </a:cubicBezTo>
                <a:cubicBezTo>
                  <a:pt x="721679" y="124056"/>
                  <a:pt x="720602" y="121596"/>
                  <a:pt x="720602" y="118643"/>
                </a:cubicBezTo>
                <a:cubicBezTo>
                  <a:pt x="720602" y="116052"/>
                  <a:pt x="721340" y="112197"/>
                  <a:pt x="722817" y="107077"/>
                </a:cubicBezTo>
                <a:lnTo>
                  <a:pt x="734349" y="67559"/>
                </a:lnTo>
                <a:cubicBezTo>
                  <a:pt x="735148" y="64968"/>
                  <a:pt x="735548" y="63055"/>
                  <a:pt x="735548" y="61821"/>
                </a:cubicBezTo>
                <a:cubicBezTo>
                  <a:pt x="735548" y="61143"/>
                  <a:pt x="735271" y="60541"/>
                  <a:pt x="734718" y="60016"/>
                </a:cubicBezTo>
                <a:cubicBezTo>
                  <a:pt x="734164" y="59492"/>
                  <a:pt x="733518" y="59229"/>
                  <a:pt x="732780" y="59229"/>
                </a:cubicBezTo>
                <a:cubicBezTo>
                  <a:pt x="730443" y="59229"/>
                  <a:pt x="727614" y="60835"/>
                  <a:pt x="724293" y="64047"/>
                </a:cubicBezTo>
                <a:cubicBezTo>
                  <a:pt x="715805" y="72202"/>
                  <a:pt x="707594" y="84343"/>
                  <a:pt x="699660" y="100469"/>
                </a:cubicBezTo>
                <a:lnTo>
                  <a:pt x="692095" y="127869"/>
                </a:lnTo>
                <a:lnTo>
                  <a:pt x="668569" y="127869"/>
                </a:lnTo>
                <a:lnTo>
                  <a:pt x="685821" y="68645"/>
                </a:lnTo>
                <a:cubicBezTo>
                  <a:pt x="687482" y="62789"/>
                  <a:pt x="688312" y="58633"/>
                  <a:pt x="688312" y="56176"/>
                </a:cubicBezTo>
                <a:cubicBezTo>
                  <a:pt x="688312" y="55133"/>
                  <a:pt x="688066" y="54258"/>
                  <a:pt x="687574" y="53553"/>
                </a:cubicBezTo>
                <a:cubicBezTo>
                  <a:pt x="687082" y="52845"/>
                  <a:pt x="686282" y="52293"/>
                  <a:pt x="685175" y="51895"/>
                </a:cubicBezTo>
                <a:cubicBezTo>
                  <a:pt x="684068" y="51495"/>
                  <a:pt x="681977" y="51295"/>
                  <a:pt x="678902" y="51295"/>
                </a:cubicBezTo>
                <a:lnTo>
                  <a:pt x="679917" y="47789"/>
                </a:lnTo>
                <a:lnTo>
                  <a:pt x="711008" y="42254"/>
                </a:lnTo>
                <a:lnTo>
                  <a:pt x="716635" y="42254"/>
                </a:lnTo>
                <a:close/>
                <a:moveTo>
                  <a:pt x="814039" y="0"/>
                </a:moveTo>
                <a:cubicBezTo>
                  <a:pt x="817852" y="0"/>
                  <a:pt x="821066" y="1332"/>
                  <a:pt x="823680" y="3996"/>
                </a:cubicBezTo>
                <a:cubicBezTo>
                  <a:pt x="826294" y="6658"/>
                  <a:pt x="827601" y="9877"/>
                  <a:pt x="827601" y="13654"/>
                </a:cubicBezTo>
                <a:cubicBezTo>
                  <a:pt x="827601" y="17431"/>
                  <a:pt x="826279" y="20651"/>
                  <a:pt x="823634" y="23315"/>
                </a:cubicBezTo>
                <a:cubicBezTo>
                  <a:pt x="820989" y="25977"/>
                  <a:pt x="817791" y="27308"/>
                  <a:pt x="814039" y="27308"/>
                </a:cubicBezTo>
                <a:cubicBezTo>
                  <a:pt x="810349" y="27308"/>
                  <a:pt x="807181" y="25977"/>
                  <a:pt x="804537" y="23315"/>
                </a:cubicBezTo>
                <a:cubicBezTo>
                  <a:pt x="801892" y="20651"/>
                  <a:pt x="800570" y="17431"/>
                  <a:pt x="800570" y="13654"/>
                </a:cubicBezTo>
                <a:cubicBezTo>
                  <a:pt x="800570" y="9877"/>
                  <a:pt x="801877" y="6658"/>
                  <a:pt x="804490" y="3996"/>
                </a:cubicBezTo>
                <a:cubicBezTo>
                  <a:pt x="807104" y="1332"/>
                  <a:pt x="810287" y="0"/>
                  <a:pt x="814039" y="0"/>
                </a:cubicBezTo>
                <a:moveTo>
                  <a:pt x="819759" y="42254"/>
                </a:moveTo>
                <a:lnTo>
                  <a:pt x="800846" y="107402"/>
                </a:lnTo>
                <a:cubicBezTo>
                  <a:pt x="799801" y="111129"/>
                  <a:pt x="799278" y="113573"/>
                  <a:pt x="799278" y="114734"/>
                </a:cubicBezTo>
                <a:cubicBezTo>
                  <a:pt x="799278" y="115437"/>
                  <a:pt x="799555" y="116093"/>
                  <a:pt x="800108" y="116700"/>
                </a:cubicBezTo>
                <a:cubicBezTo>
                  <a:pt x="800662" y="117306"/>
                  <a:pt x="801246" y="117608"/>
                  <a:pt x="801861" y="117608"/>
                </a:cubicBezTo>
                <a:cubicBezTo>
                  <a:pt x="802907" y="117608"/>
                  <a:pt x="803952" y="117129"/>
                  <a:pt x="804998" y="116170"/>
                </a:cubicBezTo>
                <a:cubicBezTo>
                  <a:pt x="807766" y="113806"/>
                  <a:pt x="811087" y="109525"/>
                  <a:pt x="814962" y="103329"/>
                </a:cubicBezTo>
                <a:lnTo>
                  <a:pt x="818098" y="105246"/>
                </a:lnTo>
                <a:cubicBezTo>
                  <a:pt x="808811" y="122050"/>
                  <a:pt x="798940" y="130452"/>
                  <a:pt x="788484" y="130452"/>
                </a:cubicBezTo>
                <a:cubicBezTo>
                  <a:pt x="784486" y="130452"/>
                  <a:pt x="781303" y="129330"/>
                  <a:pt x="778935" y="127085"/>
                </a:cubicBezTo>
                <a:cubicBezTo>
                  <a:pt x="776567" y="124840"/>
                  <a:pt x="775383" y="121995"/>
                  <a:pt x="775383" y="118551"/>
                </a:cubicBezTo>
                <a:cubicBezTo>
                  <a:pt x="775383" y="116275"/>
                  <a:pt x="775906" y="113385"/>
                  <a:pt x="776952" y="109879"/>
                </a:cubicBezTo>
                <a:lnTo>
                  <a:pt x="789775" y="65780"/>
                </a:lnTo>
                <a:cubicBezTo>
                  <a:pt x="791005" y="61536"/>
                  <a:pt x="791621" y="58338"/>
                  <a:pt x="791621" y="56185"/>
                </a:cubicBezTo>
                <a:cubicBezTo>
                  <a:pt x="791621" y="54832"/>
                  <a:pt x="791036" y="53632"/>
                  <a:pt x="789868" y="52587"/>
                </a:cubicBezTo>
                <a:cubicBezTo>
                  <a:pt x="788699" y="51541"/>
                  <a:pt x="787100" y="51018"/>
                  <a:pt x="785070" y="51018"/>
                </a:cubicBezTo>
                <a:cubicBezTo>
                  <a:pt x="784148" y="51018"/>
                  <a:pt x="783041" y="51049"/>
                  <a:pt x="781749" y="51111"/>
                </a:cubicBezTo>
                <a:lnTo>
                  <a:pt x="782948" y="47420"/>
                </a:lnTo>
                <a:lnTo>
                  <a:pt x="814224" y="42254"/>
                </a:lnTo>
                <a:lnTo>
                  <a:pt x="819759" y="42254"/>
                </a:lnTo>
                <a:close/>
                <a:moveTo>
                  <a:pt x="898906" y="44837"/>
                </a:moveTo>
                <a:lnTo>
                  <a:pt x="846503" y="106673"/>
                </a:lnTo>
                <a:cubicBezTo>
                  <a:pt x="850440" y="107842"/>
                  <a:pt x="853361" y="109595"/>
                  <a:pt x="855268" y="111934"/>
                </a:cubicBezTo>
                <a:cubicBezTo>
                  <a:pt x="857728" y="115012"/>
                  <a:pt x="859512" y="119651"/>
                  <a:pt x="860619" y="125854"/>
                </a:cubicBezTo>
                <a:cubicBezTo>
                  <a:pt x="861726" y="132056"/>
                  <a:pt x="862987" y="135972"/>
                  <a:pt x="864401" y="137602"/>
                </a:cubicBezTo>
                <a:cubicBezTo>
                  <a:pt x="865816" y="139232"/>
                  <a:pt x="867261" y="140047"/>
                  <a:pt x="868738" y="140047"/>
                </a:cubicBezTo>
                <a:cubicBezTo>
                  <a:pt x="869722" y="140047"/>
                  <a:pt x="870644" y="139601"/>
                  <a:pt x="871505" y="138709"/>
                </a:cubicBezTo>
                <a:cubicBezTo>
                  <a:pt x="872366" y="137818"/>
                  <a:pt x="872797" y="136818"/>
                  <a:pt x="872797" y="135711"/>
                </a:cubicBezTo>
                <a:cubicBezTo>
                  <a:pt x="872797" y="134542"/>
                  <a:pt x="872428" y="132610"/>
                  <a:pt x="871690" y="129913"/>
                </a:cubicBezTo>
                <a:cubicBezTo>
                  <a:pt x="871198" y="128095"/>
                  <a:pt x="870952" y="126347"/>
                  <a:pt x="870952" y="124669"/>
                </a:cubicBezTo>
                <a:cubicBezTo>
                  <a:pt x="870952" y="121190"/>
                  <a:pt x="872043" y="118270"/>
                  <a:pt x="874227" y="115910"/>
                </a:cubicBezTo>
                <a:cubicBezTo>
                  <a:pt x="876410" y="113550"/>
                  <a:pt x="879040" y="112370"/>
                  <a:pt x="882115" y="112370"/>
                </a:cubicBezTo>
                <a:cubicBezTo>
                  <a:pt x="884883" y="112370"/>
                  <a:pt x="887204" y="113413"/>
                  <a:pt x="889080" y="115498"/>
                </a:cubicBezTo>
                <a:cubicBezTo>
                  <a:pt x="890956" y="117581"/>
                  <a:pt x="891894" y="120304"/>
                  <a:pt x="891894" y="123666"/>
                </a:cubicBezTo>
                <a:cubicBezTo>
                  <a:pt x="891894" y="128830"/>
                  <a:pt x="889557" y="133528"/>
                  <a:pt x="884883" y="137758"/>
                </a:cubicBezTo>
                <a:cubicBezTo>
                  <a:pt x="880208" y="141990"/>
                  <a:pt x="874457" y="144106"/>
                  <a:pt x="867630" y="144106"/>
                </a:cubicBezTo>
                <a:cubicBezTo>
                  <a:pt x="859758" y="144106"/>
                  <a:pt x="852039" y="140456"/>
                  <a:pt x="844474" y="133154"/>
                </a:cubicBezTo>
                <a:cubicBezTo>
                  <a:pt x="841399" y="130246"/>
                  <a:pt x="838908" y="128229"/>
                  <a:pt x="837001" y="127102"/>
                </a:cubicBezTo>
                <a:cubicBezTo>
                  <a:pt x="835894" y="126506"/>
                  <a:pt x="834479" y="126208"/>
                  <a:pt x="832757" y="126208"/>
                </a:cubicBezTo>
                <a:cubicBezTo>
                  <a:pt x="831281" y="126208"/>
                  <a:pt x="829651" y="126762"/>
                  <a:pt x="827867" y="127869"/>
                </a:cubicBezTo>
                <a:lnTo>
                  <a:pt x="821963" y="127869"/>
                </a:lnTo>
                <a:lnTo>
                  <a:pt x="875472" y="64396"/>
                </a:lnTo>
                <a:lnTo>
                  <a:pt x="856283" y="64396"/>
                </a:lnTo>
                <a:cubicBezTo>
                  <a:pt x="850809" y="64396"/>
                  <a:pt x="846857" y="65072"/>
                  <a:pt x="844428" y="66426"/>
                </a:cubicBezTo>
                <a:cubicBezTo>
                  <a:pt x="841998" y="67779"/>
                  <a:pt x="839707" y="70423"/>
                  <a:pt x="837554" y="74360"/>
                </a:cubicBezTo>
                <a:lnTo>
                  <a:pt x="833587" y="74360"/>
                </a:lnTo>
                <a:lnTo>
                  <a:pt x="841245" y="44837"/>
                </a:lnTo>
                <a:lnTo>
                  <a:pt x="898906" y="44837"/>
                </a:lnTo>
                <a:close/>
                <a:moveTo>
                  <a:pt x="926808" y="93180"/>
                </a:moveTo>
                <a:cubicBezTo>
                  <a:pt x="926255" y="97178"/>
                  <a:pt x="925978" y="100469"/>
                  <a:pt x="925978" y="103052"/>
                </a:cubicBezTo>
                <a:cubicBezTo>
                  <a:pt x="925978" y="107665"/>
                  <a:pt x="927316" y="111355"/>
                  <a:pt x="929991" y="114123"/>
                </a:cubicBezTo>
                <a:cubicBezTo>
                  <a:pt x="932667" y="116890"/>
                  <a:pt x="936249" y="118274"/>
                  <a:pt x="940739" y="118274"/>
                </a:cubicBezTo>
                <a:cubicBezTo>
                  <a:pt x="945044" y="118274"/>
                  <a:pt x="949365" y="117358"/>
                  <a:pt x="953701" y="115527"/>
                </a:cubicBezTo>
                <a:cubicBezTo>
                  <a:pt x="958037" y="113695"/>
                  <a:pt x="963065" y="110490"/>
                  <a:pt x="968785" y="105912"/>
                </a:cubicBezTo>
                <a:lnTo>
                  <a:pt x="971553" y="108244"/>
                </a:lnTo>
                <a:cubicBezTo>
                  <a:pt x="964480" y="116251"/>
                  <a:pt x="957592" y="121955"/>
                  <a:pt x="950887" y="125355"/>
                </a:cubicBezTo>
                <a:cubicBezTo>
                  <a:pt x="944183" y="128753"/>
                  <a:pt x="936772" y="130452"/>
                  <a:pt x="928653" y="130452"/>
                </a:cubicBezTo>
                <a:cubicBezTo>
                  <a:pt x="918382" y="130452"/>
                  <a:pt x="911278" y="127990"/>
                  <a:pt x="907342" y="123066"/>
                </a:cubicBezTo>
                <a:cubicBezTo>
                  <a:pt x="903406" y="118140"/>
                  <a:pt x="901437" y="112444"/>
                  <a:pt x="901437" y="105978"/>
                </a:cubicBezTo>
                <a:cubicBezTo>
                  <a:pt x="901437" y="95882"/>
                  <a:pt x="904374" y="85785"/>
                  <a:pt x="910248" y="75689"/>
                </a:cubicBezTo>
                <a:cubicBezTo>
                  <a:pt x="916122" y="65590"/>
                  <a:pt x="924117" y="57494"/>
                  <a:pt x="934235" y="51399"/>
                </a:cubicBezTo>
                <a:cubicBezTo>
                  <a:pt x="944353" y="45302"/>
                  <a:pt x="954516" y="42254"/>
                  <a:pt x="964726" y="42254"/>
                </a:cubicBezTo>
                <a:cubicBezTo>
                  <a:pt x="969893" y="42254"/>
                  <a:pt x="973798" y="43484"/>
                  <a:pt x="976443" y="45944"/>
                </a:cubicBezTo>
                <a:cubicBezTo>
                  <a:pt x="979088" y="48405"/>
                  <a:pt x="980410" y="51511"/>
                  <a:pt x="980410" y="55262"/>
                </a:cubicBezTo>
                <a:cubicBezTo>
                  <a:pt x="980410" y="59752"/>
                  <a:pt x="979118" y="64119"/>
                  <a:pt x="976535" y="68363"/>
                </a:cubicBezTo>
                <a:cubicBezTo>
                  <a:pt x="972968" y="74144"/>
                  <a:pt x="968478" y="78803"/>
                  <a:pt x="963065" y="82340"/>
                </a:cubicBezTo>
                <a:cubicBezTo>
                  <a:pt x="957653" y="85876"/>
                  <a:pt x="951595" y="88567"/>
                  <a:pt x="944891" y="90412"/>
                </a:cubicBezTo>
                <a:cubicBezTo>
                  <a:pt x="940401" y="91643"/>
                  <a:pt x="934373" y="92565"/>
                  <a:pt x="926808" y="93180"/>
                </a:cubicBezTo>
                <a:moveTo>
                  <a:pt x="927639" y="88383"/>
                </a:moveTo>
                <a:cubicBezTo>
                  <a:pt x="933051" y="87587"/>
                  <a:pt x="937249" y="86501"/>
                  <a:pt x="940232" y="85125"/>
                </a:cubicBezTo>
                <a:cubicBezTo>
                  <a:pt x="943215" y="83747"/>
                  <a:pt x="946136" y="81542"/>
                  <a:pt x="948996" y="78511"/>
                </a:cubicBezTo>
                <a:cubicBezTo>
                  <a:pt x="951856" y="75480"/>
                  <a:pt x="954332" y="71653"/>
                  <a:pt x="956423" y="67031"/>
                </a:cubicBezTo>
                <a:cubicBezTo>
                  <a:pt x="958514" y="62408"/>
                  <a:pt x="959560" y="58077"/>
                  <a:pt x="959560" y="54037"/>
                </a:cubicBezTo>
                <a:cubicBezTo>
                  <a:pt x="959560" y="52323"/>
                  <a:pt x="959083" y="50976"/>
                  <a:pt x="958130" y="49998"/>
                </a:cubicBezTo>
                <a:cubicBezTo>
                  <a:pt x="957176" y="49018"/>
                  <a:pt x="955962" y="48528"/>
                  <a:pt x="954486" y="48528"/>
                </a:cubicBezTo>
                <a:cubicBezTo>
                  <a:pt x="951533" y="48528"/>
                  <a:pt x="948212" y="50578"/>
                  <a:pt x="944522" y="54680"/>
                </a:cubicBezTo>
                <a:cubicBezTo>
                  <a:pt x="937756" y="62149"/>
                  <a:pt x="932128" y="73383"/>
                  <a:pt x="927639" y="88383"/>
                </a:cubicBez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Text 3.C">
            <a:extLst xmlns:a="http://schemas.openxmlformats.org/drawingml/2006/main">
              <a:ext uri="{FF2B5EF4-FFF2-40B4-BE49-F238E27FC236}">
                <a16:creationId xmlns:a16="http://schemas.microsoft.com/office/drawing/2014/main" id="{ACBC4931-78DE-4F7C-B8DD-A5C03AAF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0517" y="1822690"/>
            <a:ext cx="322810" cy="130637"/>
          </a:xfrm>
          <a:custGeom xmlns:a="http://schemas.openxmlformats.org/drawingml/2006/main">
            <a:pathLst>
              <a:path w="322810" h="130637">
                <a:moveTo>
                  <a:pt x="21773" y="59967"/>
                </a:moveTo>
                <a:lnTo>
                  <a:pt x="22972" y="55908"/>
                </a:lnTo>
                <a:cubicBezTo>
                  <a:pt x="31521" y="54686"/>
                  <a:pt x="38410" y="52883"/>
                  <a:pt x="43638" y="50500"/>
                </a:cubicBezTo>
                <a:cubicBezTo>
                  <a:pt x="50649" y="47445"/>
                  <a:pt x="55754" y="43854"/>
                  <a:pt x="58953" y="39726"/>
                </a:cubicBezTo>
                <a:cubicBezTo>
                  <a:pt x="62151" y="35597"/>
                  <a:pt x="63750" y="31160"/>
                  <a:pt x="63750" y="26415"/>
                </a:cubicBezTo>
                <a:cubicBezTo>
                  <a:pt x="63750" y="22347"/>
                  <a:pt x="62305" y="18866"/>
                  <a:pt x="59414" y="15969"/>
                </a:cubicBezTo>
                <a:cubicBezTo>
                  <a:pt x="56523" y="13073"/>
                  <a:pt x="52925" y="11624"/>
                  <a:pt x="48620" y="11624"/>
                </a:cubicBezTo>
                <a:cubicBezTo>
                  <a:pt x="45237" y="11624"/>
                  <a:pt x="42100" y="12516"/>
                  <a:pt x="39210" y="14300"/>
                </a:cubicBezTo>
                <a:cubicBezTo>
                  <a:pt x="36319" y="16084"/>
                  <a:pt x="33182" y="19190"/>
                  <a:pt x="29799" y="23618"/>
                </a:cubicBezTo>
                <a:lnTo>
                  <a:pt x="26109" y="21773"/>
                </a:lnTo>
                <a:cubicBezTo>
                  <a:pt x="31275" y="14023"/>
                  <a:pt x="36457" y="8488"/>
                  <a:pt x="41654" y="5166"/>
                </a:cubicBezTo>
                <a:cubicBezTo>
                  <a:pt x="46852" y="1845"/>
                  <a:pt x="52679" y="185"/>
                  <a:pt x="59137" y="185"/>
                </a:cubicBezTo>
                <a:cubicBezTo>
                  <a:pt x="67256" y="185"/>
                  <a:pt x="73837" y="2479"/>
                  <a:pt x="78880" y="7069"/>
                </a:cubicBezTo>
                <a:cubicBezTo>
                  <a:pt x="83924" y="11657"/>
                  <a:pt x="86445" y="17154"/>
                  <a:pt x="86445" y="23560"/>
                </a:cubicBezTo>
                <a:cubicBezTo>
                  <a:pt x="86445" y="28611"/>
                  <a:pt x="85215" y="33016"/>
                  <a:pt x="82755" y="36773"/>
                </a:cubicBezTo>
                <a:cubicBezTo>
                  <a:pt x="80295" y="40531"/>
                  <a:pt x="76666" y="43795"/>
                  <a:pt x="71869" y="46567"/>
                </a:cubicBezTo>
                <a:cubicBezTo>
                  <a:pt x="68363" y="48599"/>
                  <a:pt x="62858" y="50662"/>
                  <a:pt x="55355" y="52757"/>
                </a:cubicBezTo>
                <a:cubicBezTo>
                  <a:pt x="62182" y="55713"/>
                  <a:pt x="66979" y="59039"/>
                  <a:pt x="69747" y="62735"/>
                </a:cubicBezTo>
                <a:cubicBezTo>
                  <a:pt x="73868" y="68217"/>
                  <a:pt x="75928" y="74837"/>
                  <a:pt x="75928" y="82597"/>
                </a:cubicBezTo>
                <a:cubicBezTo>
                  <a:pt x="75928" y="97133"/>
                  <a:pt x="69655" y="109143"/>
                  <a:pt x="57107" y="118626"/>
                </a:cubicBezTo>
                <a:cubicBezTo>
                  <a:pt x="46590" y="126633"/>
                  <a:pt x="34412" y="130637"/>
                  <a:pt x="20573" y="130637"/>
                </a:cubicBezTo>
                <a:cubicBezTo>
                  <a:pt x="13193" y="130637"/>
                  <a:pt x="7627" y="129247"/>
                  <a:pt x="3875" y="126468"/>
                </a:cubicBezTo>
                <a:cubicBezTo>
                  <a:pt x="1292" y="124554"/>
                  <a:pt x="0" y="122021"/>
                  <a:pt x="0" y="118871"/>
                </a:cubicBezTo>
                <a:cubicBezTo>
                  <a:pt x="0" y="116028"/>
                  <a:pt x="984" y="113681"/>
                  <a:pt x="2952" y="111828"/>
                </a:cubicBezTo>
                <a:cubicBezTo>
                  <a:pt x="4920" y="109975"/>
                  <a:pt x="7350" y="109049"/>
                  <a:pt x="10241" y="109049"/>
                </a:cubicBezTo>
                <a:cubicBezTo>
                  <a:pt x="11717" y="109049"/>
                  <a:pt x="13131" y="109358"/>
                  <a:pt x="14484" y="109977"/>
                </a:cubicBezTo>
                <a:cubicBezTo>
                  <a:pt x="16822" y="110969"/>
                  <a:pt x="20327" y="113061"/>
                  <a:pt x="25002" y="116253"/>
                </a:cubicBezTo>
                <a:cubicBezTo>
                  <a:pt x="29676" y="119446"/>
                  <a:pt x="33551" y="121042"/>
                  <a:pt x="36626" y="121042"/>
                </a:cubicBezTo>
                <a:cubicBezTo>
                  <a:pt x="40440" y="121042"/>
                  <a:pt x="43792" y="119102"/>
                  <a:pt x="46682" y="115221"/>
                </a:cubicBezTo>
                <a:cubicBezTo>
                  <a:pt x="50926" y="109492"/>
                  <a:pt x="53048" y="102316"/>
                  <a:pt x="53048" y="93693"/>
                </a:cubicBezTo>
                <a:cubicBezTo>
                  <a:pt x="53048" y="86978"/>
                  <a:pt x="51695" y="81094"/>
                  <a:pt x="48989" y="76043"/>
                </a:cubicBezTo>
                <a:cubicBezTo>
                  <a:pt x="46283" y="70992"/>
                  <a:pt x="42808" y="67251"/>
                  <a:pt x="38564" y="64820"/>
                </a:cubicBezTo>
                <a:cubicBezTo>
                  <a:pt x="34320" y="62386"/>
                  <a:pt x="28723" y="60769"/>
                  <a:pt x="21773" y="59967"/>
                </a:cubicBezTo>
                <a:close/>
                <a:moveTo>
                  <a:pt x="104804" y="100007"/>
                </a:moveTo>
                <a:cubicBezTo>
                  <a:pt x="109048" y="100007"/>
                  <a:pt x="112646" y="101493"/>
                  <a:pt x="115599" y="104464"/>
                </a:cubicBezTo>
                <a:cubicBezTo>
                  <a:pt x="118551" y="107434"/>
                  <a:pt x="120027" y="111022"/>
                  <a:pt x="120027" y="115230"/>
                </a:cubicBezTo>
                <a:cubicBezTo>
                  <a:pt x="120027" y="119437"/>
                  <a:pt x="118535" y="123027"/>
                  <a:pt x="115552" y="125998"/>
                </a:cubicBezTo>
                <a:cubicBezTo>
                  <a:pt x="112569" y="128968"/>
                  <a:pt x="108987" y="130452"/>
                  <a:pt x="104804" y="130452"/>
                </a:cubicBezTo>
                <a:cubicBezTo>
                  <a:pt x="100622" y="130452"/>
                  <a:pt x="97055" y="128968"/>
                  <a:pt x="94102" y="125998"/>
                </a:cubicBezTo>
                <a:cubicBezTo>
                  <a:pt x="91150" y="123027"/>
                  <a:pt x="89674" y="119437"/>
                  <a:pt x="89674" y="115230"/>
                </a:cubicBezTo>
                <a:cubicBezTo>
                  <a:pt x="89674" y="111022"/>
                  <a:pt x="91150" y="107434"/>
                  <a:pt x="94102" y="104464"/>
                </a:cubicBezTo>
                <a:cubicBezTo>
                  <a:pt x="97055" y="101493"/>
                  <a:pt x="100622" y="100007"/>
                  <a:pt x="104804" y="100007"/>
                </a:cubicBezTo>
                <a:close/>
                <a:moveTo>
                  <a:pt x="322810" y="0"/>
                </a:moveTo>
                <a:lnTo>
                  <a:pt x="313584" y="39855"/>
                </a:lnTo>
                <a:lnTo>
                  <a:pt x="309986" y="39855"/>
                </a:lnTo>
                <a:cubicBezTo>
                  <a:pt x="309555" y="28938"/>
                  <a:pt x="306895" y="20796"/>
                  <a:pt x="302006" y="15430"/>
                </a:cubicBezTo>
                <a:cubicBezTo>
                  <a:pt x="297116" y="10064"/>
                  <a:pt x="290735" y="7381"/>
                  <a:pt x="282862" y="7381"/>
                </a:cubicBezTo>
                <a:cubicBezTo>
                  <a:pt x="274374" y="7381"/>
                  <a:pt x="265918" y="11007"/>
                  <a:pt x="257491" y="18258"/>
                </a:cubicBezTo>
                <a:cubicBezTo>
                  <a:pt x="249065" y="25510"/>
                  <a:pt x="241931" y="36602"/>
                  <a:pt x="236088" y="51535"/>
                </a:cubicBezTo>
                <a:cubicBezTo>
                  <a:pt x="231352" y="63641"/>
                  <a:pt x="228984" y="75595"/>
                  <a:pt x="228984" y="87394"/>
                </a:cubicBezTo>
                <a:cubicBezTo>
                  <a:pt x="228984" y="97965"/>
                  <a:pt x="231582" y="106032"/>
                  <a:pt x="236779" y="111594"/>
                </a:cubicBezTo>
                <a:cubicBezTo>
                  <a:pt x="241977" y="117155"/>
                  <a:pt x="249096" y="119935"/>
                  <a:pt x="258137" y="119935"/>
                </a:cubicBezTo>
                <a:cubicBezTo>
                  <a:pt x="265456" y="119935"/>
                  <a:pt x="272130" y="118329"/>
                  <a:pt x="278157" y="115117"/>
                </a:cubicBezTo>
                <a:cubicBezTo>
                  <a:pt x="284185" y="111904"/>
                  <a:pt x="290274" y="106683"/>
                  <a:pt x="296424" y="99454"/>
                </a:cubicBezTo>
                <a:lnTo>
                  <a:pt x="300852" y="99454"/>
                </a:lnTo>
                <a:cubicBezTo>
                  <a:pt x="293226" y="110961"/>
                  <a:pt x="285522" y="119035"/>
                  <a:pt x="277742" y="123677"/>
                </a:cubicBezTo>
                <a:cubicBezTo>
                  <a:pt x="269961" y="128317"/>
                  <a:pt x="260444" y="130637"/>
                  <a:pt x="249188" y="130637"/>
                </a:cubicBezTo>
                <a:cubicBezTo>
                  <a:pt x="234119" y="130637"/>
                  <a:pt x="221988" y="126077"/>
                  <a:pt x="212793" y="116957"/>
                </a:cubicBezTo>
                <a:cubicBezTo>
                  <a:pt x="203597" y="107835"/>
                  <a:pt x="199000" y="95934"/>
                  <a:pt x="199000" y="81256"/>
                </a:cubicBezTo>
                <a:cubicBezTo>
                  <a:pt x="199000" y="67498"/>
                  <a:pt x="202660" y="54371"/>
                  <a:pt x="209979" y="41873"/>
                </a:cubicBezTo>
                <a:cubicBezTo>
                  <a:pt x="217298" y="29374"/>
                  <a:pt x="227831" y="19271"/>
                  <a:pt x="241577" y="11564"/>
                </a:cubicBezTo>
                <a:cubicBezTo>
                  <a:pt x="255323" y="3855"/>
                  <a:pt x="268993" y="0"/>
                  <a:pt x="282585" y="0"/>
                </a:cubicBezTo>
                <a:cubicBezTo>
                  <a:pt x="287752" y="0"/>
                  <a:pt x="294179" y="1080"/>
                  <a:pt x="301867" y="3241"/>
                </a:cubicBezTo>
                <a:cubicBezTo>
                  <a:pt x="305804" y="4321"/>
                  <a:pt x="308541" y="4861"/>
                  <a:pt x="310078" y="4861"/>
                </a:cubicBezTo>
                <a:cubicBezTo>
                  <a:pt x="313153" y="4861"/>
                  <a:pt x="316259" y="3241"/>
                  <a:pt x="319396" y="0"/>
                </a:cubicBezTo>
                <a:lnTo>
                  <a:pt x="322810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Text onstruct">
            <a:extLst xmlns:a="http://schemas.openxmlformats.org/drawingml/2006/main">
              <a:ext uri="{FF2B5EF4-FFF2-40B4-BE49-F238E27FC236}">
                <a16:creationId xmlns:a16="http://schemas.microsoft.com/office/drawing/2014/main" id="{26E97DB4-2E8D-47DB-9FA8-14ADB2DB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7453" y="1842433"/>
            <a:ext cx="642164" cy="110709"/>
          </a:xfrm>
          <a:custGeom xmlns:a="http://schemas.openxmlformats.org/drawingml/2006/main">
            <a:pathLst>
              <a:path w="642164" h="110709">
                <a:moveTo>
                  <a:pt x="57477" y="22511"/>
                </a:moveTo>
                <a:cubicBezTo>
                  <a:pt x="62335" y="22511"/>
                  <a:pt x="66902" y="23634"/>
                  <a:pt x="71177" y="25881"/>
                </a:cubicBezTo>
                <a:cubicBezTo>
                  <a:pt x="75451" y="28128"/>
                  <a:pt x="78680" y="31253"/>
                  <a:pt x="80864" y="35257"/>
                </a:cubicBezTo>
                <a:cubicBezTo>
                  <a:pt x="83047" y="39259"/>
                  <a:pt x="84139" y="43691"/>
                  <a:pt x="84139" y="48553"/>
                </a:cubicBezTo>
                <a:cubicBezTo>
                  <a:pt x="84139" y="58529"/>
                  <a:pt x="81356" y="68504"/>
                  <a:pt x="75790" y="78480"/>
                </a:cubicBezTo>
                <a:cubicBezTo>
                  <a:pt x="70223" y="88453"/>
                  <a:pt x="62889" y="96318"/>
                  <a:pt x="53786" y="102074"/>
                </a:cubicBezTo>
                <a:cubicBezTo>
                  <a:pt x="44683" y="107831"/>
                  <a:pt x="35519" y="110709"/>
                  <a:pt x="26293" y="110709"/>
                </a:cubicBezTo>
                <a:cubicBezTo>
                  <a:pt x="17929" y="110709"/>
                  <a:pt x="11455" y="108216"/>
                  <a:pt x="6873" y="103231"/>
                </a:cubicBezTo>
                <a:cubicBezTo>
                  <a:pt x="2291" y="98243"/>
                  <a:pt x="0" y="92147"/>
                  <a:pt x="0" y="84943"/>
                </a:cubicBezTo>
                <a:cubicBezTo>
                  <a:pt x="0" y="76385"/>
                  <a:pt x="1707" y="68365"/>
                  <a:pt x="5120" y="60884"/>
                </a:cubicBezTo>
                <a:cubicBezTo>
                  <a:pt x="8534" y="53404"/>
                  <a:pt x="12870" y="46877"/>
                  <a:pt x="18129" y="41305"/>
                </a:cubicBezTo>
                <a:cubicBezTo>
                  <a:pt x="23387" y="35733"/>
                  <a:pt x="29430" y="31208"/>
                  <a:pt x="36257" y="27729"/>
                </a:cubicBezTo>
                <a:cubicBezTo>
                  <a:pt x="43084" y="24250"/>
                  <a:pt x="50157" y="22511"/>
                  <a:pt x="57477" y="22511"/>
                </a:cubicBezTo>
                <a:moveTo>
                  <a:pt x="53694" y="27493"/>
                </a:moveTo>
                <a:cubicBezTo>
                  <a:pt x="50434" y="27493"/>
                  <a:pt x="47728" y="28445"/>
                  <a:pt x="45575" y="30350"/>
                </a:cubicBezTo>
                <a:cubicBezTo>
                  <a:pt x="41270" y="34219"/>
                  <a:pt x="36411" y="43265"/>
                  <a:pt x="30999" y="57488"/>
                </a:cubicBezTo>
                <a:cubicBezTo>
                  <a:pt x="25586" y="71709"/>
                  <a:pt x="22880" y="84533"/>
                  <a:pt x="22880" y="95959"/>
                </a:cubicBezTo>
                <a:cubicBezTo>
                  <a:pt x="22880" y="98785"/>
                  <a:pt x="23741" y="101119"/>
                  <a:pt x="25463" y="102962"/>
                </a:cubicBezTo>
                <a:cubicBezTo>
                  <a:pt x="27185" y="104806"/>
                  <a:pt x="29215" y="105727"/>
                  <a:pt x="31552" y="105727"/>
                </a:cubicBezTo>
                <a:cubicBezTo>
                  <a:pt x="33951" y="105727"/>
                  <a:pt x="36073" y="104990"/>
                  <a:pt x="37918" y="103516"/>
                </a:cubicBezTo>
                <a:cubicBezTo>
                  <a:pt x="40624" y="101304"/>
                  <a:pt x="43945" y="96343"/>
                  <a:pt x="47882" y="88634"/>
                </a:cubicBezTo>
                <a:cubicBezTo>
                  <a:pt x="51818" y="80924"/>
                  <a:pt x="55047" y="72416"/>
                  <a:pt x="57569" y="63110"/>
                </a:cubicBezTo>
                <a:cubicBezTo>
                  <a:pt x="60090" y="53802"/>
                  <a:pt x="61351" y="45277"/>
                  <a:pt x="61351" y="37537"/>
                </a:cubicBezTo>
                <a:cubicBezTo>
                  <a:pt x="61351" y="34343"/>
                  <a:pt x="60583" y="31870"/>
                  <a:pt x="59045" y="30119"/>
                </a:cubicBezTo>
                <a:cubicBezTo>
                  <a:pt x="57507" y="28368"/>
                  <a:pt x="55724" y="27493"/>
                  <a:pt x="53694" y="27493"/>
                </a:cubicBezTo>
                <a:close/>
                <a:moveTo>
                  <a:pt x="140324" y="22511"/>
                </a:moveTo>
                <a:lnTo>
                  <a:pt x="128884" y="62133"/>
                </a:lnTo>
                <a:cubicBezTo>
                  <a:pt x="136572" y="50556"/>
                  <a:pt x="142322" y="42644"/>
                  <a:pt x="146136" y="38396"/>
                </a:cubicBezTo>
                <a:cubicBezTo>
                  <a:pt x="151733" y="32240"/>
                  <a:pt x="156561" y="28054"/>
                  <a:pt x="160620" y="25838"/>
                </a:cubicBezTo>
                <a:cubicBezTo>
                  <a:pt x="164680" y="23620"/>
                  <a:pt x="168493" y="22511"/>
                  <a:pt x="172060" y="22511"/>
                </a:cubicBezTo>
                <a:cubicBezTo>
                  <a:pt x="175258" y="22511"/>
                  <a:pt x="177995" y="23703"/>
                  <a:pt x="180271" y="26089"/>
                </a:cubicBezTo>
                <a:cubicBezTo>
                  <a:pt x="182547" y="28472"/>
                  <a:pt x="183685" y="31583"/>
                  <a:pt x="183685" y="35421"/>
                </a:cubicBezTo>
                <a:cubicBezTo>
                  <a:pt x="183685" y="38879"/>
                  <a:pt x="182947" y="43078"/>
                  <a:pt x="181470" y="48017"/>
                </a:cubicBezTo>
                <a:lnTo>
                  <a:pt x="169662" y="87567"/>
                </a:lnTo>
                <a:cubicBezTo>
                  <a:pt x="168677" y="91025"/>
                  <a:pt x="168185" y="93278"/>
                  <a:pt x="168185" y="94328"/>
                </a:cubicBezTo>
                <a:cubicBezTo>
                  <a:pt x="168185" y="94943"/>
                  <a:pt x="168416" y="95496"/>
                  <a:pt x="168877" y="95988"/>
                </a:cubicBezTo>
                <a:cubicBezTo>
                  <a:pt x="169339" y="96480"/>
                  <a:pt x="169815" y="96726"/>
                  <a:pt x="170307" y="96726"/>
                </a:cubicBezTo>
                <a:cubicBezTo>
                  <a:pt x="170922" y="96726"/>
                  <a:pt x="171568" y="96480"/>
                  <a:pt x="172245" y="95988"/>
                </a:cubicBezTo>
                <a:cubicBezTo>
                  <a:pt x="174397" y="94214"/>
                  <a:pt x="176581" y="91721"/>
                  <a:pt x="178795" y="88510"/>
                </a:cubicBezTo>
                <a:cubicBezTo>
                  <a:pt x="179349" y="87662"/>
                  <a:pt x="180240" y="86390"/>
                  <a:pt x="181470" y="84693"/>
                </a:cubicBezTo>
                <a:lnTo>
                  <a:pt x="184976" y="86783"/>
                </a:lnTo>
                <a:cubicBezTo>
                  <a:pt x="175935" y="101750"/>
                  <a:pt x="166432" y="109233"/>
                  <a:pt x="156469" y="109233"/>
                </a:cubicBezTo>
                <a:cubicBezTo>
                  <a:pt x="152655" y="109233"/>
                  <a:pt x="149672" y="108249"/>
                  <a:pt x="147520" y="106281"/>
                </a:cubicBezTo>
                <a:cubicBezTo>
                  <a:pt x="145367" y="104313"/>
                  <a:pt x="144291" y="101852"/>
                  <a:pt x="144291" y="98900"/>
                </a:cubicBezTo>
                <a:cubicBezTo>
                  <a:pt x="144291" y="96309"/>
                  <a:pt x="145029" y="92454"/>
                  <a:pt x="146505" y="87333"/>
                </a:cubicBezTo>
                <a:lnTo>
                  <a:pt x="158037" y="47815"/>
                </a:lnTo>
                <a:cubicBezTo>
                  <a:pt x="158837" y="45225"/>
                  <a:pt x="159236" y="43312"/>
                  <a:pt x="159236" y="42078"/>
                </a:cubicBezTo>
                <a:cubicBezTo>
                  <a:pt x="159236" y="41400"/>
                  <a:pt x="158960" y="40798"/>
                  <a:pt x="158406" y="40273"/>
                </a:cubicBezTo>
                <a:cubicBezTo>
                  <a:pt x="157853" y="39749"/>
                  <a:pt x="157207" y="39486"/>
                  <a:pt x="156469" y="39486"/>
                </a:cubicBezTo>
                <a:cubicBezTo>
                  <a:pt x="154131" y="39486"/>
                  <a:pt x="151302" y="41092"/>
                  <a:pt x="147981" y="44304"/>
                </a:cubicBezTo>
                <a:cubicBezTo>
                  <a:pt x="139493" y="52459"/>
                  <a:pt x="131282" y="64600"/>
                  <a:pt x="123348" y="80725"/>
                </a:cubicBezTo>
                <a:lnTo>
                  <a:pt x="115783" y="108126"/>
                </a:lnTo>
                <a:lnTo>
                  <a:pt x="92257" y="108126"/>
                </a:lnTo>
                <a:lnTo>
                  <a:pt x="109510" y="48902"/>
                </a:lnTo>
                <a:cubicBezTo>
                  <a:pt x="111170" y="43046"/>
                  <a:pt x="112000" y="38889"/>
                  <a:pt x="112000" y="36433"/>
                </a:cubicBezTo>
                <a:cubicBezTo>
                  <a:pt x="112000" y="35389"/>
                  <a:pt x="111754" y="34515"/>
                  <a:pt x="111262" y="33810"/>
                </a:cubicBezTo>
                <a:cubicBezTo>
                  <a:pt x="110770" y="33102"/>
                  <a:pt x="109971" y="32550"/>
                  <a:pt x="108864" y="32152"/>
                </a:cubicBezTo>
                <a:cubicBezTo>
                  <a:pt x="107757" y="31752"/>
                  <a:pt x="105665" y="31552"/>
                  <a:pt x="102590" y="31552"/>
                </a:cubicBezTo>
                <a:lnTo>
                  <a:pt x="103605" y="28046"/>
                </a:lnTo>
                <a:lnTo>
                  <a:pt x="134696" y="22511"/>
                </a:lnTo>
                <a:lnTo>
                  <a:pt x="140324" y="22511"/>
                </a:lnTo>
                <a:close/>
                <a:moveTo>
                  <a:pt x="265590" y="22511"/>
                </a:moveTo>
                <a:lnTo>
                  <a:pt x="261530" y="51111"/>
                </a:lnTo>
                <a:lnTo>
                  <a:pt x="258117" y="51111"/>
                </a:lnTo>
                <a:cubicBezTo>
                  <a:pt x="257625" y="43788"/>
                  <a:pt x="255364" y="38021"/>
                  <a:pt x="251336" y="33810"/>
                </a:cubicBezTo>
                <a:cubicBezTo>
                  <a:pt x="247307" y="29598"/>
                  <a:pt x="242986" y="27493"/>
                  <a:pt x="238374" y="27493"/>
                </a:cubicBezTo>
                <a:cubicBezTo>
                  <a:pt x="235544" y="27493"/>
                  <a:pt x="233207" y="28323"/>
                  <a:pt x="231362" y="29984"/>
                </a:cubicBezTo>
                <a:cubicBezTo>
                  <a:pt x="229517" y="31644"/>
                  <a:pt x="228594" y="33643"/>
                  <a:pt x="228594" y="35980"/>
                </a:cubicBezTo>
                <a:cubicBezTo>
                  <a:pt x="228594" y="37949"/>
                  <a:pt x="228994" y="39794"/>
                  <a:pt x="229794" y="41516"/>
                </a:cubicBezTo>
                <a:cubicBezTo>
                  <a:pt x="230593" y="43238"/>
                  <a:pt x="232377" y="45575"/>
                  <a:pt x="235145" y="48528"/>
                </a:cubicBezTo>
                <a:cubicBezTo>
                  <a:pt x="244862" y="58983"/>
                  <a:pt x="250767" y="66172"/>
                  <a:pt x="252858" y="70093"/>
                </a:cubicBezTo>
                <a:cubicBezTo>
                  <a:pt x="254949" y="74014"/>
                  <a:pt x="255995" y="78210"/>
                  <a:pt x="255995" y="82683"/>
                </a:cubicBezTo>
                <a:cubicBezTo>
                  <a:pt x="255995" y="87523"/>
                  <a:pt x="254765" y="92102"/>
                  <a:pt x="252304" y="96421"/>
                </a:cubicBezTo>
                <a:cubicBezTo>
                  <a:pt x="249844" y="100740"/>
                  <a:pt x="246169" y="104201"/>
                  <a:pt x="241280" y="106806"/>
                </a:cubicBezTo>
                <a:cubicBezTo>
                  <a:pt x="236390" y="109408"/>
                  <a:pt x="231300" y="110709"/>
                  <a:pt x="226011" y="110709"/>
                </a:cubicBezTo>
                <a:cubicBezTo>
                  <a:pt x="222444" y="110709"/>
                  <a:pt x="218046" y="110032"/>
                  <a:pt x="212818" y="108677"/>
                </a:cubicBezTo>
                <a:cubicBezTo>
                  <a:pt x="209374" y="107733"/>
                  <a:pt x="206791" y="107261"/>
                  <a:pt x="205069" y="107261"/>
                </a:cubicBezTo>
                <a:cubicBezTo>
                  <a:pt x="203531" y="107261"/>
                  <a:pt x="202332" y="107482"/>
                  <a:pt x="201471" y="107924"/>
                </a:cubicBezTo>
                <a:cubicBezTo>
                  <a:pt x="200609" y="108366"/>
                  <a:pt x="199656" y="109295"/>
                  <a:pt x="198611" y="110709"/>
                </a:cubicBezTo>
                <a:lnTo>
                  <a:pt x="195197" y="110709"/>
                </a:lnTo>
                <a:lnTo>
                  <a:pt x="199718" y="79895"/>
                </a:lnTo>
                <a:lnTo>
                  <a:pt x="202670" y="79895"/>
                </a:lnTo>
                <a:cubicBezTo>
                  <a:pt x="204823" y="87416"/>
                  <a:pt x="206837" y="92777"/>
                  <a:pt x="208713" y="95977"/>
                </a:cubicBezTo>
                <a:cubicBezTo>
                  <a:pt x="210589" y="99177"/>
                  <a:pt x="213095" y="101726"/>
                  <a:pt x="216232" y="103623"/>
                </a:cubicBezTo>
                <a:cubicBezTo>
                  <a:pt x="219368" y="105518"/>
                  <a:pt x="222382" y="106465"/>
                  <a:pt x="225273" y="106465"/>
                </a:cubicBezTo>
                <a:cubicBezTo>
                  <a:pt x="228656" y="106465"/>
                  <a:pt x="231454" y="105404"/>
                  <a:pt x="233668" y="103282"/>
                </a:cubicBezTo>
                <a:cubicBezTo>
                  <a:pt x="235883" y="101161"/>
                  <a:pt x="236990" y="98623"/>
                  <a:pt x="236990" y="95671"/>
                </a:cubicBezTo>
                <a:cubicBezTo>
                  <a:pt x="236990" y="92780"/>
                  <a:pt x="236267" y="89982"/>
                  <a:pt x="234822" y="87276"/>
                </a:cubicBezTo>
                <a:cubicBezTo>
                  <a:pt x="233376" y="84570"/>
                  <a:pt x="230040" y="80356"/>
                  <a:pt x="224812" y="74636"/>
                </a:cubicBezTo>
                <a:cubicBezTo>
                  <a:pt x="217616" y="66825"/>
                  <a:pt x="212880" y="60783"/>
                  <a:pt x="210604" y="56511"/>
                </a:cubicBezTo>
                <a:cubicBezTo>
                  <a:pt x="209005" y="53414"/>
                  <a:pt x="208205" y="49884"/>
                  <a:pt x="208205" y="45921"/>
                </a:cubicBezTo>
                <a:cubicBezTo>
                  <a:pt x="208205" y="39233"/>
                  <a:pt x="210619" y="33659"/>
                  <a:pt x="215448" y="29200"/>
                </a:cubicBezTo>
                <a:cubicBezTo>
                  <a:pt x="220276" y="24740"/>
                  <a:pt x="227057" y="22511"/>
                  <a:pt x="235790" y="22511"/>
                </a:cubicBezTo>
                <a:cubicBezTo>
                  <a:pt x="239604" y="22511"/>
                  <a:pt x="244278" y="23227"/>
                  <a:pt x="249814" y="24659"/>
                </a:cubicBezTo>
                <a:cubicBezTo>
                  <a:pt x="252581" y="25376"/>
                  <a:pt x="254795" y="25734"/>
                  <a:pt x="256456" y="25734"/>
                </a:cubicBezTo>
                <a:cubicBezTo>
                  <a:pt x="258855" y="25734"/>
                  <a:pt x="260792" y="24660"/>
                  <a:pt x="262268" y="22511"/>
                </a:cubicBezTo>
                <a:lnTo>
                  <a:pt x="265590" y="22511"/>
                </a:lnTo>
                <a:close/>
                <a:moveTo>
                  <a:pt x="322830" y="0"/>
                </a:moveTo>
                <a:lnTo>
                  <a:pt x="315449" y="25094"/>
                </a:lnTo>
                <a:lnTo>
                  <a:pt x="327535" y="25094"/>
                </a:lnTo>
                <a:lnTo>
                  <a:pt x="324306" y="35796"/>
                </a:lnTo>
                <a:lnTo>
                  <a:pt x="312405" y="35796"/>
                </a:lnTo>
                <a:lnTo>
                  <a:pt x="296998" y="89294"/>
                </a:lnTo>
                <a:cubicBezTo>
                  <a:pt x="296014" y="92615"/>
                  <a:pt x="295522" y="95137"/>
                  <a:pt x="295522" y="96859"/>
                </a:cubicBezTo>
                <a:cubicBezTo>
                  <a:pt x="295522" y="97662"/>
                  <a:pt x="295798" y="98357"/>
                  <a:pt x="296352" y="98943"/>
                </a:cubicBezTo>
                <a:cubicBezTo>
                  <a:pt x="296906" y="99530"/>
                  <a:pt x="297521" y="99823"/>
                  <a:pt x="298197" y="99823"/>
                </a:cubicBezTo>
                <a:cubicBezTo>
                  <a:pt x="299243" y="99823"/>
                  <a:pt x="300319" y="99392"/>
                  <a:pt x="301426" y="98531"/>
                </a:cubicBezTo>
                <a:cubicBezTo>
                  <a:pt x="304255" y="96378"/>
                  <a:pt x="307546" y="92627"/>
                  <a:pt x="311298" y="87276"/>
                </a:cubicBezTo>
                <a:lnTo>
                  <a:pt x="314527" y="89305"/>
                </a:lnTo>
                <a:cubicBezTo>
                  <a:pt x="310283" y="96686"/>
                  <a:pt x="305609" y="102098"/>
                  <a:pt x="300504" y="105543"/>
                </a:cubicBezTo>
                <a:cubicBezTo>
                  <a:pt x="295399" y="108987"/>
                  <a:pt x="290386" y="110709"/>
                  <a:pt x="285466" y="110709"/>
                </a:cubicBezTo>
                <a:cubicBezTo>
                  <a:pt x="281283" y="110709"/>
                  <a:pt x="278039" y="109648"/>
                  <a:pt x="275732" y="107526"/>
                </a:cubicBezTo>
                <a:cubicBezTo>
                  <a:pt x="273426" y="105404"/>
                  <a:pt x="272273" y="102714"/>
                  <a:pt x="272273" y="99454"/>
                </a:cubicBezTo>
                <a:cubicBezTo>
                  <a:pt x="272273" y="95886"/>
                  <a:pt x="273072" y="91304"/>
                  <a:pt x="274671" y="85707"/>
                </a:cubicBezTo>
                <a:lnTo>
                  <a:pt x="289248" y="35796"/>
                </a:lnTo>
                <a:lnTo>
                  <a:pt x="276701" y="35796"/>
                </a:lnTo>
                <a:lnTo>
                  <a:pt x="278546" y="28952"/>
                </a:lnTo>
                <a:cubicBezTo>
                  <a:pt x="286419" y="26053"/>
                  <a:pt x="293061" y="22662"/>
                  <a:pt x="298474" y="18777"/>
                </a:cubicBezTo>
                <a:cubicBezTo>
                  <a:pt x="303886" y="14893"/>
                  <a:pt x="310406" y="8634"/>
                  <a:pt x="318033" y="0"/>
                </a:cubicBezTo>
                <a:lnTo>
                  <a:pt x="322830" y="0"/>
                </a:lnTo>
                <a:close/>
                <a:moveTo>
                  <a:pt x="365719" y="22511"/>
                </a:moveTo>
                <a:lnTo>
                  <a:pt x="351788" y="74414"/>
                </a:lnTo>
                <a:cubicBezTo>
                  <a:pt x="363228" y="49109"/>
                  <a:pt x="371839" y="33532"/>
                  <a:pt x="377621" y="27683"/>
                </a:cubicBezTo>
                <a:cubicBezTo>
                  <a:pt x="381003" y="24235"/>
                  <a:pt x="384571" y="22511"/>
                  <a:pt x="388322" y="22511"/>
                </a:cubicBezTo>
                <a:cubicBezTo>
                  <a:pt x="390906" y="22511"/>
                  <a:pt x="392997" y="23449"/>
                  <a:pt x="394596" y="25325"/>
                </a:cubicBezTo>
                <a:cubicBezTo>
                  <a:pt x="396195" y="27201"/>
                  <a:pt x="396995" y="29861"/>
                  <a:pt x="396995" y="33305"/>
                </a:cubicBezTo>
                <a:cubicBezTo>
                  <a:pt x="396995" y="39271"/>
                  <a:pt x="395549" y="44284"/>
                  <a:pt x="392659" y="48343"/>
                </a:cubicBezTo>
                <a:cubicBezTo>
                  <a:pt x="390813" y="50926"/>
                  <a:pt x="388753" y="52218"/>
                  <a:pt x="386477" y="52218"/>
                </a:cubicBezTo>
                <a:cubicBezTo>
                  <a:pt x="384017" y="52218"/>
                  <a:pt x="382172" y="51093"/>
                  <a:pt x="380942" y="48845"/>
                </a:cubicBezTo>
                <a:cubicBezTo>
                  <a:pt x="379712" y="46594"/>
                  <a:pt x="378851" y="45272"/>
                  <a:pt x="378359" y="44878"/>
                </a:cubicBezTo>
                <a:cubicBezTo>
                  <a:pt x="377867" y="44482"/>
                  <a:pt x="377344" y="44284"/>
                  <a:pt x="376790" y="44284"/>
                </a:cubicBezTo>
                <a:cubicBezTo>
                  <a:pt x="376175" y="44284"/>
                  <a:pt x="375529" y="44468"/>
                  <a:pt x="374853" y="44837"/>
                </a:cubicBezTo>
                <a:cubicBezTo>
                  <a:pt x="373500" y="45575"/>
                  <a:pt x="371731" y="47374"/>
                  <a:pt x="369548" y="50234"/>
                </a:cubicBezTo>
                <a:cubicBezTo>
                  <a:pt x="367365" y="53092"/>
                  <a:pt x="364674" y="57873"/>
                  <a:pt x="361475" y="64577"/>
                </a:cubicBezTo>
                <a:cubicBezTo>
                  <a:pt x="358277" y="71280"/>
                  <a:pt x="355786" y="76952"/>
                  <a:pt x="354003" y="81596"/>
                </a:cubicBezTo>
                <a:cubicBezTo>
                  <a:pt x="352219" y="86238"/>
                  <a:pt x="349728" y="95081"/>
                  <a:pt x="346530" y="108126"/>
                </a:cubicBezTo>
                <a:lnTo>
                  <a:pt x="324203" y="108126"/>
                </a:lnTo>
                <a:lnTo>
                  <a:pt x="339426" y="46959"/>
                </a:lnTo>
                <a:cubicBezTo>
                  <a:pt x="340533" y="42408"/>
                  <a:pt x="341087" y="39394"/>
                  <a:pt x="341087" y="37918"/>
                </a:cubicBezTo>
                <a:cubicBezTo>
                  <a:pt x="341087" y="36257"/>
                  <a:pt x="340794" y="34966"/>
                  <a:pt x="340210" y="34043"/>
                </a:cubicBezTo>
                <a:cubicBezTo>
                  <a:pt x="339626" y="33120"/>
                  <a:pt x="338826" y="32444"/>
                  <a:pt x="337811" y="32013"/>
                </a:cubicBezTo>
                <a:cubicBezTo>
                  <a:pt x="336797" y="31583"/>
                  <a:pt x="334690" y="31368"/>
                  <a:pt x="331492" y="31368"/>
                </a:cubicBezTo>
                <a:lnTo>
                  <a:pt x="332322" y="28600"/>
                </a:lnTo>
                <a:lnTo>
                  <a:pt x="360184" y="22511"/>
                </a:lnTo>
                <a:lnTo>
                  <a:pt x="365719" y="22511"/>
                </a:lnTo>
                <a:close/>
                <a:moveTo>
                  <a:pt x="444548" y="22511"/>
                </a:moveTo>
                <a:lnTo>
                  <a:pt x="426650" y="85330"/>
                </a:lnTo>
                <a:cubicBezTo>
                  <a:pt x="425789" y="88224"/>
                  <a:pt x="425358" y="90226"/>
                  <a:pt x="425358" y="91335"/>
                </a:cubicBezTo>
                <a:cubicBezTo>
                  <a:pt x="425358" y="91889"/>
                  <a:pt x="425574" y="92319"/>
                  <a:pt x="426004" y="92627"/>
                </a:cubicBezTo>
                <a:cubicBezTo>
                  <a:pt x="426496" y="93119"/>
                  <a:pt x="427081" y="93365"/>
                  <a:pt x="427757" y="93365"/>
                </a:cubicBezTo>
                <a:cubicBezTo>
                  <a:pt x="430586" y="93365"/>
                  <a:pt x="434369" y="90843"/>
                  <a:pt x="439105" y="85800"/>
                </a:cubicBezTo>
                <a:cubicBezTo>
                  <a:pt x="445870" y="78481"/>
                  <a:pt x="452974" y="67963"/>
                  <a:pt x="460416" y="54247"/>
                </a:cubicBezTo>
                <a:lnTo>
                  <a:pt x="468812" y="26017"/>
                </a:lnTo>
                <a:lnTo>
                  <a:pt x="492153" y="25094"/>
                </a:lnTo>
                <a:lnTo>
                  <a:pt x="474439" y="86515"/>
                </a:lnTo>
                <a:cubicBezTo>
                  <a:pt x="472963" y="91727"/>
                  <a:pt x="472225" y="94705"/>
                  <a:pt x="472225" y="95449"/>
                </a:cubicBezTo>
                <a:cubicBezTo>
                  <a:pt x="472225" y="95926"/>
                  <a:pt x="472456" y="96417"/>
                  <a:pt x="472917" y="96922"/>
                </a:cubicBezTo>
                <a:cubicBezTo>
                  <a:pt x="473379" y="97428"/>
                  <a:pt x="473855" y="97681"/>
                  <a:pt x="474347" y="97681"/>
                </a:cubicBezTo>
                <a:cubicBezTo>
                  <a:pt x="475208" y="97681"/>
                  <a:pt x="476039" y="97324"/>
                  <a:pt x="476838" y="96611"/>
                </a:cubicBezTo>
                <a:cubicBezTo>
                  <a:pt x="479052" y="94885"/>
                  <a:pt x="481974" y="91404"/>
                  <a:pt x="485603" y="86169"/>
                </a:cubicBezTo>
                <a:lnTo>
                  <a:pt x="488739" y="88311"/>
                </a:lnTo>
                <a:cubicBezTo>
                  <a:pt x="480190" y="103243"/>
                  <a:pt x="470780" y="110709"/>
                  <a:pt x="460509" y="110709"/>
                </a:cubicBezTo>
                <a:cubicBezTo>
                  <a:pt x="456695" y="110709"/>
                  <a:pt x="453697" y="109740"/>
                  <a:pt x="451513" y="107803"/>
                </a:cubicBezTo>
                <a:cubicBezTo>
                  <a:pt x="449330" y="105866"/>
                  <a:pt x="448238" y="103329"/>
                  <a:pt x="448238" y="100192"/>
                </a:cubicBezTo>
                <a:cubicBezTo>
                  <a:pt x="448238" y="96867"/>
                  <a:pt x="449007" y="92648"/>
                  <a:pt x="450545" y="87535"/>
                </a:cubicBezTo>
                <a:lnTo>
                  <a:pt x="455065" y="71921"/>
                </a:lnTo>
                <a:cubicBezTo>
                  <a:pt x="447070" y="83557"/>
                  <a:pt x="441257" y="91406"/>
                  <a:pt x="437629" y="95469"/>
                </a:cubicBezTo>
                <a:cubicBezTo>
                  <a:pt x="432093" y="101566"/>
                  <a:pt x="427434" y="105630"/>
                  <a:pt x="423652" y="107662"/>
                </a:cubicBezTo>
                <a:cubicBezTo>
                  <a:pt x="419869" y="109693"/>
                  <a:pt x="416256" y="110709"/>
                  <a:pt x="412811" y="110709"/>
                </a:cubicBezTo>
                <a:cubicBezTo>
                  <a:pt x="409552" y="110709"/>
                  <a:pt x="406738" y="109510"/>
                  <a:pt x="404370" y="107111"/>
                </a:cubicBezTo>
                <a:cubicBezTo>
                  <a:pt x="402002" y="104712"/>
                  <a:pt x="400818" y="101668"/>
                  <a:pt x="400818" y="97978"/>
                </a:cubicBezTo>
                <a:cubicBezTo>
                  <a:pt x="400818" y="94841"/>
                  <a:pt x="401587" y="90628"/>
                  <a:pt x="403124" y="85338"/>
                </a:cubicBezTo>
                <a:lnTo>
                  <a:pt x="413549" y="48435"/>
                </a:lnTo>
                <a:cubicBezTo>
                  <a:pt x="415272" y="42408"/>
                  <a:pt x="416133" y="38348"/>
                  <a:pt x="416133" y="36257"/>
                </a:cubicBezTo>
                <a:cubicBezTo>
                  <a:pt x="416133" y="35335"/>
                  <a:pt x="415887" y="34520"/>
                  <a:pt x="415395" y="33812"/>
                </a:cubicBezTo>
                <a:cubicBezTo>
                  <a:pt x="414903" y="33105"/>
                  <a:pt x="414088" y="32552"/>
                  <a:pt x="412950" y="32152"/>
                </a:cubicBezTo>
                <a:cubicBezTo>
                  <a:pt x="411812" y="31752"/>
                  <a:pt x="409705" y="31552"/>
                  <a:pt x="406630" y="31552"/>
                </a:cubicBezTo>
                <a:lnTo>
                  <a:pt x="407553" y="28046"/>
                </a:lnTo>
                <a:lnTo>
                  <a:pt x="439013" y="22511"/>
                </a:lnTo>
                <a:lnTo>
                  <a:pt x="444548" y="22511"/>
                </a:lnTo>
                <a:close/>
                <a:moveTo>
                  <a:pt x="570736" y="86169"/>
                </a:moveTo>
                <a:lnTo>
                  <a:pt x="573504" y="88631"/>
                </a:lnTo>
                <a:cubicBezTo>
                  <a:pt x="567538" y="95687"/>
                  <a:pt x="561664" y="100857"/>
                  <a:pt x="555883" y="104142"/>
                </a:cubicBezTo>
                <a:cubicBezTo>
                  <a:pt x="548195" y="108520"/>
                  <a:pt x="540230" y="110709"/>
                  <a:pt x="531988" y="110709"/>
                </a:cubicBezTo>
                <a:cubicBezTo>
                  <a:pt x="526453" y="110709"/>
                  <a:pt x="521548" y="109524"/>
                  <a:pt x="517273" y="107154"/>
                </a:cubicBezTo>
                <a:cubicBezTo>
                  <a:pt x="512998" y="104783"/>
                  <a:pt x="509846" y="101457"/>
                  <a:pt x="507817" y="97179"/>
                </a:cubicBezTo>
                <a:cubicBezTo>
                  <a:pt x="505787" y="92901"/>
                  <a:pt x="504772" y="88514"/>
                  <a:pt x="504772" y="84018"/>
                </a:cubicBezTo>
                <a:cubicBezTo>
                  <a:pt x="504772" y="73921"/>
                  <a:pt x="507509" y="63994"/>
                  <a:pt x="512983" y="54236"/>
                </a:cubicBezTo>
                <a:cubicBezTo>
                  <a:pt x="518457" y="44476"/>
                  <a:pt x="525684" y="36748"/>
                  <a:pt x="534664" y="31053"/>
                </a:cubicBezTo>
                <a:cubicBezTo>
                  <a:pt x="543643" y="25358"/>
                  <a:pt x="552469" y="22511"/>
                  <a:pt x="561141" y="22511"/>
                </a:cubicBezTo>
                <a:cubicBezTo>
                  <a:pt x="568092" y="22511"/>
                  <a:pt x="573320" y="24053"/>
                  <a:pt x="576825" y="27138"/>
                </a:cubicBezTo>
                <a:cubicBezTo>
                  <a:pt x="580331" y="30223"/>
                  <a:pt x="582084" y="34048"/>
                  <a:pt x="582084" y="38613"/>
                </a:cubicBezTo>
                <a:cubicBezTo>
                  <a:pt x="582084" y="42745"/>
                  <a:pt x="580762" y="46261"/>
                  <a:pt x="578117" y="49162"/>
                </a:cubicBezTo>
                <a:cubicBezTo>
                  <a:pt x="575472" y="52060"/>
                  <a:pt x="572520" y="53509"/>
                  <a:pt x="569260" y="53509"/>
                </a:cubicBezTo>
                <a:cubicBezTo>
                  <a:pt x="566431" y="53509"/>
                  <a:pt x="564078" y="52584"/>
                  <a:pt x="562202" y="50733"/>
                </a:cubicBezTo>
                <a:cubicBezTo>
                  <a:pt x="560327" y="48880"/>
                  <a:pt x="559389" y="46689"/>
                  <a:pt x="559389" y="44160"/>
                </a:cubicBezTo>
                <a:cubicBezTo>
                  <a:pt x="559389" y="40827"/>
                  <a:pt x="561049" y="37926"/>
                  <a:pt x="564371" y="35456"/>
                </a:cubicBezTo>
                <a:cubicBezTo>
                  <a:pt x="566646" y="33728"/>
                  <a:pt x="567784" y="32216"/>
                  <a:pt x="567784" y="30921"/>
                </a:cubicBezTo>
                <a:cubicBezTo>
                  <a:pt x="567784" y="29810"/>
                  <a:pt x="567323" y="28915"/>
                  <a:pt x="566400" y="28237"/>
                </a:cubicBezTo>
                <a:cubicBezTo>
                  <a:pt x="565170" y="27249"/>
                  <a:pt x="563571" y="26755"/>
                  <a:pt x="561603" y="26755"/>
                </a:cubicBezTo>
                <a:cubicBezTo>
                  <a:pt x="556436" y="26755"/>
                  <a:pt x="551577" y="28849"/>
                  <a:pt x="547026" y="33037"/>
                </a:cubicBezTo>
                <a:cubicBezTo>
                  <a:pt x="540999" y="38580"/>
                  <a:pt x="536386" y="45601"/>
                  <a:pt x="533187" y="54100"/>
                </a:cubicBezTo>
                <a:cubicBezTo>
                  <a:pt x="529989" y="62598"/>
                  <a:pt x="528390" y="70665"/>
                  <a:pt x="528390" y="78301"/>
                </a:cubicBezTo>
                <a:cubicBezTo>
                  <a:pt x="528390" y="84336"/>
                  <a:pt x="530020" y="89155"/>
                  <a:pt x="533280" y="92759"/>
                </a:cubicBezTo>
                <a:cubicBezTo>
                  <a:pt x="536539" y="96361"/>
                  <a:pt x="540414" y="98162"/>
                  <a:pt x="544904" y="98162"/>
                </a:cubicBezTo>
                <a:cubicBezTo>
                  <a:pt x="548840" y="98162"/>
                  <a:pt x="553100" y="97170"/>
                  <a:pt x="557682" y="95187"/>
                </a:cubicBezTo>
                <a:cubicBezTo>
                  <a:pt x="562264" y="93203"/>
                  <a:pt x="566615" y="90197"/>
                  <a:pt x="570736" y="86169"/>
                </a:cubicBezTo>
                <a:close/>
                <a:moveTo>
                  <a:pt x="637459" y="0"/>
                </a:moveTo>
                <a:lnTo>
                  <a:pt x="630078" y="25094"/>
                </a:lnTo>
                <a:lnTo>
                  <a:pt x="642164" y="25094"/>
                </a:lnTo>
                <a:lnTo>
                  <a:pt x="638935" y="35796"/>
                </a:lnTo>
                <a:lnTo>
                  <a:pt x="627034" y="35796"/>
                </a:lnTo>
                <a:lnTo>
                  <a:pt x="611627" y="89294"/>
                </a:lnTo>
                <a:cubicBezTo>
                  <a:pt x="610642" y="92615"/>
                  <a:pt x="610150" y="95137"/>
                  <a:pt x="610150" y="96859"/>
                </a:cubicBezTo>
                <a:cubicBezTo>
                  <a:pt x="610150" y="97662"/>
                  <a:pt x="610427" y="98357"/>
                  <a:pt x="610981" y="98943"/>
                </a:cubicBezTo>
                <a:cubicBezTo>
                  <a:pt x="611534" y="99530"/>
                  <a:pt x="612149" y="99823"/>
                  <a:pt x="612826" y="99823"/>
                </a:cubicBezTo>
                <a:cubicBezTo>
                  <a:pt x="613871" y="99823"/>
                  <a:pt x="614948" y="99392"/>
                  <a:pt x="616055" y="98531"/>
                </a:cubicBezTo>
                <a:cubicBezTo>
                  <a:pt x="618884" y="96378"/>
                  <a:pt x="622175" y="92627"/>
                  <a:pt x="625926" y="87276"/>
                </a:cubicBezTo>
                <a:lnTo>
                  <a:pt x="629156" y="89305"/>
                </a:lnTo>
                <a:cubicBezTo>
                  <a:pt x="624912" y="96686"/>
                  <a:pt x="620237" y="102098"/>
                  <a:pt x="615132" y="105543"/>
                </a:cubicBezTo>
                <a:cubicBezTo>
                  <a:pt x="610027" y="108987"/>
                  <a:pt x="605015" y="110709"/>
                  <a:pt x="600094" y="110709"/>
                </a:cubicBezTo>
                <a:cubicBezTo>
                  <a:pt x="595912" y="110709"/>
                  <a:pt x="592668" y="109648"/>
                  <a:pt x="590361" y="107526"/>
                </a:cubicBezTo>
                <a:cubicBezTo>
                  <a:pt x="588055" y="105404"/>
                  <a:pt x="586902" y="102714"/>
                  <a:pt x="586902" y="99454"/>
                </a:cubicBezTo>
                <a:cubicBezTo>
                  <a:pt x="586902" y="95886"/>
                  <a:pt x="587701" y="91304"/>
                  <a:pt x="589300" y="85707"/>
                </a:cubicBezTo>
                <a:lnTo>
                  <a:pt x="603877" y="35796"/>
                </a:lnTo>
                <a:lnTo>
                  <a:pt x="591330" y="35796"/>
                </a:lnTo>
                <a:lnTo>
                  <a:pt x="593175" y="28952"/>
                </a:lnTo>
                <a:cubicBezTo>
                  <a:pt x="601048" y="26053"/>
                  <a:pt x="607690" y="22662"/>
                  <a:pt x="613103" y="18777"/>
                </a:cubicBezTo>
                <a:cubicBezTo>
                  <a:pt x="618515" y="14893"/>
                  <a:pt x="625035" y="8634"/>
                  <a:pt x="632661" y="0"/>
                </a:cubicBezTo>
                <a:lnTo>
                  <a:pt x="637459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Text …">
            <a:extLst xmlns:a="http://schemas.openxmlformats.org/drawingml/2006/main">
              <a:ext uri="{FF2B5EF4-FFF2-40B4-BE49-F238E27FC236}">
                <a16:creationId xmlns:a16="http://schemas.microsoft.com/office/drawing/2014/main" id="{42C2FA49-741B-441D-9C62-0BC95D3E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3350" y="2009523"/>
            <a:ext cx="19928" cy="100706"/>
          </a:xfrm>
          <a:custGeom xmlns:a="http://schemas.openxmlformats.org/drawingml/2006/main">
            <a:pathLst>
              <a:path w="19928" h="100706">
                <a:moveTo>
                  <a:pt x="19928" y="9845"/>
                </a:moveTo>
                <a:cubicBezTo>
                  <a:pt x="19928" y="12613"/>
                  <a:pt x="18956" y="14956"/>
                  <a:pt x="17012" y="16873"/>
                </a:cubicBezTo>
                <a:cubicBezTo>
                  <a:pt x="15070" y="18791"/>
                  <a:pt x="12730" y="19750"/>
                  <a:pt x="9993" y="19750"/>
                </a:cubicBezTo>
                <a:cubicBezTo>
                  <a:pt x="7257" y="19750"/>
                  <a:pt x="4926" y="18781"/>
                  <a:pt x="3002" y="16844"/>
                </a:cubicBezTo>
                <a:cubicBezTo>
                  <a:pt x="1080" y="14906"/>
                  <a:pt x="119" y="12573"/>
                  <a:pt x="119" y="9845"/>
                </a:cubicBezTo>
                <a:cubicBezTo>
                  <a:pt x="119" y="7117"/>
                  <a:pt x="1080" y="4794"/>
                  <a:pt x="3002" y="2876"/>
                </a:cubicBezTo>
                <a:cubicBezTo>
                  <a:pt x="4926" y="959"/>
                  <a:pt x="7257" y="0"/>
                  <a:pt x="9993" y="0"/>
                </a:cubicBezTo>
                <a:cubicBezTo>
                  <a:pt x="12730" y="0"/>
                  <a:pt x="15070" y="959"/>
                  <a:pt x="17012" y="2876"/>
                </a:cubicBezTo>
                <a:cubicBezTo>
                  <a:pt x="18956" y="4794"/>
                  <a:pt x="19928" y="7117"/>
                  <a:pt x="19928" y="9845"/>
                </a:cubicBezTo>
                <a:moveTo>
                  <a:pt x="19809" y="50353"/>
                </a:moveTo>
                <a:cubicBezTo>
                  <a:pt x="19809" y="53081"/>
                  <a:pt x="18850" y="55404"/>
                  <a:pt x="16933" y="57322"/>
                </a:cubicBezTo>
                <a:cubicBezTo>
                  <a:pt x="15015" y="59239"/>
                  <a:pt x="12692" y="60198"/>
                  <a:pt x="9964" y="60198"/>
                </a:cubicBezTo>
                <a:cubicBezTo>
                  <a:pt x="7236" y="60198"/>
                  <a:pt x="4913" y="59239"/>
                  <a:pt x="2995" y="57322"/>
                </a:cubicBezTo>
                <a:cubicBezTo>
                  <a:pt x="1077" y="55404"/>
                  <a:pt x="119" y="53081"/>
                  <a:pt x="119" y="50353"/>
                </a:cubicBezTo>
                <a:cubicBezTo>
                  <a:pt x="119" y="47625"/>
                  <a:pt x="1077" y="45302"/>
                  <a:pt x="2995" y="43384"/>
                </a:cubicBezTo>
                <a:cubicBezTo>
                  <a:pt x="4913" y="41467"/>
                  <a:pt x="7236" y="40508"/>
                  <a:pt x="9964" y="40508"/>
                </a:cubicBezTo>
                <a:cubicBezTo>
                  <a:pt x="12692" y="40508"/>
                  <a:pt x="15015" y="41467"/>
                  <a:pt x="16933" y="43384"/>
                </a:cubicBezTo>
                <a:cubicBezTo>
                  <a:pt x="18850" y="45302"/>
                  <a:pt x="19809" y="47625"/>
                  <a:pt x="19809" y="50353"/>
                </a:cubicBezTo>
                <a:moveTo>
                  <a:pt x="19690" y="90861"/>
                </a:moveTo>
                <a:cubicBezTo>
                  <a:pt x="19690" y="93628"/>
                  <a:pt x="18732" y="95961"/>
                  <a:pt x="16814" y="97859"/>
                </a:cubicBezTo>
                <a:cubicBezTo>
                  <a:pt x="14896" y="99757"/>
                  <a:pt x="12573" y="100706"/>
                  <a:pt x="9845" y="100706"/>
                </a:cubicBezTo>
                <a:cubicBezTo>
                  <a:pt x="7117" y="100706"/>
                  <a:pt x="4794" y="99747"/>
                  <a:pt x="2876" y="97829"/>
                </a:cubicBezTo>
                <a:cubicBezTo>
                  <a:pt x="959" y="95912"/>
                  <a:pt x="0" y="93589"/>
                  <a:pt x="0" y="90861"/>
                </a:cubicBezTo>
                <a:cubicBezTo>
                  <a:pt x="0" y="88132"/>
                  <a:pt x="959" y="85809"/>
                  <a:pt x="2876" y="83892"/>
                </a:cubicBezTo>
                <a:cubicBezTo>
                  <a:pt x="4794" y="81974"/>
                  <a:pt x="7117" y="81015"/>
                  <a:pt x="9845" y="81015"/>
                </a:cubicBezTo>
                <a:cubicBezTo>
                  <a:pt x="12573" y="81015"/>
                  <a:pt x="14896" y="81974"/>
                  <a:pt x="16814" y="83892"/>
                </a:cubicBezTo>
                <a:cubicBezTo>
                  <a:pt x="18732" y="85809"/>
                  <a:pt x="19690" y="88132"/>
                  <a:pt x="19690" y="908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E4D3AF-E3C0-40D4-953B-7B176A12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978" y="387068"/>
            <a:ext cx="2801557" cy="3211262"/>
          </a:xfrm>
          <a:custGeom xmlns:a="http://schemas.openxmlformats.org/drawingml/2006/main">
            <a:pathLst>
              <a:path w="2801557" h="3211262" fill="none">
                <a:moveTo>
                  <a:pt x="0" y="0"/>
                </a:moveTo>
                <a:lnTo>
                  <a:pt x="2801557" y="0"/>
                </a:lnTo>
                <a:lnTo>
                  <a:pt x="2801557" y="3211262"/>
                </a:lnTo>
                <a:lnTo>
                  <a:pt x="0" y="321126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83" cap="flat">
            <a:solidFill>
              <a:srgbClr val="7F7F7F"/>
            </a:solidFill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A194AA-522A-4897-9E1D-3F8DF581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746" y="2591373"/>
            <a:ext cx="40488" cy="229602"/>
          </a:xfrm>
          <a:custGeom xmlns:a="http://schemas.openxmlformats.org/drawingml/2006/main">
            <a:pathLst>
              <a:path w="40488" h="229602">
                <a:moveTo>
                  <a:pt x="40488" y="40744"/>
                </a:moveTo>
                <a:lnTo>
                  <a:pt x="20764" y="0"/>
                </a:lnTo>
                <a:lnTo>
                  <a:pt x="0" y="40225"/>
                </a:lnTo>
                <a:lnTo>
                  <a:pt x="15184" y="40420"/>
                </a:lnTo>
                <a:lnTo>
                  <a:pt x="12760" y="229473"/>
                </a:lnTo>
                <a:lnTo>
                  <a:pt x="22882" y="229602"/>
                </a:lnTo>
                <a:lnTo>
                  <a:pt x="25306" y="40549"/>
                </a:lnTo>
                <a:lnTo>
                  <a:pt x="40488" y="407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B58E11-F078-431D-A2F4-4DA915CB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0344" y="1378420"/>
            <a:ext cx="455476" cy="253105"/>
          </a:xfrm>
          <a:custGeom xmlns:a="http://schemas.openxmlformats.org/drawingml/2006/main">
            <a:pathLst>
              <a:path w="455476" h="253105">
                <a:moveTo>
                  <a:pt x="0" y="63277"/>
                </a:moveTo>
                <a:lnTo>
                  <a:pt x="328924" y="63277"/>
                </a:lnTo>
                <a:lnTo>
                  <a:pt x="328924" y="0"/>
                </a:lnTo>
                <a:lnTo>
                  <a:pt x="455476" y="126552"/>
                </a:lnTo>
                <a:lnTo>
                  <a:pt x="328924" y="253105"/>
                </a:lnTo>
                <a:lnTo>
                  <a:pt x="328924" y="189830"/>
                </a:lnTo>
                <a:lnTo>
                  <a:pt x="0" y="189830"/>
                </a:lnTo>
                <a:lnTo>
                  <a:pt x="0" y="63277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ED28EC-96E4-4729-AC88-CEB63D0F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0344" y="1378420"/>
            <a:ext cx="455477" cy="253106"/>
          </a:xfrm>
          <a:custGeom xmlns:a="http://schemas.openxmlformats.org/drawingml/2006/main">
            <a:pathLst>
              <a:path w="455477" h="253106" fill="none">
                <a:moveTo>
                  <a:pt x="0" y="63277"/>
                </a:moveTo>
                <a:lnTo>
                  <a:pt x="328924" y="63277"/>
                </a:lnTo>
                <a:lnTo>
                  <a:pt x="328924" y="0"/>
                </a:lnTo>
                <a:lnTo>
                  <a:pt x="455477" y="126553"/>
                </a:lnTo>
                <a:lnTo>
                  <a:pt x="328924" y="253106"/>
                </a:lnTo>
                <a:lnTo>
                  <a:pt x="328924" y="189830"/>
                </a:lnTo>
                <a:lnTo>
                  <a:pt x="0" y="189830"/>
                </a:lnTo>
                <a:lnTo>
                  <a:pt x="0" y="632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A6A6A6"/>
            </a:solidFill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62D2FB-4DE7-4B36-BC9D-F2772854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050" y="2680376"/>
            <a:ext cx="197188" cy="40479"/>
          </a:xfrm>
          <a:custGeom xmlns:a="http://schemas.openxmlformats.org/drawingml/2006/main">
            <a:pathLst>
              <a:path w="197188" h="40479">
                <a:moveTo>
                  <a:pt x="157121" y="40479"/>
                </a:moveTo>
                <a:lnTo>
                  <a:pt x="197188" y="19416"/>
                </a:lnTo>
                <a:lnTo>
                  <a:pt x="156298" y="0"/>
                </a:lnTo>
                <a:lnTo>
                  <a:pt x="156606" y="15180"/>
                </a:lnTo>
                <a:lnTo>
                  <a:pt x="0" y="18366"/>
                </a:lnTo>
                <a:lnTo>
                  <a:pt x="206" y="28486"/>
                </a:lnTo>
                <a:lnTo>
                  <a:pt x="156812" y="25300"/>
                </a:lnTo>
                <a:lnTo>
                  <a:pt x="157121" y="404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5B275C-AB7A-4DA8-933D-F60189B6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531" y="2928055"/>
            <a:ext cx="248709" cy="40486"/>
          </a:xfrm>
          <a:custGeom xmlns:a="http://schemas.openxmlformats.org/drawingml/2006/main">
            <a:pathLst>
              <a:path w="248709" h="40486">
                <a:moveTo>
                  <a:pt x="208395" y="40486"/>
                </a:moveTo>
                <a:lnTo>
                  <a:pt x="248709" y="19898"/>
                </a:lnTo>
                <a:lnTo>
                  <a:pt x="208051" y="0"/>
                </a:lnTo>
                <a:lnTo>
                  <a:pt x="208180" y="15182"/>
                </a:lnTo>
                <a:lnTo>
                  <a:pt x="0" y="16956"/>
                </a:lnTo>
                <a:lnTo>
                  <a:pt x="86" y="27078"/>
                </a:lnTo>
                <a:lnTo>
                  <a:pt x="208266" y="25304"/>
                </a:lnTo>
                <a:lnTo>
                  <a:pt x="208395" y="404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A52406-FAF0-41BC-8201-20F5C4D6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02" y="740089"/>
            <a:ext cx="79441" cy="79441"/>
          </a:xfrm>
          <a:custGeom xmlns:a="http://schemas.openxmlformats.org/drawingml/2006/main">
            <a:pathLst>
              <a:path w="79441" h="79441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2EF5D3-9A60-4155-A4FD-A8E9BD9A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02" y="740089"/>
            <a:ext cx="79441" cy="79441"/>
          </a:xfrm>
          <a:custGeom xmlns:a="http://schemas.openxmlformats.org/drawingml/2006/main">
            <a:pathLst>
              <a:path w="79441" h="79441" fill="none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B628A3-E267-4681-B567-9DE06112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02" y="930652"/>
            <a:ext cx="79441" cy="79441"/>
          </a:xfrm>
          <a:custGeom xmlns:a="http://schemas.openxmlformats.org/drawingml/2006/main">
            <a:pathLst>
              <a:path w="79441" h="79441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2D128A-BD06-4443-8F6D-133718DF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02" y="930652"/>
            <a:ext cx="79441" cy="79441"/>
          </a:xfrm>
          <a:custGeom xmlns:a="http://schemas.openxmlformats.org/drawingml/2006/main">
            <a:pathLst>
              <a:path w="79441" h="79441" fill="none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84610F-3834-48BB-B5C6-94DD71C3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02" y="1121214"/>
            <a:ext cx="79441" cy="79441"/>
          </a:xfrm>
          <a:custGeom xmlns:a="http://schemas.openxmlformats.org/drawingml/2006/main">
            <a:pathLst>
              <a:path w="79441" h="79441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40C042-F871-4811-9C39-DB51309E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02" y="1121214"/>
            <a:ext cx="79441" cy="79441"/>
          </a:xfrm>
          <a:custGeom xmlns:a="http://schemas.openxmlformats.org/drawingml/2006/main">
            <a:pathLst>
              <a:path w="79441" h="79441" fill="none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954B89-6BDC-4EED-8155-FCDC3D58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98" y="645154"/>
            <a:ext cx="79441" cy="79441"/>
          </a:xfrm>
          <a:custGeom xmlns:a="http://schemas.openxmlformats.org/drawingml/2006/main">
            <a:pathLst>
              <a:path w="79441" h="79441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23D8F8-6FBD-4FC3-9F86-8079D918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98" y="645154"/>
            <a:ext cx="79441" cy="79441"/>
          </a:xfrm>
          <a:custGeom xmlns:a="http://schemas.openxmlformats.org/drawingml/2006/main">
            <a:pathLst>
              <a:path w="79441" h="79441" fill="none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7702F1-D424-4759-B83F-C100E107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98" y="835486"/>
            <a:ext cx="79441" cy="79441"/>
          </a:xfrm>
          <a:custGeom xmlns:a="http://schemas.openxmlformats.org/drawingml/2006/main">
            <a:pathLst>
              <a:path w="79441" h="79441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D9F626-4348-427E-8642-B31FC190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98" y="835486"/>
            <a:ext cx="79441" cy="79441"/>
          </a:xfrm>
          <a:custGeom xmlns:a="http://schemas.openxmlformats.org/drawingml/2006/main">
            <a:pathLst>
              <a:path w="79441" h="79441" fill="none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C4406F-AF13-4FC3-B52F-74176523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98" y="1025818"/>
            <a:ext cx="79441" cy="79441"/>
          </a:xfrm>
          <a:custGeom xmlns:a="http://schemas.openxmlformats.org/drawingml/2006/main">
            <a:pathLst>
              <a:path w="79441" h="79441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AF430D-3744-4EBB-ADB4-A7A58AD3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98" y="1025818"/>
            <a:ext cx="79441" cy="79441"/>
          </a:xfrm>
          <a:custGeom xmlns:a="http://schemas.openxmlformats.org/drawingml/2006/main">
            <a:pathLst>
              <a:path w="79441" h="79441" fill="none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8B3E11-07E5-4911-8D84-057BF764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98" y="1216149"/>
            <a:ext cx="79441" cy="79441"/>
          </a:xfrm>
          <a:custGeom xmlns:a="http://schemas.openxmlformats.org/drawingml/2006/main">
            <a:pathLst>
              <a:path w="79441" h="79441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AA3728-F61F-45C0-A839-19923CE9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98" y="1216149"/>
            <a:ext cx="79441" cy="79441"/>
          </a:xfrm>
          <a:custGeom xmlns:a="http://schemas.openxmlformats.org/drawingml/2006/main">
            <a:pathLst>
              <a:path w="79441" h="79441" fill="none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C6CA5C-C67D-44CB-A4A7-BD4E1DFD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95" y="645154"/>
            <a:ext cx="79441" cy="79441"/>
          </a:xfrm>
          <a:custGeom xmlns:a="http://schemas.openxmlformats.org/drawingml/2006/main">
            <a:pathLst>
              <a:path w="79441" h="79441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96E42B-AE8C-45BE-AB94-3DF47B79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95" y="645154"/>
            <a:ext cx="79441" cy="79441"/>
          </a:xfrm>
          <a:custGeom xmlns:a="http://schemas.openxmlformats.org/drawingml/2006/main">
            <a:pathLst>
              <a:path w="79441" h="79441" fill="none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C5B39D-3A55-4A90-814B-FFFC5CAD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95" y="835486"/>
            <a:ext cx="79441" cy="79441"/>
          </a:xfrm>
          <a:custGeom xmlns:a="http://schemas.openxmlformats.org/drawingml/2006/main">
            <a:pathLst>
              <a:path w="79441" h="79441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9A928-59EE-44F1-B04D-C5A6CEC0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95" y="835486"/>
            <a:ext cx="79441" cy="79441"/>
          </a:xfrm>
          <a:custGeom xmlns:a="http://schemas.openxmlformats.org/drawingml/2006/main">
            <a:pathLst>
              <a:path w="79441" h="79441" fill="none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4E6A41-CE9C-4904-94AC-FE8BE2CA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95" y="1025818"/>
            <a:ext cx="79441" cy="79441"/>
          </a:xfrm>
          <a:custGeom xmlns:a="http://schemas.openxmlformats.org/drawingml/2006/main">
            <a:pathLst>
              <a:path w="79441" h="79441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96261B-0112-4F3E-B06A-E43C570E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95" y="1025818"/>
            <a:ext cx="79441" cy="79441"/>
          </a:xfrm>
          <a:custGeom xmlns:a="http://schemas.openxmlformats.org/drawingml/2006/main">
            <a:pathLst>
              <a:path w="79441" h="79441" fill="none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21A9DB-DFF9-404B-8695-F0D7E958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95" y="1216149"/>
            <a:ext cx="79441" cy="79441"/>
          </a:xfrm>
          <a:custGeom xmlns:a="http://schemas.openxmlformats.org/drawingml/2006/main">
            <a:pathLst>
              <a:path w="79441" h="79441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C26B6E-A8D2-45FE-98A2-91F0A896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95" y="1216149"/>
            <a:ext cx="79441" cy="79441"/>
          </a:xfrm>
          <a:custGeom xmlns:a="http://schemas.openxmlformats.org/drawingml/2006/main">
            <a:pathLst>
              <a:path w="79441" h="79441" fill="none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F1979-5D01-493C-9514-420809EE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43" y="684874"/>
            <a:ext cx="149255" cy="94936"/>
          </a:xfrm>
          <a:custGeom xmlns:a="http://schemas.openxmlformats.org/drawingml/2006/main">
            <a:pathLst>
              <a:path w="149255" h="94936" fill="none">
                <a:moveTo>
                  <a:pt x="0" y="94936"/>
                </a:moveTo>
                <a:lnTo>
                  <a:pt x="149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C8A286-56E0-4282-A40C-FC08D3C6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43" y="684874"/>
            <a:ext cx="149255" cy="285498"/>
          </a:xfrm>
          <a:custGeom xmlns:a="http://schemas.openxmlformats.org/drawingml/2006/main">
            <a:pathLst>
              <a:path w="149255" h="285498" fill="none">
                <a:moveTo>
                  <a:pt x="0" y="285498"/>
                </a:moveTo>
                <a:lnTo>
                  <a:pt x="149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7CA5BA-2AAA-4568-88B2-2DD04032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43" y="875206"/>
            <a:ext cx="149255" cy="95166"/>
          </a:xfrm>
          <a:custGeom xmlns:a="http://schemas.openxmlformats.org/drawingml/2006/main">
            <a:pathLst>
              <a:path w="149255" h="95166" fill="none">
                <a:moveTo>
                  <a:pt x="0" y="95166"/>
                </a:moveTo>
                <a:lnTo>
                  <a:pt x="149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C9A20A-3AD3-4BB6-8379-E07E4527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43" y="875206"/>
            <a:ext cx="149255" cy="285728"/>
          </a:xfrm>
          <a:custGeom xmlns:a="http://schemas.openxmlformats.org/drawingml/2006/main">
            <a:pathLst>
              <a:path w="149255" h="285728" fill="none">
                <a:moveTo>
                  <a:pt x="0" y="285728"/>
                </a:moveTo>
                <a:lnTo>
                  <a:pt x="149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80C39D-2782-4068-ACC5-CD5FCE3E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43" y="779810"/>
            <a:ext cx="149255" cy="95396"/>
          </a:xfrm>
          <a:custGeom xmlns:a="http://schemas.openxmlformats.org/drawingml/2006/main">
            <a:pathLst>
              <a:path w="149255" h="95396" fill="none">
                <a:moveTo>
                  <a:pt x="0" y="0"/>
                </a:moveTo>
                <a:lnTo>
                  <a:pt x="149255" y="95396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805D2F-D6A5-4334-8D6E-919CE81E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43" y="779810"/>
            <a:ext cx="149255" cy="285728"/>
          </a:xfrm>
          <a:custGeom xmlns:a="http://schemas.openxmlformats.org/drawingml/2006/main">
            <a:pathLst>
              <a:path w="149255" h="285728" fill="none">
                <a:moveTo>
                  <a:pt x="0" y="0"/>
                </a:moveTo>
                <a:lnTo>
                  <a:pt x="149255" y="285728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AD0149-7749-47BA-8F57-916CCC21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43" y="779810"/>
            <a:ext cx="149255" cy="476060"/>
          </a:xfrm>
          <a:custGeom xmlns:a="http://schemas.openxmlformats.org/drawingml/2006/main">
            <a:pathLst>
              <a:path w="149255" h="476060" fill="none">
                <a:moveTo>
                  <a:pt x="0" y="0"/>
                </a:moveTo>
                <a:lnTo>
                  <a:pt x="149255" y="476060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AFCABA-61C6-4CCA-A77C-85FF7152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43" y="1160935"/>
            <a:ext cx="149255" cy="94935"/>
          </a:xfrm>
          <a:custGeom xmlns:a="http://schemas.openxmlformats.org/drawingml/2006/main">
            <a:pathLst>
              <a:path w="149255" h="94935" fill="none">
                <a:moveTo>
                  <a:pt x="0" y="0"/>
                </a:moveTo>
                <a:lnTo>
                  <a:pt x="149255" y="94935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1DE7C4-886C-45D2-AF7A-86BD717C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43" y="684874"/>
            <a:ext cx="149255" cy="476060"/>
          </a:xfrm>
          <a:custGeom xmlns:a="http://schemas.openxmlformats.org/drawingml/2006/main">
            <a:pathLst>
              <a:path w="149255" h="476060" fill="none">
                <a:moveTo>
                  <a:pt x="0" y="476060"/>
                </a:moveTo>
                <a:lnTo>
                  <a:pt x="149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6FE2ED-715E-47AF-88C6-0AC9931D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43" y="1065538"/>
            <a:ext cx="149255" cy="95396"/>
          </a:xfrm>
          <a:custGeom xmlns:a="http://schemas.openxmlformats.org/drawingml/2006/main">
            <a:pathLst>
              <a:path w="149255" h="95396" fill="none">
                <a:moveTo>
                  <a:pt x="0" y="95396"/>
                </a:moveTo>
                <a:lnTo>
                  <a:pt x="149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E0D8FD-5B13-422D-A0CF-86BF481D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43" y="970373"/>
            <a:ext cx="149255" cy="285497"/>
          </a:xfrm>
          <a:custGeom xmlns:a="http://schemas.openxmlformats.org/drawingml/2006/main">
            <a:pathLst>
              <a:path w="149255" h="285497" fill="none">
                <a:moveTo>
                  <a:pt x="0" y="0"/>
                </a:moveTo>
                <a:lnTo>
                  <a:pt x="149255" y="285497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EC4A1E-03BB-40E3-8039-B426F36C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43" y="970373"/>
            <a:ext cx="149255" cy="95166"/>
          </a:xfrm>
          <a:custGeom xmlns:a="http://schemas.openxmlformats.org/drawingml/2006/main">
            <a:pathLst>
              <a:path w="149255" h="95166" fill="none">
                <a:moveTo>
                  <a:pt x="0" y="0"/>
                </a:moveTo>
                <a:lnTo>
                  <a:pt x="149255" y="95166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FCC549-5C72-403F-A147-CAF22BD6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89" y="684875"/>
            <a:ext cx="140982" cy="10"/>
          </a:xfrm>
          <a:custGeom xmlns:a="http://schemas.openxmlformats.org/drawingml/2006/main">
            <a:pathLst>
              <a:path w="140982" h="1" fill="none">
                <a:moveTo>
                  <a:pt x="0" y="0"/>
                </a:moveTo>
                <a:lnTo>
                  <a:pt x="140982" y="1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05C02F-522D-4D43-9663-BFFCA195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40" y="684875"/>
            <a:ext cx="149255" cy="190332"/>
          </a:xfrm>
          <a:custGeom xmlns:a="http://schemas.openxmlformats.org/drawingml/2006/main">
            <a:pathLst>
              <a:path w="149255" h="190332" fill="none">
                <a:moveTo>
                  <a:pt x="0" y="0"/>
                </a:moveTo>
                <a:lnTo>
                  <a:pt x="149255" y="190332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AF9187-2C34-4CAE-972F-C3564E16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40" y="684875"/>
            <a:ext cx="149255" cy="380664"/>
          </a:xfrm>
          <a:custGeom xmlns:a="http://schemas.openxmlformats.org/drawingml/2006/main">
            <a:pathLst>
              <a:path w="149255" h="380664" fill="none">
                <a:moveTo>
                  <a:pt x="0" y="0"/>
                </a:moveTo>
                <a:lnTo>
                  <a:pt x="149255" y="380664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082785-CF2D-472D-A1F1-F9B0223C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40" y="684875"/>
            <a:ext cx="149255" cy="570995"/>
          </a:xfrm>
          <a:custGeom xmlns:a="http://schemas.openxmlformats.org/drawingml/2006/main">
            <a:pathLst>
              <a:path w="149255" h="570995" fill="none">
                <a:moveTo>
                  <a:pt x="0" y="0"/>
                </a:moveTo>
                <a:lnTo>
                  <a:pt x="149255" y="570995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907CD-FA90-4FB6-9917-3D9F2B5F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40" y="684874"/>
            <a:ext cx="149255" cy="190332"/>
          </a:xfrm>
          <a:custGeom xmlns:a="http://schemas.openxmlformats.org/drawingml/2006/main">
            <a:pathLst>
              <a:path w="149255" h="190332" fill="none">
                <a:moveTo>
                  <a:pt x="0" y="190332"/>
                </a:moveTo>
                <a:lnTo>
                  <a:pt x="149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05E8E3-5A42-4191-B8E8-88D2B206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40" y="875206"/>
            <a:ext cx="149255" cy="10"/>
          </a:xfrm>
          <a:custGeom xmlns:a="http://schemas.openxmlformats.org/drawingml/2006/main">
            <a:pathLst>
              <a:path w="149255" h="1" fill="none">
                <a:moveTo>
                  <a:pt x="0" y="0"/>
                </a:moveTo>
                <a:lnTo>
                  <a:pt x="149255" y="1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937983-B9C1-4539-8450-894EF5E3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40" y="875206"/>
            <a:ext cx="149255" cy="190332"/>
          </a:xfrm>
          <a:custGeom xmlns:a="http://schemas.openxmlformats.org/drawingml/2006/main">
            <a:pathLst>
              <a:path w="149255" h="190332" fill="none">
                <a:moveTo>
                  <a:pt x="0" y="0"/>
                </a:moveTo>
                <a:lnTo>
                  <a:pt x="149255" y="190332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CCC398-7909-4B75-8FBB-438077BC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40" y="875206"/>
            <a:ext cx="149255" cy="380663"/>
          </a:xfrm>
          <a:custGeom xmlns:a="http://schemas.openxmlformats.org/drawingml/2006/main">
            <a:pathLst>
              <a:path w="149255" h="380663" fill="none">
                <a:moveTo>
                  <a:pt x="0" y="0"/>
                </a:moveTo>
                <a:lnTo>
                  <a:pt x="149255" y="380663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AA1B26-E566-46E2-B026-00B8D9FA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40" y="684875"/>
            <a:ext cx="149255" cy="380664"/>
          </a:xfrm>
          <a:custGeom xmlns:a="http://schemas.openxmlformats.org/drawingml/2006/main">
            <a:pathLst>
              <a:path w="149255" h="380664" fill="none">
                <a:moveTo>
                  <a:pt x="0" y="380664"/>
                </a:moveTo>
                <a:lnTo>
                  <a:pt x="149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601A96-DD43-4CD9-B075-0C902C24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40" y="875207"/>
            <a:ext cx="149255" cy="190332"/>
          </a:xfrm>
          <a:custGeom xmlns:a="http://schemas.openxmlformats.org/drawingml/2006/main">
            <a:pathLst>
              <a:path w="149255" h="190332" fill="none">
                <a:moveTo>
                  <a:pt x="0" y="190332"/>
                </a:moveTo>
                <a:lnTo>
                  <a:pt x="149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61F5D9-0A95-4AEF-B5F8-BFE007E8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40" y="1065539"/>
            <a:ext cx="149255" cy="10"/>
          </a:xfrm>
          <a:custGeom xmlns:a="http://schemas.openxmlformats.org/drawingml/2006/main">
            <a:pathLst>
              <a:path w="149255" h="1" fill="none">
                <a:moveTo>
                  <a:pt x="0" y="0"/>
                </a:moveTo>
                <a:lnTo>
                  <a:pt x="149255" y="1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E29332-924A-48D3-8C73-5ED6C4F0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40" y="1065539"/>
            <a:ext cx="149255" cy="190331"/>
          </a:xfrm>
          <a:custGeom xmlns:a="http://schemas.openxmlformats.org/drawingml/2006/main">
            <a:pathLst>
              <a:path w="149255" h="190331" fill="none">
                <a:moveTo>
                  <a:pt x="0" y="0"/>
                </a:moveTo>
                <a:lnTo>
                  <a:pt x="149255" y="190331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25B4F-03D6-47C8-8808-D37D231A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40" y="1255870"/>
            <a:ext cx="149255" cy="10"/>
          </a:xfrm>
          <a:custGeom xmlns:a="http://schemas.openxmlformats.org/drawingml/2006/main">
            <a:pathLst>
              <a:path w="149255" h="1" fill="none">
                <a:moveTo>
                  <a:pt x="0" y="0"/>
                </a:moveTo>
                <a:lnTo>
                  <a:pt x="149255" y="1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C6818B-15AA-4022-A674-8700DF5E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40" y="1065538"/>
            <a:ext cx="149255" cy="190331"/>
          </a:xfrm>
          <a:custGeom xmlns:a="http://schemas.openxmlformats.org/drawingml/2006/main">
            <a:pathLst>
              <a:path w="149255" h="190331" fill="none">
                <a:moveTo>
                  <a:pt x="0" y="190331"/>
                </a:moveTo>
                <a:lnTo>
                  <a:pt x="149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257073-F73B-464A-B379-73759846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40" y="875206"/>
            <a:ext cx="149255" cy="380663"/>
          </a:xfrm>
          <a:custGeom xmlns:a="http://schemas.openxmlformats.org/drawingml/2006/main">
            <a:pathLst>
              <a:path w="149255" h="380663" fill="none">
                <a:moveTo>
                  <a:pt x="0" y="380663"/>
                </a:moveTo>
                <a:lnTo>
                  <a:pt x="149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47B716-8617-4D56-B9F7-55C14C75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40" y="684874"/>
            <a:ext cx="149255" cy="570995"/>
          </a:xfrm>
          <a:custGeom xmlns:a="http://schemas.openxmlformats.org/drawingml/2006/main">
            <a:pathLst>
              <a:path w="149255" h="570995" fill="none">
                <a:moveTo>
                  <a:pt x="0" y="570995"/>
                </a:moveTo>
                <a:lnTo>
                  <a:pt x="149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71B60A-ED4C-419E-8161-9355BFA8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92" y="740089"/>
            <a:ext cx="79441" cy="79441"/>
          </a:xfrm>
          <a:custGeom xmlns:a="http://schemas.openxmlformats.org/drawingml/2006/main">
            <a:pathLst>
              <a:path w="79441" h="79441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0BB43E-34DE-4FCD-8796-8F3D785E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92" y="740089"/>
            <a:ext cx="79441" cy="79441"/>
          </a:xfrm>
          <a:custGeom xmlns:a="http://schemas.openxmlformats.org/drawingml/2006/main">
            <a:pathLst>
              <a:path w="79441" h="79441" fill="none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FEF113-201E-4D0F-AD7F-490CB20E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92" y="930652"/>
            <a:ext cx="79441" cy="79441"/>
          </a:xfrm>
          <a:custGeom xmlns:a="http://schemas.openxmlformats.org/drawingml/2006/main">
            <a:pathLst>
              <a:path w="79441" h="79441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CFCF40-519D-4BC6-9D4A-7C3E5091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92" y="930652"/>
            <a:ext cx="79441" cy="79441"/>
          </a:xfrm>
          <a:custGeom xmlns:a="http://schemas.openxmlformats.org/drawingml/2006/main">
            <a:pathLst>
              <a:path w="79441" h="79441" fill="none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A67E33-8810-4A72-B5D6-B2A395E0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92" y="1121214"/>
            <a:ext cx="79441" cy="79441"/>
          </a:xfrm>
          <a:custGeom xmlns:a="http://schemas.openxmlformats.org/drawingml/2006/main">
            <a:pathLst>
              <a:path w="79441" h="79441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C3D2AC-9F7F-4044-BD55-2E904F8B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92" y="1121214"/>
            <a:ext cx="79441" cy="79441"/>
          </a:xfrm>
          <a:custGeom xmlns:a="http://schemas.openxmlformats.org/drawingml/2006/main">
            <a:pathLst>
              <a:path w="79441" h="79441" fill="none">
                <a:moveTo>
                  <a:pt x="0" y="39721"/>
                </a:moveTo>
                <a:cubicBezTo>
                  <a:pt x="0" y="17784"/>
                  <a:pt x="17784" y="0"/>
                  <a:pt x="39721" y="0"/>
                </a:cubicBezTo>
                <a:cubicBezTo>
                  <a:pt x="61658" y="0"/>
                  <a:pt x="79441" y="17784"/>
                  <a:pt x="79441" y="39721"/>
                </a:cubicBezTo>
                <a:cubicBezTo>
                  <a:pt x="79441" y="61658"/>
                  <a:pt x="61658" y="79441"/>
                  <a:pt x="39721" y="79441"/>
                </a:cubicBezTo>
                <a:cubicBezTo>
                  <a:pt x="17784" y="79441"/>
                  <a:pt x="0" y="61658"/>
                  <a:pt x="0" y="3972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748" cap="flat">
            <a:solidFill>
              <a:srgbClr val="000000"/>
            </a:solidFill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4EC2DC-DF64-4842-A882-50BEB0F4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36" y="684875"/>
            <a:ext cx="149255" cy="94936"/>
          </a:xfrm>
          <a:custGeom xmlns:a="http://schemas.openxmlformats.org/drawingml/2006/main">
            <a:pathLst>
              <a:path w="149255" h="94936" fill="none">
                <a:moveTo>
                  <a:pt x="0" y="0"/>
                </a:moveTo>
                <a:lnTo>
                  <a:pt x="149255" y="94936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7585FE-5DE0-44E6-BE10-14F88B2F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36" y="684875"/>
            <a:ext cx="149255" cy="285498"/>
          </a:xfrm>
          <a:custGeom xmlns:a="http://schemas.openxmlformats.org/drawingml/2006/main">
            <a:pathLst>
              <a:path w="149255" h="285498" fill="none">
                <a:moveTo>
                  <a:pt x="0" y="0"/>
                </a:moveTo>
                <a:lnTo>
                  <a:pt x="149255" y="285498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CDA87C-62DD-4495-8B61-D2E129DD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36" y="684875"/>
            <a:ext cx="149255" cy="476060"/>
          </a:xfrm>
          <a:custGeom xmlns:a="http://schemas.openxmlformats.org/drawingml/2006/main">
            <a:pathLst>
              <a:path w="149255" h="476060" fill="none">
                <a:moveTo>
                  <a:pt x="0" y="0"/>
                </a:moveTo>
                <a:lnTo>
                  <a:pt x="149255" y="476060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BC674F-B2FE-4A8C-A54E-38B47002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36" y="779810"/>
            <a:ext cx="149255" cy="95396"/>
          </a:xfrm>
          <a:custGeom xmlns:a="http://schemas.openxmlformats.org/drawingml/2006/main">
            <a:pathLst>
              <a:path w="149255" h="95396" fill="none">
                <a:moveTo>
                  <a:pt x="0" y="95396"/>
                </a:moveTo>
                <a:lnTo>
                  <a:pt x="149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56FC0B-3A28-48D6-8D71-C2DB1EA4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36" y="875206"/>
            <a:ext cx="149255" cy="95166"/>
          </a:xfrm>
          <a:custGeom xmlns:a="http://schemas.openxmlformats.org/drawingml/2006/main">
            <a:pathLst>
              <a:path w="149255" h="95166" fill="none">
                <a:moveTo>
                  <a:pt x="0" y="0"/>
                </a:moveTo>
                <a:lnTo>
                  <a:pt x="149255" y="95166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16D77-E554-4616-8987-38504F1A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36" y="875206"/>
            <a:ext cx="149255" cy="285728"/>
          </a:xfrm>
          <a:custGeom xmlns:a="http://schemas.openxmlformats.org/drawingml/2006/main">
            <a:pathLst>
              <a:path w="149255" h="285728" fill="none">
                <a:moveTo>
                  <a:pt x="0" y="0"/>
                </a:moveTo>
                <a:lnTo>
                  <a:pt x="149255" y="285728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3A419B-CDD5-4DEC-9B63-C61B2121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36" y="779810"/>
            <a:ext cx="149255" cy="285728"/>
          </a:xfrm>
          <a:custGeom xmlns:a="http://schemas.openxmlformats.org/drawingml/2006/main">
            <a:pathLst>
              <a:path w="149255" h="285728" fill="none">
                <a:moveTo>
                  <a:pt x="0" y="285728"/>
                </a:moveTo>
                <a:lnTo>
                  <a:pt x="149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11D0BE-5A42-47CC-BFC0-7B82ED6A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36" y="970373"/>
            <a:ext cx="149255" cy="95166"/>
          </a:xfrm>
          <a:custGeom xmlns:a="http://schemas.openxmlformats.org/drawingml/2006/main">
            <a:pathLst>
              <a:path w="149255" h="95166" fill="none">
                <a:moveTo>
                  <a:pt x="0" y="95166"/>
                </a:moveTo>
                <a:lnTo>
                  <a:pt x="149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6202B-372E-4323-8535-626E2123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36" y="1065539"/>
            <a:ext cx="149255" cy="95396"/>
          </a:xfrm>
          <a:custGeom xmlns:a="http://schemas.openxmlformats.org/drawingml/2006/main">
            <a:pathLst>
              <a:path w="149255" h="95396" fill="none">
                <a:moveTo>
                  <a:pt x="0" y="0"/>
                </a:moveTo>
                <a:lnTo>
                  <a:pt x="149255" y="95396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B8F744-9594-418F-857E-34C19D10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36" y="779810"/>
            <a:ext cx="149255" cy="476060"/>
          </a:xfrm>
          <a:custGeom xmlns:a="http://schemas.openxmlformats.org/drawingml/2006/main">
            <a:pathLst>
              <a:path w="149255" h="476060" fill="none">
                <a:moveTo>
                  <a:pt x="0" y="476060"/>
                </a:moveTo>
                <a:lnTo>
                  <a:pt x="149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33B57D-6062-43FF-AF46-D7DF6F3E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36" y="970372"/>
            <a:ext cx="149255" cy="285497"/>
          </a:xfrm>
          <a:custGeom xmlns:a="http://schemas.openxmlformats.org/drawingml/2006/main">
            <a:pathLst>
              <a:path w="149255" h="285497" fill="none">
                <a:moveTo>
                  <a:pt x="0" y="285497"/>
                </a:moveTo>
                <a:lnTo>
                  <a:pt x="149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08F659-83CA-4C44-848B-98699B81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36" y="1160935"/>
            <a:ext cx="149255" cy="94935"/>
          </a:xfrm>
          <a:custGeom xmlns:a="http://schemas.openxmlformats.org/drawingml/2006/main">
            <a:pathLst>
              <a:path w="149255" h="94935" fill="none">
                <a:moveTo>
                  <a:pt x="0" y="94935"/>
                </a:moveTo>
                <a:lnTo>
                  <a:pt x="149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22" cap="flat">
            <a:solidFill>
              <a:srgbClr val="A6A6A6"/>
            </a:solidFill>
            <a:miter/>
          </a:ln>
        </p:spPr>
      </p:sp>
      <p:sp>
        <p:nvSpPr>
          <p:cNvPr id="449" name="Text RelevantKernelRecognition">
            <a:extLst xmlns:a="http://schemas.openxmlformats.org/drawingml/2006/main">
              <a:ext uri="{FF2B5EF4-FFF2-40B4-BE49-F238E27FC236}">
                <a16:creationId xmlns:a16="http://schemas.microsoft.com/office/drawing/2014/main" id="{4BEF1940-F263-457D-8B9F-8CF6ADB1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3652" y="2954732"/>
            <a:ext cx="2319529" cy="168647"/>
          </a:xfrm>
          <a:custGeom xmlns:a="http://schemas.openxmlformats.org/drawingml/2006/main">
            <a:pathLst>
              <a:path w="2319529" h="168647">
                <a:moveTo>
                  <a:pt x="46682" y="70854"/>
                </a:moveTo>
                <a:lnTo>
                  <a:pt x="46682" y="106096"/>
                </a:lnTo>
                <a:cubicBezTo>
                  <a:pt x="46682" y="112827"/>
                  <a:pt x="47098" y="117065"/>
                  <a:pt x="47928" y="118811"/>
                </a:cubicBezTo>
                <a:cubicBezTo>
                  <a:pt x="48758" y="120554"/>
                  <a:pt x="50219" y="121946"/>
                  <a:pt x="52310" y="122988"/>
                </a:cubicBezTo>
                <a:cubicBezTo>
                  <a:pt x="54401" y="124028"/>
                  <a:pt x="58307" y="124548"/>
                  <a:pt x="64027" y="124548"/>
                </a:cubicBezTo>
                <a:lnTo>
                  <a:pt x="64027" y="127869"/>
                </a:lnTo>
                <a:lnTo>
                  <a:pt x="0" y="127869"/>
                </a:lnTo>
                <a:lnTo>
                  <a:pt x="0" y="124548"/>
                </a:lnTo>
                <a:cubicBezTo>
                  <a:pt x="5781" y="124548"/>
                  <a:pt x="9702" y="124013"/>
                  <a:pt x="11763" y="122942"/>
                </a:cubicBezTo>
                <a:cubicBezTo>
                  <a:pt x="13823" y="121871"/>
                  <a:pt x="15269" y="120479"/>
                  <a:pt x="16099" y="118764"/>
                </a:cubicBezTo>
                <a:cubicBezTo>
                  <a:pt x="16929" y="117050"/>
                  <a:pt x="17344" y="112827"/>
                  <a:pt x="17344" y="106096"/>
                </a:cubicBezTo>
                <a:lnTo>
                  <a:pt x="17344" y="24541"/>
                </a:lnTo>
                <a:cubicBezTo>
                  <a:pt x="17344" y="17810"/>
                  <a:pt x="16929" y="13572"/>
                  <a:pt x="16099" y="11829"/>
                </a:cubicBezTo>
                <a:cubicBezTo>
                  <a:pt x="15269" y="10084"/>
                  <a:pt x="13808" y="8691"/>
                  <a:pt x="11717" y="7652"/>
                </a:cubicBezTo>
                <a:cubicBezTo>
                  <a:pt x="9626" y="6610"/>
                  <a:pt x="5720" y="6089"/>
                  <a:pt x="0" y="6089"/>
                </a:cubicBezTo>
                <a:lnTo>
                  <a:pt x="0" y="2768"/>
                </a:lnTo>
                <a:lnTo>
                  <a:pt x="58122" y="2768"/>
                </a:lnTo>
                <a:cubicBezTo>
                  <a:pt x="73253" y="2768"/>
                  <a:pt x="84323" y="3812"/>
                  <a:pt x="91335" y="5902"/>
                </a:cubicBezTo>
                <a:cubicBezTo>
                  <a:pt x="98347" y="7991"/>
                  <a:pt x="104067" y="11846"/>
                  <a:pt x="108495" y="17468"/>
                </a:cubicBezTo>
                <a:cubicBezTo>
                  <a:pt x="112923" y="23090"/>
                  <a:pt x="115138" y="29680"/>
                  <a:pt x="115138" y="37237"/>
                </a:cubicBezTo>
                <a:cubicBezTo>
                  <a:pt x="115138" y="46456"/>
                  <a:pt x="111816" y="54075"/>
                  <a:pt x="105174" y="60097"/>
                </a:cubicBezTo>
                <a:cubicBezTo>
                  <a:pt x="100930" y="63907"/>
                  <a:pt x="94995" y="66764"/>
                  <a:pt x="87368" y="68669"/>
                </a:cubicBezTo>
                <a:lnTo>
                  <a:pt x="117444" y="111119"/>
                </a:lnTo>
                <a:cubicBezTo>
                  <a:pt x="121380" y="116539"/>
                  <a:pt x="124179" y="119919"/>
                  <a:pt x="125839" y="121258"/>
                </a:cubicBezTo>
                <a:cubicBezTo>
                  <a:pt x="128361" y="123146"/>
                  <a:pt x="131283" y="124181"/>
                  <a:pt x="134604" y="124363"/>
                </a:cubicBezTo>
                <a:lnTo>
                  <a:pt x="134604" y="127869"/>
                </a:lnTo>
                <a:lnTo>
                  <a:pt x="95210" y="127869"/>
                </a:lnTo>
                <a:lnTo>
                  <a:pt x="54893" y="70854"/>
                </a:lnTo>
                <a:lnTo>
                  <a:pt x="46682" y="70854"/>
                </a:lnTo>
                <a:moveTo>
                  <a:pt x="46682" y="9779"/>
                </a:moveTo>
                <a:lnTo>
                  <a:pt x="46682" y="64211"/>
                </a:lnTo>
                <a:lnTo>
                  <a:pt x="51941" y="64211"/>
                </a:lnTo>
                <a:cubicBezTo>
                  <a:pt x="60490" y="64211"/>
                  <a:pt x="66887" y="63433"/>
                  <a:pt x="71131" y="61876"/>
                </a:cubicBezTo>
                <a:cubicBezTo>
                  <a:pt x="75375" y="60317"/>
                  <a:pt x="78711" y="57507"/>
                  <a:pt x="81141" y="53446"/>
                </a:cubicBezTo>
                <a:cubicBezTo>
                  <a:pt x="83570" y="49383"/>
                  <a:pt x="84785" y="44083"/>
                  <a:pt x="84785" y="37546"/>
                </a:cubicBezTo>
                <a:cubicBezTo>
                  <a:pt x="84785" y="28076"/>
                  <a:pt x="82555" y="21081"/>
                  <a:pt x="78096" y="16560"/>
                </a:cubicBezTo>
                <a:cubicBezTo>
                  <a:pt x="73637" y="12040"/>
                  <a:pt x="66456" y="9779"/>
                  <a:pt x="56554" y="9779"/>
                </a:cubicBezTo>
                <a:lnTo>
                  <a:pt x="46682" y="9779"/>
                </a:lnTo>
                <a:close/>
                <a:moveTo>
                  <a:pt x="212572" y="81556"/>
                </a:moveTo>
                <a:lnTo>
                  <a:pt x="165244" y="81556"/>
                </a:lnTo>
                <a:cubicBezTo>
                  <a:pt x="165797" y="93026"/>
                  <a:pt x="168842" y="102092"/>
                  <a:pt x="174377" y="108752"/>
                </a:cubicBezTo>
                <a:cubicBezTo>
                  <a:pt x="178621" y="113870"/>
                  <a:pt x="183726" y="116429"/>
                  <a:pt x="189692" y="116429"/>
                </a:cubicBezTo>
                <a:cubicBezTo>
                  <a:pt x="193382" y="116429"/>
                  <a:pt x="196734" y="115399"/>
                  <a:pt x="199748" y="113339"/>
                </a:cubicBezTo>
                <a:cubicBezTo>
                  <a:pt x="202762" y="111278"/>
                  <a:pt x="205991" y="107572"/>
                  <a:pt x="209435" y="102221"/>
                </a:cubicBezTo>
                <a:lnTo>
                  <a:pt x="212572" y="104251"/>
                </a:lnTo>
                <a:cubicBezTo>
                  <a:pt x="207898" y="113784"/>
                  <a:pt x="202731" y="120535"/>
                  <a:pt x="197073" y="124502"/>
                </a:cubicBezTo>
                <a:cubicBezTo>
                  <a:pt x="191414" y="128469"/>
                  <a:pt x="184864" y="130452"/>
                  <a:pt x="177422" y="130452"/>
                </a:cubicBezTo>
                <a:cubicBezTo>
                  <a:pt x="164629" y="130452"/>
                  <a:pt x="154942" y="125527"/>
                  <a:pt x="148361" y="115677"/>
                </a:cubicBezTo>
                <a:cubicBezTo>
                  <a:pt x="143071" y="107735"/>
                  <a:pt x="140426" y="97884"/>
                  <a:pt x="140426" y="86125"/>
                </a:cubicBezTo>
                <a:cubicBezTo>
                  <a:pt x="140426" y="71718"/>
                  <a:pt x="144317" y="60251"/>
                  <a:pt x="152097" y="51725"/>
                </a:cubicBezTo>
                <a:cubicBezTo>
                  <a:pt x="159877" y="43197"/>
                  <a:pt x="168996" y="38933"/>
                  <a:pt x="179451" y="38933"/>
                </a:cubicBezTo>
                <a:cubicBezTo>
                  <a:pt x="188185" y="38933"/>
                  <a:pt x="195766" y="42515"/>
                  <a:pt x="202193" y="49681"/>
                </a:cubicBezTo>
                <a:cubicBezTo>
                  <a:pt x="208620" y="56846"/>
                  <a:pt x="212080" y="67471"/>
                  <a:pt x="212572" y="81556"/>
                </a:cubicBezTo>
                <a:moveTo>
                  <a:pt x="189877" y="75467"/>
                </a:moveTo>
                <a:cubicBezTo>
                  <a:pt x="189877" y="65564"/>
                  <a:pt x="189338" y="58768"/>
                  <a:pt x="188262" y="55078"/>
                </a:cubicBezTo>
                <a:cubicBezTo>
                  <a:pt x="187186" y="51388"/>
                  <a:pt x="185510" y="48589"/>
                  <a:pt x="183234" y="46682"/>
                </a:cubicBezTo>
                <a:cubicBezTo>
                  <a:pt x="181942" y="45575"/>
                  <a:pt x="180220" y="45022"/>
                  <a:pt x="178068" y="45022"/>
                </a:cubicBezTo>
                <a:cubicBezTo>
                  <a:pt x="174869" y="45022"/>
                  <a:pt x="172255" y="46590"/>
                  <a:pt x="170226" y="49727"/>
                </a:cubicBezTo>
                <a:cubicBezTo>
                  <a:pt x="166597" y="55201"/>
                  <a:pt x="164783" y="62704"/>
                  <a:pt x="164783" y="72238"/>
                </a:cubicBezTo>
                <a:lnTo>
                  <a:pt x="164783" y="75467"/>
                </a:lnTo>
                <a:lnTo>
                  <a:pt x="189877" y="75467"/>
                </a:lnTo>
                <a:close/>
                <a:moveTo>
                  <a:pt x="256783" y="2768"/>
                </a:moveTo>
                <a:lnTo>
                  <a:pt x="256783" y="109971"/>
                </a:lnTo>
                <a:cubicBezTo>
                  <a:pt x="256783" y="116060"/>
                  <a:pt x="257491" y="119950"/>
                  <a:pt x="258905" y="121642"/>
                </a:cubicBezTo>
                <a:cubicBezTo>
                  <a:pt x="260320" y="123333"/>
                  <a:pt x="263088" y="124302"/>
                  <a:pt x="267208" y="124548"/>
                </a:cubicBezTo>
                <a:lnTo>
                  <a:pt x="267208" y="127869"/>
                </a:lnTo>
                <a:lnTo>
                  <a:pt x="220618" y="127869"/>
                </a:lnTo>
                <a:lnTo>
                  <a:pt x="220618" y="124548"/>
                </a:lnTo>
                <a:cubicBezTo>
                  <a:pt x="224432" y="124425"/>
                  <a:pt x="227261" y="123318"/>
                  <a:pt x="229106" y="121227"/>
                </a:cubicBezTo>
                <a:cubicBezTo>
                  <a:pt x="230336" y="119812"/>
                  <a:pt x="230951" y="116060"/>
                  <a:pt x="230951" y="109971"/>
                </a:cubicBezTo>
                <a:lnTo>
                  <a:pt x="230951" y="20666"/>
                </a:lnTo>
                <a:cubicBezTo>
                  <a:pt x="230951" y="14600"/>
                  <a:pt x="230244" y="10716"/>
                  <a:pt x="228829" y="9015"/>
                </a:cubicBezTo>
                <a:cubicBezTo>
                  <a:pt x="227415" y="7312"/>
                  <a:pt x="224678" y="6337"/>
                  <a:pt x="220618" y="6089"/>
                </a:cubicBezTo>
                <a:lnTo>
                  <a:pt x="220618" y="2768"/>
                </a:lnTo>
                <a:lnTo>
                  <a:pt x="256783" y="2768"/>
                </a:lnTo>
                <a:close/>
                <a:moveTo>
                  <a:pt x="348385" y="81556"/>
                </a:moveTo>
                <a:lnTo>
                  <a:pt x="301057" y="81556"/>
                </a:lnTo>
                <a:cubicBezTo>
                  <a:pt x="301610" y="93026"/>
                  <a:pt x="304655" y="102092"/>
                  <a:pt x="310190" y="108752"/>
                </a:cubicBezTo>
                <a:cubicBezTo>
                  <a:pt x="314434" y="113870"/>
                  <a:pt x="319539" y="116429"/>
                  <a:pt x="325505" y="116429"/>
                </a:cubicBezTo>
                <a:cubicBezTo>
                  <a:pt x="329195" y="116429"/>
                  <a:pt x="332547" y="115399"/>
                  <a:pt x="335561" y="113339"/>
                </a:cubicBezTo>
                <a:cubicBezTo>
                  <a:pt x="338575" y="111278"/>
                  <a:pt x="341804" y="107572"/>
                  <a:pt x="345248" y="102221"/>
                </a:cubicBezTo>
                <a:lnTo>
                  <a:pt x="348385" y="104251"/>
                </a:lnTo>
                <a:cubicBezTo>
                  <a:pt x="343711" y="113784"/>
                  <a:pt x="338544" y="120535"/>
                  <a:pt x="332886" y="124502"/>
                </a:cubicBezTo>
                <a:cubicBezTo>
                  <a:pt x="327227" y="128469"/>
                  <a:pt x="320677" y="130452"/>
                  <a:pt x="313235" y="130452"/>
                </a:cubicBezTo>
                <a:cubicBezTo>
                  <a:pt x="300442" y="130452"/>
                  <a:pt x="290755" y="125527"/>
                  <a:pt x="284174" y="115677"/>
                </a:cubicBezTo>
                <a:cubicBezTo>
                  <a:pt x="278884" y="107735"/>
                  <a:pt x="276239" y="97884"/>
                  <a:pt x="276239" y="86125"/>
                </a:cubicBezTo>
                <a:cubicBezTo>
                  <a:pt x="276239" y="71718"/>
                  <a:pt x="280130" y="60251"/>
                  <a:pt x="287910" y="51725"/>
                </a:cubicBezTo>
                <a:cubicBezTo>
                  <a:pt x="295690" y="43197"/>
                  <a:pt x="304809" y="38933"/>
                  <a:pt x="315264" y="38933"/>
                </a:cubicBezTo>
                <a:cubicBezTo>
                  <a:pt x="323998" y="38933"/>
                  <a:pt x="331579" y="42515"/>
                  <a:pt x="338006" y="49681"/>
                </a:cubicBezTo>
                <a:cubicBezTo>
                  <a:pt x="344433" y="56846"/>
                  <a:pt x="347893" y="67471"/>
                  <a:pt x="348385" y="81556"/>
                </a:cubicBezTo>
                <a:moveTo>
                  <a:pt x="325690" y="75467"/>
                </a:moveTo>
                <a:cubicBezTo>
                  <a:pt x="325690" y="65564"/>
                  <a:pt x="325151" y="58768"/>
                  <a:pt x="324075" y="55078"/>
                </a:cubicBezTo>
                <a:cubicBezTo>
                  <a:pt x="322999" y="51388"/>
                  <a:pt x="321323" y="48589"/>
                  <a:pt x="319047" y="46682"/>
                </a:cubicBezTo>
                <a:cubicBezTo>
                  <a:pt x="317755" y="45575"/>
                  <a:pt x="316033" y="45022"/>
                  <a:pt x="313881" y="45022"/>
                </a:cubicBezTo>
                <a:cubicBezTo>
                  <a:pt x="310682" y="45022"/>
                  <a:pt x="308068" y="46590"/>
                  <a:pt x="306039" y="49727"/>
                </a:cubicBezTo>
                <a:cubicBezTo>
                  <a:pt x="302410" y="55201"/>
                  <a:pt x="300595" y="62704"/>
                  <a:pt x="300595" y="72238"/>
                </a:cubicBezTo>
                <a:lnTo>
                  <a:pt x="300595" y="75467"/>
                </a:lnTo>
                <a:lnTo>
                  <a:pt x="325690" y="75467"/>
                </a:lnTo>
                <a:close/>
                <a:moveTo>
                  <a:pt x="397763" y="130452"/>
                </a:moveTo>
                <a:lnTo>
                  <a:pt x="368701" y="63525"/>
                </a:lnTo>
                <a:cubicBezTo>
                  <a:pt x="365196" y="55405"/>
                  <a:pt x="362459" y="50260"/>
                  <a:pt x="360491" y="48092"/>
                </a:cubicBezTo>
                <a:cubicBezTo>
                  <a:pt x="359076" y="46480"/>
                  <a:pt x="356985" y="45395"/>
                  <a:pt x="354217" y="44837"/>
                </a:cubicBezTo>
                <a:lnTo>
                  <a:pt x="354217" y="41516"/>
                </a:lnTo>
                <a:lnTo>
                  <a:pt x="400069" y="41516"/>
                </a:lnTo>
                <a:lnTo>
                  <a:pt x="400069" y="44837"/>
                </a:lnTo>
                <a:cubicBezTo>
                  <a:pt x="397178" y="44837"/>
                  <a:pt x="395210" y="45363"/>
                  <a:pt x="394165" y="46414"/>
                </a:cubicBezTo>
                <a:cubicBezTo>
                  <a:pt x="392688" y="47777"/>
                  <a:pt x="391950" y="49386"/>
                  <a:pt x="391950" y="51240"/>
                </a:cubicBezTo>
                <a:cubicBezTo>
                  <a:pt x="391950" y="53530"/>
                  <a:pt x="393304" y="57830"/>
                  <a:pt x="396010" y="64142"/>
                </a:cubicBezTo>
                <a:lnTo>
                  <a:pt x="410217" y="96559"/>
                </a:lnTo>
                <a:lnTo>
                  <a:pt x="421565" y="68576"/>
                </a:lnTo>
                <a:cubicBezTo>
                  <a:pt x="424825" y="60540"/>
                  <a:pt x="426455" y="54853"/>
                  <a:pt x="426455" y="51514"/>
                </a:cubicBezTo>
                <a:cubicBezTo>
                  <a:pt x="426455" y="49598"/>
                  <a:pt x="425763" y="48037"/>
                  <a:pt x="424379" y="46832"/>
                </a:cubicBezTo>
                <a:cubicBezTo>
                  <a:pt x="422995" y="45625"/>
                  <a:pt x="420550" y="44960"/>
                  <a:pt x="417044" y="44837"/>
                </a:cubicBezTo>
                <a:lnTo>
                  <a:pt x="417044" y="41516"/>
                </a:lnTo>
                <a:lnTo>
                  <a:pt x="445275" y="41516"/>
                </a:lnTo>
                <a:lnTo>
                  <a:pt x="445275" y="44837"/>
                </a:lnTo>
                <a:cubicBezTo>
                  <a:pt x="442569" y="45208"/>
                  <a:pt x="440355" y="46228"/>
                  <a:pt x="438633" y="47896"/>
                </a:cubicBezTo>
                <a:cubicBezTo>
                  <a:pt x="436911" y="49564"/>
                  <a:pt x="434327" y="54476"/>
                  <a:pt x="430883" y="62631"/>
                </a:cubicBezTo>
                <a:lnTo>
                  <a:pt x="402099" y="130452"/>
                </a:lnTo>
                <a:lnTo>
                  <a:pt x="397763" y="130452"/>
                </a:lnTo>
                <a:close/>
                <a:moveTo>
                  <a:pt x="500906" y="115138"/>
                </a:moveTo>
                <a:cubicBezTo>
                  <a:pt x="490389" y="124486"/>
                  <a:pt x="480948" y="129161"/>
                  <a:pt x="472583" y="129161"/>
                </a:cubicBezTo>
                <a:cubicBezTo>
                  <a:pt x="467663" y="129161"/>
                  <a:pt x="463573" y="127541"/>
                  <a:pt x="460313" y="124303"/>
                </a:cubicBezTo>
                <a:cubicBezTo>
                  <a:pt x="457053" y="121062"/>
                  <a:pt x="455423" y="117005"/>
                  <a:pt x="455423" y="112131"/>
                </a:cubicBezTo>
                <a:cubicBezTo>
                  <a:pt x="455423" y="105526"/>
                  <a:pt x="458253" y="99586"/>
                  <a:pt x="463911" y="94310"/>
                </a:cubicBezTo>
                <a:cubicBezTo>
                  <a:pt x="469570" y="89034"/>
                  <a:pt x="481901" y="82015"/>
                  <a:pt x="500906" y="73253"/>
                </a:cubicBezTo>
                <a:lnTo>
                  <a:pt x="500906" y="64580"/>
                </a:lnTo>
                <a:cubicBezTo>
                  <a:pt x="500906" y="58061"/>
                  <a:pt x="500553" y="53955"/>
                  <a:pt x="499845" y="52264"/>
                </a:cubicBezTo>
                <a:cubicBezTo>
                  <a:pt x="499138" y="50573"/>
                  <a:pt x="497800" y="49096"/>
                  <a:pt x="495832" y="47836"/>
                </a:cubicBezTo>
                <a:cubicBezTo>
                  <a:pt x="493864" y="46575"/>
                  <a:pt x="491650" y="45944"/>
                  <a:pt x="489190" y="45944"/>
                </a:cubicBezTo>
                <a:cubicBezTo>
                  <a:pt x="485192" y="45944"/>
                  <a:pt x="481901" y="46836"/>
                  <a:pt x="479318" y="48620"/>
                </a:cubicBezTo>
                <a:cubicBezTo>
                  <a:pt x="477719" y="49727"/>
                  <a:pt x="476919" y="51018"/>
                  <a:pt x="476919" y="52495"/>
                </a:cubicBezTo>
                <a:cubicBezTo>
                  <a:pt x="476919" y="53786"/>
                  <a:pt x="477780" y="55385"/>
                  <a:pt x="479503" y="57292"/>
                </a:cubicBezTo>
                <a:cubicBezTo>
                  <a:pt x="481840" y="59937"/>
                  <a:pt x="483008" y="62489"/>
                  <a:pt x="483008" y="64949"/>
                </a:cubicBezTo>
                <a:cubicBezTo>
                  <a:pt x="483008" y="67963"/>
                  <a:pt x="481886" y="70531"/>
                  <a:pt x="479641" y="72653"/>
                </a:cubicBezTo>
                <a:cubicBezTo>
                  <a:pt x="477396" y="74775"/>
                  <a:pt x="474459" y="75836"/>
                  <a:pt x="470830" y="75836"/>
                </a:cubicBezTo>
                <a:cubicBezTo>
                  <a:pt x="466956" y="75836"/>
                  <a:pt x="463711" y="74667"/>
                  <a:pt x="461097" y="72330"/>
                </a:cubicBezTo>
                <a:cubicBezTo>
                  <a:pt x="458483" y="69993"/>
                  <a:pt x="457176" y="67256"/>
                  <a:pt x="457176" y="64119"/>
                </a:cubicBezTo>
                <a:cubicBezTo>
                  <a:pt x="457176" y="59691"/>
                  <a:pt x="458929" y="55462"/>
                  <a:pt x="462435" y="51434"/>
                </a:cubicBezTo>
                <a:cubicBezTo>
                  <a:pt x="465941" y="47405"/>
                  <a:pt x="470830" y="44314"/>
                  <a:pt x="477104" y="42162"/>
                </a:cubicBezTo>
                <a:cubicBezTo>
                  <a:pt x="483377" y="40009"/>
                  <a:pt x="489897" y="38933"/>
                  <a:pt x="496663" y="38933"/>
                </a:cubicBezTo>
                <a:cubicBezTo>
                  <a:pt x="504843" y="38933"/>
                  <a:pt x="511316" y="40675"/>
                  <a:pt x="516083" y="44160"/>
                </a:cubicBezTo>
                <a:cubicBezTo>
                  <a:pt x="520849" y="47642"/>
                  <a:pt x="523940" y="51418"/>
                  <a:pt x="525355" y="55487"/>
                </a:cubicBezTo>
                <a:cubicBezTo>
                  <a:pt x="526216" y="58076"/>
                  <a:pt x="526646" y="64025"/>
                  <a:pt x="526646" y="73333"/>
                </a:cubicBezTo>
                <a:lnTo>
                  <a:pt x="526646" y="106901"/>
                </a:lnTo>
                <a:cubicBezTo>
                  <a:pt x="526646" y="110847"/>
                  <a:pt x="526800" y="113329"/>
                  <a:pt x="527108" y="114348"/>
                </a:cubicBezTo>
                <a:cubicBezTo>
                  <a:pt x="527415" y="115364"/>
                  <a:pt x="527876" y="116120"/>
                  <a:pt x="528491" y="116614"/>
                </a:cubicBezTo>
                <a:cubicBezTo>
                  <a:pt x="529106" y="117106"/>
                  <a:pt x="529814" y="117352"/>
                  <a:pt x="530613" y="117352"/>
                </a:cubicBezTo>
                <a:cubicBezTo>
                  <a:pt x="532212" y="117352"/>
                  <a:pt x="533842" y="116214"/>
                  <a:pt x="535503" y="113938"/>
                </a:cubicBezTo>
                <a:lnTo>
                  <a:pt x="538271" y="116152"/>
                </a:lnTo>
                <a:cubicBezTo>
                  <a:pt x="535195" y="120704"/>
                  <a:pt x="532013" y="124010"/>
                  <a:pt x="528722" y="126070"/>
                </a:cubicBezTo>
                <a:cubicBezTo>
                  <a:pt x="525432" y="128130"/>
                  <a:pt x="521695" y="129161"/>
                  <a:pt x="517513" y="129161"/>
                </a:cubicBezTo>
                <a:cubicBezTo>
                  <a:pt x="512592" y="129161"/>
                  <a:pt x="508748" y="128000"/>
                  <a:pt x="505981" y="125678"/>
                </a:cubicBezTo>
                <a:cubicBezTo>
                  <a:pt x="503213" y="123356"/>
                  <a:pt x="501521" y="119843"/>
                  <a:pt x="500906" y="115138"/>
                </a:cubicBezTo>
                <a:moveTo>
                  <a:pt x="500906" y="108310"/>
                </a:moveTo>
                <a:lnTo>
                  <a:pt x="500906" y="79451"/>
                </a:lnTo>
                <a:cubicBezTo>
                  <a:pt x="493464" y="83839"/>
                  <a:pt x="487929" y="88537"/>
                  <a:pt x="484300" y="93543"/>
                </a:cubicBezTo>
                <a:cubicBezTo>
                  <a:pt x="481901" y="96880"/>
                  <a:pt x="480702" y="100249"/>
                  <a:pt x="480702" y="103649"/>
                </a:cubicBezTo>
                <a:cubicBezTo>
                  <a:pt x="480702" y="106491"/>
                  <a:pt x="481717" y="108995"/>
                  <a:pt x="483746" y="111159"/>
                </a:cubicBezTo>
                <a:cubicBezTo>
                  <a:pt x="485284" y="112827"/>
                  <a:pt x="487437" y="113661"/>
                  <a:pt x="490204" y="113661"/>
                </a:cubicBezTo>
                <a:cubicBezTo>
                  <a:pt x="493280" y="113661"/>
                  <a:pt x="496847" y="111878"/>
                  <a:pt x="500906" y="108310"/>
                </a:cubicBezTo>
                <a:close/>
                <a:moveTo>
                  <a:pt x="583016" y="41516"/>
                </a:moveTo>
                <a:lnTo>
                  <a:pt x="583016" y="52771"/>
                </a:lnTo>
                <a:cubicBezTo>
                  <a:pt x="587444" y="47941"/>
                  <a:pt x="591688" y="44428"/>
                  <a:pt x="595748" y="42231"/>
                </a:cubicBezTo>
                <a:cubicBezTo>
                  <a:pt x="599807" y="40032"/>
                  <a:pt x="604174" y="38933"/>
                  <a:pt x="608848" y="38933"/>
                </a:cubicBezTo>
                <a:cubicBezTo>
                  <a:pt x="614445" y="38933"/>
                  <a:pt x="619089" y="40488"/>
                  <a:pt x="622779" y="43598"/>
                </a:cubicBezTo>
                <a:cubicBezTo>
                  <a:pt x="626469" y="46707"/>
                  <a:pt x="628930" y="50572"/>
                  <a:pt x="630160" y="55190"/>
                </a:cubicBezTo>
                <a:cubicBezTo>
                  <a:pt x="631144" y="58702"/>
                  <a:pt x="631636" y="65446"/>
                  <a:pt x="631636" y="75424"/>
                </a:cubicBezTo>
                <a:lnTo>
                  <a:pt x="631636" y="109049"/>
                </a:lnTo>
                <a:cubicBezTo>
                  <a:pt x="631636" y="115691"/>
                  <a:pt x="632235" y="119827"/>
                  <a:pt x="633435" y="121457"/>
                </a:cubicBezTo>
                <a:cubicBezTo>
                  <a:pt x="634634" y="123087"/>
                  <a:pt x="637140" y="124117"/>
                  <a:pt x="640954" y="124548"/>
                </a:cubicBezTo>
                <a:lnTo>
                  <a:pt x="640954" y="127869"/>
                </a:lnTo>
                <a:lnTo>
                  <a:pt x="597316" y="127869"/>
                </a:lnTo>
                <a:lnTo>
                  <a:pt x="597316" y="124548"/>
                </a:lnTo>
                <a:cubicBezTo>
                  <a:pt x="600576" y="124117"/>
                  <a:pt x="602913" y="122764"/>
                  <a:pt x="604327" y="120488"/>
                </a:cubicBezTo>
                <a:cubicBezTo>
                  <a:pt x="605312" y="118951"/>
                  <a:pt x="605804" y="115138"/>
                  <a:pt x="605804" y="109049"/>
                </a:cubicBezTo>
                <a:lnTo>
                  <a:pt x="605804" y="70669"/>
                </a:lnTo>
                <a:cubicBezTo>
                  <a:pt x="605804" y="63596"/>
                  <a:pt x="605527" y="59137"/>
                  <a:pt x="604973" y="57292"/>
                </a:cubicBezTo>
                <a:cubicBezTo>
                  <a:pt x="604420" y="55447"/>
                  <a:pt x="603482" y="54017"/>
                  <a:pt x="602159" y="53002"/>
                </a:cubicBezTo>
                <a:cubicBezTo>
                  <a:pt x="600837" y="51987"/>
                  <a:pt x="599376" y="51480"/>
                  <a:pt x="597777" y="51480"/>
                </a:cubicBezTo>
                <a:cubicBezTo>
                  <a:pt x="592488" y="51480"/>
                  <a:pt x="587567" y="55293"/>
                  <a:pt x="583016" y="62920"/>
                </a:cubicBezTo>
                <a:lnTo>
                  <a:pt x="583016" y="109049"/>
                </a:lnTo>
                <a:cubicBezTo>
                  <a:pt x="583016" y="115507"/>
                  <a:pt x="583616" y="119597"/>
                  <a:pt x="584815" y="121319"/>
                </a:cubicBezTo>
                <a:cubicBezTo>
                  <a:pt x="586014" y="123041"/>
                  <a:pt x="588244" y="124117"/>
                  <a:pt x="591504" y="124548"/>
                </a:cubicBezTo>
                <a:lnTo>
                  <a:pt x="591504" y="127869"/>
                </a:lnTo>
                <a:lnTo>
                  <a:pt x="547866" y="127869"/>
                </a:lnTo>
                <a:lnTo>
                  <a:pt x="547866" y="124548"/>
                </a:lnTo>
                <a:cubicBezTo>
                  <a:pt x="551495" y="124179"/>
                  <a:pt x="554078" y="123010"/>
                  <a:pt x="555615" y="121042"/>
                </a:cubicBezTo>
                <a:cubicBezTo>
                  <a:pt x="556661" y="119689"/>
                  <a:pt x="557184" y="115691"/>
                  <a:pt x="557184" y="109049"/>
                </a:cubicBezTo>
                <a:lnTo>
                  <a:pt x="557184" y="60337"/>
                </a:lnTo>
                <a:cubicBezTo>
                  <a:pt x="557184" y="53738"/>
                  <a:pt x="556584" y="49630"/>
                  <a:pt x="555385" y="48011"/>
                </a:cubicBezTo>
                <a:cubicBezTo>
                  <a:pt x="554185" y="46393"/>
                  <a:pt x="551679" y="45335"/>
                  <a:pt x="547866" y="44837"/>
                </a:cubicBezTo>
                <a:lnTo>
                  <a:pt x="547866" y="41516"/>
                </a:lnTo>
                <a:lnTo>
                  <a:pt x="583016" y="41516"/>
                </a:lnTo>
                <a:close/>
                <a:moveTo>
                  <a:pt x="687432" y="9779"/>
                </a:moveTo>
                <a:lnTo>
                  <a:pt x="687432" y="41516"/>
                </a:lnTo>
                <a:lnTo>
                  <a:pt x="707913" y="41516"/>
                </a:lnTo>
                <a:lnTo>
                  <a:pt x="707913" y="50557"/>
                </a:lnTo>
                <a:lnTo>
                  <a:pt x="687432" y="50557"/>
                </a:lnTo>
                <a:lnTo>
                  <a:pt x="687432" y="103934"/>
                </a:lnTo>
                <a:cubicBezTo>
                  <a:pt x="687432" y="108929"/>
                  <a:pt x="687662" y="112152"/>
                  <a:pt x="688124" y="113601"/>
                </a:cubicBezTo>
                <a:cubicBezTo>
                  <a:pt x="688585" y="115050"/>
                  <a:pt x="689400" y="116223"/>
                  <a:pt x="690568" y="117118"/>
                </a:cubicBezTo>
                <a:cubicBezTo>
                  <a:pt x="691737" y="118012"/>
                  <a:pt x="692813" y="118459"/>
                  <a:pt x="693797" y="118459"/>
                </a:cubicBezTo>
                <a:cubicBezTo>
                  <a:pt x="697795" y="118459"/>
                  <a:pt x="701578" y="115384"/>
                  <a:pt x="705145" y="109233"/>
                </a:cubicBezTo>
                <a:lnTo>
                  <a:pt x="707913" y="111283"/>
                </a:lnTo>
                <a:cubicBezTo>
                  <a:pt x="702931" y="123201"/>
                  <a:pt x="694843" y="129161"/>
                  <a:pt x="683649" y="129161"/>
                </a:cubicBezTo>
                <a:cubicBezTo>
                  <a:pt x="678175" y="129161"/>
                  <a:pt x="673547" y="127634"/>
                  <a:pt x="669764" y="124580"/>
                </a:cubicBezTo>
                <a:cubicBezTo>
                  <a:pt x="665982" y="121524"/>
                  <a:pt x="663568" y="118113"/>
                  <a:pt x="662522" y="114348"/>
                </a:cubicBezTo>
                <a:cubicBezTo>
                  <a:pt x="661907" y="112249"/>
                  <a:pt x="661600" y="106570"/>
                  <a:pt x="661600" y="97312"/>
                </a:cubicBezTo>
                <a:lnTo>
                  <a:pt x="661600" y="50557"/>
                </a:lnTo>
                <a:lnTo>
                  <a:pt x="650344" y="50557"/>
                </a:lnTo>
                <a:lnTo>
                  <a:pt x="650344" y="47320"/>
                </a:lnTo>
                <a:cubicBezTo>
                  <a:pt x="658094" y="41834"/>
                  <a:pt x="664690" y="36071"/>
                  <a:pt x="670133" y="30030"/>
                </a:cubicBezTo>
                <a:cubicBezTo>
                  <a:pt x="675577" y="23989"/>
                  <a:pt x="680328" y="17239"/>
                  <a:pt x="684387" y="9779"/>
                </a:cubicBezTo>
                <a:lnTo>
                  <a:pt x="687432" y="9779"/>
                </a:lnTo>
                <a:close/>
                <a:moveTo>
                  <a:pt x="836028" y="50736"/>
                </a:moveTo>
                <a:lnTo>
                  <a:pt x="880035" y="105707"/>
                </a:lnTo>
                <a:cubicBezTo>
                  <a:pt x="886247" y="113503"/>
                  <a:pt x="891598" y="118793"/>
                  <a:pt x="896088" y="121578"/>
                </a:cubicBezTo>
                <a:cubicBezTo>
                  <a:pt x="899348" y="123558"/>
                  <a:pt x="902792" y="124548"/>
                  <a:pt x="906421" y="124548"/>
                </a:cubicBezTo>
                <a:lnTo>
                  <a:pt x="906421" y="127869"/>
                </a:lnTo>
                <a:lnTo>
                  <a:pt x="841287" y="127869"/>
                </a:lnTo>
                <a:lnTo>
                  <a:pt x="841287" y="124548"/>
                </a:lnTo>
                <a:cubicBezTo>
                  <a:pt x="845408" y="124177"/>
                  <a:pt x="848068" y="123528"/>
                  <a:pt x="849267" y="122602"/>
                </a:cubicBezTo>
                <a:cubicBezTo>
                  <a:pt x="850467" y="121675"/>
                  <a:pt x="851066" y="120532"/>
                  <a:pt x="851066" y="119171"/>
                </a:cubicBezTo>
                <a:cubicBezTo>
                  <a:pt x="851066" y="116576"/>
                  <a:pt x="848237" y="111695"/>
                  <a:pt x="842579" y="104528"/>
                </a:cubicBezTo>
                <a:lnTo>
                  <a:pt x="813886" y="68550"/>
                </a:lnTo>
                <a:lnTo>
                  <a:pt x="809274" y="72330"/>
                </a:lnTo>
                <a:lnTo>
                  <a:pt x="809274" y="106465"/>
                </a:lnTo>
                <a:cubicBezTo>
                  <a:pt x="809274" y="113018"/>
                  <a:pt x="809643" y="117098"/>
                  <a:pt x="810381" y="118707"/>
                </a:cubicBezTo>
                <a:cubicBezTo>
                  <a:pt x="811119" y="120314"/>
                  <a:pt x="812533" y="121689"/>
                  <a:pt x="814624" y="122832"/>
                </a:cubicBezTo>
                <a:cubicBezTo>
                  <a:pt x="816716" y="123976"/>
                  <a:pt x="820068" y="124548"/>
                  <a:pt x="824681" y="124548"/>
                </a:cubicBezTo>
                <a:lnTo>
                  <a:pt x="824681" y="127869"/>
                </a:lnTo>
                <a:lnTo>
                  <a:pt x="761576" y="127869"/>
                </a:lnTo>
                <a:lnTo>
                  <a:pt x="761576" y="124548"/>
                </a:lnTo>
                <a:lnTo>
                  <a:pt x="765728" y="124548"/>
                </a:lnTo>
                <a:cubicBezTo>
                  <a:pt x="769357" y="124548"/>
                  <a:pt x="772278" y="123899"/>
                  <a:pt x="774492" y="122602"/>
                </a:cubicBezTo>
                <a:cubicBezTo>
                  <a:pt x="776091" y="121735"/>
                  <a:pt x="777322" y="120251"/>
                  <a:pt x="778183" y="118150"/>
                </a:cubicBezTo>
                <a:cubicBezTo>
                  <a:pt x="778859" y="116667"/>
                  <a:pt x="779198" y="112772"/>
                  <a:pt x="779198" y="106465"/>
                </a:cubicBezTo>
                <a:lnTo>
                  <a:pt x="779198" y="24172"/>
                </a:lnTo>
                <a:cubicBezTo>
                  <a:pt x="779198" y="17742"/>
                  <a:pt x="778859" y="13724"/>
                  <a:pt x="778183" y="12117"/>
                </a:cubicBezTo>
                <a:cubicBezTo>
                  <a:pt x="777506" y="10509"/>
                  <a:pt x="776138" y="9102"/>
                  <a:pt x="774077" y="7897"/>
                </a:cubicBezTo>
                <a:cubicBezTo>
                  <a:pt x="772017" y="6692"/>
                  <a:pt x="769234" y="6089"/>
                  <a:pt x="765728" y="6089"/>
                </a:cubicBezTo>
                <a:lnTo>
                  <a:pt x="761576" y="6089"/>
                </a:lnTo>
                <a:lnTo>
                  <a:pt x="761576" y="2768"/>
                </a:lnTo>
                <a:lnTo>
                  <a:pt x="823850" y="2768"/>
                </a:lnTo>
                <a:lnTo>
                  <a:pt x="823850" y="6089"/>
                </a:lnTo>
                <a:cubicBezTo>
                  <a:pt x="819606" y="6089"/>
                  <a:pt x="816377" y="6707"/>
                  <a:pt x="814163" y="7943"/>
                </a:cubicBezTo>
                <a:cubicBezTo>
                  <a:pt x="812564" y="8810"/>
                  <a:pt x="811303" y="10263"/>
                  <a:pt x="810381" y="12302"/>
                </a:cubicBezTo>
                <a:cubicBezTo>
                  <a:pt x="809643" y="13847"/>
                  <a:pt x="809274" y="17804"/>
                  <a:pt x="809274" y="24172"/>
                </a:cubicBezTo>
                <a:lnTo>
                  <a:pt x="809274" y="63104"/>
                </a:lnTo>
                <a:lnTo>
                  <a:pt x="855679" y="25529"/>
                </a:lnTo>
                <a:cubicBezTo>
                  <a:pt x="862137" y="20284"/>
                  <a:pt x="865366" y="16087"/>
                  <a:pt x="865366" y="12939"/>
                </a:cubicBezTo>
                <a:cubicBezTo>
                  <a:pt x="865366" y="10594"/>
                  <a:pt x="864044" y="8743"/>
                  <a:pt x="861399" y="7386"/>
                </a:cubicBezTo>
                <a:cubicBezTo>
                  <a:pt x="860046" y="6706"/>
                  <a:pt x="856694" y="6274"/>
                  <a:pt x="851343" y="6089"/>
                </a:cubicBezTo>
                <a:lnTo>
                  <a:pt x="851343" y="2768"/>
                </a:lnTo>
                <a:lnTo>
                  <a:pt x="900147" y="2768"/>
                </a:lnTo>
                <a:lnTo>
                  <a:pt x="900147" y="6089"/>
                </a:lnTo>
                <a:cubicBezTo>
                  <a:pt x="895780" y="6398"/>
                  <a:pt x="892352" y="7187"/>
                  <a:pt x="889861" y="8456"/>
                </a:cubicBezTo>
                <a:cubicBezTo>
                  <a:pt x="887370" y="9725"/>
                  <a:pt x="881634" y="14010"/>
                  <a:pt x="872655" y="21312"/>
                </a:cubicBezTo>
                <a:lnTo>
                  <a:pt x="836028" y="50736"/>
                </a:lnTo>
                <a:close/>
                <a:moveTo>
                  <a:pt x="983538" y="81556"/>
                </a:moveTo>
                <a:lnTo>
                  <a:pt x="936210" y="81556"/>
                </a:lnTo>
                <a:cubicBezTo>
                  <a:pt x="936763" y="93026"/>
                  <a:pt x="939808" y="102092"/>
                  <a:pt x="945343" y="108752"/>
                </a:cubicBezTo>
                <a:cubicBezTo>
                  <a:pt x="949587" y="113870"/>
                  <a:pt x="954692" y="116429"/>
                  <a:pt x="960658" y="116429"/>
                </a:cubicBezTo>
                <a:cubicBezTo>
                  <a:pt x="964348" y="116429"/>
                  <a:pt x="967700" y="115399"/>
                  <a:pt x="970714" y="113339"/>
                </a:cubicBezTo>
                <a:cubicBezTo>
                  <a:pt x="973728" y="111278"/>
                  <a:pt x="976957" y="107572"/>
                  <a:pt x="980401" y="102221"/>
                </a:cubicBezTo>
                <a:lnTo>
                  <a:pt x="983538" y="104251"/>
                </a:lnTo>
                <a:cubicBezTo>
                  <a:pt x="978863" y="113784"/>
                  <a:pt x="973697" y="120535"/>
                  <a:pt x="968038" y="124502"/>
                </a:cubicBezTo>
                <a:cubicBezTo>
                  <a:pt x="962380" y="128469"/>
                  <a:pt x="955830" y="130452"/>
                  <a:pt x="948388" y="130452"/>
                </a:cubicBezTo>
                <a:cubicBezTo>
                  <a:pt x="935595" y="130452"/>
                  <a:pt x="925907" y="125527"/>
                  <a:pt x="919326" y="115677"/>
                </a:cubicBezTo>
                <a:cubicBezTo>
                  <a:pt x="914037" y="107735"/>
                  <a:pt x="911392" y="97884"/>
                  <a:pt x="911392" y="86125"/>
                </a:cubicBezTo>
                <a:cubicBezTo>
                  <a:pt x="911392" y="71718"/>
                  <a:pt x="915282" y="60251"/>
                  <a:pt x="923063" y="51725"/>
                </a:cubicBezTo>
                <a:cubicBezTo>
                  <a:pt x="930843" y="43197"/>
                  <a:pt x="939961" y="38933"/>
                  <a:pt x="950417" y="38933"/>
                </a:cubicBezTo>
                <a:cubicBezTo>
                  <a:pt x="959151" y="38933"/>
                  <a:pt x="966732" y="42515"/>
                  <a:pt x="973159" y="49681"/>
                </a:cubicBezTo>
                <a:cubicBezTo>
                  <a:pt x="979586" y="56846"/>
                  <a:pt x="983046" y="67471"/>
                  <a:pt x="983538" y="81556"/>
                </a:cubicBezTo>
                <a:moveTo>
                  <a:pt x="960842" y="75467"/>
                </a:moveTo>
                <a:cubicBezTo>
                  <a:pt x="960842" y="65564"/>
                  <a:pt x="960304" y="58768"/>
                  <a:pt x="959228" y="55078"/>
                </a:cubicBezTo>
                <a:cubicBezTo>
                  <a:pt x="958152" y="51388"/>
                  <a:pt x="956476" y="48589"/>
                  <a:pt x="954200" y="46682"/>
                </a:cubicBezTo>
                <a:cubicBezTo>
                  <a:pt x="952908" y="45575"/>
                  <a:pt x="951186" y="45022"/>
                  <a:pt x="949033" y="45022"/>
                </a:cubicBezTo>
                <a:cubicBezTo>
                  <a:pt x="945835" y="45022"/>
                  <a:pt x="943221" y="46590"/>
                  <a:pt x="941192" y="49727"/>
                </a:cubicBezTo>
                <a:cubicBezTo>
                  <a:pt x="937563" y="55201"/>
                  <a:pt x="935748" y="62704"/>
                  <a:pt x="935748" y="72238"/>
                </a:cubicBezTo>
                <a:lnTo>
                  <a:pt x="935748" y="75467"/>
                </a:lnTo>
                <a:lnTo>
                  <a:pt x="960842" y="75467"/>
                </a:lnTo>
                <a:close/>
                <a:moveTo>
                  <a:pt x="1029779" y="41516"/>
                </a:moveTo>
                <a:lnTo>
                  <a:pt x="1029779" y="61075"/>
                </a:lnTo>
                <a:cubicBezTo>
                  <a:pt x="1035499" y="52156"/>
                  <a:pt x="1040512" y="46236"/>
                  <a:pt x="1044817" y="43315"/>
                </a:cubicBezTo>
                <a:cubicBezTo>
                  <a:pt x="1049122" y="40393"/>
                  <a:pt x="1053274" y="38933"/>
                  <a:pt x="1057272" y="38933"/>
                </a:cubicBezTo>
                <a:cubicBezTo>
                  <a:pt x="1060716" y="38933"/>
                  <a:pt x="1063468" y="39998"/>
                  <a:pt x="1065529" y="42127"/>
                </a:cubicBezTo>
                <a:cubicBezTo>
                  <a:pt x="1067589" y="44257"/>
                  <a:pt x="1068619" y="47266"/>
                  <a:pt x="1068619" y="51154"/>
                </a:cubicBezTo>
                <a:cubicBezTo>
                  <a:pt x="1068619" y="55290"/>
                  <a:pt x="1067620" y="58501"/>
                  <a:pt x="1065621" y="60786"/>
                </a:cubicBezTo>
                <a:cubicBezTo>
                  <a:pt x="1063622" y="63070"/>
                  <a:pt x="1061208" y="64211"/>
                  <a:pt x="1058379" y="64211"/>
                </a:cubicBezTo>
                <a:cubicBezTo>
                  <a:pt x="1055119" y="64211"/>
                  <a:pt x="1052290" y="63166"/>
                  <a:pt x="1049891" y="61075"/>
                </a:cubicBezTo>
                <a:cubicBezTo>
                  <a:pt x="1047492" y="58983"/>
                  <a:pt x="1046078" y="57815"/>
                  <a:pt x="1045647" y="57569"/>
                </a:cubicBezTo>
                <a:cubicBezTo>
                  <a:pt x="1045032" y="57200"/>
                  <a:pt x="1044325" y="57015"/>
                  <a:pt x="1043525" y="57015"/>
                </a:cubicBezTo>
                <a:cubicBezTo>
                  <a:pt x="1041742" y="57015"/>
                  <a:pt x="1040050" y="57692"/>
                  <a:pt x="1038451" y="59045"/>
                </a:cubicBezTo>
                <a:cubicBezTo>
                  <a:pt x="1035929" y="61136"/>
                  <a:pt x="1034023" y="64119"/>
                  <a:pt x="1032731" y="67994"/>
                </a:cubicBezTo>
                <a:cubicBezTo>
                  <a:pt x="1030763" y="73960"/>
                  <a:pt x="1029779" y="80541"/>
                  <a:pt x="1029779" y="87737"/>
                </a:cubicBezTo>
                <a:lnTo>
                  <a:pt x="1029779" y="107572"/>
                </a:lnTo>
                <a:lnTo>
                  <a:pt x="1029871" y="112739"/>
                </a:lnTo>
                <a:cubicBezTo>
                  <a:pt x="1029871" y="116245"/>
                  <a:pt x="1030086" y="118490"/>
                  <a:pt x="1030517" y="119474"/>
                </a:cubicBezTo>
                <a:cubicBezTo>
                  <a:pt x="1031255" y="121134"/>
                  <a:pt x="1032347" y="122349"/>
                  <a:pt x="1033792" y="123118"/>
                </a:cubicBezTo>
                <a:cubicBezTo>
                  <a:pt x="1035238" y="123887"/>
                  <a:pt x="1037682" y="124363"/>
                  <a:pt x="1041127" y="124548"/>
                </a:cubicBezTo>
                <a:lnTo>
                  <a:pt x="1041127" y="127869"/>
                </a:lnTo>
                <a:lnTo>
                  <a:pt x="994537" y="127869"/>
                </a:lnTo>
                <a:lnTo>
                  <a:pt x="994537" y="124548"/>
                </a:lnTo>
                <a:cubicBezTo>
                  <a:pt x="998288" y="124240"/>
                  <a:pt x="1000825" y="123210"/>
                  <a:pt x="1002148" y="121457"/>
                </a:cubicBezTo>
                <a:cubicBezTo>
                  <a:pt x="1003470" y="119704"/>
                  <a:pt x="1004131" y="115076"/>
                  <a:pt x="1004131" y="107572"/>
                </a:cubicBezTo>
                <a:lnTo>
                  <a:pt x="1004131" y="59783"/>
                </a:lnTo>
                <a:cubicBezTo>
                  <a:pt x="1004131" y="54832"/>
                  <a:pt x="1003885" y="51676"/>
                  <a:pt x="1003393" y="50315"/>
                </a:cubicBezTo>
                <a:cubicBezTo>
                  <a:pt x="1002778" y="48581"/>
                  <a:pt x="1001886" y="47313"/>
                  <a:pt x="1000718" y="46509"/>
                </a:cubicBezTo>
                <a:cubicBezTo>
                  <a:pt x="999549" y="45704"/>
                  <a:pt x="997489" y="45147"/>
                  <a:pt x="994537" y="44837"/>
                </a:cubicBezTo>
                <a:lnTo>
                  <a:pt x="994537" y="41516"/>
                </a:lnTo>
                <a:lnTo>
                  <a:pt x="1029779" y="41516"/>
                </a:lnTo>
                <a:close/>
                <a:moveTo>
                  <a:pt x="1112738" y="41516"/>
                </a:moveTo>
                <a:lnTo>
                  <a:pt x="1112738" y="52771"/>
                </a:lnTo>
                <a:cubicBezTo>
                  <a:pt x="1117167" y="47941"/>
                  <a:pt x="1121411" y="44428"/>
                  <a:pt x="1125470" y="42231"/>
                </a:cubicBezTo>
                <a:cubicBezTo>
                  <a:pt x="1129529" y="40032"/>
                  <a:pt x="1133896" y="38933"/>
                  <a:pt x="1138571" y="38933"/>
                </a:cubicBezTo>
                <a:cubicBezTo>
                  <a:pt x="1144168" y="38933"/>
                  <a:pt x="1148811" y="40488"/>
                  <a:pt x="1152501" y="43598"/>
                </a:cubicBezTo>
                <a:cubicBezTo>
                  <a:pt x="1156192" y="46707"/>
                  <a:pt x="1158652" y="50572"/>
                  <a:pt x="1159882" y="55190"/>
                </a:cubicBezTo>
                <a:cubicBezTo>
                  <a:pt x="1160866" y="58702"/>
                  <a:pt x="1161358" y="65446"/>
                  <a:pt x="1161358" y="75424"/>
                </a:cubicBezTo>
                <a:lnTo>
                  <a:pt x="1161358" y="109049"/>
                </a:lnTo>
                <a:cubicBezTo>
                  <a:pt x="1161358" y="115691"/>
                  <a:pt x="1161958" y="119827"/>
                  <a:pt x="1163157" y="121457"/>
                </a:cubicBezTo>
                <a:cubicBezTo>
                  <a:pt x="1164357" y="123087"/>
                  <a:pt x="1166863" y="124117"/>
                  <a:pt x="1170676" y="124548"/>
                </a:cubicBezTo>
                <a:lnTo>
                  <a:pt x="1170676" y="127869"/>
                </a:lnTo>
                <a:lnTo>
                  <a:pt x="1127038" y="127869"/>
                </a:lnTo>
                <a:lnTo>
                  <a:pt x="1127038" y="124548"/>
                </a:lnTo>
                <a:cubicBezTo>
                  <a:pt x="1130298" y="124117"/>
                  <a:pt x="1132635" y="122764"/>
                  <a:pt x="1134050" y="120488"/>
                </a:cubicBezTo>
                <a:cubicBezTo>
                  <a:pt x="1135034" y="118951"/>
                  <a:pt x="1135526" y="115138"/>
                  <a:pt x="1135526" y="109049"/>
                </a:cubicBezTo>
                <a:lnTo>
                  <a:pt x="1135526" y="70669"/>
                </a:lnTo>
                <a:cubicBezTo>
                  <a:pt x="1135526" y="63596"/>
                  <a:pt x="1135249" y="59137"/>
                  <a:pt x="1134696" y="57292"/>
                </a:cubicBezTo>
                <a:cubicBezTo>
                  <a:pt x="1134142" y="55447"/>
                  <a:pt x="1133204" y="54017"/>
                  <a:pt x="1131882" y="53002"/>
                </a:cubicBezTo>
                <a:cubicBezTo>
                  <a:pt x="1130560" y="51987"/>
                  <a:pt x="1129099" y="51480"/>
                  <a:pt x="1127500" y="51480"/>
                </a:cubicBezTo>
                <a:cubicBezTo>
                  <a:pt x="1122210" y="51480"/>
                  <a:pt x="1117290" y="55293"/>
                  <a:pt x="1112738" y="62920"/>
                </a:cubicBezTo>
                <a:lnTo>
                  <a:pt x="1112738" y="109049"/>
                </a:lnTo>
                <a:cubicBezTo>
                  <a:pt x="1112738" y="115507"/>
                  <a:pt x="1113338" y="119597"/>
                  <a:pt x="1114537" y="121319"/>
                </a:cubicBezTo>
                <a:cubicBezTo>
                  <a:pt x="1115737" y="123041"/>
                  <a:pt x="1117966" y="124117"/>
                  <a:pt x="1121226" y="124548"/>
                </a:cubicBezTo>
                <a:lnTo>
                  <a:pt x="1121226" y="127869"/>
                </a:lnTo>
                <a:lnTo>
                  <a:pt x="1077588" y="127869"/>
                </a:lnTo>
                <a:lnTo>
                  <a:pt x="1077588" y="124548"/>
                </a:lnTo>
                <a:cubicBezTo>
                  <a:pt x="1081217" y="124179"/>
                  <a:pt x="1083800" y="123010"/>
                  <a:pt x="1085338" y="121042"/>
                </a:cubicBezTo>
                <a:cubicBezTo>
                  <a:pt x="1086384" y="119689"/>
                  <a:pt x="1086906" y="115691"/>
                  <a:pt x="1086906" y="109049"/>
                </a:cubicBezTo>
                <a:lnTo>
                  <a:pt x="1086906" y="60337"/>
                </a:lnTo>
                <a:cubicBezTo>
                  <a:pt x="1086906" y="53738"/>
                  <a:pt x="1086307" y="49630"/>
                  <a:pt x="1085107" y="48011"/>
                </a:cubicBezTo>
                <a:cubicBezTo>
                  <a:pt x="1083908" y="46393"/>
                  <a:pt x="1081402" y="45335"/>
                  <a:pt x="1077588" y="44837"/>
                </a:cubicBezTo>
                <a:lnTo>
                  <a:pt x="1077588" y="41516"/>
                </a:lnTo>
                <a:lnTo>
                  <a:pt x="1112738" y="41516"/>
                </a:lnTo>
                <a:close/>
                <a:moveTo>
                  <a:pt x="1255994" y="81556"/>
                </a:moveTo>
                <a:lnTo>
                  <a:pt x="1208666" y="81556"/>
                </a:lnTo>
                <a:cubicBezTo>
                  <a:pt x="1209220" y="93026"/>
                  <a:pt x="1212264" y="102092"/>
                  <a:pt x="1217800" y="108752"/>
                </a:cubicBezTo>
                <a:cubicBezTo>
                  <a:pt x="1222044" y="113870"/>
                  <a:pt x="1227149" y="116429"/>
                  <a:pt x="1233114" y="116429"/>
                </a:cubicBezTo>
                <a:cubicBezTo>
                  <a:pt x="1236805" y="116429"/>
                  <a:pt x="1240157" y="115399"/>
                  <a:pt x="1243171" y="113339"/>
                </a:cubicBezTo>
                <a:cubicBezTo>
                  <a:pt x="1246184" y="111278"/>
                  <a:pt x="1249413" y="107572"/>
                  <a:pt x="1252858" y="102221"/>
                </a:cubicBezTo>
                <a:lnTo>
                  <a:pt x="1255994" y="104251"/>
                </a:lnTo>
                <a:cubicBezTo>
                  <a:pt x="1251320" y="113784"/>
                  <a:pt x="1246154" y="120535"/>
                  <a:pt x="1240495" y="124502"/>
                </a:cubicBezTo>
                <a:cubicBezTo>
                  <a:pt x="1234837" y="128469"/>
                  <a:pt x="1228286" y="130452"/>
                  <a:pt x="1220844" y="130452"/>
                </a:cubicBezTo>
                <a:cubicBezTo>
                  <a:pt x="1208051" y="130452"/>
                  <a:pt x="1198364" y="125527"/>
                  <a:pt x="1191783" y="115677"/>
                </a:cubicBezTo>
                <a:cubicBezTo>
                  <a:pt x="1186494" y="107735"/>
                  <a:pt x="1183849" y="97884"/>
                  <a:pt x="1183849" y="86125"/>
                </a:cubicBezTo>
                <a:cubicBezTo>
                  <a:pt x="1183849" y="71718"/>
                  <a:pt x="1187739" y="60251"/>
                  <a:pt x="1195520" y="51725"/>
                </a:cubicBezTo>
                <a:cubicBezTo>
                  <a:pt x="1203300" y="43197"/>
                  <a:pt x="1212418" y="38933"/>
                  <a:pt x="1222874" y="38933"/>
                </a:cubicBezTo>
                <a:cubicBezTo>
                  <a:pt x="1231608" y="38933"/>
                  <a:pt x="1239188" y="42515"/>
                  <a:pt x="1245615" y="49681"/>
                </a:cubicBezTo>
                <a:cubicBezTo>
                  <a:pt x="1252043" y="56846"/>
                  <a:pt x="1255502" y="67471"/>
                  <a:pt x="1255994" y="81556"/>
                </a:cubicBezTo>
                <a:moveTo>
                  <a:pt x="1233299" y="75467"/>
                </a:moveTo>
                <a:cubicBezTo>
                  <a:pt x="1233299" y="65564"/>
                  <a:pt x="1232761" y="58768"/>
                  <a:pt x="1231685" y="55078"/>
                </a:cubicBezTo>
                <a:cubicBezTo>
                  <a:pt x="1230608" y="51388"/>
                  <a:pt x="1228932" y="48589"/>
                  <a:pt x="1226656" y="46682"/>
                </a:cubicBezTo>
                <a:cubicBezTo>
                  <a:pt x="1225365" y="45575"/>
                  <a:pt x="1223643" y="45022"/>
                  <a:pt x="1221490" y="45022"/>
                </a:cubicBezTo>
                <a:cubicBezTo>
                  <a:pt x="1218292" y="45022"/>
                  <a:pt x="1215678" y="46590"/>
                  <a:pt x="1213648" y="49727"/>
                </a:cubicBezTo>
                <a:cubicBezTo>
                  <a:pt x="1210019" y="55201"/>
                  <a:pt x="1208205" y="62704"/>
                  <a:pt x="1208205" y="72238"/>
                </a:cubicBezTo>
                <a:lnTo>
                  <a:pt x="1208205" y="75467"/>
                </a:lnTo>
                <a:lnTo>
                  <a:pt x="1233299" y="75467"/>
                </a:lnTo>
                <a:close/>
                <a:moveTo>
                  <a:pt x="1300206" y="2768"/>
                </a:moveTo>
                <a:lnTo>
                  <a:pt x="1300206" y="109971"/>
                </a:lnTo>
                <a:cubicBezTo>
                  <a:pt x="1300206" y="116060"/>
                  <a:pt x="1300913" y="119950"/>
                  <a:pt x="1302328" y="121642"/>
                </a:cubicBezTo>
                <a:cubicBezTo>
                  <a:pt x="1303742" y="123333"/>
                  <a:pt x="1306510" y="124302"/>
                  <a:pt x="1310631" y="124548"/>
                </a:cubicBezTo>
                <a:lnTo>
                  <a:pt x="1310631" y="127869"/>
                </a:lnTo>
                <a:lnTo>
                  <a:pt x="1264041" y="127869"/>
                </a:lnTo>
                <a:lnTo>
                  <a:pt x="1264041" y="124548"/>
                </a:lnTo>
                <a:cubicBezTo>
                  <a:pt x="1267854" y="124425"/>
                  <a:pt x="1270683" y="123318"/>
                  <a:pt x="1272529" y="121227"/>
                </a:cubicBezTo>
                <a:cubicBezTo>
                  <a:pt x="1273759" y="119812"/>
                  <a:pt x="1274374" y="116060"/>
                  <a:pt x="1274374" y="109971"/>
                </a:cubicBezTo>
                <a:lnTo>
                  <a:pt x="1274374" y="20666"/>
                </a:lnTo>
                <a:cubicBezTo>
                  <a:pt x="1274374" y="14600"/>
                  <a:pt x="1273666" y="10716"/>
                  <a:pt x="1272252" y="9015"/>
                </a:cubicBezTo>
                <a:cubicBezTo>
                  <a:pt x="1270837" y="7312"/>
                  <a:pt x="1268100" y="6337"/>
                  <a:pt x="1264041" y="6089"/>
                </a:cubicBezTo>
                <a:lnTo>
                  <a:pt x="1264041" y="2768"/>
                </a:lnTo>
                <a:lnTo>
                  <a:pt x="1300206" y="2768"/>
                </a:lnTo>
                <a:close/>
                <a:moveTo>
                  <a:pt x="1409797" y="70854"/>
                </a:moveTo>
                <a:lnTo>
                  <a:pt x="1409797" y="106096"/>
                </a:lnTo>
                <a:cubicBezTo>
                  <a:pt x="1409797" y="112827"/>
                  <a:pt x="1410212" y="117065"/>
                  <a:pt x="1411043" y="118811"/>
                </a:cubicBezTo>
                <a:cubicBezTo>
                  <a:pt x="1411873" y="120554"/>
                  <a:pt x="1413334" y="121946"/>
                  <a:pt x="1415425" y="122988"/>
                </a:cubicBezTo>
                <a:cubicBezTo>
                  <a:pt x="1417516" y="124028"/>
                  <a:pt x="1421422" y="124548"/>
                  <a:pt x="1427142" y="124548"/>
                </a:cubicBezTo>
                <a:lnTo>
                  <a:pt x="1427142" y="127869"/>
                </a:lnTo>
                <a:lnTo>
                  <a:pt x="1363115" y="127869"/>
                </a:lnTo>
                <a:lnTo>
                  <a:pt x="1363115" y="124548"/>
                </a:lnTo>
                <a:cubicBezTo>
                  <a:pt x="1368896" y="124548"/>
                  <a:pt x="1372817" y="124013"/>
                  <a:pt x="1374878" y="122942"/>
                </a:cubicBezTo>
                <a:cubicBezTo>
                  <a:pt x="1376938" y="121871"/>
                  <a:pt x="1378384" y="120479"/>
                  <a:pt x="1379214" y="118764"/>
                </a:cubicBezTo>
                <a:cubicBezTo>
                  <a:pt x="1380044" y="117050"/>
                  <a:pt x="1380459" y="112827"/>
                  <a:pt x="1380459" y="106096"/>
                </a:cubicBezTo>
                <a:lnTo>
                  <a:pt x="1380459" y="24541"/>
                </a:lnTo>
                <a:cubicBezTo>
                  <a:pt x="1380459" y="17810"/>
                  <a:pt x="1380044" y="13572"/>
                  <a:pt x="1379214" y="11829"/>
                </a:cubicBezTo>
                <a:cubicBezTo>
                  <a:pt x="1378384" y="10084"/>
                  <a:pt x="1376923" y="8691"/>
                  <a:pt x="1374832" y="7652"/>
                </a:cubicBezTo>
                <a:cubicBezTo>
                  <a:pt x="1372740" y="6610"/>
                  <a:pt x="1368835" y="6089"/>
                  <a:pt x="1363115" y="6089"/>
                </a:cubicBezTo>
                <a:lnTo>
                  <a:pt x="1363115" y="2768"/>
                </a:lnTo>
                <a:lnTo>
                  <a:pt x="1421237" y="2768"/>
                </a:lnTo>
                <a:cubicBezTo>
                  <a:pt x="1436368" y="2768"/>
                  <a:pt x="1447438" y="3812"/>
                  <a:pt x="1454450" y="5902"/>
                </a:cubicBezTo>
                <a:cubicBezTo>
                  <a:pt x="1461462" y="7991"/>
                  <a:pt x="1467182" y="11846"/>
                  <a:pt x="1471610" y="17468"/>
                </a:cubicBezTo>
                <a:cubicBezTo>
                  <a:pt x="1476038" y="23090"/>
                  <a:pt x="1478252" y="29680"/>
                  <a:pt x="1478252" y="37237"/>
                </a:cubicBezTo>
                <a:cubicBezTo>
                  <a:pt x="1478252" y="46456"/>
                  <a:pt x="1474931" y="54075"/>
                  <a:pt x="1468289" y="60097"/>
                </a:cubicBezTo>
                <a:cubicBezTo>
                  <a:pt x="1464045" y="63907"/>
                  <a:pt x="1458110" y="66764"/>
                  <a:pt x="1450483" y="68669"/>
                </a:cubicBezTo>
                <a:lnTo>
                  <a:pt x="1480559" y="111119"/>
                </a:lnTo>
                <a:cubicBezTo>
                  <a:pt x="1484495" y="116539"/>
                  <a:pt x="1487294" y="119919"/>
                  <a:pt x="1488954" y="121258"/>
                </a:cubicBezTo>
                <a:cubicBezTo>
                  <a:pt x="1491476" y="123146"/>
                  <a:pt x="1494398" y="124181"/>
                  <a:pt x="1497719" y="124363"/>
                </a:cubicBezTo>
                <a:lnTo>
                  <a:pt x="1497719" y="127869"/>
                </a:lnTo>
                <a:lnTo>
                  <a:pt x="1458325" y="127869"/>
                </a:lnTo>
                <a:lnTo>
                  <a:pt x="1418008" y="70854"/>
                </a:lnTo>
                <a:lnTo>
                  <a:pt x="1409797" y="70854"/>
                </a:lnTo>
                <a:moveTo>
                  <a:pt x="1409797" y="9779"/>
                </a:moveTo>
                <a:lnTo>
                  <a:pt x="1409797" y="64211"/>
                </a:lnTo>
                <a:lnTo>
                  <a:pt x="1415056" y="64211"/>
                </a:lnTo>
                <a:cubicBezTo>
                  <a:pt x="1423605" y="64211"/>
                  <a:pt x="1430002" y="63433"/>
                  <a:pt x="1434246" y="61876"/>
                </a:cubicBezTo>
                <a:cubicBezTo>
                  <a:pt x="1438489" y="60317"/>
                  <a:pt x="1441826" y="57507"/>
                  <a:pt x="1444256" y="53446"/>
                </a:cubicBezTo>
                <a:cubicBezTo>
                  <a:pt x="1446685" y="49383"/>
                  <a:pt x="1447900" y="44083"/>
                  <a:pt x="1447900" y="37546"/>
                </a:cubicBezTo>
                <a:cubicBezTo>
                  <a:pt x="1447900" y="28076"/>
                  <a:pt x="1445670" y="21081"/>
                  <a:pt x="1441211" y="16560"/>
                </a:cubicBezTo>
                <a:cubicBezTo>
                  <a:pt x="1436752" y="12040"/>
                  <a:pt x="1429571" y="9779"/>
                  <a:pt x="1419669" y="9779"/>
                </a:cubicBezTo>
                <a:lnTo>
                  <a:pt x="1409797" y="9779"/>
                </a:lnTo>
                <a:close/>
                <a:moveTo>
                  <a:pt x="1575687" y="81556"/>
                </a:moveTo>
                <a:lnTo>
                  <a:pt x="1528359" y="81556"/>
                </a:lnTo>
                <a:cubicBezTo>
                  <a:pt x="1528913" y="93026"/>
                  <a:pt x="1531957" y="102092"/>
                  <a:pt x="1537493" y="108752"/>
                </a:cubicBezTo>
                <a:cubicBezTo>
                  <a:pt x="1541737" y="113870"/>
                  <a:pt x="1546842" y="116429"/>
                  <a:pt x="1552808" y="116429"/>
                </a:cubicBezTo>
                <a:cubicBezTo>
                  <a:pt x="1556498" y="116429"/>
                  <a:pt x="1559850" y="115399"/>
                  <a:pt x="1562864" y="113339"/>
                </a:cubicBezTo>
                <a:cubicBezTo>
                  <a:pt x="1565877" y="111278"/>
                  <a:pt x="1569106" y="107572"/>
                  <a:pt x="1572551" y="102221"/>
                </a:cubicBezTo>
                <a:lnTo>
                  <a:pt x="1575687" y="104251"/>
                </a:lnTo>
                <a:cubicBezTo>
                  <a:pt x="1571013" y="113784"/>
                  <a:pt x="1565847" y="120535"/>
                  <a:pt x="1560188" y="124502"/>
                </a:cubicBezTo>
                <a:cubicBezTo>
                  <a:pt x="1554530" y="128469"/>
                  <a:pt x="1547979" y="130452"/>
                  <a:pt x="1540537" y="130452"/>
                </a:cubicBezTo>
                <a:cubicBezTo>
                  <a:pt x="1527744" y="130452"/>
                  <a:pt x="1518057" y="125527"/>
                  <a:pt x="1511476" y="115677"/>
                </a:cubicBezTo>
                <a:cubicBezTo>
                  <a:pt x="1506187" y="107735"/>
                  <a:pt x="1503542" y="97884"/>
                  <a:pt x="1503542" y="86125"/>
                </a:cubicBezTo>
                <a:cubicBezTo>
                  <a:pt x="1503542" y="71718"/>
                  <a:pt x="1507432" y="60251"/>
                  <a:pt x="1515213" y="51725"/>
                </a:cubicBezTo>
                <a:cubicBezTo>
                  <a:pt x="1522993" y="43197"/>
                  <a:pt x="1532111" y="38933"/>
                  <a:pt x="1542567" y="38933"/>
                </a:cubicBezTo>
                <a:cubicBezTo>
                  <a:pt x="1551301" y="38933"/>
                  <a:pt x="1558881" y="42515"/>
                  <a:pt x="1565309" y="49681"/>
                </a:cubicBezTo>
                <a:cubicBezTo>
                  <a:pt x="1571736" y="56846"/>
                  <a:pt x="1575195" y="67471"/>
                  <a:pt x="1575687" y="81556"/>
                </a:cubicBezTo>
                <a:moveTo>
                  <a:pt x="1552992" y="75467"/>
                </a:moveTo>
                <a:cubicBezTo>
                  <a:pt x="1552992" y="65564"/>
                  <a:pt x="1552454" y="58768"/>
                  <a:pt x="1551378" y="55078"/>
                </a:cubicBezTo>
                <a:cubicBezTo>
                  <a:pt x="1550301" y="51388"/>
                  <a:pt x="1548625" y="48589"/>
                  <a:pt x="1546350" y="46682"/>
                </a:cubicBezTo>
                <a:cubicBezTo>
                  <a:pt x="1545058" y="45575"/>
                  <a:pt x="1543336" y="45022"/>
                  <a:pt x="1541183" y="45022"/>
                </a:cubicBezTo>
                <a:cubicBezTo>
                  <a:pt x="1537985" y="45022"/>
                  <a:pt x="1535371" y="46590"/>
                  <a:pt x="1533341" y="49727"/>
                </a:cubicBezTo>
                <a:cubicBezTo>
                  <a:pt x="1529712" y="55201"/>
                  <a:pt x="1527898" y="62704"/>
                  <a:pt x="1527898" y="72238"/>
                </a:cubicBezTo>
                <a:lnTo>
                  <a:pt x="1527898" y="75467"/>
                </a:lnTo>
                <a:lnTo>
                  <a:pt x="1552992" y="75467"/>
                </a:lnTo>
                <a:close/>
                <a:moveTo>
                  <a:pt x="1656525" y="105563"/>
                </a:moveTo>
                <a:lnTo>
                  <a:pt x="1659385" y="107774"/>
                </a:lnTo>
                <a:cubicBezTo>
                  <a:pt x="1655326" y="115426"/>
                  <a:pt x="1650267" y="121119"/>
                  <a:pt x="1644209" y="124853"/>
                </a:cubicBezTo>
                <a:cubicBezTo>
                  <a:pt x="1638150" y="128586"/>
                  <a:pt x="1631708" y="130452"/>
                  <a:pt x="1624881" y="130452"/>
                </a:cubicBezTo>
                <a:cubicBezTo>
                  <a:pt x="1613379" y="130452"/>
                  <a:pt x="1604184" y="126112"/>
                  <a:pt x="1597296" y="117432"/>
                </a:cubicBezTo>
                <a:cubicBezTo>
                  <a:pt x="1590407" y="108751"/>
                  <a:pt x="1586963" y="98315"/>
                  <a:pt x="1586963" y="86125"/>
                </a:cubicBezTo>
                <a:cubicBezTo>
                  <a:pt x="1586963" y="74364"/>
                  <a:pt x="1590100" y="64021"/>
                  <a:pt x="1596373" y="55095"/>
                </a:cubicBezTo>
                <a:cubicBezTo>
                  <a:pt x="1603938" y="44320"/>
                  <a:pt x="1614363" y="38933"/>
                  <a:pt x="1627648" y="38933"/>
                </a:cubicBezTo>
                <a:cubicBezTo>
                  <a:pt x="1636567" y="38933"/>
                  <a:pt x="1643655" y="41184"/>
                  <a:pt x="1648914" y="45688"/>
                </a:cubicBezTo>
                <a:cubicBezTo>
                  <a:pt x="1654172" y="50189"/>
                  <a:pt x="1656802" y="55215"/>
                  <a:pt x="1656802" y="60766"/>
                </a:cubicBezTo>
                <a:cubicBezTo>
                  <a:pt x="1656802" y="64281"/>
                  <a:pt x="1655741" y="67088"/>
                  <a:pt x="1653619" y="69185"/>
                </a:cubicBezTo>
                <a:cubicBezTo>
                  <a:pt x="1651497" y="71282"/>
                  <a:pt x="1648714" y="72330"/>
                  <a:pt x="1645270" y="72330"/>
                </a:cubicBezTo>
                <a:cubicBezTo>
                  <a:pt x="1641641" y="72330"/>
                  <a:pt x="1638642" y="71127"/>
                  <a:pt x="1636274" y="68720"/>
                </a:cubicBezTo>
                <a:cubicBezTo>
                  <a:pt x="1633907" y="66312"/>
                  <a:pt x="1632446" y="62022"/>
                  <a:pt x="1631892" y="55850"/>
                </a:cubicBezTo>
                <a:cubicBezTo>
                  <a:pt x="1631523" y="51962"/>
                  <a:pt x="1630631" y="49246"/>
                  <a:pt x="1629217" y="47703"/>
                </a:cubicBezTo>
                <a:cubicBezTo>
                  <a:pt x="1627802" y="46161"/>
                  <a:pt x="1626142" y="45391"/>
                  <a:pt x="1624235" y="45391"/>
                </a:cubicBezTo>
                <a:cubicBezTo>
                  <a:pt x="1621283" y="45391"/>
                  <a:pt x="1618761" y="46959"/>
                  <a:pt x="1616670" y="50096"/>
                </a:cubicBezTo>
                <a:cubicBezTo>
                  <a:pt x="1613471" y="54832"/>
                  <a:pt x="1611872" y="62089"/>
                  <a:pt x="1611872" y="71869"/>
                </a:cubicBezTo>
                <a:cubicBezTo>
                  <a:pt x="1611872" y="79987"/>
                  <a:pt x="1613164" y="87752"/>
                  <a:pt x="1615747" y="95164"/>
                </a:cubicBezTo>
                <a:cubicBezTo>
                  <a:pt x="1618330" y="102575"/>
                  <a:pt x="1621867" y="108095"/>
                  <a:pt x="1626357" y="111724"/>
                </a:cubicBezTo>
                <a:cubicBezTo>
                  <a:pt x="1629740" y="114369"/>
                  <a:pt x="1633737" y="115691"/>
                  <a:pt x="1638350" y="115691"/>
                </a:cubicBezTo>
                <a:cubicBezTo>
                  <a:pt x="1641364" y="115691"/>
                  <a:pt x="1644224" y="114986"/>
                  <a:pt x="1646930" y="113575"/>
                </a:cubicBezTo>
                <a:cubicBezTo>
                  <a:pt x="1649636" y="112162"/>
                  <a:pt x="1652835" y="109492"/>
                  <a:pt x="1656525" y="105563"/>
                </a:cubicBezTo>
                <a:close/>
                <a:moveTo>
                  <a:pt x="1710331" y="38933"/>
                </a:moveTo>
                <a:cubicBezTo>
                  <a:pt x="1717835" y="38933"/>
                  <a:pt x="1724816" y="40872"/>
                  <a:pt x="1731274" y="44751"/>
                </a:cubicBezTo>
                <a:cubicBezTo>
                  <a:pt x="1737732" y="48629"/>
                  <a:pt x="1742637" y="54140"/>
                  <a:pt x="1745989" y="61282"/>
                </a:cubicBezTo>
                <a:cubicBezTo>
                  <a:pt x="1749341" y="68424"/>
                  <a:pt x="1751017" y="76243"/>
                  <a:pt x="1751017" y="84739"/>
                </a:cubicBezTo>
                <a:cubicBezTo>
                  <a:pt x="1751017" y="96990"/>
                  <a:pt x="1747911" y="107241"/>
                  <a:pt x="1741699" y="115492"/>
                </a:cubicBezTo>
                <a:cubicBezTo>
                  <a:pt x="1734195" y="125466"/>
                  <a:pt x="1723831" y="130452"/>
                  <a:pt x="1710608" y="130452"/>
                </a:cubicBezTo>
                <a:cubicBezTo>
                  <a:pt x="1697630" y="130452"/>
                  <a:pt x="1687636" y="125896"/>
                  <a:pt x="1680624" y="116784"/>
                </a:cubicBezTo>
                <a:cubicBezTo>
                  <a:pt x="1673613" y="107671"/>
                  <a:pt x="1670107" y="97113"/>
                  <a:pt x="1670107" y="85108"/>
                </a:cubicBezTo>
                <a:cubicBezTo>
                  <a:pt x="1670107" y="72734"/>
                  <a:pt x="1673689" y="61944"/>
                  <a:pt x="1680855" y="52740"/>
                </a:cubicBezTo>
                <a:cubicBezTo>
                  <a:pt x="1688020" y="43535"/>
                  <a:pt x="1697846" y="38933"/>
                  <a:pt x="1710331" y="38933"/>
                </a:cubicBezTo>
                <a:moveTo>
                  <a:pt x="1710700" y="45391"/>
                </a:moveTo>
                <a:cubicBezTo>
                  <a:pt x="1707563" y="45391"/>
                  <a:pt x="1704872" y="46577"/>
                  <a:pt x="1702628" y="48948"/>
                </a:cubicBezTo>
                <a:cubicBezTo>
                  <a:pt x="1700383" y="51318"/>
                  <a:pt x="1698907" y="55998"/>
                  <a:pt x="1698199" y="62986"/>
                </a:cubicBezTo>
                <a:cubicBezTo>
                  <a:pt x="1697492" y="69975"/>
                  <a:pt x="1697138" y="79689"/>
                  <a:pt x="1697138" y="92128"/>
                </a:cubicBezTo>
                <a:cubicBezTo>
                  <a:pt x="1697138" y="98717"/>
                  <a:pt x="1697569" y="104875"/>
                  <a:pt x="1698430" y="110603"/>
                </a:cubicBezTo>
                <a:cubicBezTo>
                  <a:pt x="1699106" y="114973"/>
                  <a:pt x="1700552" y="118298"/>
                  <a:pt x="1702766" y="120578"/>
                </a:cubicBezTo>
                <a:cubicBezTo>
                  <a:pt x="1704980" y="122855"/>
                  <a:pt x="1707502" y="123994"/>
                  <a:pt x="1710331" y="123994"/>
                </a:cubicBezTo>
                <a:cubicBezTo>
                  <a:pt x="1713099" y="123994"/>
                  <a:pt x="1715405" y="123225"/>
                  <a:pt x="1717250" y="121685"/>
                </a:cubicBezTo>
                <a:cubicBezTo>
                  <a:pt x="1719649" y="119592"/>
                  <a:pt x="1721248" y="116667"/>
                  <a:pt x="1722048" y="112909"/>
                </a:cubicBezTo>
                <a:cubicBezTo>
                  <a:pt x="1723278" y="107060"/>
                  <a:pt x="1723893" y="95238"/>
                  <a:pt x="1723893" y="77442"/>
                </a:cubicBezTo>
                <a:cubicBezTo>
                  <a:pt x="1723893" y="66974"/>
                  <a:pt x="1723309" y="59786"/>
                  <a:pt x="1722140" y="55876"/>
                </a:cubicBezTo>
                <a:cubicBezTo>
                  <a:pt x="1720971" y="51965"/>
                  <a:pt x="1719249" y="49117"/>
                  <a:pt x="1716974" y="47331"/>
                </a:cubicBezTo>
                <a:cubicBezTo>
                  <a:pt x="1715374" y="46038"/>
                  <a:pt x="1713283" y="45391"/>
                  <a:pt x="1710700" y="45391"/>
                </a:cubicBezTo>
                <a:close/>
                <a:moveTo>
                  <a:pt x="1819472" y="42623"/>
                </a:moveTo>
                <a:lnTo>
                  <a:pt x="1848533" y="42623"/>
                </a:lnTo>
                <a:lnTo>
                  <a:pt x="1848533" y="52771"/>
                </a:lnTo>
                <a:lnTo>
                  <a:pt x="1832019" y="52771"/>
                </a:lnTo>
                <a:cubicBezTo>
                  <a:pt x="1835033" y="55785"/>
                  <a:pt x="1837124" y="58522"/>
                  <a:pt x="1838293" y="60982"/>
                </a:cubicBezTo>
                <a:cubicBezTo>
                  <a:pt x="1839769" y="64304"/>
                  <a:pt x="1840507" y="67779"/>
                  <a:pt x="1840507" y="71407"/>
                </a:cubicBezTo>
                <a:cubicBezTo>
                  <a:pt x="1840507" y="77558"/>
                  <a:pt x="1838800" y="82893"/>
                  <a:pt x="1835387" y="87414"/>
                </a:cubicBezTo>
                <a:cubicBezTo>
                  <a:pt x="1831973" y="91935"/>
                  <a:pt x="1827329" y="95471"/>
                  <a:pt x="1821456" y="98024"/>
                </a:cubicBezTo>
                <a:cubicBezTo>
                  <a:pt x="1815582" y="100576"/>
                  <a:pt x="1810369" y="101852"/>
                  <a:pt x="1805818" y="101852"/>
                </a:cubicBezTo>
                <a:cubicBezTo>
                  <a:pt x="1805449" y="101852"/>
                  <a:pt x="1801759" y="101699"/>
                  <a:pt x="1794747" y="101391"/>
                </a:cubicBezTo>
                <a:cubicBezTo>
                  <a:pt x="1791979" y="101391"/>
                  <a:pt x="1789658" y="102294"/>
                  <a:pt x="1787782" y="104098"/>
                </a:cubicBezTo>
                <a:cubicBezTo>
                  <a:pt x="1785906" y="105903"/>
                  <a:pt x="1784968" y="108059"/>
                  <a:pt x="1784968" y="110565"/>
                </a:cubicBezTo>
                <a:cubicBezTo>
                  <a:pt x="1784968" y="112768"/>
                  <a:pt x="1785813" y="114572"/>
                  <a:pt x="1787505" y="115979"/>
                </a:cubicBezTo>
                <a:cubicBezTo>
                  <a:pt x="1789196" y="117386"/>
                  <a:pt x="1791949" y="118090"/>
                  <a:pt x="1795762" y="118090"/>
                </a:cubicBezTo>
                <a:lnTo>
                  <a:pt x="1811722" y="117905"/>
                </a:lnTo>
                <a:cubicBezTo>
                  <a:pt x="1824639" y="117905"/>
                  <a:pt x="1833526" y="119323"/>
                  <a:pt x="1838385" y="122158"/>
                </a:cubicBezTo>
                <a:cubicBezTo>
                  <a:pt x="1845335" y="126100"/>
                  <a:pt x="1848810" y="132169"/>
                  <a:pt x="1848810" y="140364"/>
                </a:cubicBezTo>
                <a:cubicBezTo>
                  <a:pt x="1848810" y="145602"/>
                  <a:pt x="1847211" y="150362"/>
                  <a:pt x="1844013" y="154644"/>
                </a:cubicBezTo>
                <a:cubicBezTo>
                  <a:pt x="1840814" y="158926"/>
                  <a:pt x="1836601" y="162084"/>
                  <a:pt x="1831373" y="164118"/>
                </a:cubicBezTo>
                <a:cubicBezTo>
                  <a:pt x="1823439" y="167137"/>
                  <a:pt x="1814306" y="168647"/>
                  <a:pt x="1803973" y="168647"/>
                </a:cubicBezTo>
                <a:cubicBezTo>
                  <a:pt x="1796223" y="168647"/>
                  <a:pt x="1789150" y="167894"/>
                  <a:pt x="1782754" y="166387"/>
                </a:cubicBezTo>
                <a:cubicBezTo>
                  <a:pt x="1776357" y="164880"/>
                  <a:pt x="1771775" y="162788"/>
                  <a:pt x="1769007" y="160110"/>
                </a:cubicBezTo>
                <a:cubicBezTo>
                  <a:pt x="1766239" y="157435"/>
                  <a:pt x="1764856" y="154620"/>
                  <a:pt x="1764856" y="151666"/>
                </a:cubicBezTo>
                <a:cubicBezTo>
                  <a:pt x="1764856" y="148837"/>
                  <a:pt x="1765917" y="146299"/>
                  <a:pt x="1768038" y="144052"/>
                </a:cubicBezTo>
                <a:cubicBezTo>
                  <a:pt x="1770160" y="141807"/>
                  <a:pt x="1774112" y="139915"/>
                  <a:pt x="1779894" y="138378"/>
                </a:cubicBezTo>
                <a:cubicBezTo>
                  <a:pt x="1771898" y="134441"/>
                  <a:pt x="1767900" y="128969"/>
                  <a:pt x="1767900" y="121959"/>
                </a:cubicBezTo>
                <a:cubicBezTo>
                  <a:pt x="1767900" y="117715"/>
                  <a:pt x="1769530" y="113595"/>
                  <a:pt x="1772790" y="109599"/>
                </a:cubicBezTo>
                <a:cubicBezTo>
                  <a:pt x="1776050" y="105601"/>
                  <a:pt x="1781216" y="102126"/>
                  <a:pt x="1788289" y="99174"/>
                </a:cubicBezTo>
                <a:cubicBezTo>
                  <a:pt x="1780047" y="96156"/>
                  <a:pt x="1774081" y="92184"/>
                  <a:pt x="1770391" y="87256"/>
                </a:cubicBezTo>
                <a:cubicBezTo>
                  <a:pt x="1766701" y="82327"/>
                  <a:pt x="1764856" y="76630"/>
                  <a:pt x="1764856" y="70162"/>
                </a:cubicBezTo>
                <a:cubicBezTo>
                  <a:pt x="1764856" y="61724"/>
                  <a:pt x="1768300" y="54410"/>
                  <a:pt x="1775188" y="48219"/>
                </a:cubicBezTo>
                <a:cubicBezTo>
                  <a:pt x="1782077" y="42028"/>
                  <a:pt x="1790934" y="38933"/>
                  <a:pt x="1801759" y="38933"/>
                </a:cubicBezTo>
                <a:cubicBezTo>
                  <a:pt x="1807479" y="38933"/>
                  <a:pt x="1813383" y="40163"/>
                  <a:pt x="1819472" y="42623"/>
                </a:cubicBezTo>
                <a:moveTo>
                  <a:pt x="1803512" y="44837"/>
                </a:moveTo>
                <a:cubicBezTo>
                  <a:pt x="1799944" y="44837"/>
                  <a:pt x="1796931" y="46633"/>
                  <a:pt x="1794470" y="50226"/>
                </a:cubicBezTo>
                <a:cubicBezTo>
                  <a:pt x="1792010" y="53816"/>
                  <a:pt x="1790780" y="61260"/>
                  <a:pt x="1790780" y="72558"/>
                </a:cubicBezTo>
                <a:cubicBezTo>
                  <a:pt x="1790780" y="81705"/>
                  <a:pt x="1791995" y="87982"/>
                  <a:pt x="1794424" y="91390"/>
                </a:cubicBezTo>
                <a:cubicBezTo>
                  <a:pt x="1796854" y="94798"/>
                  <a:pt x="1799729" y="96501"/>
                  <a:pt x="1803050" y="96501"/>
                </a:cubicBezTo>
                <a:cubicBezTo>
                  <a:pt x="1806741" y="96501"/>
                  <a:pt x="1809816" y="94813"/>
                  <a:pt x="1812276" y="91436"/>
                </a:cubicBezTo>
                <a:cubicBezTo>
                  <a:pt x="1814736" y="88059"/>
                  <a:pt x="1815966" y="81489"/>
                  <a:pt x="1815966" y="71727"/>
                </a:cubicBezTo>
                <a:cubicBezTo>
                  <a:pt x="1815966" y="60739"/>
                  <a:pt x="1814582" y="53249"/>
                  <a:pt x="1811815" y="49257"/>
                </a:cubicBezTo>
                <a:cubicBezTo>
                  <a:pt x="1809847" y="46310"/>
                  <a:pt x="1807079" y="44837"/>
                  <a:pt x="1803512" y="44837"/>
                </a:cubicBezTo>
                <a:moveTo>
                  <a:pt x="1798068" y="140601"/>
                </a:moveTo>
                <a:cubicBezTo>
                  <a:pt x="1791795" y="140601"/>
                  <a:pt x="1787643" y="141122"/>
                  <a:pt x="1785614" y="142163"/>
                </a:cubicBezTo>
                <a:cubicBezTo>
                  <a:pt x="1782108" y="144060"/>
                  <a:pt x="1780355" y="146632"/>
                  <a:pt x="1780355" y="149878"/>
                </a:cubicBezTo>
                <a:cubicBezTo>
                  <a:pt x="1780355" y="153002"/>
                  <a:pt x="1782169" y="155834"/>
                  <a:pt x="1785798" y="158375"/>
                </a:cubicBezTo>
                <a:cubicBezTo>
                  <a:pt x="1789427" y="160918"/>
                  <a:pt x="1796254" y="162189"/>
                  <a:pt x="1806279" y="162189"/>
                </a:cubicBezTo>
                <a:cubicBezTo>
                  <a:pt x="1814829" y="162189"/>
                  <a:pt x="1821548" y="161056"/>
                  <a:pt x="1826438" y="158790"/>
                </a:cubicBezTo>
                <a:cubicBezTo>
                  <a:pt x="1831327" y="156524"/>
                  <a:pt x="1833772" y="153339"/>
                  <a:pt x="1833772" y="149235"/>
                </a:cubicBezTo>
                <a:cubicBezTo>
                  <a:pt x="1833772" y="147705"/>
                  <a:pt x="1833311" y="146420"/>
                  <a:pt x="1832388" y="145378"/>
                </a:cubicBezTo>
                <a:cubicBezTo>
                  <a:pt x="1830728" y="143540"/>
                  <a:pt x="1828221" y="142284"/>
                  <a:pt x="1824869" y="141610"/>
                </a:cubicBezTo>
                <a:cubicBezTo>
                  <a:pt x="1821517" y="140937"/>
                  <a:pt x="1812584" y="140601"/>
                  <a:pt x="1798068" y="140601"/>
                </a:cubicBezTo>
                <a:close/>
                <a:moveTo>
                  <a:pt x="1893832" y="41516"/>
                </a:moveTo>
                <a:lnTo>
                  <a:pt x="1893832" y="52771"/>
                </a:lnTo>
                <a:cubicBezTo>
                  <a:pt x="1898260" y="47941"/>
                  <a:pt x="1902504" y="44428"/>
                  <a:pt x="1906563" y="42231"/>
                </a:cubicBezTo>
                <a:cubicBezTo>
                  <a:pt x="1910623" y="40032"/>
                  <a:pt x="1914990" y="38933"/>
                  <a:pt x="1919664" y="38933"/>
                </a:cubicBezTo>
                <a:cubicBezTo>
                  <a:pt x="1925261" y="38933"/>
                  <a:pt x="1929905" y="40488"/>
                  <a:pt x="1933595" y="43598"/>
                </a:cubicBezTo>
                <a:cubicBezTo>
                  <a:pt x="1937285" y="46707"/>
                  <a:pt x="1939745" y="50572"/>
                  <a:pt x="1940975" y="55190"/>
                </a:cubicBezTo>
                <a:cubicBezTo>
                  <a:pt x="1941960" y="58702"/>
                  <a:pt x="1942452" y="65446"/>
                  <a:pt x="1942452" y="75424"/>
                </a:cubicBezTo>
                <a:lnTo>
                  <a:pt x="1942452" y="109049"/>
                </a:lnTo>
                <a:cubicBezTo>
                  <a:pt x="1942452" y="115691"/>
                  <a:pt x="1943051" y="119827"/>
                  <a:pt x="1944251" y="121457"/>
                </a:cubicBezTo>
                <a:cubicBezTo>
                  <a:pt x="1945450" y="123087"/>
                  <a:pt x="1947956" y="124117"/>
                  <a:pt x="1951770" y="124548"/>
                </a:cubicBezTo>
                <a:lnTo>
                  <a:pt x="1951770" y="127869"/>
                </a:lnTo>
                <a:lnTo>
                  <a:pt x="1908132" y="127869"/>
                </a:lnTo>
                <a:lnTo>
                  <a:pt x="1908132" y="124548"/>
                </a:lnTo>
                <a:cubicBezTo>
                  <a:pt x="1911391" y="124117"/>
                  <a:pt x="1913729" y="122764"/>
                  <a:pt x="1915143" y="120488"/>
                </a:cubicBezTo>
                <a:cubicBezTo>
                  <a:pt x="1916127" y="118951"/>
                  <a:pt x="1916619" y="115138"/>
                  <a:pt x="1916619" y="109049"/>
                </a:cubicBezTo>
                <a:lnTo>
                  <a:pt x="1916619" y="70669"/>
                </a:lnTo>
                <a:cubicBezTo>
                  <a:pt x="1916619" y="63596"/>
                  <a:pt x="1916343" y="59137"/>
                  <a:pt x="1915789" y="57292"/>
                </a:cubicBezTo>
                <a:cubicBezTo>
                  <a:pt x="1915236" y="55447"/>
                  <a:pt x="1914298" y="54017"/>
                  <a:pt x="1912975" y="53002"/>
                </a:cubicBezTo>
                <a:cubicBezTo>
                  <a:pt x="1911653" y="51987"/>
                  <a:pt x="1910192" y="51480"/>
                  <a:pt x="1908593" y="51480"/>
                </a:cubicBezTo>
                <a:cubicBezTo>
                  <a:pt x="1903304" y="51480"/>
                  <a:pt x="1898383" y="55293"/>
                  <a:pt x="1893832" y="62920"/>
                </a:cubicBezTo>
                <a:lnTo>
                  <a:pt x="1893832" y="109049"/>
                </a:lnTo>
                <a:cubicBezTo>
                  <a:pt x="1893832" y="115507"/>
                  <a:pt x="1894431" y="119597"/>
                  <a:pt x="1895631" y="121319"/>
                </a:cubicBezTo>
                <a:cubicBezTo>
                  <a:pt x="1896830" y="123041"/>
                  <a:pt x="1899060" y="124117"/>
                  <a:pt x="1902319" y="124548"/>
                </a:cubicBezTo>
                <a:lnTo>
                  <a:pt x="1902319" y="127869"/>
                </a:lnTo>
                <a:lnTo>
                  <a:pt x="1858682" y="127869"/>
                </a:lnTo>
                <a:lnTo>
                  <a:pt x="1858682" y="124548"/>
                </a:lnTo>
                <a:cubicBezTo>
                  <a:pt x="1862310" y="124179"/>
                  <a:pt x="1864894" y="123010"/>
                  <a:pt x="1866431" y="121042"/>
                </a:cubicBezTo>
                <a:cubicBezTo>
                  <a:pt x="1867477" y="119689"/>
                  <a:pt x="1868000" y="115691"/>
                  <a:pt x="1868000" y="109049"/>
                </a:cubicBezTo>
                <a:lnTo>
                  <a:pt x="1868000" y="60337"/>
                </a:lnTo>
                <a:cubicBezTo>
                  <a:pt x="1868000" y="53738"/>
                  <a:pt x="1867400" y="49630"/>
                  <a:pt x="1866201" y="48011"/>
                </a:cubicBezTo>
                <a:cubicBezTo>
                  <a:pt x="1865001" y="46393"/>
                  <a:pt x="1862495" y="45335"/>
                  <a:pt x="1858682" y="44837"/>
                </a:cubicBezTo>
                <a:lnTo>
                  <a:pt x="1858682" y="41516"/>
                </a:lnTo>
                <a:lnTo>
                  <a:pt x="1893832" y="41516"/>
                </a:lnTo>
                <a:close/>
                <a:moveTo>
                  <a:pt x="1984778" y="0"/>
                </a:moveTo>
                <a:cubicBezTo>
                  <a:pt x="1988776" y="0"/>
                  <a:pt x="1992159" y="1404"/>
                  <a:pt x="1994926" y="4212"/>
                </a:cubicBezTo>
                <a:cubicBezTo>
                  <a:pt x="1997694" y="7018"/>
                  <a:pt x="1999078" y="10396"/>
                  <a:pt x="1999078" y="14346"/>
                </a:cubicBezTo>
                <a:cubicBezTo>
                  <a:pt x="1999078" y="18296"/>
                  <a:pt x="1997679" y="21659"/>
                  <a:pt x="1994880" y="24437"/>
                </a:cubicBezTo>
                <a:cubicBezTo>
                  <a:pt x="1992082" y="27212"/>
                  <a:pt x="1988714" y="28600"/>
                  <a:pt x="1984778" y="28600"/>
                </a:cubicBezTo>
                <a:cubicBezTo>
                  <a:pt x="1980842" y="28600"/>
                  <a:pt x="1977490" y="27212"/>
                  <a:pt x="1974722" y="24437"/>
                </a:cubicBezTo>
                <a:cubicBezTo>
                  <a:pt x="1971954" y="21659"/>
                  <a:pt x="1970570" y="18296"/>
                  <a:pt x="1970570" y="14346"/>
                </a:cubicBezTo>
                <a:cubicBezTo>
                  <a:pt x="1970570" y="10396"/>
                  <a:pt x="1971954" y="7018"/>
                  <a:pt x="1974722" y="4212"/>
                </a:cubicBezTo>
                <a:cubicBezTo>
                  <a:pt x="1977490" y="1404"/>
                  <a:pt x="1980842" y="0"/>
                  <a:pt x="1984778" y="0"/>
                </a:cubicBezTo>
                <a:moveTo>
                  <a:pt x="1997694" y="41516"/>
                </a:moveTo>
                <a:lnTo>
                  <a:pt x="1997694" y="109971"/>
                </a:lnTo>
                <a:cubicBezTo>
                  <a:pt x="1997694" y="116060"/>
                  <a:pt x="1998401" y="119950"/>
                  <a:pt x="1999816" y="121642"/>
                </a:cubicBezTo>
                <a:cubicBezTo>
                  <a:pt x="2001231" y="123333"/>
                  <a:pt x="2003998" y="124302"/>
                  <a:pt x="2008119" y="124548"/>
                </a:cubicBezTo>
                <a:lnTo>
                  <a:pt x="2008119" y="127869"/>
                </a:lnTo>
                <a:lnTo>
                  <a:pt x="1961529" y="127869"/>
                </a:lnTo>
                <a:lnTo>
                  <a:pt x="1961529" y="124548"/>
                </a:lnTo>
                <a:cubicBezTo>
                  <a:pt x="1965342" y="124425"/>
                  <a:pt x="1968172" y="123318"/>
                  <a:pt x="1970017" y="121227"/>
                </a:cubicBezTo>
                <a:cubicBezTo>
                  <a:pt x="1971247" y="119812"/>
                  <a:pt x="1971862" y="116060"/>
                  <a:pt x="1971862" y="109971"/>
                </a:cubicBezTo>
                <a:lnTo>
                  <a:pt x="1971862" y="59598"/>
                </a:lnTo>
                <a:cubicBezTo>
                  <a:pt x="1971862" y="53433"/>
                  <a:pt x="1971155" y="49493"/>
                  <a:pt x="1969740" y="47781"/>
                </a:cubicBezTo>
                <a:cubicBezTo>
                  <a:pt x="1968325" y="46068"/>
                  <a:pt x="1965588" y="45087"/>
                  <a:pt x="1961529" y="44837"/>
                </a:cubicBezTo>
                <a:lnTo>
                  <a:pt x="1961529" y="41516"/>
                </a:lnTo>
                <a:lnTo>
                  <a:pt x="1997694" y="41516"/>
                </a:lnTo>
                <a:close/>
                <a:moveTo>
                  <a:pt x="2050547" y="9779"/>
                </a:moveTo>
                <a:lnTo>
                  <a:pt x="2050547" y="41516"/>
                </a:lnTo>
                <a:lnTo>
                  <a:pt x="2071028" y="41516"/>
                </a:lnTo>
                <a:lnTo>
                  <a:pt x="2071028" y="50557"/>
                </a:lnTo>
                <a:lnTo>
                  <a:pt x="2050547" y="50557"/>
                </a:lnTo>
                <a:lnTo>
                  <a:pt x="2050547" y="103934"/>
                </a:lnTo>
                <a:cubicBezTo>
                  <a:pt x="2050547" y="108929"/>
                  <a:pt x="2050778" y="112152"/>
                  <a:pt x="2051239" y="113601"/>
                </a:cubicBezTo>
                <a:cubicBezTo>
                  <a:pt x="2051700" y="115050"/>
                  <a:pt x="2052515" y="116223"/>
                  <a:pt x="2053684" y="117118"/>
                </a:cubicBezTo>
                <a:cubicBezTo>
                  <a:pt x="2054853" y="118012"/>
                  <a:pt x="2055929" y="118459"/>
                  <a:pt x="2056913" y="118459"/>
                </a:cubicBezTo>
                <a:cubicBezTo>
                  <a:pt x="2060911" y="118459"/>
                  <a:pt x="2064693" y="115384"/>
                  <a:pt x="2068261" y="109233"/>
                </a:cubicBezTo>
                <a:lnTo>
                  <a:pt x="2071028" y="111283"/>
                </a:lnTo>
                <a:cubicBezTo>
                  <a:pt x="2066047" y="123201"/>
                  <a:pt x="2057959" y="129161"/>
                  <a:pt x="2046765" y="129161"/>
                </a:cubicBezTo>
                <a:cubicBezTo>
                  <a:pt x="2041291" y="129161"/>
                  <a:pt x="2036662" y="127634"/>
                  <a:pt x="2032880" y="124580"/>
                </a:cubicBezTo>
                <a:cubicBezTo>
                  <a:pt x="2029097" y="121524"/>
                  <a:pt x="2026683" y="118113"/>
                  <a:pt x="2025638" y="114348"/>
                </a:cubicBezTo>
                <a:cubicBezTo>
                  <a:pt x="2025023" y="112249"/>
                  <a:pt x="2024715" y="106570"/>
                  <a:pt x="2024715" y="97312"/>
                </a:cubicBezTo>
                <a:lnTo>
                  <a:pt x="2024715" y="50557"/>
                </a:lnTo>
                <a:lnTo>
                  <a:pt x="2013460" y="50557"/>
                </a:lnTo>
                <a:lnTo>
                  <a:pt x="2013460" y="47320"/>
                </a:lnTo>
                <a:cubicBezTo>
                  <a:pt x="2021209" y="41834"/>
                  <a:pt x="2027806" y="36071"/>
                  <a:pt x="2033249" y="30030"/>
                </a:cubicBezTo>
                <a:cubicBezTo>
                  <a:pt x="2038692" y="23989"/>
                  <a:pt x="2043443" y="17239"/>
                  <a:pt x="2047503" y="9779"/>
                </a:cubicBezTo>
                <a:lnTo>
                  <a:pt x="2050547" y="9779"/>
                </a:lnTo>
                <a:close/>
                <a:moveTo>
                  <a:pt x="2100335" y="0"/>
                </a:moveTo>
                <a:cubicBezTo>
                  <a:pt x="2104333" y="0"/>
                  <a:pt x="2107716" y="1404"/>
                  <a:pt x="2110484" y="4212"/>
                </a:cubicBezTo>
                <a:cubicBezTo>
                  <a:pt x="2113251" y="7018"/>
                  <a:pt x="2114635" y="10396"/>
                  <a:pt x="2114635" y="14346"/>
                </a:cubicBezTo>
                <a:cubicBezTo>
                  <a:pt x="2114635" y="18296"/>
                  <a:pt x="2113236" y="21659"/>
                  <a:pt x="2110437" y="24437"/>
                </a:cubicBezTo>
                <a:cubicBezTo>
                  <a:pt x="2107639" y="27212"/>
                  <a:pt x="2104272" y="28600"/>
                  <a:pt x="2100335" y="28600"/>
                </a:cubicBezTo>
                <a:cubicBezTo>
                  <a:pt x="2096399" y="28600"/>
                  <a:pt x="2093047" y="27212"/>
                  <a:pt x="2090279" y="24437"/>
                </a:cubicBezTo>
                <a:cubicBezTo>
                  <a:pt x="2087511" y="21659"/>
                  <a:pt x="2086128" y="18296"/>
                  <a:pt x="2086128" y="14346"/>
                </a:cubicBezTo>
                <a:cubicBezTo>
                  <a:pt x="2086128" y="10396"/>
                  <a:pt x="2087511" y="7018"/>
                  <a:pt x="2090279" y="4212"/>
                </a:cubicBezTo>
                <a:cubicBezTo>
                  <a:pt x="2093047" y="1404"/>
                  <a:pt x="2096399" y="0"/>
                  <a:pt x="2100335" y="0"/>
                </a:cubicBezTo>
                <a:moveTo>
                  <a:pt x="2113251" y="41516"/>
                </a:moveTo>
                <a:lnTo>
                  <a:pt x="2113251" y="109971"/>
                </a:lnTo>
                <a:cubicBezTo>
                  <a:pt x="2113251" y="116060"/>
                  <a:pt x="2113959" y="119950"/>
                  <a:pt x="2115373" y="121642"/>
                </a:cubicBezTo>
                <a:cubicBezTo>
                  <a:pt x="2116788" y="123333"/>
                  <a:pt x="2119556" y="124302"/>
                  <a:pt x="2123676" y="124548"/>
                </a:cubicBezTo>
                <a:lnTo>
                  <a:pt x="2123676" y="127869"/>
                </a:lnTo>
                <a:lnTo>
                  <a:pt x="2077086" y="127869"/>
                </a:lnTo>
                <a:lnTo>
                  <a:pt x="2077086" y="124548"/>
                </a:lnTo>
                <a:cubicBezTo>
                  <a:pt x="2080900" y="124425"/>
                  <a:pt x="2083729" y="123318"/>
                  <a:pt x="2085574" y="121227"/>
                </a:cubicBezTo>
                <a:cubicBezTo>
                  <a:pt x="2086804" y="119812"/>
                  <a:pt x="2087419" y="116060"/>
                  <a:pt x="2087419" y="109971"/>
                </a:cubicBezTo>
                <a:lnTo>
                  <a:pt x="2087419" y="59598"/>
                </a:lnTo>
                <a:cubicBezTo>
                  <a:pt x="2087419" y="53433"/>
                  <a:pt x="2086712" y="49493"/>
                  <a:pt x="2085297" y="47781"/>
                </a:cubicBezTo>
                <a:cubicBezTo>
                  <a:pt x="2083883" y="46068"/>
                  <a:pt x="2081146" y="45087"/>
                  <a:pt x="2077086" y="44837"/>
                </a:cubicBezTo>
                <a:lnTo>
                  <a:pt x="2077086" y="41516"/>
                </a:lnTo>
                <a:lnTo>
                  <a:pt x="2113251" y="41516"/>
                </a:lnTo>
                <a:close/>
                <a:moveTo>
                  <a:pt x="2172563" y="38933"/>
                </a:moveTo>
                <a:cubicBezTo>
                  <a:pt x="2180066" y="38933"/>
                  <a:pt x="2187047" y="40872"/>
                  <a:pt x="2193505" y="44751"/>
                </a:cubicBezTo>
                <a:cubicBezTo>
                  <a:pt x="2199963" y="48629"/>
                  <a:pt x="2204868" y="54140"/>
                  <a:pt x="2208220" y="61282"/>
                </a:cubicBezTo>
                <a:cubicBezTo>
                  <a:pt x="2211572" y="68424"/>
                  <a:pt x="2213248" y="76243"/>
                  <a:pt x="2213248" y="84739"/>
                </a:cubicBezTo>
                <a:cubicBezTo>
                  <a:pt x="2213248" y="96990"/>
                  <a:pt x="2210142" y="107241"/>
                  <a:pt x="2203930" y="115492"/>
                </a:cubicBezTo>
                <a:cubicBezTo>
                  <a:pt x="2196427" y="125466"/>
                  <a:pt x="2186063" y="130452"/>
                  <a:pt x="2172839" y="130452"/>
                </a:cubicBezTo>
                <a:cubicBezTo>
                  <a:pt x="2159862" y="130452"/>
                  <a:pt x="2149867" y="125896"/>
                  <a:pt x="2142856" y="116784"/>
                </a:cubicBezTo>
                <a:cubicBezTo>
                  <a:pt x="2135844" y="107671"/>
                  <a:pt x="2132338" y="97113"/>
                  <a:pt x="2132338" y="85108"/>
                </a:cubicBezTo>
                <a:cubicBezTo>
                  <a:pt x="2132338" y="72734"/>
                  <a:pt x="2135921" y="61944"/>
                  <a:pt x="2143086" y="52740"/>
                </a:cubicBezTo>
                <a:cubicBezTo>
                  <a:pt x="2150252" y="43535"/>
                  <a:pt x="2160077" y="38933"/>
                  <a:pt x="2172563" y="38933"/>
                </a:cubicBezTo>
                <a:moveTo>
                  <a:pt x="2172932" y="45391"/>
                </a:moveTo>
                <a:cubicBezTo>
                  <a:pt x="2169795" y="45391"/>
                  <a:pt x="2167104" y="46577"/>
                  <a:pt x="2164859" y="48948"/>
                </a:cubicBezTo>
                <a:cubicBezTo>
                  <a:pt x="2162614" y="51318"/>
                  <a:pt x="2161138" y="55998"/>
                  <a:pt x="2160431" y="62986"/>
                </a:cubicBezTo>
                <a:cubicBezTo>
                  <a:pt x="2159723" y="69975"/>
                  <a:pt x="2159370" y="79689"/>
                  <a:pt x="2159370" y="92128"/>
                </a:cubicBezTo>
                <a:cubicBezTo>
                  <a:pt x="2159370" y="98717"/>
                  <a:pt x="2159800" y="104875"/>
                  <a:pt x="2160661" y="110603"/>
                </a:cubicBezTo>
                <a:cubicBezTo>
                  <a:pt x="2161338" y="114973"/>
                  <a:pt x="2162783" y="118298"/>
                  <a:pt x="2164997" y="120578"/>
                </a:cubicBezTo>
                <a:cubicBezTo>
                  <a:pt x="2167212" y="122855"/>
                  <a:pt x="2169733" y="123994"/>
                  <a:pt x="2172563" y="123994"/>
                </a:cubicBezTo>
                <a:cubicBezTo>
                  <a:pt x="2175330" y="123994"/>
                  <a:pt x="2177637" y="123225"/>
                  <a:pt x="2179482" y="121685"/>
                </a:cubicBezTo>
                <a:cubicBezTo>
                  <a:pt x="2181881" y="119592"/>
                  <a:pt x="2183480" y="116667"/>
                  <a:pt x="2184279" y="112909"/>
                </a:cubicBezTo>
                <a:cubicBezTo>
                  <a:pt x="2185509" y="107060"/>
                  <a:pt x="2186124" y="95238"/>
                  <a:pt x="2186124" y="77442"/>
                </a:cubicBezTo>
                <a:cubicBezTo>
                  <a:pt x="2186124" y="66974"/>
                  <a:pt x="2185540" y="59786"/>
                  <a:pt x="2184372" y="55876"/>
                </a:cubicBezTo>
                <a:cubicBezTo>
                  <a:pt x="2183203" y="51965"/>
                  <a:pt x="2181481" y="49117"/>
                  <a:pt x="2179205" y="47331"/>
                </a:cubicBezTo>
                <a:cubicBezTo>
                  <a:pt x="2177606" y="46038"/>
                  <a:pt x="2175515" y="45391"/>
                  <a:pt x="2172932" y="45391"/>
                </a:cubicBezTo>
                <a:close/>
                <a:moveTo>
                  <a:pt x="2261591" y="41516"/>
                </a:moveTo>
                <a:lnTo>
                  <a:pt x="2261591" y="52771"/>
                </a:lnTo>
                <a:cubicBezTo>
                  <a:pt x="2266020" y="47941"/>
                  <a:pt x="2270264" y="44428"/>
                  <a:pt x="2274323" y="42231"/>
                </a:cubicBezTo>
                <a:cubicBezTo>
                  <a:pt x="2278382" y="40032"/>
                  <a:pt x="2282749" y="38933"/>
                  <a:pt x="2287424" y="38933"/>
                </a:cubicBezTo>
                <a:cubicBezTo>
                  <a:pt x="2293021" y="38933"/>
                  <a:pt x="2297664" y="40488"/>
                  <a:pt x="2301355" y="43598"/>
                </a:cubicBezTo>
                <a:cubicBezTo>
                  <a:pt x="2305045" y="46707"/>
                  <a:pt x="2307505" y="50572"/>
                  <a:pt x="2308735" y="55190"/>
                </a:cubicBezTo>
                <a:cubicBezTo>
                  <a:pt x="2309719" y="58702"/>
                  <a:pt x="2310211" y="65446"/>
                  <a:pt x="2310211" y="75424"/>
                </a:cubicBezTo>
                <a:lnTo>
                  <a:pt x="2310211" y="109049"/>
                </a:lnTo>
                <a:cubicBezTo>
                  <a:pt x="2310211" y="115691"/>
                  <a:pt x="2310811" y="119827"/>
                  <a:pt x="2312010" y="121457"/>
                </a:cubicBezTo>
                <a:cubicBezTo>
                  <a:pt x="2313210" y="123087"/>
                  <a:pt x="2315716" y="124117"/>
                  <a:pt x="2319529" y="124548"/>
                </a:cubicBezTo>
                <a:lnTo>
                  <a:pt x="2319529" y="127869"/>
                </a:lnTo>
                <a:lnTo>
                  <a:pt x="2275891" y="127869"/>
                </a:lnTo>
                <a:lnTo>
                  <a:pt x="2275891" y="124548"/>
                </a:lnTo>
                <a:cubicBezTo>
                  <a:pt x="2279151" y="124117"/>
                  <a:pt x="2281488" y="122764"/>
                  <a:pt x="2282903" y="120488"/>
                </a:cubicBezTo>
                <a:cubicBezTo>
                  <a:pt x="2283887" y="118951"/>
                  <a:pt x="2284379" y="115138"/>
                  <a:pt x="2284379" y="109049"/>
                </a:cubicBezTo>
                <a:lnTo>
                  <a:pt x="2284379" y="70669"/>
                </a:lnTo>
                <a:cubicBezTo>
                  <a:pt x="2284379" y="63596"/>
                  <a:pt x="2284102" y="59137"/>
                  <a:pt x="2283549" y="57292"/>
                </a:cubicBezTo>
                <a:cubicBezTo>
                  <a:pt x="2282995" y="55447"/>
                  <a:pt x="2282057" y="54017"/>
                  <a:pt x="2280735" y="53002"/>
                </a:cubicBezTo>
                <a:cubicBezTo>
                  <a:pt x="2279413" y="51987"/>
                  <a:pt x="2277952" y="51480"/>
                  <a:pt x="2276353" y="51480"/>
                </a:cubicBezTo>
                <a:cubicBezTo>
                  <a:pt x="2271063" y="51480"/>
                  <a:pt x="2266143" y="55293"/>
                  <a:pt x="2261591" y="62920"/>
                </a:cubicBezTo>
                <a:lnTo>
                  <a:pt x="2261591" y="109049"/>
                </a:lnTo>
                <a:cubicBezTo>
                  <a:pt x="2261591" y="115507"/>
                  <a:pt x="2262191" y="119597"/>
                  <a:pt x="2263390" y="121319"/>
                </a:cubicBezTo>
                <a:cubicBezTo>
                  <a:pt x="2264590" y="123041"/>
                  <a:pt x="2266819" y="124117"/>
                  <a:pt x="2270079" y="124548"/>
                </a:cubicBezTo>
                <a:lnTo>
                  <a:pt x="2270079" y="127869"/>
                </a:lnTo>
                <a:lnTo>
                  <a:pt x="2226441" y="127869"/>
                </a:lnTo>
                <a:lnTo>
                  <a:pt x="2226441" y="124548"/>
                </a:lnTo>
                <a:cubicBezTo>
                  <a:pt x="2230070" y="124179"/>
                  <a:pt x="2232653" y="123010"/>
                  <a:pt x="2234191" y="121042"/>
                </a:cubicBezTo>
                <a:cubicBezTo>
                  <a:pt x="2235237" y="119689"/>
                  <a:pt x="2235759" y="115691"/>
                  <a:pt x="2235759" y="109049"/>
                </a:cubicBezTo>
                <a:lnTo>
                  <a:pt x="2235759" y="60337"/>
                </a:lnTo>
                <a:cubicBezTo>
                  <a:pt x="2235759" y="53738"/>
                  <a:pt x="2235160" y="49630"/>
                  <a:pt x="2233960" y="48011"/>
                </a:cubicBezTo>
                <a:cubicBezTo>
                  <a:pt x="2232761" y="46393"/>
                  <a:pt x="2230255" y="45335"/>
                  <a:pt x="2226441" y="44837"/>
                </a:cubicBezTo>
                <a:lnTo>
                  <a:pt x="2226441" y="41516"/>
                </a:lnTo>
                <a:lnTo>
                  <a:pt x="2261591" y="41516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Text mask">
            <a:extLst xmlns:a="http://schemas.openxmlformats.org/drawingml/2006/main">
              <a:ext uri="{FF2B5EF4-FFF2-40B4-BE49-F238E27FC236}">
                <a16:creationId xmlns:a16="http://schemas.microsoft.com/office/drawing/2014/main" id="{A55D2EEF-80B2-47E5-AF77-129D3F6C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701" y="2834474"/>
            <a:ext cx="364751" cy="109444"/>
          </a:xfrm>
          <a:custGeom xmlns:a="http://schemas.openxmlformats.org/drawingml/2006/main">
            <a:pathLst>
              <a:path w="364751" h="109444">
                <a:moveTo>
                  <a:pt x="30129" y="33213"/>
                </a:moveTo>
                <a:lnTo>
                  <a:pt x="30129" y="43018"/>
                </a:lnTo>
                <a:cubicBezTo>
                  <a:pt x="34188" y="38560"/>
                  <a:pt x="37944" y="35443"/>
                  <a:pt x="41397" y="33665"/>
                </a:cubicBezTo>
                <a:cubicBezTo>
                  <a:pt x="44850" y="31887"/>
                  <a:pt x="48633" y="30999"/>
                  <a:pt x="52745" y="30999"/>
                </a:cubicBezTo>
                <a:cubicBezTo>
                  <a:pt x="57490" y="30999"/>
                  <a:pt x="61470" y="32112"/>
                  <a:pt x="64686" y="34340"/>
                </a:cubicBezTo>
                <a:cubicBezTo>
                  <a:pt x="67902" y="36567"/>
                  <a:pt x="70379" y="39961"/>
                  <a:pt x="72119" y="44521"/>
                </a:cubicBezTo>
                <a:cubicBezTo>
                  <a:pt x="76337" y="39748"/>
                  <a:pt x="80383" y="36302"/>
                  <a:pt x="84258" y="34181"/>
                </a:cubicBezTo>
                <a:cubicBezTo>
                  <a:pt x="88132" y="32060"/>
                  <a:pt x="92179" y="30999"/>
                  <a:pt x="96396" y="30999"/>
                </a:cubicBezTo>
                <a:cubicBezTo>
                  <a:pt x="101510" y="30999"/>
                  <a:pt x="105582" y="32173"/>
                  <a:pt x="108614" y="34522"/>
                </a:cubicBezTo>
                <a:cubicBezTo>
                  <a:pt x="111645" y="36872"/>
                  <a:pt x="113754" y="39854"/>
                  <a:pt x="114940" y="43471"/>
                </a:cubicBezTo>
                <a:cubicBezTo>
                  <a:pt x="116126" y="47087"/>
                  <a:pt x="116719" y="52854"/>
                  <a:pt x="116719" y="60771"/>
                </a:cubicBezTo>
                <a:lnTo>
                  <a:pt x="116719" y="91098"/>
                </a:lnTo>
                <a:cubicBezTo>
                  <a:pt x="116719" y="96791"/>
                  <a:pt x="117233" y="100324"/>
                  <a:pt x="118261" y="101694"/>
                </a:cubicBezTo>
                <a:cubicBezTo>
                  <a:pt x="119289" y="103065"/>
                  <a:pt x="121437" y="103961"/>
                  <a:pt x="124706" y="104383"/>
                </a:cubicBezTo>
                <a:lnTo>
                  <a:pt x="124706" y="107230"/>
                </a:lnTo>
                <a:lnTo>
                  <a:pt x="86511" y="107230"/>
                </a:lnTo>
                <a:lnTo>
                  <a:pt x="86511" y="104383"/>
                </a:lnTo>
                <a:cubicBezTo>
                  <a:pt x="89516" y="104119"/>
                  <a:pt x="91730" y="102960"/>
                  <a:pt x="93154" y="100903"/>
                </a:cubicBezTo>
                <a:cubicBezTo>
                  <a:pt x="94103" y="99480"/>
                  <a:pt x="94577" y="96212"/>
                  <a:pt x="94577" y="91098"/>
                </a:cubicBezTo>
                <a:lnTo>
                  <a:pt x="94577" y="59308"/>
                </a:lnTo>
                <a:cubicBezTo>
                  <a:pt x="94577" y="52719"/>
                  <a:pt x="94314" y="48528"/>
                  <a:pt x="93786" y="46735"/>
                </a:cubicBezTo>
                <a:cubicBezTo>
                  <a:pt x="93259" y="44943"/>
                  <a:pt x="92429" y="43611"/>
                  <a:pt x="91296" y="42742"/>
                </a:cubicBezTo>
                <a:cubicBezTo>
                  <a:pt x="90162" y="41872"/>
                  <a:pt x="88831" y="41437"/>
                  <a:pt x="87302" y="41437"/>
                </a:cubicBezTo>
                <a:cubicBezTo>
                  <a:pt x="85035" y="41437"/>
                  <a:pt x="82742" y="42267"/>
                  <a:pt x="80422" y="43928"/>
                </a:cubicBezTo>
                <a:cubicBezTo>
                  <a:pt x="78103" y="45588"/>
                  <a:pt x="75757" y="48079"/>
                  <a:pt x="73384" y="51401"/>
                </a:cubicBezTo>
                <a:lnTo>
                  <a:pt x="73384" y="91098"/>
                </a:lnTo>
                <a:cubicBezTo>
                  <a:pt x="73384" y="96422"/>
                  <a:pt x="73832" y="99770"/>
                  <a:pt x="74729" y="101141"/>
                </a:cubicBezTo>
                <a:cubicBezTo>
                  <a:pt x="75941" y="103091"/>
                  <a:pt x="78261" y="104172"/>
                  <a:pt x="81688" y="104383"/>
                </a:cubicBezTo>
                <a:lnTo>
                  <a:pt x="81688" y="107230"/>
                </a:lnTo>
                <a:lnTo>
                  <a:pt x="43414" y="107230"/>
                </a:lnTo>
                <a:lnTo>
                  <a:pt x="43414" y="104383"/>
                </a:lnTo>
                <a:cubicBezTo>
                  <a:pt x="45470" y="104277"/>
                  <a:pt x="47091" y="103763"/>
                  <a:pt x="48277" y="102841"/>
                </a:cubicBezTo>
                <a:cubicBezTo>
                  <a:pt x="49463" y="101918"/>
                  <a:pt x="50254" y="100811"/>
                  <a:pt x="50649" y="99520"/>
                </a:cubicBezTo>
                <a:cubicBezTo>
                  <a:pt x="51045" y="98228"/>
                  <a:pt x="51243" y="95421"/>
                  <a:pt x="51243" y="91098"/>
                </a:cubicBezTo>
                <a:lnTo>
                  <a:pt x="51243" y="59259"/>
                </a:lnTo>
                <a:cubicBezTo>
                  <a:pt x="51243" y="52552"/>
                  <a:pt x="50979" y="48355"/>
                  <a:pt x="50452" y="46666"/>
                </a:cubicBezTo>
                <a:cubicBezTo>
                  <a:pt x="49925" y="44976"/>
                  <a:pt x="49042" y="43655"/>
                  <a:pt x="47803" y="42705"/>
                </a:cubicBezTo>
                <a:cubicBezTo>
                  <a:pt x="46564" y="41754"/>
                  <a:pt x="45233" y="41279"/>
                  <a:pt x="43809" y="41279"/>
                </a:cubicBezTo>
                <a:cubicBezTo>
                  <a:pt x="41700" y="41279"/>
                  <a:pt x="39776" y="41836"/>
                  <a:pt x="38037" y="42952"/>
                </a:cubicBezTo>
                <a:cubicBezTo>
                  <a:pt x="35559" y="44599"/>
                  <a:pt x="32923" y="47415"/>
                  <a:pt x="30129" y="51401"/>
                </a:cubicBezTo>
                <a:lnTo>
                  <a:pt x="30129" y="91098"/>
                </a:lnTo>
                <a:cubicBezTo>
                  <a:pt x="30129" y="96317"/>
                  <a:pt x="30643" y="99757"/>
                  <a:pt x="31671" y="101417"/>
                </a:cubicBezTo>
                <a:cubicBezTo>
                  <a:pt x="32699" y="103078"/>
                  <a:pt x="34847" y="104067"/>
                  <a:pt x="38116" y="104383"/>
                </a:cubicBezTo>
                <a:lnTo>
                  <a:pt x="38116" y="107230"/>
                </a:lnTo>
                <a:lnTo>
                  <a:pt x="0" y="107230"/>
                </a:lnTo>
                <a:lnTo>
                  <a:pt x="0" y="104383"/>
                </a:lnTo>
                <a:cubicBezTo>
                  <a:pt x="3110" y="104067"/>
                  <a:pt x="5325" y="103065"/>
                  <a:pt x="6643" y="101378"/>
                </a:cubicBezTo>
                <a:cubicBezTo>
                  <a:pt x="7539" y="100218"/>
                  <a:pt x="7987" y="96791"/>
                  <a:pt x="7987" y="91098"/>
                </a:cubicBezTo>
                <a:lnTo>
                  <a:pt x="7987" y="49345"/>
                </a:lnTo>
                <a:cubicBezTo>
                  <a:pt x="7987" y="43689"/>
                  <a:pt x="7473" y="40167"/>
                  <a:pt x="6445" y="38780"/>
                </a:cubicBezTo>
                <a:cubicBezTo>
                  <a:pt x="5417" y="37393"/>
                  <a:pt x="3269" y="36486"/>
                  <a:pt x="0" y="36060"/>
                </a:cubicBezTo>
                <a:lnTo>
                  <a:pt x="0" y="33213"/>
                </a:lnTo>
                <a:lnTo>
                  <a:pt x="30129" y="33213"/>
                </a:lnTo>
                <a:close/>
                <a:moveTo>
                  <a:pt x="175205" y="96317"/>
                </a:moveTo>
                <a:cubicBezTo>
                  <a:pt x="166190" y="104330"/>
                  <a:pt x="158098" y="108337"/>
                  <a:pt x="150928" y="108337"/>
                </a:cubicBezTo>
                <a:cubicBezTo>
                  <a:pt x="146711" y="108337"/>
                  <a:pt x="143205" y="106949"/>
                  <a:pt x="140411" y="104173"/>
                </a:cubicBezTo>
                <a:cubicBezTo>
                  <a:pt x="137617" y="101395"/>
                  <a:pt x="136220" y="97917"/>
                  <a:pt x="136220" y="93740"/>
                </a:cubicBezTo>
                <a:cubicBezTo>
                  <a:pt x="136220" y="88079"/>
                  <a:pt x="138645" y="82987"/>
                  <a:pt x="143495" y="78465"/>
                </a:cubicBezTo>
                <a:cubicBezTo>
                  <a:pt x="148345" y="73943"/>
                  <a:pt x="158915" y="67926"/>
                  <a:pt x="175205" y="60416"/>
                </a:cubicBezTo>
                <a:lnTo>
                  <a:pt x="175205" y="52982"/>
                </a:lnTo>
                <a:cubicBezTo>
                  <a:pt x="175205" y="47394"/>
                  <a:pt x="174902" y="43875"/>
                  <a:pt x="174296" y="42425"/>
                </a:cubicBezTo>
                <a:cubicBezTo>
                  <a:pt x="173689" y="40976"/>
                  <a:pt x="172543" y="39710"/>
                  <a:pt x="170856" y="38630"/>
                </a:cubicBezTo>
                <a:cubicBezTo>
                  <a:pt x="169169" y="37549"/>
                  <a:pt x="167271" y="37008"/>
                  <a:pt x="165162" y="37008"/>
                </a:cubicBezTo>
                <a:cubicBezTo>
                  <a:pt x="161735" y="37008"/>
                  <a:pt x="158915" y="37773"/>
                  <a:pt x="156701" y="39302"/>
                </a:cubicBezTo>
                <a:cubicBezTo>
                  <a:pt x="155330" y="40251"/>
                  <a:pt x="154645" y="41358"/>
                  <a:pt x="154645" y="42623"/>
                </a:cubicBezTo>
                <a:cubicBezTo>
                  <a:pt x="154645" y="43730"/>
                  <a:pt x="155383" y="45101"/>
                  <a:pt x="156859" y="46735"/>
                </a:cubicBezTo>
                <a:cubicBezTo>
                  <a:pt x="158862" y="49002"/>
                  <a:pt x="159864" y="51190"/>
                  <a:pt x="159864" y="53299"/>
                </a:cubicBezTo>
                <a:cubicBezTo>
                  <a:pt x="159864" y="55882"/>
                  <a:pt x="158902" y="58083"/>
                  <a:pt x="156977" y="59902"/>
                </a:cubicBezTo>
                <a:cubicBezTo>
                  <a:pt x="155053" y="61720"/>
                  <a:pt x="152536" y="62630"/>
                  <a:pt x="149426" y="62630"/>
                </a:cubicBezTo>
                <a:cubicBezTo>
                  <a:pt x="146104" y="62630"/>
                  <a:pt x="143323" y="61628"/>
                  <a:pt x="141083" y="59625"/>
                </a:cubicBezTo>
                <a:cubicBezTo>
                  <a:pt x="138842" y="57621"/>
                  <a:pt x="137722" y="55275"/>
                  <a:pt x="137722" y="52587"/>
                </a:cubicBezTo>
                <a:cubicBezTo>
                  <a:pt x="137722" y="48791"/>
                  <a:pt x="139224" y="45167"/>
                  <a:pt x="142229" y="41714"/>
                </a:cubicBezTo>
                <a:cubicBezTo>
                  <a:pt x="145234" y="38261"/>
                  <a:pt x="149426" y="35611"/>
                  <a:pt x="154803" y="33766"/>
                </a:cubicBezTo>
                <a:cubicBezTo>
                  <a:pt x="160180" y="31921"/>
                  <a:pt x="165768" y="30999"/>
                  <a:pt x="171567" y="30999"/>
                </a:cubicBezTo>
                <a:cubicBezTo>
                  <a:pt x="178579" y="30999"/>
                  <a:pt x="184128" y="32492"/>
                  <a:pt x="188213" y="35479"/>
                </a:cubicBezTo>
                <a:cubicBezTo>
                  <a:pt x="192299" y="38464"/>
                  <a:pt x="194948" y="41700"/>
                  <a:pt x="196161" y="45188"/>
                </a:cubicBezTo>
                <a:cubicBezTo>
                  <a:pt x="196899" y="47407"/>
                  <a:pt x="197268" y="52506"/>
                  <a:pt x="197268" y="60485"/>
                </a:cubicBezTo>
                <a:lnTo>
                  <a:pt x="197268" y="89257"/>
                </a:lnTo>
                <a:cubicBezTo>
                  <a:pt x="197268" y="92639"/>
                  <a:pt x="197399" y="94767"/>
                  <a:pt x="197663" y="95640"/>
                </a:cubicBezTo>
                <a:cubicBezTo>
                  <a:pt x="197927" y="96511"/>
                  <a:pt x="198322" y="97159"/>
                  <a:pt x="198849" y="97582"/>
                </a:cubicBezTo>
                <a:cubicBezTo>
                  <a:pt x="199376" y="98004"/>
                  <a:pt x="199983" y="98215"/>
                  <a:pt x="200668" y="98215"/>
                </a:cubicBezTo>
                <a:cubicBezTo>
                  <a:pt x="202039" y="98215"/>
                  <a:pt x="203436" y="97240"/>
                  <a:pt x="204859" y="95289"/>
                </a:cubicBezTo>
                <a:lnTo>
                  <a:pt x="207232" y="97187"/>
                </a:lnTo>
                <a:cubicBezTo>
                  <a:pt x="204596" y="101088"/>
                  <a:pt x="201867" y="103922"/>
                  <a:pt x="199047" y="105688"/>
                </a:cubicBezTo>
                <a:cubicBezTo>
                  <a:pt x="196227" y="107454"/>
                  <a:pt x="193024" y="108337"/>
                  <a:pt x="189439" y="108337"/>
                </a:cubicBezTo>
                <a:cubicBezTo>
                  <a:pt x="185221" y="108337"/>
                  <a:pt x="181927" y="107342"/>
                  <a:pt x="179554" y="105352"/>
                </a:cubicBezTo>
                <a:cubicBezTo>
                  <a:pt x="177182" y="103361"/>
                  <a:pt x="175732" y="100350"/>
                  <a:pt x="175205" y="96317"/>
                </a:cubicBezTo>
                <a:moveTo>
                  <a:pt x="175205" y="90465"/>
                </a:moveTo>
                <a:lnTo>
                  <a:pt x="175205" y="65729"/>
                </a:lnTo>
                <a:cubicBezTo>
                  <a:pt x="168826" y="69490"/>
                  <a:pt x="164081" y="73516"/>
                  <a:pt x="160971" y="77808"/>
                </a:cubicBezTo>
                <a:cubicBezTo>
                  <a:pt x="158915" y="80668"/>
                  <a:pt x="157887" y="83555"/>
                  <a:pt x="157887" y="86469"/>
                </a:cubicBezTo>
                <a:cubicBezTo>
                  <a:pt x="157887" y="88906"/>
                  <a:pt x="158757" y="91052"/>
                  <a:pt x="160496" y="92907"/>
                </a:cubicBezTo>
                <a:cubicBezTo>
                  <a:pt x="161814" y="94337"/>
                  <a:pt x="163660" y="95052"/>
                  <a:pt x="166032" y="95052"/>
                </a:cubicBezTo>
                <a:cubicBezTo>
                  <a:pt x="168668" y="95052"/>
                  <a:pt x="171726" y="93523"/>
                  <a:pt x="175205" y="90465"/>
                </a:cubicBezTo>
                <a:close/>
                <a:moveTo>
                  <a:pt x="262112" y="31315"/>
                </a:moveTo>
                <a:lnTo>
                  <a:pt x="263298" y="56620"/>
                </a:lnTo>
                <a:lnTo>
                  <a:pt x="260609" y="56620"/>
                </a:lnTo>
                <a:cubicBezTo>
                  <a:pt x="257393" y="49073"/>
                  <a:pt x="254059" y="43918"/>
                  <a:pt x="250606" y="41155"/>
                </a:cubicBezTo>
                <a:cubicBezTo>
                  <a:pt x="247153" y="38391"/>
                  <a:pt x="243713" y="37008"/>
                  <a:pt x="240286" y="37008"/>
                </a:cubicBezTo>
                <a:cubicBezTo>
                  <a:pt x="238125" y="37008"/>
                  <a:pt x="236280" y="37733"/>
                  <a:pt x="234751" y="39183"/>
                </a:cubicBezTo>
                <a:cubicBezTo>
                  <a:pt x="233222" y="40633"/>
                  <a:pt x="232457" y="42307"/>
                  <a:pt x="232457" y="44205"/>
                </a:cubicBezTo>
                <a:cubicBezTo>
                  <a:pt x="232457" y="45628"/>
                  <a:pt x="232985" y="46999"/>
                  <a:pt x="234039" y="48317"/>
                </a:cubicBezTo>
                <a:cubicBezTo>
                  <a:pt x="235726" y="50478"/>
                  <a:pt x="240444" y="54182"/>
                  <a:pt x="248194" y="59427"/>
                </a:cubicBezTo>
                <a:cubicBezTo>
                  <a:pt x="255944" y="64673"/>
                  <a:pt x="261044" y="69127"/>
                  <a:pt x="263496" y="72791"/>
                </a:cubicBezTo>
                <a:cubicBezTo>
                  <a:pt x="265947" y="76455"/>
                  <a:pt x="267173" y="80554"/>
                  <a:pt x="267173" y="85088"/>
                </a:cubicBezTo>
                <a:cubicBezTo>
                  <a:pt x="267173" y="89200"/>
                  <a:pt x="266145" y="93233"/>
                  <a:pt x="264089" y="97187"/>
                </a:cubicBezTo>
                <a:cubicBezTo>
                  <a:pt x="262033" y="101141"/>
                  <a:pt x="259133" y="104172"/>
                  <a:pt x="255390" y="106281"/>
                </a:cubicBezTo>
                <a:cubicBezTo>
                  <a:pt x="251647" y="108390"/>
                  <a:pt x="247509" y="109444"/>
                  <a:pt x="242975" y="109444"/>
                </a:cubicBezTo>
                <a:cubicBezTo>
                  <a:pt x="239443" y="109444"/>
                  <a:pt x="234724" y="108316"/>
                  <a:pt x="228820" y="106061"/>
                </a:cubicBezTo>
                <a:cubicBezTo>
                  <a:pt x="227238" y="105469"/>
                  <a:pt x="226158" y="105174"/>
                  <a:pt x="225578" y="105174"/>
                </a:cubicBezTo>
                <a:cubicBezTo>
                  <a:pt x="223838" y="105174"/>
                  <a:pt x="222388" y="106492"/>
                  <a:pt x="221228" y="109128"/>
                </a:cubicBezTo>
                <a:lnTo>
                  <a:pt x="218619" y="109128"/>
                </a:lnTo>
                <a:lnTo>
                  <a:pt x="217354" y="82557"/>
                </a:lnTo>
                <a:lnTo>
                  <a:pt x="220042" y="82557"/>
                </a:lnTo>
                <a:cubicBezTo>
                  <a:pt x="222415" y="89516"/>
                  <a:pt x="225670" y="94735"/>
                  <a:pt x="229808" y="98215"/>
                </a:cubicBezTo>
                <a:cubicBezTo>
                  <a:pt x="233947" y="101694"/>
                  <a:pt x="237861" y="103434"/>
                  <a:pt x="241551" y="103434"/>
                </a:cubicBezTo>
                <a:cubicBezTo>
                  <a:pt x="244082" y="103434"/>
                  <a:pt x="246151" y="102656"/>
                  <a:pt x="247759" y="101101"/>
                </a:cubicBezTo>
                <a:cubicBezTo>
                  <a:pt x="249367" y="99546"/>
                  <a:pt x="250171" y="97661"/>
                  <a:pt x="250171" y="95447"/>
                </a:cubicBezTo>
                <a:cubicBezTo>
                  <a:pt x="250171" y="92917"/>
                  <a:pt x="249380" y="90729"/>
                  <a:pt x="247799" y="88884"/>
                </a:cubicBezTo>
                <a:cubicBezTo>
                  <a:pt x="246217" y="87038"/>
                  <a:pt x="242685" y="84244"/>
                  <a:pt x="237202" y="80501"/>
                </a:cubicBezTo>
                <a:cubicBezTo>
                  <a:pt x="229136" y="74913"/>
                  <a:pt x="223917" y="70643"/>
                  <a:pt x="221545" y="67691"/>
                </a:cubicBezTo>
                <a:cubicBezTo>
                  <a:pt x="218065" y="63368"/>
                  <a:pt x="216326" y="58597"/>
                  <a:pt x="216326" y="53378"/>
                </a:cubicBezTo>
                <a:cubicBezTo>
                  <a:pt x="216326" y="47684"/>
                  <a:pt x="218289" y="42531"/>
                  <a:pt x="222217" y="37918"/>
                </a:cubicBezTo>
                <a:cubicBezTo>
                  <a:pt x="226144" y="33305"/>
                  <a:pt x="231825" y="30999"/>
                  <a:pt x="239258" y="30999"/>
                </a:cubicBezTo>
                <a:cubicBezTo>
                  <a:pt x="243265" y="30999"/>
                  <a:pt x="247140" y="32012"/>
                  <a:pt x="250883" y="34038"/>
                </a:cubicBezTo>
                <a:cubicBezTo>
                  <a:pt x="252306" y="34859"/>
                  <a:pt x="253466" y="35269"/>
                  <a:pt x="254362" y="35269"/>
                </a:cubicBezTo>
                <a:cubicBezTo>
                  <a:pt x="255311" y="35269"/>
                  <a:pt x="256075" y="35071"/>
                  <a:pt x="256655" y="34676"/>
                </a:cubicBezTo>
                <a:cubicBezTo>
                  <a:pt x="257235" y="34280"/>
                  <a:pt x="258158" y="33160"/>
                  <a:pt x="259423" y="31315"/>
                </a:cubicBezTo>
                <a:lnTo>
                  <a:pt x="262112" y="31315"/>
                </a:lnTo>
                <a:close/>
                <a:moveTo>
                  <a:pt x="308685" y="0"/>
                </a:moveTo>
                <a:lnTo>
                  <a:pt x="308685" y="70597"/>
                </a:lnTo>
                <a:lnTo>
                  <a:pt x="325845" y="53726"/>
                </a:lnTo>
                <a:cubicBezTo>
                  <a:pt x="329377" y="50289"/>
                  <a:pt x="331578" y="47796"/>
                  <a:pt x="332448" y="46246"/>
                </a:cubicBezTo>
                <a:cubicBezTo>
                  <a:pt x="333317" y="44696"/>
                  <a:pt x="333752" y="43198"/>
                  <a:pt x="333752" y="41753"/>
                </a:cubicBezTo>
                <a:cubicBezTo>
                  <a:pt x="333752" y="40310"/>
                  <a:pt x="333172" y="39107"/>
                  <a:pt x="332013" y="38145"/>
                </a:cubicBezTo>
                <a:cubicBezTo>
                  <a:pt x="330853" y="37183"/>
                  <a:pt x="328586" y="36488"/>
                  <a:pt x="325212" y="36060"/>
                </a:cubicBezTo>
                <a:lnTo>
                  <a:pt x="325212" y="33213"/>
                </a:lnTo>
                <a:lnTo>
                  <a:pt x="358346" y="33213"/>
                </a:lnTo>
                <a:lnTo>
                  <a:pt x="358346" y="36060"/>
                </a:lnTo>
                <a:cubicBezTo>
                  <a:pt x="355182" y="36219"/>
                  <a:pt x="352415" y="36979"/>
                  <a:pt x="350042" y="38338"/>
                </a:cubicBezTo>
                <a:cubicBezTo>
                  <a:pt x="347670" y="39697"/>
                  <a:pt x="343031" y="43788"/>
                  <a:pt x="336125" y="50610"/>
                </a:cubicBezTo>
                <a:lnTo>
                  <a:pt x="328059" y="58584"/>
                </a:lnTo>
                <a:lnTo>
                  <a:pt x="345456" y="83988"/>
                </a:lnTo>
                <a:cubicBezTo>
                  <a:pt x="352467" y="94318"/>
                  <a:pt x="356632" y="100114"/>
                  <a:pt x="357950" y="101378"/>
                </a:cubicBezTo>
                <a:cubicBezTo>
                  <a:pt x="359743" y="103170"/>
                  <a:pt x="362010" y="104172"/>
                  <a:pt x="364751" y="104383"/>
                </a:cubicBezTo>
                <a:lnTo>
                  <a:pt x="364751" y="107230"/>
                </a:lnTo>
                <a:lnTo>
                  <a:pt x="326556" y="107230"/>
                </a:lnTo>
                <a:lnTo>
                  <a:pt x="326556" y="104383"/>
                </a:lnTo>
                <a:cubicBezTo>
                  <a:pt x="328243" y="104383"/>
                  <a:pt x="329469" y="104067"/>
                  <a:pt x="330233" y="103434"/>
                </a:cubicBezTo>
                <a:cubicBezTo>
                  <a:pt x="330998" y="102800"/>
                  <a:pt x="331380" y="102114"/>
                  <a:pt x="331380" y="101375"/>
                </a:cubicBezTo>
                <a:cubicBezTo>
                  <a:pt x="331380" y="100161"/>
                  <a:pt x="330273" y="97918"/>
                  <a:pt x="328059" y="94646"/>
                </a:cubicBezTo>
                <a:lnTo>
                  <a:pt x="313429" y="73194"/>
                </a:lnTo>
                <a:lnTo>
                  <a:pt x="308685" y="77892"/>
                </a:lnTo>
                <a:lnTo>
                  <a:pt x="308685" y="91098"/>
                </a:lnTo>
                <a:cubicBezTo>
                  <a:pt x="308685" y="96773"/>
                  <a:pt x="309212" y="100314"/>
                  <a:pt x="310266" y="101719"/>
                </a:cubicBezTo>
                <a:cubicBezTo>
                  <a:pt x="311321" y="103124"/>
                  <a:pt x="313482" y="104012"/>
                  <a:pt x="316751" y="104383"/>
                </a:cubicBezTo>
                <a:lnTo>
                  <a:pt x="316751" y="107230"/>
                </a:lnTo>
                <a:lnTo>
                  <a:pt x="278556" y="107230"/>
                </a:lnTo>
                <a:lnTo>
                  <a:pt x="278556" y="104383"/>
                </a:lnTo>
                <a:cubicBezTo>
                  <a:pt x="281666" y="104065"/>
                  <a:pt x="283881" y="103058"/>
                  <a:pt x="285198" y="101361"/>
                </a:cubicBezTo>
                <a:cubicBezTo>
                  <a:pt x="286095" y="100194"/>
                  <a:pt x="286543" y="96773"/>
                  <a:pt x="286543" y="91098"/>
                </a:cubicBezTo>
                <a:lnTo>
                  <a:pt x="286543" y="16132"/>
                </a:lnTo>
                <a:cubicBezTo>
                  <a:pt x="286543" y="10476"/>
                  <a:pt x="286029" y="6955"/>
                  <a:pt x="285001" y="5568"/>
                </a:cubicBezTo>
                <a:cubicBezTo>
                  <a:pt x="283973" y="4180"/>
                  <a:pt x="281824" y="3274"/>
                  <a:pt x="278556" y="2847"/>
                </a:cubicBezTo>
                <a:lnTo>
                  <a:pt x="278556" y="0"/>
                </a:lnTo>
                <a:lnTo>
                  <a:pt x="30868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Text generator">
            <a:extLst xmlns:a="http://schemas.openxmlformats.org/drawingml/2006/main">
              <a:ext uri="{FF2B5EF4-FFF2-40B4-BE49-F238E27FC236}">
                <a16:creationId xmlns:a16="http://schemas.microsoft.com/office/drawing/2014/main" id="{3FE93DAF-4CE2-4472-A424-6A8337FB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546" y="3036445"/>
            <a:ext cx="665591" cy="136172"/>
          </a:xfrm>
          <a:custGeom xmlns:a="http://schemas.openxmlformats.org/drawingml/2006/main">
            <a:pathLst>
              <a:path w="665591" h="136172">
                <a:moveTo>
                  <a:pt x="46814" y="28152"/>
                </a:moveTo>
                <a:lnTo>
                  <a:pt x="71724" y="28152"/>
                </a:lnTo>
                <a:lnTo>
                  <a:pt x="71724" y="36850"/>
                </a:lnTo>
                <a:lnTo>
                  <a:pt x="57569" y="36850"/>
                </a:lnTo>
                <a:cubicBezTo>
                  <a:pt x="60152" y="39434"/>
                  <a:pt x="61944" y="41780"/>
                  <a:pt x="62946" y="43888"/>
                </a:cubicBezTo>
                <a:cubicBezTo>
                  <a:pt x="64211" y="46735"/>
                  <a:pt x="64844" y="49714"/>
                  <a:pt x="64844" y="52824"/>
                </a:cubicBezTo>
                <a:cubicBezTo>
                  <a:pt x="64844" y="58096"/>
                  <a:pt x="63381" y="62669"/>
                  <a:pt x="60455" y="66544"/>
                </a:cubicBezTo>
                <a:cubicBezTo>
                  <a:pt x="57529" y="70419"/>
                  <a:pt x="53549" y="73450"/>
                  <a:pt x="48514" y="75638"/>
                </a:cubicBezTo>
                <a:cubicBezTo>
                  <a:pt x="43480" y="77826"/>
                  <a:pt x="39012" y="78920"/>
                  <a:pt x="35111" y="78920"/>
                </a:cubicBezTo>
                <a:cubicBezTo>
                  <a:pt x="34794" y="78920"/>
                  <a:pt x="31631" y="78788"/>
                  <a:pt x="25621" y="78524"/>
                </a:cubicBezTo>
                <a:cubicBezTo>
                  <a:pt x="23249" y="78524"/>
                  <a:pt x="21259" y="79298"/>
                  <a:pt x="19651" y="80845"/>
                </a:cubicBezTo>
                <a:cubicBezTo>
                  <a:pt x="18043" y="82392"/>
                  <a:pt x="17239" y="84239"/>
                  <a:pt x="17239" y="86388"/>
                </a:cubicBezTo>
                <a:cubicBezTo>
                  <a:pt x="17239" y="88276"/>
                  <a:pt x="17964" y="89823"/>
                  <a:pt x="19414" y="91029"/>
                </a:cubicBezTo>
                <a:cubicBezTo>
                  <a:pt x="20863" y="92235"/>
                  <a:pt x="23223" y="92838"/>
                  <a:pt x="26491" y="92838"/>
                </a:cubicBezTo>
                <a:lnTo>
                  <a:pt x="40172" y="92679"/>
                </a:lnTo>
                <a:cubicBezTo>
                  <a:pt x="51243" y="92679"/>
                  <a:pt x="58860" y="93894"/>
                  <a:pt x="63025" y="96324"/>
                </a:cubicBezTo>
                <a:cubicBezTo>
                  <a:pt x="68982" y="99703"/>
                  <a:pt x="71961" y="104905"/>
                  <a:pt x="71961" y="111930"/>
                </a:cubicBezTo>
                <a:cubicBezTo>
                  <a:pt x="71961" y="116419"/>
                  <a:pt x="70590" y="120499"/>
                  <a:pt x="67849" y="124170"/>
                </a:cubicBezTo>
                <a:cubicBezTo>
                  <a:pt x="65108" y="127840"/>
                  <a:pt x="61496" y="130547"/>
                  <a:pt x="57015" y="132290"/>
                </a:cubicBezTo>
                <a:cubicBezTo>
                  <a:pt x="50215" y="134878"/>
                  <a:pt x="42386" y="136172"/>
                  <a:pt x="33529" y="136172"/>
                </a:cubicBezTo>
                <a:cubicBezTo>
                  <a:pt x="26887" y="136172"/>
                  <a:pt x="20824" y="135526"/>
                  <a:pt x="15341" y="134235"/>
                </a:cubicBezTo>
                <a:cubicBezTo>
                  <a:pt x="9858" y="132943"/>
                  <a:pt x="5931" y="131150"/>
                  <a:pt x="3559" y="128855"/>
                </a:cubicBezTo>
                <a:cubicBezTo>
                  <a:pt x="1186" y="126562"/>
                  <a:pt x="0" y="124149"/>
                  <a:pt x="0" y="121617"/>
                </a:cubicBezTo>
                <a:cubicBezTo>
                  <a:pt x="0" y="119192"/>
                  <a:pt x="909" y="117016"/>
                  <a:pt x="2728" y="115091"/>
                </a:cubicBezTo>
                <a:cubicBezTo>
                  <a:pt x="4547" y="113166"/>
                  <a:pt x="7934" y="111545"/>
                  <a:pt x="12890" y="110227"/>
                </a:cubicBezTo>
                <a:cubicBezTo>
                  <a:pt x="6036" y="106853"/>
                  <a:pt x="2610" y="102162"/>
                  <a:pt x="2610" y="96154"/>
                </a:cubicBezTo>
                <a:cubicBezTo>
                  <a:pt x="2610" y="92516"/>
                  <a:pt x="4007" y="88985"/>
                  <a:pt x="6801" y="85560"/>
                </a:cubicBezTo>
                <a:cubicBezTo>
                  <a:pt x="9595" y="82133"/>
                  <a:pt x="14023" y="79155"/>
                  <a:pt x="20086" y="76624"/>
                </a:cubicBezTo>
                <a:cubicBezTo>
                  <a:pt x="13022" y="74038"/>
                  <a:pt x="7908" y="70632"/>
                  <a:pt x="4745" y="66408"/>
                </a:cubicBezTo>
                <a:cubicBezTo>
                  <a:pt x="1582" y="62184"/>
                  <a:pt x="0" y="57300"/>
                  <a:pt x="0" y="51757"/>
                </a:cubicBezTo>
                <a:cubicBezTo>
                  <a:pt x="0" y="44524"/>
                  <a:pt x="2952" y="38255"/>
                  <a:pt x="8857" y="32948"/>
                </a:cubicBezTo>
                <a:cubicBezTo>
                  <a:pt x="14761" y="27642"/>
                  <a:pt x="22353" y="24989"/>
                  <a:pt x="31631" y="24989"/>
                </a:cubicBezTo>
                <a:cubicBezTo>
                  <a:pt x="36534" y="24989"/>
                  <a:pt x="41595" y="26043"/>
                  <a:pt x="46814" y="28152"/>
                </a:cubicBezTo>
                <a:moveTo>
                  <a:pt x="33134" y="30050"/>
                </a:moveTo>
                <a:cubicBezTo>
                  <a:pt x="30076" y="30050"/>
                  <a:pt x="27493" y="31589"/>
                  <a:pt x="25384" y="34668"/>
                </a:cubicBezTo>
                <a:cubicBezTo>
                  <a:pt x="23275" y="37746"/>
                  <a:pt x="22221" y="44126"/>
                  <a:pt x="22221" y="53810"/>
                </a:cubicBezTo>
                <a:cubicBezTo>
                  <a:pt x="22221" y="61650"/>
                  <a:pt x="23262" y="67031"/>
                  <a:pt x="25344" y="69952"/>
                </a:cubicBezTo>
                <a:cubicBezTo>
                  <a:pt x="27427" y="72873"/>
                  <a:pt x="29891" y="74333"/>
                  <a:pt x="32738" y="74333"/>
                </a:cubicBezTo>
                <a:cubicBezTo>
                  <a:pt x="35901" y="74333"/>
                  <a:pt x="38537" y="72886"/>
                  <a:pt x="40646" y="69991"/>
                </a:cubicBezTo>
                <a:cubicBezTo>
                  <a:pt x="42755" y="67097"/>
                  <a:pt x="43809" y="61466"/>
                  <a:pt x="43809" y="53098"/>
                </a:cubicBezTo>
                <a:cubicBezTo>
                  <a:pt x="43809" y="43680"/>
                  <a:pt x="42623" y="37260"/>
                  <a:pt x="40251" y="33838"/>
                </a:cubicBezTo>
                <a:cubicBezTo>
                  <a:pt x="38564" y="31312"/>
                  <a:pt x="36191" y="30050"/>
                  <a:pt x="33134" y="30050"/>
                </a:cubicBezTo>
                <a:moveTo>
                  <a:pt x="28468" y="112133"/>
                </a:moveTo>
                <a:cubicBezTo>
                  <a:pt x="23091" y="112133"/>
                  <a:pt x="19532" y="112579"/>
                  <a:pt x="17793" y="113472"/>
                </a:cubicBezTo>
                <a:cubicBezTo>
                  <a:pt x="14788" y="115098"/>
                  <a:pt x="13285" y="117302"/>
                  <a:pt x="13285" y="120085"/>
                </a:cubicBezTo>
                <a:cubicBezTo>
                  <a:pt x="13285" y="122762"/>
                  <a:pt x="14840" y="125189"/>
                  <a:pt x="17951" y="127367"/>
                </a:cubicBezTo>
                <a:cubicBezTo>
                  <a:pt x="21061" y="129547"/>
                  <a:pt x="26913" y="130637"/>
                  <a:pt x="35506" y="130637"/>
                </a:cubicBezTo>
                <a:cubicBezTo>
                  <a:pt x="42834" y="130637"/>
                  <a:pt x="48593" y="129666"/>
                  <a:pt x="52785" y="127723"/>
                </a:cubicBezTo>
                <a:cubicBezTo>
                  <a:pt x="56976" y="125781"/>
                  <a:pt x="59071" y="123051"/>
                  <a:pt x="59071" y="119534"/>
                </a:cubicBezTo>
                <a:cubicBezTo>
                  <a:pt x="59071" y="118222"/>
                  <a:pt x="58676" y="117120"/>
                  <a:pt x="57885" y="116227"/>
                </a:cubicBezTo>
                <a:cubicBezTo>
                  <a:pt x="56462" y="114652"/>
                  <a:pt x="54313" y="113576"/>
                  <a:pt x="51440" y="112997"/>
                </a:cubicBezTo>
                <a:cubicBezTo>
                  <a:pt x="48567" y="112421"/>
                  <a:pt x="40910" y="112133"/>
                  <a:pt x="28468" y="112133"/>
                </a:cubicBezTo>
                <a:close/>
                <a:moveTo>
                  <a:pt x="142973" y="61523"/>
                </a:moveTo>
                <a:lnTo>
                  <a:pt x="102406" y="61523"/>
                </a:lnTo>
                <a:cubicBezTo>
                  <a:pt x="102880" y="71355"/>
                  <a:pt x="105490" y="79125"/>
                  <a:pt x="110235" y="84833"/>
                </a:cubicBezTo>
                <a:cubicBezTo>
                  <a:pt x="113872" y="89221"/>
                  <a:pt x="118248" y="91414"/>
                  <a:pt x="123362" y="91414"/>
                </a:cubicBezTo>
                <a:cubicBezTo>
                  <a:pt x="126525" y="91414"/>
                  <a:pt x="129398" y="90531"/>
                  <a:pt x="131981" y="88765"/>
                </a:cubicBezTo>
                <a:cubicBezTo>
                  <a:pt x="134564" y="86999"/>
                  <a:pt x="137332" y="83823"/>
                  <a:pt x="140284" y="79236"/>
                </a:cubicBezTo>
                <a:lnTo>
                  <a:pt x="142973" y="80976"/>
                </a:lnTo>
                <a:cubicBezTo>
                  <a:pt x="138966" y="89147"/>
                  <a:pt x="134538" y="94933"/>
                  <a:pt x="129688" y="98333"/>
                </a:cubicBezTo>
                <a:cubicBezTo>
                  <a:pt x="124838" y="101734"/>
                  <a:pt x="119223" y="103434"/>
                  <a:pt x="112844" y="103434"/>
                </a:cubicBezTo>
                <a:cubicBezTo>
                  <a:pt x="101879" y="103434"/>
                  <a:pt x="93576" y="99212"/>
                  <a:pt x="87935" y="90769"/>
                </a:cubicBezTo>
                <a:cubicBezTo>
                  <a:pt x="83401" y="83962"/>
                  <a:pt x="81134" y="75519"/>
                  <a:pt x="81134" y="65439"/>
                </a:cubicBezTo>
                <a:cubicBezTo>
                  <a:pt x="81134" y="53090"/>
                  <a:pt x="84468" y="43261"/>
                  <a:pt x="91137" y="35953"/>
                </a:cubicBezTo>
                <a:cubicBezTo>
                  <a:pt x="97806" y="28644"/>
                  <a:pt x="105622" y="24989"/>
                  <a:pt x="114584" y="24989"/>
                </a:cubicBezTo>
                <a:cubicBezTo>
                  <a:pt x="122070" y="24989"/>
                  <a:pt x="128568" y="28059"/>
                  <a:pt x="134077" y="34201"/>
                </a:cubicBezTo>
                <a:cubicBezTo>
                  <a:pt x="139586" y="40343"/>
                  <a:pt x="142551" y="49450"/>
                  <a:pt x="142973" y="61523"/>
                </a:cubicBezTo>
                <a:moveTo>
                  <a:pt x="123520" y="56304"/>
                </a:moveTo>
                <a:cubicBezTo>
                  <a:pt x="123520" y="47816"/>
                  <a:pt x="123058" y="41990"/>
                  <a:pt x="122136" y="38827"/>
                </a:cubicBezTo>
                <a:cubicBezTo>
                  <a:pt x="121213" y="35664"/>
                  <a:pt x="119777" y="33265"/>
                  <a:pt x="117826" y="31631"/>
                </a:cubicBezTo>
                <a:cubicBezTo>
                  <a:pt x="116719" y="30682"/>
                  <a:pt x="115243" y="30208"/>
                  <a:pt x="113398" y="30208"/>
                </a:cubicBezTo>
                <a:cubicBezTo>
                  <a:pt x="110656" y="30208"/>
                  <a:pt x="108416" y="31552"/>
                  <a:pt x="106676" y="34241"/>
                </a:cubicBezTo>
                <a:cubicBezTo>
                  <a:pt x="103566" y="38933"/>
                  <a:pt x="102011" y="45364"/>
                  <a:pt x="102011" y="53536"/>
                </a:cubicBezTo>
                <a:lnTo>
                  <a:pt x="102011" y="56304"/>
                </a:lnTo>
                <a:lnTo>
                  <a:pt x="123520" y="56304"/>
                </a:lnTo>
                <a:close/>
                <a:moveTo>
                  <a:pt x="182247" y="27203"/>
                </a:moveTo>
                <a:lnTo>
                  <a:pt x="182247" y="36850"/>
                </a:lnTo>
                <a:cubicBezTo>
                  <a:pt x="186043" y="32710"/>
                  <a:pt x="189680" y="29699"/>
                  <a:pt x="193160" y="27816"/>
                </a:cubicBezTo>
                <a:cubicBezTo>
                  <a:pt x="196639" y="25931"/>
                  <a:pt x="200382" y="24989"/>
                  <a:pt x="204389" y="24989"/>
                </a:cubicBezTo>
                <a:cubicBezTo>
                  <a:pt x="209186" y="24989"/>
                  <a:pt x="213167" y="26321"/>
                  <a:pt x="216330" y="28987"/>
                </a:cubicBezTo>
                <a:cubicBezTo>
                  <a:pt x="219493" y="31653"/>
                  <a:pt x="221602" y="34965"/>
                  <a:pt x="222656" y="38924"/>
                </a:cubicBezTo>
                <a:cubicBezTo>
                  <a:pt x="223499" y="41934"/>
                  <a:pt x="223921" y="47714"/>
                  <a:pt x="223921" y="56266"/>
                </a:cubicBezTo>
                <a:lnTo>
                  <a:pt x="223921" y="85088"/>
                </a:lnTo>
                <a:cubicBezTo>
                  <a:pt x="223921" y="90782"/>
                  <a:pt x="224435" y="94327"/>
                  <a:pt x="225463" y="95724"/>
                </a:cubicBezTo>
                <a:cubicBezTo>
                  <a:pt x="226491" y="97121"/>
                  <a:pt x="228640" y="98004"/>
                  <a:pt x="231908" y="98373"/>
                </a:cubicBezTo>
                <a:lnTo>
                  <a:pt x="231908" y="101220"/>
                </a:lnTo>
                <a:lnTo>
                  <a:pt x="194504" y="101220"/>
                </a:lnTo>
                <a:lnTo>
                  <a:pt x="194504" y="98373"/>
                </a:lnTo>
                <a:cubicBezTo>
                  <a:pt x="197298" y="98004"/>
                  <a:pt x="199302" y="96844"/>
                  <a:pt x="200514" y="94894"/>
                </a:cubicBezTo>
                <a:cubicBezTo>
                  <a:pt x="201358" y="93576"/>
                  <a:pt x="201779" y="90307"/>
                  <a:pt x="201779" y="85088"/>
                </a:cubicBezTo>
                <a:lnTo>
                  <a:pt x="201779" y="52191"/>
                </a:lnTo>
                <a:cubicBezTo>
                  <a:pt x="201779" y="46129"/>
                  <a:pt x="201542" y="42307"/>
                  <a:pt x="201068" y="40725"/>
                </a:cubicBezTo>
                <a:cubicBezTo>
                  <a:pt x="200593" y="39144"/>
                  <a:pt x="199789" y="37918"/>
                  <a:pt x="198656" y="37048"/>
                </a:cubicBezTo>
                <a:cubicBezTo>
                  <a:pt x="197522" y="36178"/>
                  <a:pt x="196270" y="35743"/>
                  <a:pt x="194900" y="35743"/>
                </a:cubicBezTo>
                <a:cubicBezTo>
                  <a:pt x="190366" y="35743"/>
                  <a:pt x="186148" y="39012"/>
                  <a:pt x="182247" y="45549"/>
                </a:cubicBezTo>
                <a:lnTo>
                  <a:pt x="182247" y="85088"/>
                </a:lnTo>
                <a:cubicBezTo>
                  <a:pt x="182247" y="90623"/>
                  <a:pt x="182761" y="94129"/>
                  <a:pt x="183789" y="95605"/>
                </a:cubicBezTo>
                <a:cubicBezTo>
                  <a:pt x="184817" y="97081"/>
                  <a:pt x="186728" y="98004"/>
                  <a:pt x="189522" y="98373"/>
                </a:cubicBezTo>
                <a:lnTo>
                  <a:pt x="189522" y="101220"/>
                </a:lnTo>
                <a:lnTo>
                  <a:pt x="152118" y="101220"/>
                </a:lnTo>
                <a:lnTo>
                  <a:pt x="152118" y="98373"/>
                </a:lnTo>
                <a:cubicBezTo>
                  <a:pt x="155229" y="98057"/>
                  <a:pt x="157443" y="97055"/>
                  <a:pt x="158761" y="95368"/>
                </a:cubicBezTo>
                <a:cubicBezTo>
                  <a:pt x="159657" y="94208"/>
                  <a:pt x="160105" y="90782"/>
                  <a:pt x="160105" y="85088"/>
                </a:cubicBezTo>
                <a:lnTo>
                  <a:pt x="160105" y="43335"/>
                </a:lnTo>
                <a:cubicBezTo>
                  <a:pt x="160105" y="37679"/>
                  <a:pt x="159591" y="34158"/>
                  <a:pt x="158563" y="32770"/>
                </a:cubicBezTo>
                <a:cubicBezTo>
                  <a:pt x="157535" y="31383"/>
                  <a:pt x="155387" y="30476"/>
                  <a:pt x="152118" y="30050"/>
                </a:cubicBezTo>
                <a:lnTo>
                  <a:pt x="152118" y="27203"/>
                </a:lnTo>
                <a:lnTo>
                  <a:pt x="182247" y="27203"/>
                </a:lnTo>
                <a:close/>
                <a:moveTo>
                  <a:pt x="304925" y="61523"/>
                </a:moveTo>
                <a:lnTo>
                  <a:pt x="264358" y="61523"/>
                </a:lnTo>
                <a:cubicBezTo>
                  <a:pt x="264832" y="71355"/>
                  <a:pt x="267442" y="79125"/>
                  <a:pt x="272187" y="84833"/>
                </a:cubicBezTo>
                <a:cubicBezTo>
                  <a:pt x="275824" y="89221"/>
                  <a:pt x="280200" y="91414"/>
                  <a:pt x="285314" y="91414"/>
                </a:cubicBezTo>
                <a:cubicBezTo>
                  <a:pt x="288477" y="91414"/>
                  <a:pt x="291350" y="90531"/>
                  <a:pt x="293933" y="88765"/>
                </a:cubicBezTo>
                <a:cubicBezTo>
                  <a:pt x="296516" y="86999"/>
                  <a:pt x="299284" y="83823"/>
                  <a:pt x="302236" y="79236"/>
                </a:cubicBezTo>
                <a:lnTo>
                  <a:pt x="304925" y="80976"/>
                </a:lnTo>
                <a:cubicBezTo>
                  <a:pt x="300918" y="89147"/>
                  <a:pt x="296490" y="94933"/>
                  <a:pt x="291640" y="98333"/>
                </a:cubicBezTo>
                <a:cubicBezTo>
                  <a:pt x="286790" y="101734"/>
                  <a:pt x="281175" y="103434"/>
                  <a:pt x="274796" y="103434"/>
                </a:cubicBezTo>
                <a:cubicBezTo>
                  <a:pt x="263831" y="103434"/>
                  <a:pt x="255527" y="99212"/>
                  <a:pt x="249887" y="90769"/>
                </a:cubicBezTo>
                <a:cubicBezTo>
                  <a:pt x="245353" y="83962"/>
                  <a:pt x="243086" y="75519"/>
                  <a:pt x="243086" y="65439"/>
                </a:cubicBezTo>
                <a:cubicBezTo>
                  <a:pt x="243086" y="53090"/>
                  <a:pt x="246420" y="43261"/>
                  <a:pt x="253089" y="35953"/>
                </a:cubicBezTo>
                <a:cubicBezTo>
                  <a:pt x="259758" y="28644"/>
                  <a:pt x="267574" y="24989"/>
                  <a:pt x="276536" y="24989"/>
                </a:cubicBezTo>
                <a:cubicBezTo>
                  <a:pt x="284022" y="24989"/>
                  <a:pt x="290519" y="28059"/>
                  <a:pt x="296029" y="34201"/>
                </a:cubicBezTo>
                <a:cubicBezTo>
                  <a:pt x="301538" y="40343"/>
                  <a:pt x="304503" y="49450"/>
                  <a:pt x="304925" y="61523"/>
                </a:cubicBezTo>
                <a:moveTo>
                  <a:pt x="285472" y="56304"/>
                </a:moveTo>
                <a:cubicBezTo>
                  <a:pt x="285472" y="47816"/>
                  <a:pt x="285010" y="41990"/>
                  <a:pt x="284088" y="38827"/>
                </a:cubicBezTo>
                <a:cubicBezTo>
                  <a:pt x="283165" y="35664"/>
                  <a:pt x="281729" y="33265"/>
                  <a:pt x="279778" y="31631"/>
                </a:cubicBezTo>
                <a:cubicBezTo>
                  <a:pt x="278671" y="30682"/>
                  <a:pt x="277195" y="30208"/>
                  <a:pt x="275350" y="30208"/>
                </a:cubicBezTo>
                <a:cubicBezTo>
                  <a:pt x="272608" y="30208"/>
                  <a:pt x="270368" y="31552"/>
                  <a:pt x="268628" y="34241"/>
                </a:cubicBezTo>
                <a:cubicBezTo>
                  <a:pt x="265518" y="38933"/>
                  <a:pt x="263962" y="45364"/>
                  <a:pt x="263962" y="53536"/>
                </a:cubicBezTo>
                <a:lnTo>
                  <a:pt x="263962" y="56304"/>
                </a:lnTo>
                <a:lnTo>
                  <a:pt x="285472" y="56304"/>
                </a:lnTo>
                <a:close/>
                <a:moveTo>
                  <a:pt x="344673" y="27203"/>
                </a:moveTo>
                <a:lnTo>
                  <a:pt x="344673" y="43967"/>
                </a:lnTo>
                <a:cubicBezTo>
                  <a:pt x="349576" y="36323"/>
                  <a:pt x="353873" y="31249"/>
                  <a:pt x="357563" y="28745"/>
                </a:cubicBezTo>
                <a:cubicBezTo>
                  <a:pt x="361253" y="26241"/>
                  <a:pt x="364812" y="24989"/>
                  <a:pt x="368238" y="24989"/>
                </a:cubicBezTo>
                <a:cubicBezTo>
                  <a:pt x="371191" y="24989"/>
                  <a:pt x="373550" y="25901"/>
                  <a:pt x="375316" y="27727"/>
                </a:cubicBezTo>
                <a:cubicBezTo>
                  <a:pt x="377082" y="29552"/>
                  <a:pt x="377965" y="32131"/>
                  <a:pt x="377965" y="35464"/>
                </a:cubicBezTo>
                <a:cubicBezTo>
                  <a:pt x="377965" y="39009"/>
                  <a:pt x="377108" y="41761"/>
                  <a:pt x="375395" y="43720"/>
                </a:cubicBezTo>
                <a:cubicBezTo>
                  <a:pt x="373682" y="45677"/>
                  <a:pt x="371612" y="46656"/>
                  <a:pt x="369187" y="46656"/>
                </a:cubicBezTo>
                <a:cubicBezTo>
                  <a:pt x="366393" y="46656"/>
                  <a:pt x="363968" y="45760"/>
                  <a:pt x="361912" y="43967"/>
                </a:cubicBezTo>
                <a:cubicBezTo>
                  <a:pt x="359856" y="42175"/>
                  <a:pt x="358644" y="41173"/>
                  <a:pt x="358275" y="40962"/>
                </a:cubicBezTo>
                <a:cubicBezTo>
                  <a:pt x="357747" y="40646"/>
                  <a:pt x="357141" y="40488"/>
                  <a:pt x="356456" y="40488"/>
                </a:cubicBezTo>
                <a:cubicBezTo>
                  <a:pt x="354927" y="40488"/>
                  <a:pt x="353477" y="41068"/>
                  <a:pt x="352107" y="42228"/>
                </a:cubicBezTo>
                <a:cubicBezTo>
                  <a:pt x="349945" y="44020"/>
                  <a:pt x="348311" y="46577"/>
                  <a:pt x="347204" y="49898"/>
                </a:cubicBezTo>
                <a:cubicBezTo>
                  <a:pt x="345517" y="55012"/>
                  <a:pt x="344673" y="60653"/>
                  <a:pt x="344673" y="66821"/>
                </a:cubicBezTo>
                <a:lnTo>
                  <a:pt x="344673" y="83823"/>
                </a:lnTo>
                <a:lnTo>
                  <a:pt x="344752" y="88251"/>
                </a:lnTo>
                <a:cubicBezTo>
                  <a:pt x="344752" y="91256"/>
                  <a:pt x="344937" y="93180"/>
                  <a:pt x="345306" y="94024"/>
                </a:cubicBezTo>
                <a:cubicBezTo>
                  <a:pt x="345938" y="95447"/>
                  <a:pt x="346874" y="96488"/>
                  <a:pt x="348113" y="97147"/>
                </a:cubicBezTo>
                <a:cubicBezTo>
                  <a:pt x="349352" y="97806"/>
                  <a:pt x="351448" y="98215"/>
                  <a:pt x="354400" y="98373"/>
                </a:cubicBezTo>
                <a:lnTo>
                  <a:pt x="354400" y="101220"/>
                </a:lnTo>
                <a:lnTo>
                  <a:pt x="314465" y="101220"/>
                </a:lnTo>
                <a:lnTo>
                  <a:pt x="314465" y="98373"/>
                </a:lnTo>
                <a:cubicBezTo>
                  <a:pt x="317681" y="98109"/>
                  <a:pt x="319856" y="97226"/>
                  <a:pt x="320989" y="95724"/>
                </a:cubicBezTo>
                <a:cubicBezTo>
                  <a:pt x="322123" y="94221"/>
                  <a:pt x="322690" y="90254"/>
                  <a:pt x="322690" y="83823"/>
                </a:cubicBezTo>
                <a:lnTo>
                  <a:pt x="322690" y="42860"/>
                </a:lnTo>
                <a:cubicBezTo>
                  <a:pt x="322690" y="38616"/>
                  <a:pt x="322479" y="35911"/>
                  <a:pt x="322057" y="34745"/>
                </a:cubicBezTo>
                <a:cubicBezTo>
                  <a:pt x="321530" y="33259"/>
                  <a:pt x="320765" y="32172"/>
                  <a:pt x="319764" y="31483"/>
                </a:cubicBezTo>
                <a:cubicBezTo>
                  <a:pt x="318762" y="30793"/>
                  <a:pt x="316996" y="30315"/>
                  <a:pt x="314465" y="30050"/>
                </a:cubicBezTo>
                <a:lnTo>
                  <a:pt x="314465" y="27203"/>
                </a:lnTo>
                <a:lnTo>
                  <a:pt x="344673" y="27203"/>
                </a:lnTo>
                <a:close/>
                <a:moveTo>
                  <a:pt x="426491" y="90307"/>
                </a:moveTo>
                <a:cubicBezTo>
                  <a:pt x="417476" y="98320"/>
                  <a:pt x="409384" y="102327"/>
                  <a:pt x="402214" y="102327"/>
                </a:cubicBezTo>
                <a:cubicBezTo>
                  <a:pt x="397997" y="102327"/>
                  <a:pt x="394491" y="100939"/>
                  <a:pt x="391697" y="98163"/>
                </a:cubicBezTo>
                <a:cubicBezTo>
                  <a:pt x="388903" y="95385"/>
                  <a:pt x="387506" y="91908"/>
                  <a:pt x="387506" y="87730"/>
                </a:cubicBezTo>
                <a:cubicBezTo>
                  <a:pt x="387506" y="82069"/>
                  <a:pt x="389931" y="76977"/>
                  <a:pt x="394781" y="72455"/>
                </a:cubicBezTo>
                <a:cubicBezTo>
                  <a:pt x="399631" y="67933"/>
                  <a:pt x="410201" y="61916"/>
                  <a:pt x="426491" y="54406"/>
                </a:cubicBezTo>
                <a:lnTo>
                  <a:pt x="426491" y="46972"/>
                </a:lnTo>
                <a:cubicBezTo>
                  <a:pt x="426491" y="41384"/>
                  <a:pt x="426188" y="37865"/>
                  <a:pt x="425582" y="36415"/>
                </a:cubicBezTo>
                <a:cubicBezTo>
                  <a:pt x="424975" y="34966"/>
                  <a:pt x="423829" y="33700"/>
                  <a:pt x="422142" y="32620"/>
                </a:cubicBezTo>
                <a:cubicBezTo>
                  <a:pt x="420455" y="31539"/>
                  <a:pt x="418557" y="30999"/>
                  <a:pt x="416448" y="30999"/>
                </a:cubicBezTo>
                <a:cubicBezTo>
                  <a:pt x="413021" y="30999"/>
                  <a:pt x="410201" y="31763"/>
                  <a:pt x="407987" y="33292"/>
                </a:cubicBezTo>
                <a:cubicBezTo>
                  <a:pt x="406616" y="34241"/>
                  <a:pt x="405931" y="35348"/>
                  <a:pt x="405931" y="36613"/>
                </a:cubicBezTo>
                <a:cubicBezTo>
                  <a:pt x="405931" y="37720"/>
                  <a:pt x="406669" y="39091"/>
                  <a:pt x="408145" y="40725"/>
                </a:cubicBezTo>
                <a:cubicBezTo>
                  <a:pt x="410148" y="42992"/>
                  <a:pt x="411150" y="45180"/>
                  <a:pt x="411150" y="47289"/>
                </a:cubicBezTo>
                <a:cubicBezTo>
                  <a:pt x="411150" y="49872"/>
                  <a:pt x="410188" y="52073"/>
                  <a:pt x="408264" y="53892"/>
                </a:cubicBezTo>
                <a:cubicBezTo>
                  <a:pt x="406339" y="55710"/>
                  <a:pt x="403822" y="56620"/>
                  <a:pt x="400712" y="56620"/>
                </a:cubicBezTo>
                <a:cubicBezTo>
                  <a:pt x="397390" y="56620"/>
                  <a:pt x="394609" y="55618"/>
                  <a:pt x="392369" y="53615"/>
                </a:cubicBezTo>
                <a:cubicBezTo>
                  <a:pt x="390128" y="51612"/>
                  <a:pt x="389008" y="49266"/>
                  <a:pt x="389008" y="46577"/>
                </a:cubicBezTo>
                <a:cubicBezTo>
                  <a:pt x="389008" y="42781"/>
                  <a:pt x="390511" y="39157"/>
                  <a:pt x="393516" y="35704"/>
                </a:cubicBezTo>
                <a:cubicBezTo>
                  <a:pt x="396520" y="32251"/>
                  <a:pt x="400712" y="29602"/>
                  <a:pt x="406089" y="27756"/>
                </a:cubicBezTo>
                <a:cubicBezTo>
                  <a:pt x="411466" y="25911"/>
                  <a:pt x="417054" y="24989"/>
                  <a:pt x="422853" y="24989"/>
                </a:cubicBezTo>
                <a:cubicBezTo>
                  <a:pt x="429865" y="24989"/>
                  <a:pt x="435414" y="26482"/>
                  <a:pt x="439499" y="29469"/>
                </a:cubicBezTo>
                <a:cubicBezTo>
                  <a:pt x="443585" y="32454"/>
                  <a:pt x="446234" y="35691"/>
                  <a:pt x="447447" y="39178"/>
                </a:cubicBezTo>
                <a:cubicBezTo>
                  <a:pt x="448185" y="41397"/>
                  <a:pt x="448554" y="46496"/>
                  <a:pt x="448554" y="54475"/>
                </a:cubicBezTo>
                <a:lnTo>
                  <a:pt x="448554" y="83247"/>
                </a:lnTo>
                <a:cubicBezTo>
                  <a:pt x="448554" y="86629"/>
                  <a:pt x="448686" y="88757"/>
                  <a:pt x="448949" y="89630"/>
                </a:cubicBezTo>
                <a:cubicBezTo>
                  <a:pt x="449213" y="90501"/>
                  <a:pt x="449608" y="91149"/>
                  <a:pt x="450135" y="91572"/>
                </a:cubicBezTo>
                <a:cubicBezTo>
                  <a:pt x="450663" y="91994"/>
                  <a:pt x="451269" y="92205"/>
                  <a:pt x="451954" y="92205"/>
                </a:cubicBezTo>
                <a:cubicBezTo>
                  <a:pt x="453325" y="92205"/>
                  <a:pt x="454722" y="91230"/>
                  <a:pt x="456145" y="89279"/>
                </a:cubicBezTo>
                <a:lnTo>
                  <a:pt x="458518" y="91177"/>
                </a:lnTo>
                <a:cubicBezTo>
                  <a:pt x="455882" y="95078"/>
                  <a:pt x="453153" y="97912"/>
                  <a:pt x="450333" y="99678"/>
                </a:cubicBezTo>
                <a:cubicBezTo>
                  <a:pt x="447513" y="101444"/>
                  <a:pt x="444310" y="102327"/>
                  <a:pt x="440725" y="102327"/>
                </a:cubicBezTo>
                <a:cubicBezTo>
                  <a:pt x="436508" y="102327"/>
                  <a:pt x="433213" y="101332"/>
                  <a:pt x="430840" y="99342"/>
                </a:cubicBezTo>
                <a:cubicBezTo>
                  <a:pt x="428468" y="97352"/>
                  <a:pt x="427018" y="94340"/>
                  <a:pt x="426491" y="90307"/>
                </a:cubicBezTo>
                <a:moveTo>
                  <a:pt x="426491" y="84455"/>
                </a:moveTo>
                <a:lnTo>
                  <a:pt x="426491" y="59719"/>
                </a:lnTo>
                <a:cubicBezTo>
                  <a:pt x="420112" y="63480"/>
                  <a:pt x="415367" y="67506"/>
                  <a:pt x="412257" y="71798"/>
                </a:cubicBezTo>
                <a:cubicBezTo>
                  <a:pt x="410201" y="74658"/>
                  <a:pt x="409173" y="77545"/>
                  <a:pt x="409173" y="80459"/>
                </a:cubicBezTo>
                <a:cubicBezTo>
                  <a:pt x="409173" y="82896"/>
                  <a:pt x="410043" y="85042"/>
                  <a:pt x="411783" y="86897"/>
                </a:cubicBezTo>
                <a:cubicBezTo>
                  <a:pt x="413100" y="88327"/>
                  <a:pt x="414946" y="89042"/>
                  <a:pt x="417318" y="89042"/>
                </a:cubicBezTo>
                <a:cubicBezTo>
                  <a:pt x="419954" y="89042"/>
                  <a:pt x="423012" y="87513"/>
                  <a:pt x="426491" y="84455"/>
                </a:cubicBezTo>
                <a:close/>
                <a:moveTo>
                  <a:pt x="496001" y="0"/>
                </a:moveTo>
                <a:lnTo>
                  <a:pt x="496001" y="27203"/>
                </a:lnTo>
                <a:lnTo>
                  <a:pt x="513556" y="27203"/>
                </a:lnTo>
                <a:lnTo>
                  <a:pt x="513556" y="34952"/>
                </a:lnTo>
                <a:lnTo>
                  <a:pt x="496001" y="34952"/>
                </a:lnTo>
                <a:lnTo>
                  <a:pt x="496001" y="80704"/>
                </a:lnTo>
                <a:cubicBezTo>
                  <a:pt x="496001" y="84986"/>
                  <a:pt x="496198" y="87748"/>
                  <a:pt x="496594" y="88990"/>
                </a:cubicBezTo>
                <a:cubicBezTo>
                  <a:pt x="496989" y="90232"/>
                  <a:pt x="497688" y="91237"/>
                  <a:pt x="498689" y="92005"/>
                </a:cubicBezTo>
                <a:cubicBezTo>
                  <a:pt x="499691" y="92771"/>
                  <a:pt x="500614" y="93154"/>
                  <a:pt x="501457" y="93154"/>
                </a:cubicBezTo>
                <a:cubicBezTo>
                  <a:pt x="504884" y="93154"/>
                  <a:pt x="508126" y="90518"/>
                  <a:pt x="511184" y="85246"/>
                </a:cubicBezTo>
                <a:lnTo>
                  <a:pt x="513556" y="87003"/>
                </a:lnTo>
                <a:cubicBezTo>
                  <a:pt x="509286" y="97219"/>
                  <a:pt x="502353" y="102327"/>
                  <a:pt x="492759" y="102327"/>
                </a:cubicBezTo>
                <a:cubicBezTo>
                  <a:pt x="488067" y="102327"/>
                  <a:pt x="484100" y="101018"/>
                  <a:pt x="480857" y="98400"/>
                </a:cubicBezTo>
                <a:cubicBezTo>
                  <a:pt x="477615" y="95781"/>
                  <a:pt x="475546" y="92857"/>
                  <a:pt x="474650" y="89630"/>
                </a:cubicBezTo>
                <a:cubicBezTo>
                  <a:pt x="474123" y="87831"/>
                  <a:pt x="473859" y="82963"/>
                  <a:pt x="473859" y="75028"/>
                </a:cubicBezTo>
                <a:lnTo>
                  <a:pt x="473859" y="34952"/>
                </a:lnTo>
                <a:lnTo>
                  <a:pt x="464211" y="34952"/>
                </a:lnTo>
                <a:lnTo>
                  <a:pt x="464211" y="32177"/>
                </a:lnTo>
                <a:cubicBezTo>
                  <a:pt x="470854" y="27475"/>
                  <a:pt x="476508" y="22536"/>
                  <a:pt x="481174" y="17358"/>
                </a:cubicBezTo>
                <a:cubicBezTo>
                  <a:pt x="485839" y="12180"/>
                  <a:pt x="489912" y="6394"/>
                  <a:pt x="493391" y="0"/>
                </a:cubicBezTo>
                <a:lnTo>
                  <a:pt x="496001" y="0"/>
                </a:lnTo>
                <a:close/>
                <a:moveTo>
                  <a:pt x="555514" y="24989"/>
                </a:moveTo>
                <a:cubicBezTo>
                  <a:pt x="561946" y="24989"/>
                  <a:pt x="567930" y="26651"/>
                  <a:pt x="573465" y="29975"/>
                </a:cubicBezTo>
                <a:cubicBezTo>
                  <a:pt x="579001" y="33300"/>
                  <a:pt x="583205" y="38023"/>
                  <a:pt x="586078" y="44145"/>
                </a:cubicBezTo>
                <a:cubicBezTo>
                  <a:pt x="588951" y="50267"/>
                  <a:pt x="590388" y="56969"/>
                  <a:pt x="590388" y="64251"/>
                </a:cubicBezTo>
                <a:cubicBezTo>
                  <a:pt x="590388" y="74752"/>
                  <a:pt x="587726" y="83538"/>
                  <a:pt x="582401" y="90611"/>
                </a:cubicBezTo>
                <a:cubicBezTo>
                  <a:pt x="575969" y="99160"/>
                  <a:pt x="567086" y="103434"/>
                  <a:pt x="555752" y="103434"/>
                </a:cubicBezTo>
                <a:cubicBezTo>
                  <a:pt x="544628" y="103434"/>
                  <a:pt x="536061" y="99529"/>
                  <a:pt x="530051" y="91718"/>
                </a:cubicBezTo>
                <a:cubicBezTo>
                  <a:pt x="524041" y="83907"/>
                  <a:pt x="521036" y="74857"/>
                  <a:pt x="521036" y="64567"/>
                </a:cubicBezTo>
                <a:cubicBezTo>
                  <a:pt x="521036" y="53961"/>
                  <a:pt x="524107" y="44713"/>
                  <a:pt x="530249" y="36823"/>
                </a:cubicBezTo>
                <a:cubicBezTo>
                  <a:pt x="536391" y="28933"/>
                  <a:pt x="544813" y="24989"/>
                  <a:pt x="555514" y="24989"/>
                </a:cubicBezTo>
                <a:moveTo>
                  <a:pt x="555831" y="30524"/>
                </a:moveTo>
                <a:cubicBezTo>
                  <a:pt x="553142" y="30524"/>
                  <a:pt x="550836" y="31541"/>
                  <a:pt x="548911" y="33574"/>
                </a:cubicBezTo>
                <a:cubicBezTo>
                  <a:pt x="546987" y="35605"/>
                  <a:pt x="545722" y="39616"/>
                  <a:pt x="545116" y="45606"/>
                </a:cubicBezTo>
                <a:cubicBezTo>
                  <a:pt x="544509" y="51596"/>
                  <a:pt x="544206" y="59922"/>
                  <a:pt x="544206" y="70584"/>
                </a:cubicBezTo>
                <a:cubicBezTo>
                  <a:pt x="544206" y="76232"/>
                  <a:pt x="544575" y="81510"/>
                  <a:pt x="545313" y="86420"/>
                </a:cubicBezTo>
                <a:cubicBezTo>
                  <a:pt x="545893" y="90166"/>
                  <a:pt x="547132" y="93016"/>
                  <a:pt x="549030" y="94970"/>
                </a:cubicBezTo>
                <a:cubicBezTo>
                  <a:pt x="550928" y="96922"/>
                  <a:pt x="553089" y="97899"/>
                  <a:pt x="555514" y="97899"/>
                </a:cubicBezTo>
                <a:cubicBezTo>
                  <a:pt x="557887" y="97899"/>
                  <a:pt x="559864" y="97239"/>
                  <a:pt x="561445" y="95919"/>
                </a:cubicBezTo>
                <a:cubicBezTo>
                  <a:pt x="563501" y="94125"/>
                  <a:pt x="564872" y="91618"/>
                  <a:pt x="565557" y="88397"/>
                </a:cubicBezTo>
                <a:cubicBezTo>
                  <a:pt x="566612" y="83384"/>
                  <a:pt x="567139" y="73250"/>
                  <a:pt x="567139" y="57996"/>
                </a:cubicBezTo>
                <a:cubicBezTo>
                  <a:pt x="567139" y="49024"/>
                  <a:pt x="566638" y="42863"/>
                  <a:pt x="565636" y="39512"/>
                </a:cubicBezTo>
                <a:cubicBezTo>
                  <a:pt x="564635" y="36159"/>
                  <a:pt x="563159" y="33718"/>
                  <a:pt x="561208" y="32187"/>
                </a:cubicBezTo>
                <a:cubicBezTo>
                  <a:pt x="559837" y="31078"/>
                  <a:pt x="558045" y="30524"/>
                  <a:pt x="555831" y="30524"/>
                </a:cubicBezTo>
                <a:close/>
                <a:moveTo>
                  <a:pt x="632299" y="27203"/>
                </a:moveTo>
                <a:lnTo>
                  <a:pt x="632299" y="43967"/>
                </a:lnTo>
                <a:cubicBezTo>
                  <a:pt x="637202" y="36323"/>
                  <a:pt x="641499" y="31249"/>
                  <a:pt x="645189" y="28745"/>
                </a:cubicBezTo>
                <a:cubicBezTo>
                  <a:pt x="648879" y="26241"/>
                  <a:pt x="652438" y="24989"/>
                  <a:pt x="655865" y="24989"/>
                </a:cubicBezTo>
                <a:cubicBezTo>
                  <a:pt x="658817" y="24989"/>
                  <a:pt x="661176" y="25901"/>
                  <a:pt x="662942" y="27727"/>
                </a:cubicBezTo>
                <a:cubicBezTo>
                  <a:pt x="664708" y="29552"/>
                  <a:pt x="665591" y="32131"/>
                  <a:pt x="665591" y="35464"/>
                </a:cubicBezTo>
                <a:cubicBezTo>
                  <a:pt x="665591" y="39009"/>
                  <a:pt x="664735" y="41761"/>
                  <a:pt x="663021" y="43720"/>
                </a:cubicBezTo>
                <a:cubicBezTo>
                  <a:pt x="661308" y="45677"/>
                  <a:pt x="659239" y="46656"/>
                  <a:pt x="656814" y="46656"/>
                </a:cubicBezTo>
                <a:cubicBezTo>
                  <a:pt x="654019" y="46656"/>
                  <a:pt x="651594" y="45760"/>
                  <a:pt x="649538" y="43967"/>
                </a:cubicBezTo>
                <a:cubicBezTo>
                  <a:pt x="647482" y="42175"/>
                  <a:pt x="646270" y="41173"/>
                  <a:pt x="645901" y="40962"/>
                </a:cubicBezTo>
                <a:cubicBezTo>
                  <a:pt x="645374" y="40646"/>
                  <a:pt x="644767" y="40488"/>
                  <a:pt x="644082" y="40488"/>
                </a:cubicBezTo>
                <a:cubicBezTo>
                  <a:pt x="642553" y="40488"/>
                  <a:pt x="641103" y="41068"/>
                  <a:pt x="639733" y="42228"/>
                </a:cubicBezTo>
                <a:cubicBezTo>
                  <a:pt x="637571" y="44020"/>
                  <a:pt x="635937" y="46577"/>
                  <a:pt x="634830" y="49898"/>
                </a:cubicBezTo>
                <a:cubicBezTo>
                  <a:pt x="633143" y="55012"/>
                  <a:pt x="632299" y="60653"/>
                  <a:pt x="632299" y="66821"/>
                </a:cubicBezTo>
                <a:lnTo>
                  <a:pt x="632299" y="83823"/>
                </a:lnTo>
                <a:lnTo>
                  <a:pt x="632378" y="88251"/>
                </a:lnTo>
                <a:cubicBezTo>
                  <a:pt x="632378" y="91256"/>
                  <a:pt x="632563" y="93180"/>
                  <a:pt x="632932" y="94024"/>
                </a:cubicBezTo>
                <a:cubicBezTo>
                  <a:pt x="633565" y="95447"/>
                  <a:pt x="634500" y="96488"/>
                  <a:pt x="635739" y="97147"/>
                </a:cubicBezTo>
                <a:cubicBezTo>
                  <a:pt x="636978" y="97806"/>
                  <a:pt x="639074" y="98215"/>
                  <a:pt x="642026" y="98373"/>
                </a:cubicBezTo>
                <a:lnTo>
                  <a:pt x="642026" y="101220"/>
                </a:lnTo>
                <a:lnTo>
                  <a:pt x="602092" y="101220"/>
                </a:lnTo>
                <a:lnTo>
                  <a:pt x="602092" y="98373"/>
                </a:lnTo>
                <a:cubicBezTo>
                  <a:pt x="605307" y="98109"/>
                  <a:pt x="607482" y="97226"/>
                  <a:pt x="608616" y="95724"/>
                </a:cubicBezTo>
                <a:cubicBezTo>
                  <a:pt x="609749" y="94221"/>
                  <a:pt x="610316" y="90254"/>
                  <a:pt x="610316" y="83823"/>
                </a:cubicBezTo>
                <a:lnTo>
                  <a:pt x="610316" y="42860"/>
                </a:lnTo>
                <a:cubicBezTo>
                  <a:pt x="610316" y="38616"/>
                  <a:pt x="610105" y="35911"/>
                  <a:pt x="609683" y="34745"/>
                </a:cubicBezTo>
                <a:cubicBezTo>
                  <a:pt x="609156" y="33259"/>
                  <a:pt x="608391" y="32172"/>
                  <a:pt x="607390" y="31483"/>
                </a:cubicBezTo>
                <a:cubicBezTo>
                  <a:pt x="606388" y="30793"/>
                  <a:pt x="604622" y="30315"/>
                  <a:pt x="602092" y="30050"/>
                </a:cubicBezTo>
                <a:lnTo>
                  <a:pt x="602092" y="27203"/>
                </a:lnTo>
                <a:lnTo>
                  <a:pt x="632299" y="272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45F002-4EC6-40D8-8C9F-CE458BF5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51" y="3083862"/>
            <a:ext cx="7884157" cy="632044"/>
          </a:xfrm>
          <a:custGeom xmlns:a="http://schemas.openxmlformats.org/drawingml/2006/main">
            <a:pathLst>
              <a:path w="7884157" h="632044">
                <a:moveTo>
                  <a:pt x="7868974" y="632044"/>
                </a:moveTo>
                <a:lnTo>
                  <a:pt x="7868974" y="548534"/>
                </a:lnTo>
                <a:lnTo>
                  <a:pt x="7884157" y="548534"/>
                </a:lnTo>
                <a:lnTo>
                  <a:pt x="7861383" y="502986"/>
                </a:lnTo>
                <a:lnTo>
                  <a:pt x="7838608" y="548534"/>
                </a:lnTo>
                <a:lnTo>
                  <a:pt x="7853791" y="548534"/>
                </a:lnTo>
                <a:lnTo>
                  <a:pt x="7853791" y="616861"/>
                </a:lnTo>
                <a:lnTo>
                  <a:pt x="15183" y="616861"/>
                </a:lnTo>
                <a:lnTo>
                  <a:pt x="15183" y="0"/>
                </a:lnTo>
                <a:lnTo>
                  <a:pt x="0" y="0"/>
                </a:lnTo>
                <a:lnTo>
                  <a:pt x="0" y="632044"/>
                </a:lnTo>
                <a:lnTo>
                  <a:pt x="7868974" y="6320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Text …">
            <a:extLst xmlns:a="http://schemas.openxmlformats.org/drawingml/2006/main">
              <a:ext uri="{FF2B5EF4-FFF2-40B4-BE49-F238E27FC236}">
                <a16:creationId xmlns:a16="http://schemas.microsoft.com/office/drawing/2014/main" id="{071A3285-294B-427A-ABA8-09AFC49F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227" y="2725056"/>
            <a:ext cx="78327" cy="15499"/>
          </a:xfrm>
          <a:custGeom xmlns:a="http://schemas.openxmlformats.org/drawingml/2006/main">
            <a:pathLst>
              <a:path w="78327" h="15499">
                <a:moveTo>
                  <a:pt x="7657" y="0"/>
                </a:moveTo>
                <a:cubicBezTo>
                  <a:pt x="9810" y="0"/>
                  <a:pt x="11632" y="756"/>
                  <a:pt x="13124" y="2268"/>
                </a:cubicBezTo>
                <a:cubicBezTo>
                  <a:pt x="14615" y="3778"/>
                  <a:pt x="15361" y="5598"/>
                  <a:pt x="15361" y="7727"/>
                </a:cubicBezTo>
                <a:cubicBezTo>
                  <a:pt x="15361" y="9855"/>
                  <a:pt x="14607" y="11668"/>
                  <a:pt x="13101" y="13164"/>
                </a:cubicBezTo>
                <a:cubicBezTo>
                  <a:pt x="11594" y="14659"/>
                  <a:pt x="9779" y="15407"/>
                  <a:pt x="7657" y="15407"/>
                </a:cubicBezTo>
                <a:cubicBezTo>
                  <a:pt x="5535" y="15407"/>
                  <a:pt x="3729" y="14659"/>
                  <a:pt x="2237" y="13164"/>
                </a:cubicBezTo>
                <a:cubicBezTo>
                  <a:pt x="746" y="11668"/>
                  <a:pt x="0" y="9855"/>
                  <a:pt x="0" y="7727"/>
                </a:cubicBezTo>
                <a:cubicBezTo>
                  <a:pt x="0" y="5598"/>
                  <a:pt x="746" y="3778"/>
                  <a:pt x="2237" y="2268"/>
                </a:cubicBezTo>
                <a:cubicBezTo>
                  <a:pt x="3729" y="756"/>
                  <a:pt x="5535" y="0"/>
                  <a:pt x="7657" y="0"/>
                </a:cubicBezTo>
                <a:moveTo>
                  <a:pt x="39163" y="92"/>
                </a:moveTo>
                <a:cubicBezTo>
                  <a:pt x="41285" y="92"/>
                  <a:pt x="43092" y="838"/>
                  <a:pt x="44583" y="2330"/>
                </a:cubicBezTo>
                <a:cubicBezTo>
                  <a:pt x="46075" y="3821"/>
                  <a:pt x="46821" y="5628"/>
                  <a:pt x="46821" y="7750"/>
                </a:cubicBezTo>
                <a:cubicBezTo>
                  <a:pt x="46821" y="9872"/>
                  <a:pt x="46075" y="11678"/>
                  <a:pt x="44583" y="13170"/>
                </a:cubicBezTo>
                <a:cubicBezTo>
                  <a:pt x="43092" y="14661"/>
                  <a:pt x="41285" y="15407"/>
                  <a:pt x="39163" y="15407"/>
                </a:cubicBezTo>
                <a:cubicBezTo>
                  <a:pt x="37041" y="15407"/>
                  <a:pt x="35235" y="14661"/>
                  <a:pt x="33743" y="13170"/>
                </a:cubicBezTo>
                <a:cubicBezTo>
                  <a:pt x="32252" y="11678"/>
                  <a:pt x="31506" y="9872"/>
                  <a:pt x="31506" y="7750"/>
                </a:cubicBezTo>
                <a:cubicBezTo>
                  <a:pt x="31506" y="5628"/>
                  <a:pt x="32252" y="3821"/>
                  <a:pt x="33743" y="2330"/>
                </a:cubicBezTo>
                <a:cubicBezTo>
                  <a:pt x="35235" y="838"/>
                  <a:pt x="37041" y="92"/>
                  <a:pt x="39163" y="92"/>
                </a:cubicBezTo>
                <a:moveTo>
                  <a:pt x="70669" y="185"/>
                </a:moveTo>
                <a:cubicBezTo>
                  <a:pt x="72822" y="185"/>
                  <a:pt x="74636" y="930"/>
                  <a:pt x="76113" y="2422"/>
                </a:cubicBezTo>
                <a:cubicBezTo>
                  <a:pt x="77589" y="3913"/>
                  <a:pt x="78327" y="5720"/>
                  <a:pt x="78327" y="7842"/>
                </a:cubicBezTo>
                <a:cubicBezTo>
                  <a:pt x="78327" y="9964"/>
                  <a:pt x="77581" y="11771"/>
                  <a:pt x="76089" y="13262"/>
                </a:cubicBezTo>
                <a:cubicBezTo>
                  <a:pt x="74598" y="14754"/>
                  <a:pt x="72791" y="15499"/>
                  <a:pt x="70669" y="15499"/>
                </a:cubicBezTo>
                <a:cubicBezTo>
                  <a:pt x="68547" y="15499"/>
                  <a:pt x="66741" y="14754"/>
                  <a:pt x="65249" y="13262"/>
                </a:cubicBezTo>
                <a:cubicBezTo>
                  <a:pt x="63758" y="11771"/>
                  <a:pt x="63012" y="9964"/>
                  <a:pt x="63012" y="7842"/>
                </a:cubicBezTo>
                <a:cubicBezTo>
                  <a:pt x="63012" y="5720"/>
                  <a:pt x="63758" y="3913"/>
                  <a:pt x="65249" y="2422"/>
                </a:cubicBezTo>
                <a:cubicBezTo>
                  <a:pt x="66741" y="930"/>
                  <a:pt x="68547" y="185"/>
                  <a:pt x="70669" y="1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2613389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2026-09-05T08:52:45.6250000Z</dcterms:created>
  <dcterms:modified xsi:type="dcterms:W3CDTF">2026-09-05T08:52:45.6250000Z</dcterms:modified>
</coreProperties>
</file>