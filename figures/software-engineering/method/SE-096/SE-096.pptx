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6a6450a5f4d04" /><Relationship Type="http://schemas.openxmlformats.org/officeDocument/2006/relationships/extended-properties" Target="/docProps/app.xml" Id="Rdb43ad72e8a442f8" /><Relationship Type="http://schemas.openxmlformats.org/officeDocument/2006/relationships/officeDocument" Target="/ppt/presentation.xml" Id="R0abc226100a3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08dce3254641e8"/>
  </p:sldMasterIdLst>
  <p:notesMasterIdLst>
    <p:notesMasterId xmlns:r="http://schemas.openxmlformats.org/officeDocument/2006/relationships" r:id="Racd03edd87be47ea"/>
  </p:notesMasterIdLst>
  <p:sldIdLst>
    <p:sldId xmlns:r="http://schemas.openxmlformats.org/officeDocument/2006/relationships" id="256" r:id="R8f4d12bf4c384b14"/>
  </p:sldIdLst>
  <p:sldSz cx="13601700" cy="457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50e228abc4c5c" /><Relationship Type="http://schemas.openxmlformats.org/officeDocument/2006/relationships/slideMaster" Target="/ppt/slideMasters/slideMaster1.xml" Id="R1708dce3254641e8" /><Relationship Type="http://schemas.openxmlformats.org/officeDocument/2006/relationships/notesMaster" Target="/ppt/notesMasters/notesMaster1.xml" Id="Racd03edd87be47ea" /><Relationship Type="http://schemas.openxmlformats.org/officeDocument/2006/relationships/presProps" Target="/ppt/presProps.xml" Id="R86228588d86446fc" /><Relationship Type="http://schemas.openxmlformats.org/officeDocument/2006/relationships/tableStyles" Target="/ppt/tableStyles.xml" Id="R1d115cf21d3c46e1" /><Relationship Type="http://schemas.openxmlformats.org/officeDocument/2006/relationships/slide" Target="/ppt/slides/slide1.xml" Id="R8f4d12bf4c384b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df1d7f8a0e4c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7f9f67db04844" /><Relationship Type="http://schemas.openxmlformats.org/officeDocument/2006/relationships/notesMaster" Target="/ppt/notesMasters/notesMaster1.xml" Id="R01b94cafa49e459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素材ID：SE-096</ns1:t>
            </ns1:r>
          </ns1:p>
          <ns1:p>
            <ns1:r>
              <ns1:t>论文：FAIR: Flow Type-Aware Pre-Training of Compiler Intermediate Representations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1，PDF第4页</ns1:t>
            </ns1:r>
          </ns1:p>
          <ns1:p>
            <ns1:r>
              <ns1:t>类型：方法细节</ns1:t>
            </ns1:r>
          </ns1:p>
          <ns1:p>
            <ns1:r>
              <ns1:t>借鉴点：左侧LLVM IR输入对应中间CFG，右侧分解数据流操作并用橙线区分调用、参数和返回关系，分别表达两种跨函数图的构造。</ns1:t>
            </ns1:r>
          </ns1:p>
          <ns1:p>
            <ns1:r>
              <ns1:t>论文URL：https://personal.utdallas.edu/~vince/papers/icse24-cir.pdf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830291f1f43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4fdc85ce54244" /><Relationship Type="http://schemas.openxmlformats.org/officeDocument/2006/relationships/slideLayout" Target="/ppt/slideLayouts/slideLayout1.xml" Id="Recd2af3fc5204a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d2af3fc5204a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10672da474d1e" /><Relationship Type="http://schemas.openxmlformats.org/officeDocument/2006/relationships/image" Target="/ppt/media/image.png" Id="Rb3037edf1a994e60" /><Relationship Type="http://schemas.openxmlformats.org/officeDocument/2006/relationships/notesSlide" Target="/ppt/notesSlides/notesSlide1.xml" Id="R74120917b05844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37edf1a994e60"/>
          <a:stretch xmlns:a="http://schemas.openxmlformats.org/drawingml/2006/main"/>
        </p:blipFill>
        <p:spPr>
          <a:xfrm xmlns:a="http://schemas.openxmlformats.org/drawingml/2006/main">
            <a:off x="58693" y="143739"/>
            <a:ext cx="4179807" cy="3898394"/>
          </a:xfrm>
          <a:prstGeom xmlns:a="http://schemas.openxmlformats.org/drawingml/2006/main" prst="rect">
            <a:avLst/>
          </a:prstGeom>
        </p:spPr>
      </p:pic>
      <p:sp>
        <p:nvSpPr>
          <p:cNvPr id="2" name="Text (a)AnexampleofIRprogram.">
            <a:extLst xmlns:a="http://schemas.openxmlformats.org/drawingml/2006/main">
              <a:ext uri="{FF2B5EF4-FFF2-40B4-BE49-F238E27FC236}">
                <a16:creationId xmlns:a16="http://schemas.microsoft.com/office/drawing/2014/main" id="{7FB2C444-A6D9-4A01-98D9-B8F8895B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45" y="4171953"/>
            <a:ext cx="2725103" cy="190984"/>
          </a:xfrm>
          <a:custGeom xmlns:a="http://schemas.openxmlformats.org/drawingml/2006/main">
            <a:pathLst>
              <a:path w="2725103" h="190984">
                <a:moveTo>
                  <a:pt x="0" y="93064"/>
                </a:moveTo>
                <a:cubicBezTo>
                  <a:pt x="0" y="102031"/>
                  <a:pt x="994" y="146867"/>
                  <a:pt x="46231" y="185925"/>
                </a:cubicBezTo>
                <a:lnTo>
                  <a:pt x="52209" y="179548"/>
                </a:lnTo>
                <a:cubicBezTo>
                  <a:pt x="45833" y="172375"/>
                  <a:pt x="22915" y="145672"/>
                  <a:pt x="22915" y="93064"/>
                </a:cubicBezTo>
                <a:cubicBezTo>
                  <a:pt x="22915" y="40454"/>
                  <a:pt x="46231" y="13750"/>
                  <a:pt x="52209" y="6778"/>
                </a:cubicBezTo>
                <a:lnTo>
                  <a:pt x="46629" y="0"/>
                </a:lnTo>
                <a:cubicBezTo>
                  <a:pt x="20525" y="22520"/>
                  <a:pt x="0" y="56794"/>
                  <a:pt x="0" y="93064"/>
                </a:cubicBezTo>
                <a:close/>
                <a:moveTo>
                  <a:pt x="111994" y="133691"/>
                </a:moveTo>
                <a:cubicBezTo>
                  <a:pt x="113386" y="141862"/>
                  <a:pt x="118769" y="145447"/>
                  <a:pt x="127535" y="145447"/>
                </a:cubicBezTo>
                <a:cubicBezTo>
                  <a:pt x="138497" y="145447"/>
                  <a:pt x="146269" y="141263"/>
                  <a:pt x="153642" y="134287"/>
                </a:cubicBezTo>
                <a:cubicBezTo>
                  <a:pt x="153244" y="131897"/>
                  <a:pt x="152444" y="130304"/>
                  <a:pt x="150054" y="128707"/>
                </a:cubicBezTo>
                <a:cubicBezTo>
                  <a:pt x="147464" y="130702"/>
                  <a:pt x="145472" y="131499"/>
                  <a:pt x="141686" y="131499"/>
                </a:cubicBezTo>
                <a:cubicBezTo>
                  <a:pt x="137302" y="131499"/>
                  <a:pt x="136107" y="127911"/>
                  <a:pt x="136107" y="118144"/>
                </a:cubicBezTo>
                <a:lnTo>
                  <a:pt x="136505" y="89440"/>
                </a:lnTo>
                <a:cubicBezTo>
                  <a:pt x="136505" y="60735"/>
                  <a:pt x="118769" y="54955"/>
                  <a:pt x="102428" y="54955"/>
                </a:cubicBezTo>
                <a:cubicBezTo>
                  <a:pt x="87881" y="54955"/>
                  <a:pt x="65562" y="63326"/>
                  <a:pt x="65562" y="76483"/>
                </a:cubicBezTo>
                <a:cubicBezTo>
                  <a:pt x="65562" y="82063"/>
                  <a:pt x="67952" y="86448"/>
                  <a:pt x="75724" y="86448"/>
                </a:cubicBezTo>
                <a:cubicBezTo>
                  <a:pt x="82897" y="86448"/>
                  <a:pt x="88079" y="82063"/>
                  <a:pt x="88079" y="77280"/>
                </a:cubicBezTo>
                <a:cubicBezTo>
                  <a:pt x="88079" y="74689"/>
                  <a:pt x="86686" y="71299"/>
                  <a:pt x="87282" y="67911"/>
                </a:cubicBezTo>
                <a:cubicBezTo>
                  <a:pt x="87483" y="65719"/>
                  <a:pt x="89076" y="63326"/>
                  <a:pt x="95653" y="63326"/>
                </a:cubicBezTo>
                <a:cubicBezTo>
                  <a:pt x="104021" y="63326"/>
                  <a:pt x="110996" y="66914"/>
                  <a:pt x="110996" y="92231"/>
                </a:cubicBezTo>
                <a:lnTo>
                  <a:pt x="97645" y="96415"/>
                </a:lnTo>
                <a:cubicBezTo>
                  <a:pt x="76721" y="102992"/>
                  <a:pt x="61974" y="108776"/>
                  <a:pt x="61974" y="124520"/>
                </a:cubicBezTo>
                <a:cubicBezTo>
                  <a:pt x="61974" y="138274"/>
                  <a:pt x="69545" y="145447"/>
                  <a:pt x="86884" y="145447"/>
                </a:cubicBezTo>
                <a:cubicBezTo>
                  <a:pt x="92664" y="145447"/>
                  <a:pt x="104222" y="139070"/>
                  <a:pt x="110796" y="133889"/>
                </a:cubicBezTo>
                <a:lnTo>
                  <a:pt x="111994" y="133691"/>
                </a:lnTo>
                <a:moveTo>
                  <a:pt x="110996" y="100003"/>
                </a:moveTo>
                <a:lnTo>
                  <a:pt x="110996" y="126314"/>
                </a:lnTo>
                <a:cubicBezTo>
                  <a:pt x="106016" y="130301"/>
                  <a:pt x="101032" y="133490"/>
                  <a:pt x="97447" y="133490"/>
                </a:cubicBezTo>
                <a:cubicBezTo>
                  <a:pt x="88875" y="133490"/>
                  <a:pt x="85886" y="127710"/>
                  <a:pt x="85886" y="121531"/>
                </a:cubicBezTo>
                <a:cubicBezTo>
                  <a:pt x="85886" y="114158"/>
                  <a:pt x="86485" y="107976"/>
                  <a:pt x="100634" y="103393"/>
                </a:cubicBezTo>
                <a:lnTo>
                  <a:pt x="110996" y="100003"/>
                </a:lnTo>
                <a:close/>
                <a:moveTo>
                  <a:pt x="209638" y="93447"/>
                </a:moveTo>
                <a:cubicBezTo>
                  <a:pt x="209638" y="84480"/>
                  <a:pt x="208640" y="39642"/>
                  <a:pt x="163407" y="584"/>
                </a:cubicBezTo>
                <a:lnTo>
                  <a:pt x="157429" y="6960"/>
                </a:lnTo>
                <a:cubicBezTo>
                  <a:pt x="163805" y="14136"/>
                  <a:pt x="186720" y="40840"/>
                  <a:pt x="186720" y="93447"/>
                </a:cubicBezTo>
                <a:cubicBezTo>
                  <a:pt x="186720" y="146058"/>
                  <a:pt x="163407" y="172761"/>
                  <a:pt x="157429" y="179734"/>
                </a:cubicBezTo>
                <a:lnTo>
                  <a:pt x="163008" y="186508"/>
                </a:lnTo>
                <a:cubicBezTo>
                  <a:pt x="189113" y="163992"/>
                  <a:pt x="209638" y="129717"/>
                  <a:pt x="209638" y="93447"/>
                </a:cubicBezTo>
                <a:close/>
                <a:moveTo>
                  <a:pt x="321034" y="87065"/>
                </a:moveTo>
                <a:cubicBezTo>
                  <a:pt x="316649" y="87065"/>
                  <a:pt x="315253" y="86469"/>
                  <a:pt x="316050" y="84477"/>
                </a:cubicBezTo>
                <a:lnTo>
                  <a:pt x="333589" y="39836"/>
                </a:lnTo>
                <a:lnTo>
                  <a:pt x="334982" y="39836"/>
                </a:lnTo>
                <a:lnTo>
                  <a:pt x="351322" y="87065"/>
                </a:lnTo>
                <a:lnTo>
                  <a:pt x="321034" y="87065"/>
                </a:lnTo>
                <a:moveTo>
                  <a:pt x="299512" y="127744"/>
                </a:moveTo>
                <a:lnTo>
                  <a:pt x="310072" y="100021"/>
                </a:lnTo>
                <a:cubicBezTo>
                  <a:pt x="311069" y="97431"/>
                  <a:pt x="312264" y="96631"/>
                  <a:pt x="317047" y="96631"/>
                </a:cubicBezTo>
                <a:lnTo>
                  <a:pt x="354910" y="96631"/>
                </a:lnTo>
                <a:lnTo>
                  <a:pt x="366070" y="129139"/>
                </a:lnTo>
                <a:cubicBezTo>
                  <a:pt x="368861" y="137316"/>
                  <a:pt x="360889" y="136519"/>
                  <a:pt x="351322" y="137115"/>
                </a:cubicBezTo>
                <a:cubicBezTo>
                  <a:pt x="350127" y="138310"/>
                  <a:pt x="350127" y="142695"/>
                  <a:pt x="351322" y="143890"/>
                </a:cubicBezTo>
                <a:cubicBezTo>
                  <a:pt x="358696" y="143692"/>
                  <a:pt x="377628" y="143491"/>
                  <a:pt x="385400" y="143491"/>
                </a:cubicBezTo>
                <a:cubicBezTo>
                  <a:pt x="393570" y="143491"/>
                  <a:pt x="404730" y="143692"/>
                  <a:pt x="412103" y="143890"/>
                </a:cubicBezTo>
                <a:cubicBezTo>
                  <a:pt x="413298" y="142695"/>
                  <a:pt x="413298" y="138310"/>
                  <a:pt x="412103" y="137115"/>
                </a:cubicBezTo>
                <a:cubicBezTo>
                  <a:pt x="404331" y="136318"/>
                  <a:pt x="397754" y="136519"/>
                  <a:pt x="394169" y="126348"/>
                </a:cubicBezTo>
                <a:lnTo>
                  <a:pt x="353116" y="12336"/>
                </a:lnTo>
                <a:cubicBezTo>
                  <a:pt x="350127" y="14130"/>
                  <a:pt x="338171" y="21106"/>
                  <a:pt x="331196" y="21106"/>
                </a:cubicBezTo>
                <a:lnTo>
                  <a:pt x="287954" y="123155"/>
                </a:lnTo>
                <a:cubicBezTo>
                  <a:pt x="282773" y="135522"/>
                  <a:pt x="276795" y="136519"/>
                  <a:pt x="268025" y="137115"/>
                </a:cubicBezTo>
                <a:cubicBezTo>
                  <a:pt x="266830" y="138310"/>
                  <a:pt x="266830" y="142695"/>
                  <a:pt x="268025" y="143890"/>
                </a:cubicBezTo>
                <a:cubicBezTo>
                  <a:pt x="275399" y="143692"/>
                  <a:pt x="278987" y="143491"/>
                  <a:pt x="286759" y="143491"/>
                </a:cubicBezTo>
                <a:cubicBezTo>
                  <a:pt x="294929" y="143491"/>
                  <a:pt x="305888" y="143692"/>
                  <a:pt x="313262" y="143890"/>
                </a:cubicBezTo>
                <a:cubicBezTo>
                  <a:pt x="314457" y="142695"/>
                  <a:pt x="314457" y="138310"/>
                  <a:pt x="313262" y="137115"/>
                </a:cubicBezTo>
                <a:cubicBezTo>
                  <a:pt x="305690" y="136519"/>
                  <a:pt x="296322" y="135920"/>
                  <a:pt x="299512" y="127744"/>
                </a:cubicBezTo>
                <a:close/>
                <a:moveTo>
                  <a:pt x="459531" y="119166"/>
                </a:moveTo>
                <a:lnTo>
                  <a:pt x="459531" y="79475"/>
                </a:lnTo>
                <a:lnTo>
                  <a:pt x="459531" y="79077"/>
                </a:lnTo>
                <a:cubicBezTo>
                  <a:pt x="467501" y="73692"/>
                  <a:pt x="475474" y="69702"/>
                  <a:pt x="479059" y="69702"/>
                </a:cubicBezTo>
                <a:cubicBezTo>
                  <a:pt x="487032" y="69702"/>
                  <a:pt x="493010" y="73293"/>
                  <a:pt x="493010" y="84663"/>
                </a:cubicBezTo>
                <a:lnTo>
                  <a:pt x="493010" y="117968"/>
                </a:lnTo>
                <a:cubicBezTo>
                  <a:pt x="493010" y="134722"/>
                  <a:pt x="489820" y="136516"/>
                  <a:pt x="481650" y="137115"/>
                </a:cubicBezTo>
                <a:cubicBezTo>
                  <a:pt x="480455" y="138310"/>
                  <a:pt x="480455" y="142695"/>
                  <a:pt x="481650" y="143890"/>
                </a:cubicBezTo>
                <a:cubicBezTo>
                  <a:pt x="490021" y="143692"/>
                  <a:pt x="496397" y="143491"/>
                  <a:pt x="505963" y="143491"/>
                </a:cubicBezTo>
                <a:cubicBezTo>
                  <a:pt x="516922" y="143491"/>
                  <a:pt x="525691" y="143692"/>
                  <a:pt x="534260" y="143890"/>
                </a:cubicBezTo>
                <a:cubicBezTo>
                  <a:pt x="535455" y="142695"/>
                  <a:pt x="535455" y="138310"/>
                  <a:pt x="534260" y="137115"/>
                </a:cubicBezTo>
                <a:cubicBezTo>
                  <a:pt x="522103" y="136516"/>
                  <a:pt x="518917" y="134722"/>
                  <a:pt x="518917" y="117968"/>
                </a:cubicBezTo>
                <a:lnTo>
                  <a:pt x="518917" y="86855"/>
                </a:lnTo>
                <a:cubicBezTo>
                  <a:pt x="518917" y="64919"/>
                  <a:pt x="509548" y="54955"/>
                  <a:pt x="492411" y="54955"/>
                </a:cubicBezTo>
                <a:cubicBezTo>
                  <a:pt x="484441" y="54955"/>
                  <a:pt x="470292" y="63724"/>
                  <a:pt x="459331" y="71299"/>
                </a:cubicBezTo>
                <a:cubicBezTo>
                  <a:pt x="458735" y="64323"/>
                  <a:pt x="457935" y="58345"/>
                  <a:pt x="457935" y="58345"/>
                </a:cubicBezTo>
                <a:cubicBezTo>
                  <a:pt x="457737" y="55952"/>
                  <a:pt x="456144" y="54955"/>
                  <a:pt x="453353" y="54955"/>
                </a:cubicBezTo>
                <a:cubicBezTo>
                  <a:pt x="445979" y="56989"/>
                  <a:pt x="434023" y="59780"/>
                  <a:pt x="420273" y="61571"/>
                </a:cubicBezTo>
                <a:cubicBezTo>
                  <a:pt x="419874" y="62769"/>
                  <a:pt x="420273" y="66753"/>
                  <a:pt x="420671" y="67951"/>
                </a:cubicBezTo>
                <a:cubicBezTo>
                  <a:pt x="431633" y="68948"/>
                  <a:pt x="433624" y="70542"/>
                  <a:pt x="433624" y="81902"/>
                </a:cubicBezTo>
                <a:lnTo>
                  <a:pt x="433624" y="119178"/>
                </a:lnTo>
                <a:cubicBezTo>
                  <a:pt x="433624" y="135719"/>
                  <a:pt x="431432" y="136121"/>
                  <a:pt x="419275" y="137115"/>
                </a:cubicBezTo>
                <a:cubicBezTo>
                  <a:pt x="418080" y="138310"/>
                  <a:pt x="418080" y="142695"/>
                  <a:pt x="419275" y="143890"/>
                </a:cubicBezTo>
                <a:cubicBezTo>
                  <a:pt x="427646" y="143692"/>
                  <a:pt x="436014" y="143491"/>
                  <a:pt x="446578" y="143491"/>
                </a:cubicBezTo>
                <a:cubicBezTo>
                  <a:pt x="455746" y="143491"/>
                  <a:pt x="461325" y="143692"/>
                  <a:pt x="469894" y="143890"/>
                </a:cubicBezTo>
                <a:cubicBezTo>
                  <a:pt x="471089" y="142695"/>
                  <a:pt x="471089" y="138310"/>
                  <a:pt x="469894" y="137115"/>
                </a:cubicBezTo>
                <a:cubicBezTo>
                  <a:pt x="461523" y="136318"/>
                  <a:pt x="459531" y="135719"/>
                  <a:pt x="459531" y="119166"/>
                </a:cubicBezTo>
                <a:close/>
                <a:moveTo>
                  <a:pt x="621939" y="88631"/>
                </a:moveTo>
                <a:cubicBezTo>
                  <a:pt x="622140" y="81658"/>
                  <a:pt x="623137" y="74084"/>
                  <a:pt x="625926" y="70101"/>
                </a:cubicBezTo>
                <a:cubicBezTo>
                  <a:pt x="629116" y="65318"/>
                  <a:pt x="634495" y="63326"/>
                  <a:pt x="636687" y="63326"/>
                </a:cubicBezTo>
                <a:cubicBezTo>
                  <a:pt x="642069" y="63326"/>
                  <a:pt x="649440" y="68507"/>
                  <a:pt x="649440" y="84447"/>
                </a:cubicBezTo>
                <a:cubicBezTo>
                  <a:pt x="649440" y="85642"/>
                  <a:pt x="649440" y="88232"/>
                  <a:pt x="649041" y="88631"/>
                </a:cubicBezTo>
                <a:lnTo>
                  <a:pt x="621939" y="88631"/>
                </a:lnTo>
                <a:moveTo>
                  <a:pt x="672558" y="117740"/>
                </a:moveTo>
                <a:cubicBezTo>
                  <a:pt x="664388" y="126117"/>
                  <a:pt x="653627" y="128309"/>
                  <a:pt x="646052" y="128309"/>
                </a:cubicBezTo>
                <a:cubicBezTo>
                  <a:pt x="630508" y="128309"/>
                  <a:pt x="620945" y="119336"/>
                  <a:pt x="620945" y="99793"/>
                </a:cubicBezTo>
                <a:cubicBezTo>
                  <a:pt x="620945" y="98398"/>
                  <a:pt x="621143" y="97598"/>
                  <a:pt x="621143" y="96600"/>
                </a:cubicBezTo>
                <a:lnTo>
                  <a:pt x="668970" y="96600"/>
                </a:lnTo>
                <a:cubicBezTo>
                  <a:pt x="673753" y="96600"/>
                  <a:pt x="674748" y="93213"/>
                  <a:pt x="674748" y="90425"/>
                </a:cubicBezTo>
                <a:cubicBezTo>
                  <a:pt x="674748" y="73488"/>
                  <a:pt x="668174" y="54955"/>
                  <a:pt x="638879" y="54955"/>
                </a:cubicBezTo>
                <a:cubicBezTo>
                  <a:pt x="617956" y="54955"/>
                  <a:pt x="594041" y="73488"/>
                  <a:pt x="594041" y="103980"/>
                </a:cubicBezTo>
                <a:cubicBezTo>
                  <a:pt x="594041" y="115547"/>
                  <a:pt x="598228" y="127713"/>
                  <a:pt x="606797" y="135485"/>
                </a:cubicBezTo>
                <a:cubicBezTo>
                  <a:pt x="614368" y="142260"/>
                  <a:pt x="624132" y="145447"/>
                  <a:pt x="638280" y="145447"/>
                </a:cubicBezTo>
                <a:cubicBezTo>
                  <a:pt x="652030" y="145447"/>
                  <a:pt x="665583" y="138474"/>
                  <a:pt x="675547" y="123924"/>
                </a:cubicBezTo>
                <a:cubicBezTo>
                  <a:pt x="675547" y="121331"/>
                  <a:pt x="674550" y="117740"/>
                  <a:pt x="672558" y="117740"/>
                </a:cubicBezTo>
                <a:close/>
                <a:moveTo>
                  <a:pt x="719189" y="128957"/>
                </a:moveTo>
                <a:lnTo>
                  <a:pt x="731543" y="111643"/>
                </a:lnTo>
                <a:cubicBezTo>
                  <a:pt x="732340" y="110649"/>
                  <a:pt x="732939" y="110050"/>
                  <a:pt x="733535" y="111047"/>
                </a:cubicBezTo>
                <a:lnTo>
                  <a:pt x="743101" y="129154"/>
                </a:lnTo>
                <a:cubicBezTo>
                  <a:pt x="746488" y="135525"/>
                  <a:pt x="744497" y="136121"/>
                  <a:pt x="737521" y="137115"/>
                </a:cubicBezTo>
                <a:cubicBezTo>
                  <a:pt x="736326" y="138310"/>
                  <a:pt x="736326" y="142695"/>
                  <a:pt x="737521" y="143890"/>
                </a:cubicBezTo>
                <a:cubicBezTo>
                  <a:pt x="741508" y="143692"/>
                  <a:pt x="754060" y="143491"/>
                  <a:pt x="764623" y="143491"/>
                </a:cubicBezTo>
                <a:cubicBezTo>
                  <a:pt x="774986" y="143491"/>
                  <a:pt x="787340" y="143692"/>
                  <a:pt x="791327" y="143890"/>
                </a:cubicBezTo>
                <a:cubicBezTo>
                  <a:pt x="792522" y="142695"/>
                  <a:pt x="792522" y="138310"/>
                  <a:pt x="791327" y="137115"/>
                </a:cubicBezTo>
                <a:cubicBezTo>
                  <a:pt x="783953" y="135923"/>
                  <a:pt x="777178" y="133335"/>
                  <a:pt x="770799" y="123781"/>
                </a:cubicBezTo>
                <a:lnTo>
                  <a:pt x="753263" y="97713"/>
                </a:lnTo>
                <a:cubicBezTo>
                  <a:pt x="752269" y="96120"/>
                  <a:pt x="752269" y="95524"/>
                  <a:pt x="752865" y="94727"/>
                </a:cubicBezTo>
                <a:lnTo>
                  <a:pt x="770601" y="73236"/>
                </a:lnTo>
                <a:cubicBezTo>
                  <a:pt x="776181" y="66467"/>
                  <a:pt x="783354" y="64080"/>
                  <a:pt x="789533" y="63484"/>
                </a:cubicBezTo>
                <a:cubicBezTo>
                  <a:pt x="790728" y="62289"/>
                  <a:pt x="790728" y="57904"/>
                  <a:pt x="789533" y="56706"/>
                </a:cubicBezTo>
                <a:cubicBezTo>
                  <a:pt x="785546" y="56907"/>
                  <a:pt x="779371" y="57108"/>
                  <a:pt x="772794" y="57108"/>
                </a:cubicBezTo>
                <a:cubicBezTo>
                  <a:pt x="765021" y="57108"/>
                  <a:pt x="756851" y="56907"/>
                  <a:pt x="752865" y="56706"/>
                </a:cubicBezTo>
                <a:cubicBezTo>
                  <a:pt x="751670" y="57904"/>
                  <a:pt x="751670" y="62289"/>
                  <a:pt x="752865" y="63484"/>
                </a:cubicBezTo>
                <a:cubicBezTo>
                  <a:pt x="760041" y="64080"/>
                  <a:pt x="761634" y="66269"/>
                  <a:pt x="757648" y="72041"/>
                </a:cubicBezTo>
                <a:lnTo>
                  <a:pt x="746887" y="87363"/>
                </a:lnTo>
                <a:cubicBezTo>
                  <a:pt x="746291" y="88360"/>
                  <a:pt x="745293" y="88360"/>
                  <a:pt x="744497" y="86968"/>
                </a:cubicBezTo>
                <a:lnTo>
                  <a:pt x="735530" y="71843"/>
                </a:lnTo>
                <a:cubicBezTo>
                  <a:pt x="731342" y="64676"/>
                  <a:pt x="733933" y="64281"/>
                  <a:pt x="741508" y="63484"/>
                </a:cubicBezTo>
                <a:cubicBezTo>
                  <a:pt x="742703" y="62289"/>
                  <a:pt x="742703" y="57904"/>
                  <a:pt x="741508" y="56706"/>
                </a:cubicBezTo>
                <a:cubicBezTo>
                  <a:pt x="737521" y="56907"/>
                  <a:pt x="724568" y="57108"/>
                  <a:pt x="713609" y="57108"/>
                </a:cubicBezTo>
                <a:cubicBezTo>
                  <a:pt x="703842" y="57108"/>
                  <a:pt x="692485" y="56907"/>
                  <a:pt x="688499" y="56706"/>
                </a:cubicBezTo>
                <a:cubicBezTo>
                  <a:pt x="687304" y="57904"/>
                  <a:pt x="687304" y="62289"/>
                  <a:pt x="688499" y="63484"/>
                </a:cubicBezTo>
                <a:cubicBezTo>
                  <a:pt x="697466" y="63484"/>
                  <a:pt x="701452" y="68857"/>
                  <a:pt x="707032" y="76818"/>
                </a:cubicBezTo>
                <a:lnTo>
                  <a:pt x="724768" y="102092"/>
                </a:lnTo>
                <a:cubicBezTo>
                  <a:pt x="725364" y="102886"/>
                  <a:pt x="725364" y="103682"/>
                  <a:pt x="724169" y="105075"/>
                </a:cubicBezTo>
                <a:lnTo>
                  <a:pt x="705837" y="127762"/>
                </a:lnTo>
                <a:cubicBezTo>
                  <a:pt x="700853" y="134132"/>
                  <a:pt x="692087" y="136318"/>
                  <a:pt x="686109" y="137115"/>
                </a:cubicBezTo>
                <a:cubicBezTo>
                  <a:pt x="684911" y="138310"/>
                  <a:pt x="684911" y="142695"/>
                  <a:pt x="686109" y="143890"/>
                </a:cubicBezTo>
                <a:cubicBezTo>
                  <a:pt x="690092" y="143692"/>
                  <a:pt x="696271" y="143491"/>
                  <a:pt x="702647" y="143491"/>
                </a:cubicBezTo>
                <a:cubicBezTo>
                  <a:pt x="711216" y="143491"/>
                  <a:pt x="720581" y="143692"/>
                  <a:pt x="724568" y="143890"/>
                </a:cubicBezTo>
                <a:cubicBezTo>
                  <a:pt x="725763" y="142695"/>
                  <a:pt x="725763" y="138310"/>
                  <a:pt x="724568" y="137115"/>
                </a:cubicBezTo>
                <a:cubicBezTo>
                  <a:pt x="720980" y="136318"/>
                  <a:pt x="714804" y="135126"/>
                  <a:pt x="719189" y="128957"/>
                </a:cubicBezTo>
                <a:close/>
                <a:moveTo>
                  <a:pt x="853302" y="133691"/>
                </a:moveTo>
                <a:cubicBezTo>
                  <a:pt x="854694" y="141862"/>
                  <a:pt x="860076" y="145447"/>
                  <a:pt x="868843" y="145447"/>
                </a:cubicBezTo>
                <a:cubicBezTo>
                  <a:pt x="879804" y="145447"/>
                  <a:pt x="887577" y="141263"/>
                  <a:pt x="894950" y="134287"/>
                </a:cubicBezTo>
                <a:cubicBezTo>
                  <a:pt x="894552" y="131897"/>
                  <a:pt x="893752" y="130304"/>
                  <a:pt x="891362" y="128707"/>
                </a:cubicBezTo>
                <a:cubicBezTo>
                  <a:pt x="888772" y="130702"/>
                  <a:pt x="886780" y="131499"/>
                  <a:pt x="882994" y="131499"/>
                </a:cubicBezTo>
                <a:cubicBezTo>
                  <a:pt x="878609" y="131499"/>
                  <a:pt x="877414" y="127911"/>
                  <a:pt x="877414" y="118144"/>
                </a:cubicBezTo>
                <a:lnTo>
                  <a:pt x="877813" y="89440"/>
                </a:lnTo>
                <a:cubicBezTo>
                  <a:pt x="877813" y="60735"/>
                  <a:pt x="860076" y="54955"/>
                  <a:pt x="843735" y="54955"/>
                </a:cubicBezTo>
                <a:cubicBezTo>
                  <a:pt x="829189" y="54955"/>
                  <a:pt x="806870" y="63326"/>
                  <a:pt x="806870" y="76483"/>
                </a:cubicBezTo>
                <a:cubicBezTo>
                  <a:pt x="806870" y="82063"/>
                  <a:pt x="809260" y="86448"/>
                  <a:pt x="817032" y="86448"/>
                </a:cubicBezTo>
                <a:cubicBezTo>
                  <a:pt x="824205" y="86448"/>
                  <a:pt x="829386" y="82063"/>
                  <a:pt x="829386" y="77280"/>
                </a:cubicBezTo>
                <a:cubicBezTo>
                  <a:pt x="829386" y="74689"/>
                  <a:pt x="827994" y="71299"/>
                  <a:pt x="828590" y="67911"/>
                </a:cubicBezTo>
                <a:cubicBezTo>
                  <a:pt x="828790" y="65719"/>
                  <a:pt x="830384" y="63326"/>
                  <a:pt x="836961" y="63326"/>
                </a:cubicBezTo>
                <a:cubicBezTo>
                  <a:pt x="845329" y="63326"/>
                  <a:pt x="852304" y="66914"/>
                  <a:pt x="852304" y="92231"/>
                </a:cubicBezTo>
                <a:lnTo>
                  <a:pt x="838952" y="96415"/>
                </a:lnTo>
                <a:cubicBezTo>
                  <a:pt x="818029" y="102992"/>
                  <a:pt x="803282" y="108776"/>
                  <a:pt x="803282" y="124520"/>
                </a:cubicBezTo>
                <a:cubicBezTo>
                  <a:pt x="803282" y="138274"/>
                  <a:pt x="810853" y="145447"/>
                  <a:pt x="828191" y="145447"/>
                </a:cubicBezTo>
                <a:cubicBezTo>
                  <a:pt x="833972" y="145447"/>
                  <a:pt x="845529" y="139070"/>
                  <a:pt x="852104" y="133889"/>
                </a:cubicBezTo>
                <a:lnTo>
                  <a:pt x="853302" y="133691"/>
                </a:lnTo>
                <a:moveTo>
                  <a:pt x="852304" y="100003"/>
                </a:moveTo>
                <a:lnTo>
                  <a:pt x="852304" y="126314"/>
                </a:lnTo>
                <a:cubicBezTo>
                  <a:pt x="847324" y="130301"/>
                  <a:pt x="842340" y="133490"/>
                  <a:pt x="838755" y="133490"/>
                </a:cubicBezTo>
                <a:cubicBezTo>
                  <a:pt x="830183" y="133490"/>
                  <a:pt x="827194" y="127710"/>
                  <a:pt x="827194" y="121531"/>
                </a:cubicBezTo>
                <a:cubicBezTo>
                  <a:pt x="827194" y="114158"/>
                  <a:pt x="827793" y="107976"/>
                  <a:pt x="841941" y="103393"/>
                </a:cubicBezTo>
                <a:lnTo>
                  <a:pt x="852304" y="100003"/>
                </a:lnTo>
                <a:close/>
                <a:moveTo>
                  <a:pt x="940784" y="119166"/>
                </a:moveTo>
                <a:lnTo>
                  <a:pt x="940784" y="79475"/>
                </a:lnTo>
                <a:cubicBezTo>
                  <a:pt x="940784" y="78478"/>
                  <a:pt x="940784" y="77480"/>
                  <a:pt x="940784" y="76483"/>
                </a:cubicBezTo>
                <a:cubicBezTo>
                  <a:pt x="948556" y="71697"/>
                  <a:pt x="955528" y="69702"/>
                  <a:pt x="958918" y="69702"/>
                </a:cubicBezTo>
                <a:cubicBezTo>
                  <a:pt x="966888" y="69702"/>
                  <a:pt x="972866" y="73293"/>
                  <a:pt x="972866" y="84663"/>
                </a:cubicBezTo>
                <a:lnTo>
                  <a:pt x="972866" y="117968"/>
                </a:lnTo>
                <a:cubicBezTo>
                  <a:pt x="972866" y="134722"/>
                  <a:pt x="969676" y="136516"/>
                  <a:pt x="961506" y="137115"/>
                </a:cubicBezTo>
                <a:cubicBezTo>
                  <a:pt x="960311" y="138310"/>
                  <a:pt x="960311" y="142695"/>
                  <a:pt x="961506" y="143890"/>
                </a:cubicBezTo>
                <a:cubicBezTo>
                  <a:pt x="969877" y="143692"/>
                  <a:pt x="976253" y="143491"/>
                  <a:pt x="985820" y="143491"/>
                </a:cubicBezTo>
                <a:cubicBezTo>
                  <a:pt x="995386" y="143491"/>
                  <a:pt x="1001561" y="143692"/>
                  <a:pt x="1010130" y="143890"/>
                </a:cubicBezTo>
                <a:cubicBezTo>
                  <a:pt x="1011328" y="142695"/>
                  <a:pt x="1011328" y="138310"/>
                  <a:pt x="1010130" y="137115"/>
                </a:cubicBezTo>
                <a:cubicBezTo>
                  <a:pt x="1002160" y="136516"/>
                  <a:pt x="998773" y="134722"/>
                  <a:pt x="998773" y="117968"/>
                </a:cubicBezTo>
                <a:lnTo>
                  <a:pt x="998773" y="86855"/>
                </a:lnTo>
                <a:cubicBezTo>
                  <a:pt x="998773" y="81868"/>
                  <a:pt x="998572" y="77882"/>
                  <a:pt x="997976" y="75887"/>
                </a:cubicBezTo>
                <a:cubicBezTo>
                  <a:pt x="1005548" y="72095"/>
                  <a:pt x="1014116" y="69702"/>
                  <a:pt x="1017306" y="69702"/>
                </a:cubicBezTo>
                <a:cubicBezTo>
                  <a:pt x="1025276" y="69702"/>
                  <a:pt x="1030856" y="73293"/>
                  <a:pt x="1030856" y="84663"/>
                </a:cubicBezTo>
                <a:lnTo>
                  <a:pt x="1030856" y="117968"/>
                </a:lnTo>
                <a:cubicBezTo>
                  <a:pt x="1030856" y="134722"/>
                  <a:pt x="1027666" y="136516"/>
                  <a:pt x="1019499" y="137115"/>
                </a:cubicBezTo>
                <a:cubicBezTo>
                  <a:pt x="1018300" y="138310"/>
                  <a:pt x="1018300" y="142695"/>
                  <a:pt x="1019499" y="143890"/>
                </a:cubicBezTo>
                <a:cubicBezTo>
                  <a:pt x="1027867" y="143692"/>
                  <a:pt x="1034243" y="143491"/>
                  <a:pt x="1043809" y="143491"/>
                </a:cubicBezTo>
                <a:cubicBezTo>
                  <a:pt x="1054768" y="143491"/>
                  <a:pt x="1063537" y="143692"/>
                  <a:pt x="1072106" y="143890"/>
                </a:cubicBezTo>
                <a:cubicBezTo>
                  <a:pt x="1073301" y="142695"/>
                  <a:pt x="1073301" y="138310"/>
                  <a:pt x="1072106" y="137115"/>
                </a:cubicBezTo>
                <a:cubicBezTo>
                  <a:pt x="1059949" y="136516"/>
                  <a:pt x="1056763" y="134722"/>
                  <a:pt x="1056763" y="117968"/>
                </a:cubicBezTo>
                <a:lnTo>
                  <a:pt x="1056763" y="86855"/>
                </a:lnTo>
                <a:cubicBezTo>
                  <a:pt x="1056763" y="64919"/>
                  <a:pt x="1048790" y="54955"/>
                  <a:pt x="1031652" y="54955"/>
                </a:cubicBezTo>
                <a:cubicBezTo>
                  <a:pt x="1024279" y="54955"/>
                  <a:pt x="1007539" y="62928"/>
                  <a:pt x="995982" y="69505"/>
                </a:cubicBezTo>
                <a:cubicBezTo>
                  <a:pt x="992993" y="60735"/>
                  <a:pt x="985023" y="54955"/>
                  <a:pt x="973264" y="54955"/>
                </a:cubicBezTo>
                <a:cubicBezTo>
                  <a:pt x="966091" y="54955"/>
                  <a:pt x="951742" y="62529"/>
                  <a:pt x="940385" y="68906"/>
                </a:cubicBezTo>
                <a:cubicBezTo>
                  <a:pt x="939786" y="62928"/>
                  <a:pt x="939187" y="58345"/>
                  <a:pt x="939187" y="58345"/>
                </a:cubicBezTo>
                <a:cubicBezTo>
                  <a:pt x="938990" y="55952"/>
                  <a:pt x="937396" y="54955"/>
                  <a:pt x="934605" y="54955"/>
                </a:cubicBezTo>
                <a:cubicBezTo>
                  <a:pt x="927231" y="56989"/>
                  <a:pt x="915275" y="59780"/>
                  <a:pt x="901525" y="61571"/>
                </a:cubicBezTo>
                <a:cubicBezTo>
                  <a:pt x="901127" y="62769"/>
                  <a:pt x="901525" y="66753"/>
                  <a:pt x="901923" y="67951"/>
                </a:cubicBezTo>
                <a:cubicBezTo>
                  <a:pt x="912885" y="68948"/>
                  <a:pt x="914877" y="70542"/>
                  <a:pt x="914877" y="81902"/>
                </a:cubicBezTo>
                <a:lnTo>
                  <a:pt x="914877" y="119178"/>
                </a:lnTo>
                <a:cubicBezTo>
                  <a:pt x="914877" y="135719"/>
                  <a:pt x="912684" y="136121"/>
                  <a:pt x="900527" y="137115"/>
                </a:cubicBezTo>
                <a:cubicBezTo>
                  <a:pt x="899332" y="138310"/>
                  <a:pt x="899332" y="142695"/>
                  <a:pt x="900527" y="143890"/>
                </a:cubicBezTo>
                <a:cubicBezTo>
                  <a:pt x="908899" y="143692"/>
                  <a:pt x="917267" y="143491"/>
                  <a:pt x="927830" y="143491"/>
                </a:cubicBezTo>
                <a:cubicBezTo>
                  <a:pt x="936998" y="143491"/>
                  <a:pt x="942578" y="143692"/>
                  <a:pt x="951146" y="143890"/>
                </a:cubicBezTo>
                <a:cubicBezTo>
                  <a:pt x="952341" y="142695"/>
                  <a:pt x="952341" y="138310"/>
                  <a:pt x="951146" y="137115"/>
                </a:cubicBezTo>
                <a:cubicBezTo>
                  <a:pt x="942775" y="136318"/>
                  <a:pt x="940784" y="135719"/>
                  <a:pt x="940784" y="119166"/>
                </a:cubicBezTo>
                <a:close/>
                <a:moveTo>
                  <a:pt x="1094623" y="81862"/>
                </a:moveTo>
                <a:lnTo>
                  <a:pt x="1094623" y="165439"/>
                </a:lnTo>
                <a:cubicBezTo>
                  <a:pt x="1094623" y="182032"/>
                  <a:pt x="1092433" y="182434"/>
                  <a:pt x="1080277" y="183431"/>
                </a:cubicBezTo>
                <a:cubicBezTo>
                  <a:pt x="1079082" y="184626"/>
                  <a:pt x="1079082" y="189011"/>
                  <a:pt x="1080277" y="190206"/>
                </a:cubicBezTo>
                <a:cubicBezTo>
                  <a:pt x="1088645" y="190008"/>
                  <a:pt x="1097016" y="189808"/>
                  <a:pt x="1107576" y="189808"/>
                </a:cubicBezTo>
                <a:cubicBezTo>
                  <a:pt x="1118140" y="189808"/>
                  <a:pt x="1126310" y="190008"/>
                  <a:pt x="1134879" y="190206"/>
                </a:cubicBezTo>
                <a:cubicBezTo>
                  <a:pt x="1136074" y="189011"/>
                  <a:pt x="1136074" y="184626"/>
                  <a:pt x="1134879" y="183431"/>
                </a:cubicBezTo>
                <a:cubicBezTo>
                  <a:pt x="1122722" y="182631"/>
                  <a:pt x="1120530" y="182032"/>
                  <a:pt x="1120530" y="165439"/>
                </a:cubicBezTo>
                <a:lnTo>
                  <a:pt x="1120530" y="142059"/>
                </a:lnTo>
                <a:cubicBezTo>
                  <a:pt x="1124914" y="144252"/>
                  <a:pt x="1129098" y="145447"/>
                  <a:pt x="1133881" y="145447"/>
                </a:cubicBezTo>
                <a:cubicBezTo>
                  <a:pt x="1164173" y="145447"/>
                  <a:pt x="1183901" y="125518"/>
                  <a:pt x="1183901" y="96214"/>
                </a:cubicBezTo>
                <a:cubicBezTo>
                  <a:pt x="1183901" y="85052"/>
                  <a:pt x="1179714" y="72694"/>
                  <a:pt x="1171942" y="64919"/>
                </a:cubicBezTo>
                <a:cubicBezTo>
                  <a:pt x="1164970" y="57947"/>
                  <a:pt x="1155005" y="54955"/>
                  <a:pt x="1144643" y="54955"/>
                </a:cubicBezTo>
                <a:cubicBezTo>
                  <a:pt x="1138862" y="54955"/>
                  <a:pt x="1128104" y="61930"/>
                  <a:pt x="1121129" y="68307"/>
                </a:cubicBezTo>
                <a:lnTo>
                  <a:pt x="1119934" y="68307"/>
                </a:lnTo>
                <a:cubicBezTo>
                  <a:pt x="1119532" y="62727"/>
                  <a:pt x="1118936" y="58345"/>
                  <a:pt x="1118936" y="58345"/>
                </a:cubicBezTo>
                <a:cubicBezTo>
                  <a:pt x="1118736" y="55952"/>
                  <a:pt x="1117142" y="54955"/>
                  <a:pt x="1114354" y="54955"/>
                </a:cubicBezTo>
                <a:cubicBezTo>
                  <a:pt x="1106980" y="56989"/>
                  <a:pt x="1095024" y="59780"/>
                  <a:pt x="1081274" y="61571"/>
                </a:cubicBezTo>
                <a:cubicBezTo>
                  <a:pt x="1080873" y="62769"/>
                  <a:pt x="1081274" y="66753"/>
                  <a:pt x="1081672" y="67951"/>
                </a:cubicBezTo>
                <a:cubicBezTo>
                  <a:pt x="1092631" y="68906"/>
                  <a:pt x="1094623" y="70499"/>
                  <a:pt x="1094623" y="81862"/>
                </a:cubicBezTo>
                <a:moveTo>
                  <a:pt x="1120530" y="130501"/>
                </a:moveTo>
                <a:lnTo>
                  <a:pt x="1120530" y="79469"/>
                </a:lnTo>
                <a:cubicBezTo>
                  <a:pt x="1120530" y="78274"/>
                  <a:pt x="1120530" y="77277"/>
                  <a:pt x="1120530" y="76082"/>
                </a:cubicBezTo>
                <a:cubicBezTo>
                  <a:pt x="1126310" y="70900"/>
                  <a:pt x="1133684" y="68307"/>
                  <a:pt x="1138266" y="68307"/>
                </a:cubicBezTo>
                <a:cubicBezTo>
                  <a:pt x="1146437" y="68307"/>
                  <a:pt x="1156003" y="78274"/>
                  <a:pt x="1156003" y="101596"/>
                </a:cubicBezTo>
                <a:cubicBezTo>
                  <a:pt x="1156003" y="118342"/>
                  <a:pt x="1150022" y="137079"/>
                  <a:pt x="1132686" y="137079"/>
                </a:cubicBezTo>
                <a:cubicBezTo>
                  <a:pt x="1130494" y="137079"/>
                  <a:pt x="1125513" y="135884"/>
                  <a:pt x="1120530" y="130501"/>
                </a:cubicBezTo>
                <a:close/>
                <a:moveTo>
                  <a:pt x="1211400" y="118190"/>
                </a:moveTo>
                <a:cubicBezTo>
                  <a:pt x="1211400" y="134725"/>
                  <a:pt x="1208213" y="136519"/>
                  <a:pt x="1196056" y="137115"/>
                </a:cubicBezTo>
                <a:cubicBezTo>
                  <a:pt x="1194861" y="138310"/>
                  <a:pt x="1194861" y="142695"/>
                  <a:pt x="1196056" y="143890"/>
                </a:cubicBezTo>
                <a:cubicBezTo>
                  <a:pt x="1204424" y="143692"/>
                  <a:pt x="1213391" y="143491"/>
                  <a:pt x="1224353" y="143491"/>
                </a:cubicBezTo>
                <a:cubicBezTo>
                  <a:pt x="1235312" y="143491"/>
                  <a:pt x="1244081" y="143692"/>
                  <a:pt x="1252650" y="143890"/>
                </a:cubicBezTo>
                <a:cubicBezTo>
                  <a:pt x="1253845" y="142695"/>
                  <a:pt x="1253845" y="138310"/>
                  <a:pt x="1252650" y="137115"/>
                </a:cubicBezTo>
                <a:cubicBezTo>
                  <a:pt x="1240493" y="136519"/>
                  <a:pt x="1237307" y="134725"/>
                  <a:pt x="1237307" y="118190"/>
                </a:cubicBezTo>
                <a:lnTo>
                  <a:pt x="1237307" y="27345"/>
                </a:lnTo>
                <a:cubicBezTo>
                  <a:pt x="1237307" y="14395"/>
                  <a:pt x="1237903" y="6985"/>
                  <a:pt x="1237903" y="6985"/>
                </a:cubicBezTo>
                <a:cubicBezTo>
                  <a:pt x="1237903" y="5166"/>
                  <a:pt x="1236510" y="4357"/>
                  <a:pt x="1234716" y="4357"/>
                </a:cubicBezTo>
                <a:cubicBezTo>
                  <a:pt x="1227342" y="6784"/>
                  <a:pt x="1211400" y="9007"/>
                  <a:pt x="1197251" y="9612"/>
                </a:cubicBezTo>
                <a:cubicBezTo>
                  <a:pt x="1196652" y="12005"/>
                  <a:pt x="1196853" y="14197"/>
                  <a:pt x="1197850" y="15991"/>
                </a:cubicBezTo>
                <a:cubicBezTo>
                  <a:pt x="1210402" y="16985"/>
                  <a:pt x="1211400" y="17186"/>
                  <a:pt x="1211400" y="30930"/>
                </a:cubicBezTo>
                <a:lnTo>
                  <a:pt x="1211400" y="118190"/>
                </a:lnTo>
                <a:close/>
                <a:moveTo>
                  <a:pt x="1291508" y="88631"/>
                </a:moveTo>
                <a:cubicBezTo>
                  <a:pt x="1291708" y="81658"/>
                  <a:pt x="1292706" y="74084"/>
                  <a:pt x="1295494" y="70101"/>
                </a:cubicBezTo>
                <a:cubicBezTo>
                  <a:pt x="1298684" y="65318"/>
                  <a:pt x="1304063" y="63326"/>
                  <a:pt x="1306255" y="63326"/>
                </a:cubicBezTo>
                <a:cubicBezTo>
                  <a:pt x="1311637" y="63326"/>
                  <a:pt x="1319008" y="68507"/>
                  <a:pt x="1319008" y="84447"/>
                </a:cubicBezTo>
                <a:cubicBezTo>
                  <a:pt x="1319008" y="85642"/>
                  <a:pt x="1319008" y="88232"/>
                  <a:pt x="1318610" y="88631"/>
                </a:cubicBezTo>
                <a:lnTo>
                  <a:pt x="1291508" y="88631"/>
                </a:lnTo>
                <a:moveTo>
                  <a:pt x="1342127" y="117740"/>
                </a:moveTo>
                <a:cubicBezTo>
                  <a:pt x="1333956" y="126117"/>
                  <a:pt x="1323195" y="128309"/>
                  <a:pt x="1315621" y="128309"/>
                </a:cubicBezTo>
                <a:cubicBezTo>
                  <a:pt x="1300077" y="128309"/>
                  <a:pt x="1290513" y="119336"/>
                  <a:pt x="1290513" y="99793"/>
                </a:cubicBezTo>
                <a:cubicBezTo>
                  <a:pt x="1290513" y="98398"/>
                  <a:pt x="1290711" y="97598"/>
                  <a:pt x="1290711" y="96600"/>
                </a:cubicBezTo>
                <a:lnTo>
                  <a:pt x="1338539" y="96600"/>
                </a:lnTo>
                <a:cubicBezTo>
                  <a:pt x="1343322" y="96600"/>
                  <a:pt x="1344316" y="93213"/>
                  <a:pt x="1344316" y="90425"/>
                </a:cubicBezTo>
                <a:cubicBezTo>
                  <a:pt x="1344316" y="73488"/>
                  <a:pt x="1337742" y="54955"/>
                  <a:pt x="1308448" y="54955"/>
                </a:cubicBezTo>
                <a:cubicBezTo>
                  <a:pt x="1287524" y="54955"/>
                  <a:pt x="1263609" y="73488"/>
                  <a:pt x="1263609" y="103980"/>
                </a:cubicBezTo>
                <a:cubicBezTo>
                  <a:pt x="1263609" y="115547"/>
                  <a:pt x="1267796" y="127713"/>
                  <a:pt x="1276365" y="135485"/>
                </a:cubicBezTo>
                <a:cubicBezTo>
                  <a:pt x="1283936" y="142260"/>
                  <a:pt x="1293700" y="145447"/>
                  <a:pt x="1307849" y="145447"/>
                </a:cubicBezTo>
                <a:cubicBezTo>
                  <a:pt x="1321599" y="145447"/>
                  <a:pt x="1335151" y="138474"/>
                  <a:pt x="1345116" y="123924"/>
                </a:cubicBezTo>
                <a:cubicBezTo>
                  <a:pt x="1345116" y="121331"/>
                  <a:pt x="1344118" y="117740"/>
                  <a:pt x="1342127" y="117740"/>
                </a:cubicBezTo>
                <a:close/>
                <a:moveTo>
                  <a:pt x="1455315" y="63326"/>
                </a:moveTo>
                <a:cubicBezTo>
                  <a:pt x="1468864" y="63326"/>
                  <a:pt x="1478032" y="79472"/>
                  <a:pt x="1478032" y="106781"/>
                </a:cubicBezTo>
                <a:cubicBezTo>
                  <a:pt x="1478032" y="130699"/>
                  <a:pt x="1468666" y="137079"/>
                  <a:pt x="1461493" y="137079"/>
                </a:cubicBezTo>
                <a:cubicBezTo>
                  <a:pt x="1445152" y="137079"/>
                  <a:pt x="1438773" y="112561"/>
                  <a:pt x="1438773" y="97811"/>
                </a:cubicBezTo>
                <a:cubicBezTo>
                  <a:pt x="1438773" y="79472"/>
                  <a:pt x="1441963" y="63326"/>
                  <a:pt x="1455315" y="63326"/>
                </a:cubicBezTo>
                <a:moveTo>
                  <a:pt x="1410874" y="102195"/>
                </a:moveTo>
                <a:cubicBezTo>
                  <a:pt x="1410874" y="128309"/>
                  <a:pt x="1431600" y="145447"/>
                  <a:pt x="1458304" y="145447"/>
                </a:cubicBezTo>
                <a:cubicBezTo>
                  <a:pt x="1472452" y="145447"/>
                  <a:pt x="1484210" y="141463"/>
                  <a:pt x="1492381" y="134089"/>
                </a:cubicBezTo>
                <a:cubicBezTo>
                  <a:pt x="1502543" y="125119"/>
                  <a:pt x="1505930" y="111564"/>
                  <a:pt x="1505930" y="100401"/>
                </a:cubicBezTo>
                <a:cubicBezTo>
                  <a:pt x="1505930" y="74291"/>
                  <a:pt x="1488194" y="54955"/>
                  <a:pt x="1458501" y="54955"/>
                </a:cubicBezTo>
                <a:cubicBezTo>
                  <a:pt x="1441963" y="54955"/>
                  <a:pt x="1429608" y="60735"/>
                  <a:pt x="1421836" y="69705"/>
                </a:cubicBezTo>
                <a:cubicBezTo>
                  <a:pt x="1414262" y="78475"/>
                  <a:pt x="1410874" y="90434"/>
                  <a:pt x="1410874" y="102195"/>
                </a:cubicBezTo>
                <a:close/>
                <a:moveTo>
                  <a:pt x="1559138" y="118010"/>
                </a:moveTo>
                <a:lnTo>
                  <a:pt x="1559138" y="67060"/>
                </a:lnTo>
                <a:lnTo>
                  <a:pt x="1576275" y="67060"/>
                </a:lnTo>
                <a:cubicBezTo>
                  <a:pt x="1579863" y="67060"/>
                  <a:pt x="1583251" y="66066"/>
                  <a:pt x="1583251" y="63673"/>
                </a:cubicBezTo>
                <a:lnTo>
                  <a:pt x="1583251" y="59090"/>
                </a:lnTo>
                <a:cubicBezTo>
                  <a:pt x="1583251" y="57895"/>
                  <a:pt x="1583050" y="57096"/>
                  <a:pt x="1579264" y="57096"/>
                </a:cubicBezTo>
                <a:lnTo>
                  <a:pt x="1559138" y="57096"/>
                </a:lnTo>
                <a:lnTo>
                  <a:pt x="1559138" y="46903"/>
                </a:lnTo>
                <a:cubicBezTo>
                  <a:pt x="1559138" y="17125"/>
                  <a:pt x="1567308" y="12728"/>
                  <a:pt x="1571693" y="12728"/>
                </a:cubicBezTo>
                <a:cubicBezTo>
                  <a:pt x="1575080" y="12728"/>
                  <a:pt x="1575877" y="15727"/>
                  <a:pt x="1577272" y="20522"/>
                </a:cubicBezTo>
                <a:cubicBezTo>
                  <a:pt x="1579063" y="26919"/>
                  <a:pt x="1584245" y="31915"/>
                  <a:pt x="1591421" y="31915"/>
                </a:cubicBezTo>
                <a:cubicBezTo>
                  <a:pt x="1597995" y="31915"/>
                  <a:pt x="1602778" y="27719"/>
                  <a:pt x="1602778" y="19123"/>
                </a:cubicBezTo>
                <a:cubicBezTo>
                  <a:pt x="1602778" y="13729"/>
                  <a:pt x="1596602" y="4357"/>
                  <a:pt x="1575478" y="4357"/>
                </a:cubicBezTo>
                <a:cubicBezTo>
                  <a:pt x="1566113" y="4357"/>
                  <a:pt x="1554954" y="7748"/>
                  <a:pt x="1547379" y="15927"/>
                </a:cubicBezTo>
                <a:cubicBezTo>
                  <a:pt x="1540005" y="23921"/>
                  <a:pt x="1533231" y="33913"/>
                  <a:pt x="1533231" y="53100"/>
                </a:cubicBezTo>
                <a:lnTo>
                  <a:pt x="1533231" y="57096"/>
                </a:lnTo>
                <a:lnTo>
                  <a:pt x="1532832" y="57096"/>
                </a:lnTo>
                <a:cubicBezTo>
                  <a:pt x="1526058" y="57096"/>
                  <a:pt x="1517887" y="58093"/>
                  <a:pt x="1517887" y="59686"/>
                </a:cubicBezTo>
                <a:lnTo>
                  <a:pt x="1517887" y="65068"/>
                </a:lnTo>
                <a:cubicBezTo>
                  <a:pt x="1517887" y="66464"/>
                  <a:pt x="1518684" y="67060"/>
                  <a:pt x="1523266" y="67060"/>
                </a:cubicBezTo>
                <a:lnTo>
                  <a:pt x="1533231" y="67060"/>
                </a:lnTo>
                <a:lnTo>
                  <a:pt x="1533231" y="118409"/>
                </a:lnTo>
                <a:cubicBezTo>
                  <a:pt x="1533231" y="134728"/>
                  <a:pt x="1530044" y="136519"/>
                  <a:pt x="1517887" y="137115"/>
                </a:cubicBezTo>
                <a:cubicBezTo>
                  <a:pt x="1516692" y="138310"/>
                  <a:pt x="1516692" y="142695"/>
                  <a:pt x="1517887" y="143890"/>
                </a:cubicBezTo>
                <a:cubicBezTo>
                  <a:pt x="1526255" y="143692"/>
                  <a:pt x="1535222" y="143491"/>
                  <a:pt x="1546184" y="143491"/>
                </a:cubicBezTo>
                <a:cubicBezTo>
                  <a:pt x="1557143" y="143491"/>
                  <a:pt x="1565912" y="143692"/>
                  <a:pt x="1574481" y="143890"/>
                </a:cubicBezTo>
                <a:cubicBezTo>
                  <a:pt x="1575676" y="142695"/>
                  <a:pt x="1575676" y="138310"/>
                  <a:pt x="1574481" y="137115"/>
                </a:cubicBezTo>
                <a:cubicBezTo>
                  <a:pt x="1562324" y="136519"/>
                  <a:pt x="1559138" y="134728"/>
                  <a:pt x="1559138" y="118010"/>
                </a:cubicBezTo>
                <a:close/>
                <a:moveTo>
                  <a:pt x="1663758" y="39201"/>
                </a:moveTo>
                <a:lnTo>
                  <a:pt x="1663758" y="119169"/>
                </a:lnTo>
                <a:cubicBezTo>
                  <a:pt x="1663758" y="135719"/>
                  <a:pt x="1658179" y="136519"/>
                  <a:pt x="1647217" y="137115"/>
                </a:cubicBezTo>
                <a:cubicBezTo>
                  <a:pt x="1645225" y="138310"/>
                  <a:pt x="1645225" y="142695"/>
                  <a:pt x="1647217" y="143890"/>
                </a:cubicBezTo>
                <a:cubicBezTo>
                  <a:pt x="1655190" y="143692"/>
                  <a:pt x="1669934" y="143491"/>
                  <a:pt x="1677907" y="143491"/>
                </a:cubicBezTo>
                <a:cubicBezTo>
                  <a:pt x="1685877" y="143491"/>
                  <a:pt x="1700226" y="143692"/>
                  <a:pt x="1708195" y="143890"/>
                </a:cubicBezTo>
                <a:cubicBezTo>
                  <a:pt x="1710190" y="142695"/>
                  <a:pt x="1710190" y="138310"/>
                  <a:pt x="1708195" y="137115"/>
                </a:cubicBezTo>
                <a:cubicBezTo>
                  <a:pt x="1697237" y="136519"/>
                  <a:pt x="1691657" y="135719"/>
                  <a:pt x="1691657" y="119169"/>
                </a:cubicBezTo>
                <a:lnTo>
                  <a:pt x="1691657" y="39201"/>
                </a:lnTo>
                <a:cubicBezTo>
                  <a:pt x="1691657" y="22650"/>
                  <a:pt x="1697237" y="21851"/>
                  <a:pt x="1708195" y="21255"/>
                </a:cubicBezTo>
                <a:cubicBezTo>
                  <a:pt x="1710190" y="20060"/>
                  <a:pt x="1710190" y="15675"/>
                  <a:pt x="1708195" y="14477"/>
                </a:cubicBezTo>
                <a:cubicBezTo>
                  <a:pt x="1700226" y="14678"/>
                  <a:pt x="1685877" y="14878"/>
                  <a:pt x="1677907" y="14878"/>
                </a:cubicBezTo>
                <a:cubicBezTo>
                  <a:pt x="1669934" y="14878"/>
                  <a:pt x="1655190" y="14678"/>
                  <a:pt x="1647217" y="14477"/>
                </a:cubicBezTo>
                <a:cubicBezTo>
                  <a:pt x="1645225" y="15675"/>
                  <a:pt x="1645225" y="20060"/>
                  <a:pt x="1647217" y="21255"/>
                </a:cubicBezTo>
                <a:cubicBezTo>
                  <a:pt x="1658179" y="21851"/>
                  <a:pt x="1663758" y="22650"/>
                  <a:pt x="1663758" y="39201"/>
                </a:cubicBezTo>
                <a:close/>
                <a:moveTo>
                  <a:pt x="1804844" y="50391"/>
                </a:moveTo>
                <a:cubicBezTo>
                  <a:pt x="1804844" y="74911"/>
                  <a:pt x="1790099" y="78697"/>
                  <a:pt x="1773360" y="78697"/>
                </a:cubicBezTo>
                <a:lnTo>
                  <a:pt x="1764792" y="78697"/>
                </a:lnTo>
                <a:lnTo>
                  <a:pt x="1764792" y="39028"/>
                </a:lnTo>
                <a:cubicBezTo>
                  <a:pt x="1764792" y="25472"/>
                  <a:pt x="1769374" y="21285"/>
                  <a:pt x="1779934" y="21285"/>
                </a:cubicBezTo>
                <a:cubicBezTo>
                  <a:pt x="1791495" y="21285"/>
                  <a:pt x="1804844" y="26071"/>
                  <a:pt x="1804844" y="50391"/>
                </a:cubicBezTo>
                <a:moveTo>
                  <a:pt x="1786314" y="13084"/>
                </a:moveTo>
                <a:cubicBezTo>
                  <a:pt x="1778341" y="13084"/>
                  <a:pt x="1728324" y="14477"/>
                  <a:pt x="1720352" y="14477"/>
                </a:cubicBezTo>
                <a:cubicBezTo>
                  <a:pt x="1718360" y="15675"/>
                  <a:pt x="1718360" y="20060"/>
                  <a:pt x="1720352" y="21255"/>
                </a:cubicBezTo>
                <a:cubicBezTo>
                  <a:pt x="1731313" y="21851"/>
                  <a:pt x="1736893" y="22650"/>
                  <a:pt x="1736893" y="39204"/>
                </a:cubicBezTo>
                <a:lnTo>
                  <a:pt x="1736893" y="119172"/>
                </a:lnTo>
                <a:cubicBezTo>
                  <a:pt x="1736893" y="135719"/>
                  <a:pt x="1731313" y="136519"/>
                  <a:pt x="1720352" y="137115"/>
                </a:cubicBezTo>
                <a:cubicBezTo>
                  <a:pt x="1718360" y="138310"/>
                  <a:pt x="1718360" y="142695"/>
                  <a:pt x="1720352" y="143890"/>
                </a:cubicBezTo>
                <a:cubicBezTo>
                  <a:pt x="1728324" y="143692"/>
                  <a:pt x="1743069" y="143491"/>
                  <a:pt x="1751041" y="143491"/>
                </a:cubicBezTo>
                <a:cubicBezTo>
                  <a:pt x="1759011" y="143491"/>
                  <a:pt x="1773360" y="143692"/>
                  <a:pt x="1781330" y="143890"/>
                </a:cubicBezTo>
                <a:cubicBezTo>
                  <a:pt x="1783325" y="142695"/>
                  <a:pt x="1783325" y="138310"/>
                  <a:pt x="1781330" y="137115"/>
                </a:cubicBezTo>
                <a:cubicBezTo>
                  <a:pt x="1770371" y="136519"/>
                  <a:pt x="1764792" y="135719"/>
                  <a:pt x="1764792" y="119172"/>
                </a:cubicBezTo>
                <a:lnTo>
                  <a:pt x="1764792" y="87068"/>
                </a:lnTo>
                <a:cubicBezTo>
                  <a:pt x="1780533" y="87068"/>
                  <a:pt x="1782327" y="88464"/>
                  <a:pt x="1785116" y="93049"/>
                </a:cubicBezTo>
                <a:lnTo>
                  <a:pt x="1808432" y="127744"/>
                </a:lnTo>
                <a:cubicBezTo>
                  <a:pt x="1814611" y="136680"/>
                  <a:pt x="1822781" y="145447"/>
                  <a:pt x="1834737" y="145447"/>
                </a:cubicBezTo>
                <a:cubicBezTo>
                  <a:pt x="1842707" y="145486"/>
                  <a:pt x="1853070" y="144887"/>
                  <a:pt x="1855064" y="143890"/>
                </a:cubicBezTo>
                <a:cubicBezTo>
                  <a:pt x="1855861" y="142458"/>
                  <a:pt x="1855660" y="138672"/>
                  <a:pt x="1854864" y="137079"/>
                </a:cubicBezTo>
                <a:cubicBezTo>
                  <a:pt x="1845897" y="137079"/>
                  <a:pt x="1841314" y="132295"/>
                  <a:pt x="1835734" y="123927"/>
                </a:cubicBezTo>
                <a:lnTo>
                  <a:pt x="1808633" y="82087"/>
                </a:lnTo>
                <a:cubicBezTo>
                  <a:pt x="1819394" y="77702"/>
                  <a:pt x="1834935" y="67337"/>
                  <a:pt x="1834935" y="47003"/>
                </a:cubicBezTo>
                <a:cubicBezTo>
                  <a:pt x="1834935" y="39028"/>
                  <a:pt x="1831946" y="27068"/>
                  <a:pt x="1819591" y="19692"/>
                </a:cubicBezTo>
                <a:cubicBezTo>
                  <a:pt x="1812218" y="15277"/>
                  <a:pt x="1801259" y="13084"/>
                  <a:pt x="1786314" y="13084"/>
                </a:cubicBezTo>
                <a:close/>
                <a:moveTo>
                  <a:pt x="1925605" y="81862"/>
                </a:moveTo>
                <a:lnTo>
                  <a:pt x="1925605" y="165439"/>
                </a:lnTo>
                <a:cubicBezTo>
                  <a:pt x="1925605" y="182032"/>
                  <a:pt x="1923416" y="182434"/>
                  <a:pt x="1911259" y="183431"/>
                </a:cubicBezTo>
                <a:cubicBezTo>
                  <a:pt x="1910064" y="184626"/>
                  <a:pt x="1910064" y="189011"/>
                  <a:pt x="1911259" y="190206"/>
                </a:cubicBezTo>
                <a:cubicBezTo>
                  <a:pt x="1919627" y="190008"/>
                  <a:pt x="1927998" y="189808"/>
                  <a:pt x="1938559" y="189808"/>
                </a:cubicBezTo>
                <a:cubicBezTo>
                  <a:pt x="1949122" y="189808"/>
                  <a:pt x="1957292" y="190008"/>
                  <a:pt x="1965861" y="190206"/>
                </a:cubicBezTo>
                <a:cubicBezTo>
                  <a:pt x="1967056" y="189011"/>
                  <a:pt x="1967056" y="184626"/>
                  <a:pt x="1965861" y="183431"/>
                </a:cubicBezTo>
                <a:cubicBezTo>
                  <a:pt x="1953704" y="182631"/>
                  <a:pt x="1951512" y="182032"/>
                  <a:pt x="1951512" y="165439"/>
                </a:cubicBezTo>
                <a:lnTo>
                  <a:pt x="1951512" y="142059"/>
                </a:lnTo>
                <a:cubicBezTo>
                  <a:pt x="1955897" y="144252"/>
                  <a:pt x="1960081" y="145447"/>
                  <a:pt x="1964864" y="145447"/>
                </a:cubicBezTo>
                <a:cubicBezTo>
                  <a:pt x="1995155" y="145447"/>
                  <a:pt x="2014884" y="125518"/>
                  <a:pt x="2014884" y="96214"/>
                </a:cubicBezTo>
                <a:cubicBezTo>
                  <a:pt x="2014884" y="85052"/>
                  <a:pt x="2010697" y="72694"/>
                  <a:pt x="2002924" y="64919"/>
                </a:cubicBezTo>
                <a:cubicBezTo>
                  <a:pt x="1995952" y="57947"/>
                  <a:pt x="1985988" y="54955"/>
                  <a:pt x="1975625" y="54955"/>
                </a:cubicBezTo>
                <a:cubicBezTo>
                  <a:pt x="1969845" y="54955"/>
                  <a:pt x="1959087" y="61930"/>
                  <a:pt x="1952111" y="68307"/>
                </a:cubicBezTo>
                <a:lnTo>
                  <a:pt x="1950916" y="68307"/>
                </a:lnTo>
                <a:cubicBezTo>
                  <a:pt x="1950515" y="62727"/>
                  <a:pt x="1949919" y="58345"/>
                  <a:pt x="1949919" y="58345"/>
                </a:cubicBezTo>
                <a:cubicBezTo>
                  <a:pt x="1949718" y="55952"/>
                  <a:pt x="1948125" y="54955"/>
                  <a:pt x="1945336" y="54955"/>
                </a:cubicBezTo>
                <a:cubicBezTo>
                  <a:pt x="1937963" y="56989"/>
                  <a:pt x="1926007" y="59780"/>
                  <a:pt x="1912256" y="61571"/>
                </a:cubicBezTo>
                <a:cubicBezTo>
                  <a:pt x="1911855" y="62769"/>
                  <a:pt x="1912256" y="66753"/>
                  <a:pt x="1912655" y="67951"/>
                </a:cubicBezTo>
                <a:cubicBezTo>
                  <a:pt x="1923614" y="68906"/>
                  <a:pt x="1925605" y="70499"/>
                  <a:pt x="1925605" y="81862"/>
                </a:cubicBezTo>
                <a:moveTo>
                  <a:pt x="1951512" y="130501"/>
                </a:moveTo>
                <a:lnTo>
                  <a:pt x="1951512" y="79469"/>
                </a:lnTo>
                <a:cubicBezTo>
                  <a:pt x="1951512" y="78274"/>
                  <a:pt x="1951512" y="77277"/>
                  <a:pt x="1951512" y="76082"/>
                </a:cubicBezTo>
                <a:cubicBezTo>
                  <a:pt x="1957292" y="70900"/>
                  <a:pt x="1964666" y="68307"/>
                  <a:pt x="1969249" y="68307"/>
                </a:cubicBezTo>
                <a:cubicBezTo>
                  <a:pt x="1977419" y="68307"/>
                  <a:pt x="1986985" y="78274"/>
                  <a:pt x="1986985" y="101596"/>
                </a:cubicBezTo>
                <a:cubicBezTo>
                  <a:pt x="1986985" y="118342"/>
                  <a:pt x="1981004" y="137079"/>
                  <a:pt x="1963669" y="137079"/>
                </a:cubicBezTo>
                <a:cubicBezTo>
                  <a:pt x="1961477" y="137079"/>
                  <a:pt x="1956496" y="135884"/>
                  <a:pt x="1951512" y="130501"/>
                </a:cubicBezTo>
                <a:close/>
                <a:moveTo>
                  <a:pt x="2067891" y="90045"/>
                </a:moveTo>
                <a:cubicBezTo>
                  <a:pt x="2067891" y="82863"/>
                  <a:pt x="2070083" y="79870"/>
                  <a:pt x="2072674" y="76878"/>
                </a:cubicBezTo>
                <a:cubicBezTo>
                  <a:pt x="2074267" y="74884"/>
                  <a:pt x="2076061" y="73488"/>
                  <a:pt x="2079050" y="73488"/>
                </a:cubicBezTo>
                <a:cubicBezTo>
                  <a:pt x="2080844" y="73488"/>
                  <a:pt x="2083033" y="75285"/>
                  <a:pt x="2084630" y="77280"/>
                </a:cubicBezTo>
                <a:cubicBezTo>
                  <a:pt x="2086025" y="78873"/>
                  <a:pt x="2089413" y="80469"/>
                  <a:pt x="2093995" y="80469"/>
                </a:cubicBezTo>
                <a:cubicBezTo>
                  <a:pt x="2099776" y="80469"/>
                  <a:pt x="2105355" y="74485"/>
                  <a:pt x="2105355" y="66117"/>
                </a:cubicBezTo>
                <a:cubicBezTo>
                  <a:pt x="2105355" y="60936"/>
                  <a:pt x="2099374" y="54955"/>
                  <a:pt x="2092201" y="54955"/>
                </a:cubicBezTo>
                <a:cubicBezTo>
                  <a:pt x="2085226" y="54955"/>
                  <a:pt x="2077654" y="60936"/>
                  <a:pt x="2068487" y="74087"/>
                </a:cubicBezTo>
                <a:lnTo>
                  <a:pt x="2067690" y="74087"/>
                </a:lnTo>
                <a:cubicBezTo>
                  <a:pt x="2067292" y="68109"/>
                  <a:pt x="2066294" y="58345"/>
                  <a:pt x="2066294" y="58345"/>
                </a:cubicBezTo>
                <a:cubicBezTo>
                  <a:pt x="2066097" y="56551"/>
                  <a:pt x="2064503" y="54955"/>
                  <a:pt x="2061712" y="54955"/>
                </a:cubicBezTo>
                <a:cubicBezTo>
                  <a:pt x="2052347" y="57387"/>
                  <a:pt x="2041786" y="60179"/>
                  <a:pt x="2028632" y="61571"/>
                </a:cubicBezTo>
                <a:cubicBezTo>
                  <a:pt x="2028234" y="62769"/>
                  <a:pt x="2028632" y="66555"/>
                  <a:pt x="2029030" y="67750"/>
                </a:cubicBezTo>
                <a:cubicBezTo>
                  <a:pt x="2039992" y="68748"/>
                  <a:pt x="2041984" y="70542"/>
                  <a:pt x="2041984" y="81902"/>
                </a:cubicBezTo>
                <a:lnTo>
                  <a:pt x="2041984" y="119178"/>
                </a:lnTo>
                <a:cubicBezTo>
                  <a:pt x="2041984" y="135719"/>
                  <a:pt x="2039791" y="136121"/>
                  <a:pt x="2027635" y="137115"/>
                </a:cubicBezTo>
                <a:cubicBezTo>
                  <a:pt x="2026440" y="138310"/>
                  <a:pt x="2026440" y="142695"/>
                  <a:pt x="2027635" y="143890"/>
                </a:cubicBezTo>
                <a:cubicBezTo>
                  <a:pt x="2036006" y="143692"/>
                  <a:pt x="2044374" y="143491"/>
                  <a:pt x="2054937" y="143491"/>
                </a:cubicBezTo>
                <a:cubicBezTo>
                  <a:pt x="2065498" y="143491"/>
                  <a:pt x="2073668" y="143692"/>
                  <a:pt x="2082237" y="143890"/>
                </a:cubicBezTo>
                <a:cubicBezTo>
                  <a:pt x="2083435" y="142695"/>
                  <a:pt x="2083435" y="138310"/>
                  <a:pt x="2082237" y="137115"/>
                </a:cubicBezTo>
                <a:cubicBezTo>
                  <a:pt x="2070083" y="136318"/>
                  <a:pt x="2067891" y="135719"/>
                  <a:pt x="2067891" y="119178"/>
                </a:cubicBezTo>
                <a:lnTo>
                  <a:pt x="2067891" y="90045"/>
                </a:lnTo>
                <a:close/>
                <a:moveTo>
                  <a:pt x="2157963" y="63326"/>
                </a:moveTo>
                <a:cubicBezTo>
                  <a:pt x="2171513" y="63326"/>
                  <a:pt x="2180680" y="79472"/>
                  <a:pt x="2180680" y="106781"/>
                </a:cubicBezTo>
                <a:cubicBezTo>
                  <a:pt x="2180680" y="130699"/>
                  <a:pt x="2171315" y="137079"/>
                  <a:pt x="2164142" y="137079"/>
                </a:cubicBezTo>
                <a:cubicBezTo>
                  <a:pt x="2147801" y="137079"/>
                  <a:pt x="2141422" y="112561"/>
                  <a:pt x="2141422" y="97811"/>
                </a:cubicBezTo>
                <a:cubicBezTo>
                  <a:pt x="2141422" y="79472"/>
                  <a:pt x="2144611" y="63326"/>
                  <a:pt x="2157963" y="63326"/>
                </a:cubicBezTo>
                <a:moveTo>
                  <a:pt x="2113523" y="102195"/>
                </a:moveTo>
                <a:cubicBezTo>
                  <a:pt x="2113523" y="128309"/>
                  <a:pt x="2134249" y="145447"/>
                  <a:pt x="2160952" y="145447"/>
                </a:cubicBezTo>
                <a:cubicBezTo>
                  <a:pt x="2175101" y="145447"/>
                  <a:pt x="2186859" y="141463"/>
                  <a:pt x="2195030" y="134089"/>
                </a:cubicBezTo>
                <a:cubicBezTo>
                  <a:pt x="2205192" y="125119"/>
                  <a:pt x="2208579" y="111564"/>
                  <a:pt x="2208579" y="100401"/>
                </a:cubicBezTo>
                <a:cubicBezTo>
                  <a:pt x="2208579" y="74291"/>
                  <a:pt x="2190842" y="54955"/>
                  <a:pt x="2161150" y="54955"/>
                </a:cubicBezTo>
                <a:cubicBezTo>
                  <a:pt x="2144611" y="54955"/>
                  <a:pt x="2132257" y="60735"/>
                  <a:pt x="2124485" y="69705"/>
                </a:cubicBezTo>
                <a:cubicBezTo>
                  <a:pt x="2116911" y="78475"/>
                  <a:pt x="2113523" y="90434"/>
                  <a:pt x="2113523" y="102195"/>
                </a:cubicBezTo>
                <a:close/>
                <a:moveTo>
                  <a:pt x="2273742" y="86110"/>
                </a:moveTo>
                <a:cubicBezTo>
                  <a:pt x="2273742" y="105297"/>
                  <a:pt x="2268163" y="107693"/>
                  <a:pt x="2262981" y="107693"/>
                </a:cubicBezTo>
                <a:cubicBezTo>
                  <a:pt x="2250627" y="107693"/>
                  <a:pt x="2249031" y="92906"/>
                  <a:pt x="2249031" y="82714"/>
                </a:cubicBezTo>
                <a:cubicBezTo>
                  <a:pt x="2249031" y="67924"/>
                  <a:pt x="2252619" y="62529"/>
                  <a:pt x="2260391" y="62529"/>
                </a:cubicBezTo>
                <a:cubicBezTo>
                  <a:pt x="2269756" y="62529"/>
                  <a:pt x="2273742" y="70323"/>
                  <a:pt x="2273742" y="86110"/>
                </a:cubicBezTo>
                <a:moveTo>
                  <a:pt x="2250825" y="148560"/>
                </a:moveTo>
                <a:cubicBezTo>
                  <a:pt x="2266171" y="148560"/>
                  <a:pt x="2295663" y="149159"/>
                  <a:pt x="2295663" y="159714"/>
                </a:cubicBezTo>
                <a:cubicBezTo>
                  <a:pt x="2295663" y="166884"/>
                  <a:pt x="2292473" y="175048"/>
                  <a:pt x="2285899" y="178633"/>
                </a:cubicBezTo>
                <a:cubicBezTo>
                  <a:pt x="2279720" y="182218"/>
                  <a:pt x="2269558" y="182616"/>
                  <a:pt x="2261984" y="182616"/>
                </a:cubicBezTo>
                <a:cubicBezTo>
                  <a:pt x="2248833" y="182616"/>
                  <a:pt x="2239866" y="172859"/>
                  <a:pt x="2239866" y="162703"/>
                </a:cubicBezTo>
                <a:cubicBezTo>
                  <a:pt x="2239866" y="155931"/>
                  <a:pt x="2239866" y="151349"/>
                  <a:pt x="2242058" y="147365"/>
                </a:cubicBezTo>
                <a:cubicBezTo>
                  <a:pt x="2244050" y="148162"/>
                  <a:pt x="2246641" y="148560"/>
                  <a:pt x="2250825" y="148560"/>
                </a:cubicBezTo>
                <a:moveTo>
                  <a:pt x="2309015" y="64928"/>
                </a:moveTo>
                <a:cubicBezTo>
                  <a:pt x="2314594" y="64928"/>
                  <a:pt x="2317781" y="62529"/>
                  <a:pt x="2317781" y="55156"/>
                </a:cubicBezTo>
                <a:cubicBezTo>
                  <a:pt x="2317781" y="51370"/>
                  <a:pt x="2312603" y="45589"/>
                  <a:pt x="2305028" y="45589"/>
                </a:cubicBezTo>
                <a:cubicBezTo>
                  <a:pt x="2296262" y="45589"/>
                  <a:pt x="2284701" y="52167"/>
                  <a:pt x="2278924" y="57348"/>
                </a:cubicBezTo>
                <a:cubicBezTo>
                  <a:pt x="2275336" y="55356"/>
                  <a:pt x="2271152" y="54955"/>
                  <a:pt x="2262185" y="54955"/>
                </a:cubicBezTo>
                <a:cubicBezTo>
                  <a:pt x="2253616" y="54955"/>
                  <a:pt x="2245245" y="56950"/>
                  <a:pt x="2238671" y="61334"/>
                </a:cubicBezTo>
                <a:cubicBezTo>
                  <a:pt x="2230500" y="66525"/>
                  <a:pt x="2225118" y="74321"/>
                  <a:pt x="2225118" y="84514"/>
                </a:cubicBezTo>
                <a:cubicBezTo>
                  <a:pt x="2225118" y="94305"/>
                  <a:pt x="2230899" y="104896"/>
                  <a:pt x="2240462" y="110086"/>
                </a:cubicBezTo>
                <a:cubicBezTo>
                  <a:pt x="2234286" y="115468"/>
                  <a:pt x="2224720" y="126041"/>
                  <a:pt x="2224720" y="130030"/>
                </a:cubicBezTo>
                <a:cubicBezTo>
                  <a:pt x="2224720" y="133816"/>
                  <a:pt x="2225319" y="136206"/>
                  <a:pt x="2227311" y="139195"/>
                </a:cubicBezTo>
                <a:cubicBezTo>
                  <a:pt x="2229105" y="141986"/>
                  <a:pt x="2231495" y="143580"/>
                  <a:pt x="2235481" y="144775"/>
                </a:cubicBezTo>
                <a:cubicBezTo>
                  <a:pt x="2226912" y="149956"/>
                  <a:pt x="2218143" y="161307"/>
                  <a:pt x="2218143" y="164694"/>
                </a:cubicBezTo>
                <a:cubicBezTo>
                  <a:pt x="2218143" y="172062"/>
                  <a:pt x="2220536" y="180625"/>
                  <a:pt x="2225915" y="184410"/>
                </a:cubicBezTo>
                <a:cubicBezTo>
                  <a:pt x="2233687" y="189789"/>
                  <a:pt x="2246841" y="190984"/>
                  <a:pt x="2256404" y="190984"/>
                </a:cubicBezTo>
                <a:cubicBezTo>
                  <a:pt x="2284105" y="190984"/>
                  <a:pt x="2315789" y="176444"/>
                  <a:pt x="2315789" y="154535"/>
                </a:cubicBezTo>
                <a:cubicBezTo>
                  <a:pt x="2315789" y="150354"/>
                  <a:pt x="2313798" y="141786"/>
                  <a:pt x="2305825" y="136407"/>
                </a:cubicBezTo>
                <a:cubicBezTo>
                  <a:pt x="2298053" y="131225"/>
                  <a:pt x="2268163" y="129829"/>
                  <a:pt x="2253415" y="129829"/>
                </a:cubicBezTo>
                <a:cubicBezTo>
                  <a:pt x="2249830" y="129829"/>
                  <a:pt x="2244448" y="129431"/>
                  <a:pt x="2244448" y="121452"/>
                </a:cubicBezTo>
                <a:cubicBezTo>
                  <a:pt x="2244448" y="118260"/>
                  <a:pt x="2246443" y="115468"/>
                  <a:pt x="2247437" y="113075"/>
                </a:cubicBezTo>
                <a:cubicBezTo>
                  <a:pt x="2251621" y="115067"/>
                  <a:pt x="2255808" y="115267"/>
                  <a:pt x="2261984" y="115267"/>
                </a:cubicBezTo>
                <a:cubicBezTo>
                  <a:pt x="2272149" y="115267"/>
                  <a:pt x="2281514" y="112677"/>
                  <a:pt x="2288289" y="106696"/>
                </a:cubicBezTo>
                <a:cubicBezTo>
                  <a:pt x="2294070" y="101499"/>
                  <a:pt x="2298053" y="94505"/>
                  <a:pt x="2298053" y="85511"/>
                </a:cubicBezTo>
                <a:cubicBezTo>
                  <a:pt x="2298053" y="74321"/>
                  <a:pt x="2292473" y="66926"/>
                  <a:pt x="2285699" y="61334"/>
                </a:cubicBezTo>
                <a:cubicBezTo>
                  <a:pt x="2287292" y="59340"/>
                  <a:pt x="2293869" y="55755"/>
                  <a:pt x="2295861" y="55755"/>
                </a:cubicBezTo>
                <a:cubicBezTo>
                  <a:pt x="2297655" y="55755"/>
                  <a:pt x="2299050" y="56950"/>
                  <a:pt x="2299649" y="58145"/>
                </a:cubicBezTo>
                <a:cubicBezTo>
                  <a:pt x="2300446" y="60735"/>
                  <a:pt x="2304031" y="64928"/>
                  <a:pt x="2309015" y="64928"/>
                </a:cubicBezTo>
                <a:close/>
                <a:moveTo>
                  <a:pt x="2365211" y="90045"/>
                </a:moveTo>
                <a:cubicBezTo>
                  <a:pt x="2365211" y="82863"/>
                  <a:pt x="2367403" y="79870"/>
                  <a:pt x="2369994" y="76878"/>
                </a:cubicBezTo>
                <a:cubicBezTo>
                  <a:pt x="2371587" y="74884"/>
                  <a:pt x="2373381" y="73488"/>
                  <a:pt x="2376370" y="73488"/>
                </a:cubicBezTo>
                <a:cubicBezTo>
                  <a:pt x="2378164" y="73488"/>
                  <a:pt x="2380353" y="75285"/>
                  <a:pt x="2381950" y="77280"/>
                </a:cubicBezTo>
                <a:cubicBezTo>
                  <a:pt x="2383346" y="78873"/>
                  <a:pt x="2386733" y="80469"/>
                  <a:pt x="2391315" y="80469"/>
                </a:cubicBezTo>
                <a:cubicBezTo>
                  <a:pt x="2397096" y="80469"/>
                  <a:pt x="2402675" y="74485"/>
                  <a:pt x="2402675" y="66117"/>
                </a:cubicBezTo>
                <a:cubicBezTo>
                  <a:pt x="2402675" y="60936"/>
                  <a:pt x="2396694" y="54955"/>
                  <a:pt x="2389521" y="54955"/>
                </a:cubicBezTo>
                <a:cubicBezTo>
                  <a:pt x="2382546" y="54955"/>
                  <a:pt x="2374974" y="60936"/>
                  <a:pt x="2365807" y="74087"/>
                </a:cubicBezTo>
                <a:lnTo>
                  <a:pt x="2365010" y="74087"/>
                </a:lnTo>
                <a:cubicBezTo>
                  <a:pt x="2364612" y="68109"/>
                  <a:pt x="2363614" y="58345"/>
                  <a:pt x="2363614" y="58345"/>
                </a:cubicBezTo>
                <a:cubicBezTo>
                  <a:pt x="2363417" y="56551"/>
                  <a:pt x="2361823" y="54955"/>
                  <a:pt x="2359032" y="54955"/>
                </a:cubicBezTo>
                <a:cubicBezTo>
                  <a:pt x="2349667" y="57387"/>
                  <a:pt x="2339106" y="60179"/>
                  <a:pt x="2325952" y="61571"/>
                </a:cubicBezTo>
                <a:cubicBezTo>
                  <a:pt x="2325554" y="62769"/>
                  <a:pt x="2325952" y="66555"/>
                  <a:pt x="2326350" y="67750"/>
                </a:cubicBezTo>
                <a:cubicBezTo>
                  <a:pt x="2337312" y="68748"/>
                  <a:pt x="2339304" y="70542"/>
                  <a:pt x="2339304" y="81902"/>
                </a:cubicBezTo>
                <a:lnTo>
                  <a:pt x="2339304" y="119178"/>
                </a:lnTo>
                <a:cubicBezTo>
                  <a:pt x="2339304" y="135719"/>
                  <a:pt x="2337111" y="136121"/>
                  <a:pt x="2324955" y="137115"/>
                </a:cubicBezTo>
                <a:cubicBezTo>
                  <a:pt x="2323760" y="138310"/>
                  <a:pt x="2323760" y="142695"/>
                  <a:pt x="2324955" y="143890"/>
                </a:cubicBezTo>
                <a:cubicBezTo>
                  <a:pt x="2333326" y="143692"/>
                  <a:pt x="2341694" y="143491"/>
                  <a:pt x="2352257" y="143491"/>
                </a:cubicBezTo>
                <a:cubicBezTo>
                  <a:pt x="2362818" y="143491"/>
                  <a:pt x="2370988" y="143692"/>
                  <a:pt x="2379557" y="143890"/>
                </a:cubicBezTo>
                <a:cubicBezTo>
                  <a:pt x="2380755" y="142695"/>
                  <a:pt x="2380755" y="138310"/>
                  <a:pt x="2379557" y="137115"/>
                </a:cubicBezTo>
                <a:cubicBezTo>
                  <a:pt x="2367403" y="136318"/>
                  <a:pt x="2365211" y="135719"/>
                  <a:pt x="2365211" y="119178"/>
                </a:cubicBezTo>
                <a:lnTo>
                  <a:pt x="2365211" y="90045"/>
                </a:lnTo>
                <a:close/>
                <a:moveTo>
                  <a:pt x="2463853" y="133691"/>
                </a:moveTo>
                <a:cubicBezTo>
                  <a:pt x="2465246" y="141862"/>
                  <a:pt x="2470628" y="145447"/>
                  <a:pt x="2479394" y="145447"/>
                </a:cubicBezTo>
                <a:cubicBezTo>
                  <a:pt x="2490356" y="145447"/>
                  <a:pt x="2498128" y="141263"/>
                  <a:pt x="2505502" y="134287"/>
                </a:cubicBezTo>
                <a:cubicBezTo>
                  <a:pt x="2505103" y="131897"/>
                  <a:pt x="2504304" y="130304"/>
                  <a:pt x="2501914" y="128707"/>
                </a:cubicBezTo>
                <a:cubicBezTo>
                  <a:pt x="2499323" y="130702"/>
                  <a:pt x="2497331" y="131499"/>
                  <a:pt x="2493545" y="131499"/>
                </a:cubicBezTo>
                <a:cubicBezTo>
                  <a:pt x="2489161" y="131499"/>
                  <a:pt x="2487966" y="127911"/>
                  <a:pt x="2487966" y="118144"/>
                </a:cubicBezTo>
                <a:lnTo>
                  <a:pt x="2488364" y="89440"/>
                </a:lnTo>
                <a:cubicBezTo>
                  <a:pt x="2488364" y="60735"/>
                  <a:pt x="2470628" y="54955"/>
                  <a:pt x="2454287" y="54955"/>
                </a:cubicBezTo>
                <a:cubicBezTo>
                  <a:pt x="2439740" y="54955"/>
                  <a:pt x="2417421" y="63326"/>
                  <a:pt x="2417421" y="76483"/>
                </a:cubicBezTo>
                <a:cubicBezTo>
                  <a:pt x="2417421" y="82063"/>
                  <a:pt x="2419811" y="86448"/>
                  <a:pt x="2427583" y="86448"/>
                </a:cubicBezTo>
                <a:cubicBezTo>
                  <a:pt x="2434756" y="86448"/>
                  <a:pt x="2439938" y="82063"/>
                  <a:pt x="2439938" y="77280"/>
                </a:cubicBezTo>
                <a:cubicBezTo>
                  <a:pt x="2439938" y="74689"/>
                  <a:pt x="2438545" y="71299"/>
                  <a:pt x="2439141" y="67911"/>
                </a:cubicBezTo>
                <a:cubicBezTo>
                  <a:pt x="2439342" y="65719"/>
                  <a:pt x="2440935" y="63326"/>
                  <a:pt x="2447512" y="63326"/>
                </a:cubicBezTo>
                <a:cubicBezTo>
                  <a:pt x="2455880" y="63326"/>
                  <a:pt x="2462856" y="66914"/>
                  <a:pt x="2462856" y="92231"/>
                </a:cubicBezTo>
                <a:lnTo>
                  <a:pt x="2449504" y="96415"/>
                </a:lnTo>
                <a:cubicBezTo>
                  <a:pt x="2428581" y="102992"/>
                  <a:pt x="2413833" y="108776"/>
                  <a:pt x="2413833" y="124520"/>
                </a:cubicBezTo>
                <a:cubicBezTo>
                  <a:pt x="2413833" y="138274"/>
                  <a:pt x="2421404" y="145447"/>
                  <a:pt x="2438743" y="145447"/>
                </a:cubicBezTo>
                <a:cubicBezTo>
                  <a:pt x="2444523" y="145447"/>
                  <a:pt x="2456081" y="139070"/>
                  <a:pt x="2462655" y="133889"/>
                </a:cubicBezTo>
                <a:lnTo>
                  <a:pt x="2463853" y="133691"/>
                </a:lnTo>
                <a:moveTo>
                  <a:pt x="2462856" y="100003"/>
                </a:moveTo>
                <a:lnTo>
                  <a:pt x="2462856" y="126314"/>
                </a:lnTo>
                <a:cubicBezTo>
                  <a:pt x="2457875" y="130301"/>
                  <a:pt x="2452891" y="133490"/>
                  <a:pt x="2449306" y="133490"/>
                </a:cubicBezTo>
                <a:cubicBezTo>
                  <a:pt x="2440734" y="133490"/>
                  <a:pt x="2437745" y="127710"/>
                  <a:pt x="2437745" y="121531"/>
                </a:cubicBezTo>
                <a:cubicBezTo>
                  <a:pt x="2437745" y="114158"/>
                  <a:pt x="2438344" y="107976"/>
                  <a:pt x="2452493" y="103393"/>
                </a:cubicBezTo>
                <a:lnTo>
                  <a:pt x="2462856" y="100003"/>
                </a:lnTo>
                <a:close/>
                <a:moveTo>
                  <a:pt x="2551335" y="119166"/>
                </a:moveTo>
                <a:lnTo>
                  <a:pt x="2551335" y="79475"/>
                </a:lnTo>
                <a:cubicBezTo>
                  <a:pt x="2551335" y="78478"/>
                  <a:pt x="2551335" y="77480"/>
                  <a:pt x="2551335" y="76483"/>
                </a:cubicBezTo>
                <a:cubicBezTo>
                  <a:pt x="2559107" y="71697"/>
                  <a:pt x="2566080" y="69702"/>
                  <a:pt x="2569470" y="69702"/>
                </a:cubicBezTo>
                <a:cubicBezTo>
                  <a:pt x="2577440" y="69702"/>
                  <a:pt x="2583418" y="73293"/>
                  <a:pt x="2583418" y="84663"/>
                </a:cubicBezTo>
                <a:lnTo>
                  <a:pt x="2583418" y="117968"/>
                </a:lnTo>
                <a:cubicBezTo>
                  <a:pt x="2583418" y="134722"/>
                  <a:pt x="2580228" y="136516"/>
                  <a:pt x="2572058" y="137115"/>
                </a:cubicBezTo>
                <a:cubicBezTo>
                  <a:pt x="2570863" y="138310"/>
                  <a:pt x="2570863" y="142695"/>
                  <a:pt x="2572058" y="143890"/>
                </a:cubicBezTo>
                <a:cubicBezTo>
                  <a:pt x="2580429" y="143692"/>
                  <a:pt x="2586805" y="143491"/>
                  <a:pt x="2596371" y="143491"/>
                </a:cubicBezTo>
                <a:cubicBezTo>
                  <a:pt x="2605937" y="143491"/>
                  <a:pt x="2612113" y="143692"/>
                  <a:pt x="2620682" y="143890"/>
                </a:cubicBezTo>
                <a:cubicBezTo>
                  <a:pt x="2621880" y="142695"/>
                  <a:pt x="2621880" y="138310"/>
                  <a:pt x="2620682" y="137115"/>
                </a:cubicBezTo>
                <a:cubicBezTo>
                  <a:pt x="2612712" y="136516"/>
                  <a:pt x="2609325" y="134722"/>
                  <a:pt x="2609325" y="117968"/>
                </a:cubicBezTo>
                <a:lnTo>
                  <a:pt x="2609325" y="86855"/>
                </a:lnTo>
                <a:cubicBezTo>
                  <a:pt x="2609325" y="81868"/>
                  <a:pt x="2609124" y="77882"/>
                  <a:pt x="2608528" y="75887"/>
                </a:cubicBezTo>
                <a:cubicBezTo>
                  <a:pt x="2616099" y="72095"/>
                  <a:pt x="2624668" y="69702"/>
                  <a:pt x="2627858" y="69702"/>
                </a:cubicBezTo>
                <a:cubicBezTo>
                  <a:pt x="2635827" y="69702"/>
                  <a:pt x="2641407" y="73293"/>
                  <a:pt x="2641407" y="84663"/>
                </a:cubicBezTo>
                <a:lnTo>
                  <a:pt x="2641407" y="117968"/>
                </a:lnTo>
                <a:cubicBezTo>
                  <a:pt x="2641407" y="134722"/>
                  <a:pt x="2638217" y="136516"/>
                  <a:pt x="2630050" y="137115"/>
                </a:cubicBezTo>
                <a:cubicBezTo>
                  <a:pt x="2628852" y="138310"/>
                  <a:pt x="2628852" y="142695"/>
                  <a:pt x="2630050" y="143890"/>
                </a:cubicBezTo>
                <a:cubicBezTo>
                  <a:pt x="2638418" y="143692"/>
                  <a:pt x="2644795" y="143491"/>
                  <a:pt x="2654361" y="143491"/>
                </a:cubicBezTo>
                <a:cubicBezTo>
                  <a:pt x="2665319" y="143491"/>
                  <a:pt x="2674089" y="143692"/>
                  <a:pt x="2682658" y="143890"/>
                </a:cubicBezTo>
                <a:cubicBezTo>
                  <a:pt x="2683853" y="142695"/>
                  <a:pt x="2683853" y="138310"/>
                  <a:pt x="2682658" y="137115"/>
                </a:cubicBezTo>
                <a:cubicBezTo>
                  <a:pt x="2670501" y="136516"/>
                  <a:pt x="2667314" y="134722"/>
                  <a:pt x="2667314" y="117968"/>
                </a:cubicBezTo>
                <a:lnTo>
                  <a:pt x="2667314" y="86855"/>
                </a:lnTo>
                <a:cubicBezTo>
                  <a:pt x="2667314" y="64919"/>
                  <a:pt x="2659341" y="54955"/>
                  <a:pt x="2642204" y="54955"/>
                </a:cubicBezTo>
                <a:cubicBezTo>
                  <a:pt x="2634830" y="54955"/>
                  <a:pt x="2618091" y="62928"/>
                  <a:pt x="2606533" y="69505"/>
                </a:cubicBezTo>
                <a:cubicBezTo>
                  <a:pt x="2603544" y="60735"/>
                  <a:pt x="2595574" y="54955"/>
                  <a:pt x="2583816" y="54955"/>
                </a:cubicBezTo>
                <a:cubicBezTo>
                  <a:pt x="2576643" y="54955"/>
                  <a:pt x="2562294" y="62529"/>
                  <a:pt x="2550937" y="68906"/>
                </a:cubicBezTo>
                <a:cubicBezTo>
                  <a:pt x="2550338" y="62928"/>
                  <a:pt x="2549739" y="58345"/>
                  <a:pt x="2549739" y="58345"/>
                </a:cubicBezTo>
                <a:cubicBezTo>
                  <a:pt x="2549541" y="55952"/>
                  <a:pt x="2547948" y="54955"/>
                  <a:pt x="2545156" y="54955"/>
                </a:cubicBezTo>
                <a:cubicBezTo>
                  <a:pt x="2537783" y="56989"/>
                  <a:pt x="2525827" y="59780"/>
                  <a:pt x="2512076" y="61571"/>
                </a:cubicBezTo>
                <a:cubicBezTo>
                  <a:pt x="2511678" y="62769"/>
                  <a:pt x="2512076" y="66753"/>
                  <a:pt x="2512475" y="67951"/>
                </a:cubicBezTo>
                <a:cubicBezTo>
                  <a:pt x="2523437" y="68948"/>
                  <a:pt x="2525428" y="70542"/>
                  <a:pt x="2525428" y="81902"/>
                </a:cubicBezTo>
                <a:lnTo>
                  <a:pt x="2525428" y="119178"/>
                </a:lnTo>
                <a:cubicBezTo>
                  <a:pt x="2525428" y="135719"/>
                  <a:pt x="2523236" y="136121"/>
                  <a:pt x="2511079" y="137115"/>
                </a:cubicBezTo>
                <a:cubicBezTo>
                  <a:pt x="2509884" y="138310"/>
                  <a:pt x="2509884" y="142695"/>
                  <a:pt x="2511079" y="143890"/>
                </a:cubicBezTo>
                <a:cubicBezTo>
                  <a:pt x="2519450" y="143692"/>
                  <a:pt x="2527818" y="143491"/>
                  <a:pt x="2538382" y="143491"/>
                </a:cubicBezTo>
                <a:cubicBezTo>
                  <a:pt x="2547549" y="143491"/>
                  <a:pt x="2553129" y="143692"/>
                  <a:pt x="2561698" y="143890"/>
                </a:cubicBezTo>
                <a:cubicBezTo>
                  <a:pt x="2562893" y="142695"/>
                  <a:pt x="2562893" y="138310"/>
                  <a:pt x="2561698" y="137115"/>
                </a:cubicBezTo>
                <a:cubicBezTo>
                  <a:pt x="2553327" y="136318"/>
                  <a:pt x="2551335" y="135719"/>
                  <a:pt x="2551335" y="119166"/>
                </a:cubicBezTo>
                <a:close/>
                <a:moveTo>
                  <a:pt x="2696010" y="131897"/>
                </a:moveTo>
                <a:cubicBezTo>
                  <a:pt x="2696010" y="139469"/>
                  <a:pt x="2702386" y="145447"/>
                  <a:pt x="2710356" y="145447"/>
                </a:cubicBezTo>
                <a:cubicBezTo>
                  <a:pt x="2718328" y="145447"/>
                  <a:pt x="2725103" y="139070"/>
                  <a:pt x="2725103" y="131499"/>
                </a:cubicBezTo>
                <a:cubicBezTo>
                  <a:pt x="2725103" y="123727"/>
                  <a:pt x="2718727" y="117749"/>
                  <a:pt x="2710754" y="117749"/>
                </a:cubicBezTo>
                <a:cubicBezTo>
                  <a:pt x="2702784" y="117749"/>
                  <a:pt x="2696010" y="124125"/>
                  <a:pt x="2696010" y="1318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1BD71-AF39-4C82-B574-749D9AA7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442" y="221885"/>
            <a:ext cx="2649557" cy="3793482"/>
          </a:xfrm>
          <a:custGeom xmlns:a="http://schemas.openxmlformats.org/drawingml/2006/main">
            <a:pathLst>
              <a:path w="2649557" h="3793482">
                <a:moveTo>
                  <a:pt x="101792" y="3793482"/>
                </a:moveTo>
                <a:cubicBezTo>
                  <a:pt x="45461" y="3793482"/>
                  <a:pt x="0" y="3748022"/>
                  <a:pt x="0" y="3691690"/>
                </a:cubicBezTo>
                <a:lnTo>
                  <a:pt x="0" y="101792"/>
                </a:lnTo>
                <a:cubicBezTo>
                  <a:pt x="0" y="45955"/>
                  <a:pt x="45461" y="0"/>
                  <a:pt x="101792" y="0"/>
                </a:cubicBezTo>
                <a:lnTo>
                  <a:pt x="2547765" y="0"/>
                </a:lnTo>
                <a:cubicBezTo>
                  <a:pt x="2604097" y="0"/>
                  <a:pt x="2649557" y="45955"/>
                  <a:pt x="2649557" y="101792"/>
                </a:cubicBezTo>
                <a:lnTo>
                  <a:pt x="2649557" y="3691690"/>
                </a:lnTo>
                <a:cubicBezTo>
                  <a:pt x="2649557" y="3748022"/>
                  <a:pt x="2604097" y="3793482"/>
                  <a:pt x="2547765" y="3793482"/>
                </a:cubicBezTo>
                <a:lnTo>
                  <a:pt x="101792" y="379348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476FF-EFA2-4CF9-8760-7EBC8267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442" y="221885"/>
            <a:ext cx="2649557" cy="3793482"/>
          </a:xfrm>
          <a:custGeom xmlns:a="http://schemas.openxmlformats.org/drawingml/2006/main">
            <a:pathLst>
              <a:path w="2649557" h="3793482" fill="none">
                <a:moveTo>
                  <a:pt x="101792" y="3793482"/>
                </a:moveTo>
                <a:lnTo>
                  <a:pt x="2547765" y="3793482"/>
                </a:lnTo>
                <a:cubicBezTo>
                  <a:pt x="2604097" y="3793482"/>
                  <a:pt x="2649557" y="3748022"/>
                  <a:pt x="2649557" y="3691690"/>
                </a:cubicBezTo>
                <a:lnTo>
                  <a:pt x="2649557" y="101792"/>
                </a:lnTo>
                <a:cubicBezTo>
                  <a:pt x="2649557" y="45955"/>
                  <a:pt x="2604097" y="0"/>
                  <a:pt x="2547765" y="0"/>
                </a:cubicBezTo>
                <a:lnTo>
                  <a:pt x="101792" y="0"/>
                </a:lnTo>
                <a:cubicBezTo>
                  <a:pt x="45461" y="0"/>
                  <a:pt x="0" y="45955"/>
                  <a:pt x="0" y="101792"/>
                </a:cubicBezTo>
                <a:lnTo>
                  <a:pt x="0" y="3691690"/>
                </a:lnTo>
                <a:cubicBezTo>
                  <a:pt x="0" y="3748022"/>
                  <a:pt x="45461" y="3793482"/>
                  <a:pt x="101792" y="37934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530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8C231-35F9-41B8-8DA0-D1B4A19A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128" y="334054"/>
            <a:ext cx="735274" cy="273257"/>
          </a:xfrm>
          <a:custGeom xmlns:a="http://schemas.openxmlformats.org/drawingml/2006/main">
            <a:pathLst>
              <a:path w="735274" h="273257">
                <a:moveTo>
                  <a:pt x="28166" y="273257"/>
                </a:moveTo>
                <a:cubicBezTo>
                  <a:pt x="12353" y="273257"/>
                  <a:pt x="0" y="260410"/>
                  <a:pt x="0" y="244597"/>
                </a:cubicBezTo>
                <a:lnTo>
                  <a:pt x="0" y="28166"/>
                </a:lnTo>
                <a:cubicBezTo>
                  <a:pt x="0" y="12848"/>
                  <a:pt x="12353" y="0"/>
                  <a:pt x="28166" y="0"/>
                </a:cubicBezTo>
                <a:lnTo>
                  <a:pt x="707109" y="0"/>
                </a:lnTo>
                <a:cubicBezTo>
                  <a:pt x="722427" y="0"/>
                  <a:pt x="735274" y="12848"/>
                  <a:pt x="735274" y="28166"/>
                </a:cubicBezTo>
                <a:lnTo>
                  <a:pt x="735274" y="244597"/>
                </a:lnTo>
                <a:cubicBezTo>
                  <a:pt x="735274" y="260410"/>
                  <a:pt x="722427" y="273257"/>
                  <a:pt x="707109" y="273257"/>
                </a:cubicBezTo>
                <a:lnTo>
                  <a:pt x="28166" y="273257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8672C-13DB-44DC-83EB-39554CCF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128" y="334054"/>
            <a:ext cx="735274" cy="273257"/>
          </a:xfrm>
          <a:custGeom xmlns:a="http://schemas.openxmlformats.org/drawingml/2006/main">
            <a:pathLst>
              <a:path w="735274" h="273257" fill="none">
                <a:moveTo>
                  <a:pt x="28166" y="273257"/>
                </a:moveTo>
                <a:lnTo>
                  <a:pt x="707109" y="273257"/>
                </a:lnTo>
                <a:cubicBezTo>
                  <a:pt x="722427" y="273257"/>
                  <a:pt x="735274" y="260410"/>
                  <a:pt x="735274" y="244597"/>
                </a:cubicBezTo>
                <a:lnTo>
                  <a:pt x="735274" y="28166"/>
                </a:lnTo>
                <a:cubicBezTo>
                  <a:pt x="735274" y="12848"/>
                  <a:pt x="722427" y="0"/>
                  <a:pt x="707109" y="0"/>
                </a:cubicBezTo>
                <a:lnTo>
                  <a:pt x="28166" y="0"/>
                </a:lnTo>
                <a:cubicBezTo>
                  <a:pt x="12353" y="0"/>
                  <a:pt x="0" y="12848"/>
                  <a:pt x="0" y="28166"/>
                </a:cubicBezTo>
                <a:lnTo>
                  <a:pt x="0" y="244597"/>
                </a:lnTo>
                <a:cubicBezTo>
                  <a:pt x="0" y="260410"/>
                  <a:pt x="12353" y="273257"/>
                  <a:pt x="28166" y="273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7" name="Text entry">
            <a:extLst xmlns:a="http://schemas.openxmlformats.org/drawingml/2006/main">
              <a:ext uri="{FF2B5EF4-FFF2-40B4-BE49-F238E27FC236}">
                <a16:creationId xmlns:a16="http://schemas.microsoft.com/office/drawing/2014/main" id="{8312B558-467A-4994-8D46-96E4A037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93" y="428687"/>
            <a:ext cx="310940" cy="113063"/>
          </a:xfrm>
          <a:custGeom xmlns:a="http://schemas.openxmlformats.org/drawingml/2006/main">
            <a:pathLst>
              <a:path w="310940" h="113063">
                <a:moveTo>
                  <a:pt x="59933" y="49510"/>
                </a:moveTo>
                <a:cubicBezTo>
                  <a:pt x="59933" y="51392"/>
                  <a:pt x="59463" y="52731"/>
                  <a:pt x="58522" y="53527"/>
                </a:cubicBezTo>
                <a:cubicBezTo>
                  <a:pt x="57581" y="54324"/>
                  <a:pt x="56507" y="54722"/>
                  <a:pt x="55301" y="54722"/>
                </a:cubicBezTo>
                <a:lnTo>
                  <a:pt x="12595" y="54722"/>
                </a:lnTo>
                <a:cubicBezTo>
                  <a:pt x="12595" y="58351"/>
                  <a:pt x="12957" y="61618"/>
                  <a:pt x="13680" y="64523"/>
                </a:cubicBezTo>
                <a:cubicBezTo>
                  <a:pt x="14404" y="67427"/>
                  <a:pt x="15611" y="69920"/>
                  <a:pt x="17300" y="72001"/>
                </a:cubicBezTo>
                <a:cubicBezTo>
                  <a:pt x="18989" y="74082"/>
                  <a:pt x="21184" y="75680"/>
                  <a:pt x="23886" y="76794"/>
                </a:cubicBezTo>
                <a:cubicBezTo>
                  <a:pt x="26589" y="77907"/>
                  <a:pt x="29894" y="78463"/>
                  <a:pt x="33803" y="78463"/>
                </a:cubicBezTo>
                <a:cubicBezTo>
                  <a:pt x="36891" y="78463"/>
                  <a:pt x="39642" y="78210"/>
                  <a:pt x="42055" y="77703"/>
                </a:cubicBezTo>
                <a:cubicBezTo>
                  <a:pt x="44467" y="77197"/>
                  <a:pt x="46554" y="76630"/>
                  <a:pt x="48316" y="76002"/>
                </a:cubicBezTo>
                <a:cubicBezTo>
                  <a:pt x="50077" y="75375"/>
                  <a:pt x="51525" y="74808"/>
                  <a:pt x="52659" y="74301"/>
                </a:cubicBezTo>
                <a:cubicBezTo>
                  <a:pt x="53793" y="73795"/>
                  <a:pt x="54649" y="73541"/>
                  <a:pt x="55228" y="73541"/>
                </a:cubicBezTo>
                <a:cubicBezTo>
                  <a:pt x="55566" y="73541"/>
                  <a:pt x="55868" y="73626"/>
                  <a:pt x="56133" y="73795"/>
                </a:cubicBezTo>
                <a:cubicBezTo>
                  <a:pt x="56399" y="73964"/>
                  <a:pt x="56604" y="74217"/>
                  <a:pt x="56748" y="74555"/>
                </a:cubicBezTo>
                <a:cubicBezTo>
                  <a:pt x="56893" y="74892"/>
                  <a:pt x="57002" y="75363"/>
                  <a:pt x="57074" y="75966"/>
                </a:cubicBezTo>
                <a:cubicBezTo>
                  <a:pt x="57147" y="76569"/>
                  <a:pt x="57183" y="77305"/>
                  <a:pt x="57183" y="78174"/>
                </a:cubicBezTo>
                <a:cubicBezTo>
                  <a:pt x="57183" y="78801"/>
                  <a:pt x="57159" y="79344"/>
                  <a:pt x="57110" y="79802"/>
                </a:cubicBezTo>
                <a:cubicBezTo>
                  <a:pt x="57062" y="80261"/>
                  <a:pt x="57002" y="80671"/>
                  <a:pt x="56929" y="81033"/>
                </a:cubicBezTo>
                <a:cubicBezTo>
                  <a:pt x="56857" y="81395"/>
                  <a:pt x="56736" y="81721"/>
                  <a:pt x="56567" y="82010"/>
                </a:cubicBezTo>
                <a:cubicBezTo>
                  <a:pt x="56399" y="82300"/>
                  <a:pt x="56181" y="82577"/>
                  <a:pt x="55916" y="82843"/>
                </a:cubicBezTo>
                <a:cubicBezTo>
                  <a:pt x="55651" y="83108"/>
                  <a:pt x="54866" y="83542"/>
                  <a:pt x="53564" y="84145"/>
                </a:cubicBezTo>
                <a:cubicBezTo>
                  <a:pt x="52261" y="84749"/>
                  <a:pt x="50572" y="85340"/>
                  <a:pt x="48497" y="85919"/>
                </a:cubicBezTo>
                <a:cubicBezTo>
                  <a:pt x="46422" y="86498"/>
                  <a:pt x="44021" y="87017"/>
                  <a:pt x="41295" y="87475"/>
                </a:cubicBezTo>
                <a:cubicBezTo>
                  <a:pt x="38568" y="87934"/>
                  <a:pt x="35661" y="88163"/>
                  <a:pt x="32572" y="88163"/>
                </a:cubicBezTo>
                <a:cubicBezTo>
                  <a:pt x="27216" y="88163"/>
                  <a:pt x="22523" y="87414"/>
                  <a:pt x="18494" y="85917"/>
                </a:cubicBezTo>
                <a:cubicBezTo>
                  <a:pt x="14465" y="84419"/>
                  <a:pt x="11075" y="82197"/>
                  <a:pt x="8324" y="79251"/>
                </a:cubicBezTo>
                <a:cubicBezTo>
                  <a:pt x="5574" y="76304"/>
                  <a:pt x="3499" y="72609"/>
                  <a:pt x="2099" y="68165"/>
                </a:cubicBezTo>
                <a:cubicBezTo>
                  <a:pt x="700" y="63721"/>
                  <a:pt x="0" y="58552"/>
                  <a:pt x="0" y="52659"/>
                </a:cubicBezTo>
                <a:cubicBezTo>
                  <a:pt x="0" y="47055"/>
                  <a:pt x="724" y="42019"/>
                  <a:pt x="2171" y="37551"/>
                </a:cubicBezTo>
                <a:cubicBezTo>
                  <a:pt x="3619" y="33083"/>
                  <a:pt x="5706" y="29291"/>
                  <a:pt x="8433" y="26176"/>
                </a:cubicBezTo>
                <a:cubicBezTo>
                  <a:pt x="11159" y="23060"/>
                  <a:pt x="14453" y="20669"/>
                  <a:pt x="18313" y="19003"/>
                </a:cubicBezTo>
                <a:cubicBezTo>
                  <a:pt x="22173" y="17337"/>
                  <a:pt x="26492" y="16503"/>
                  <a:pt x="31270" y="16503"/>
                </a:cubicBezTo>
                <a:cubicBezTo>
                  <a:pt x="36385" y="16503"/>
                  <a:pt x="40740" y="17324"/>
                  <a:pt x="44335" y="18964"/>
                </a:cubicBezTo>
                <a:cubicBezTo>
                  <a:pt x="47930" y="20605"/>
                  <a:pt x="50885" y="22813"/>
                  <a:pt x="53202" y="25587"/>
                </a:cubicBezTo>
                <a:cubicBezTo>
                  <a:pt x="55518" y="28362"/>
                  <a:pt x="57219" y="31619"/>
                  <a:pt x="58305" y="35359"/>
                </a:cubicBezTo>
                <a:cubicBezTo>
                  <a:pt x="59390" y="39099"/>
                  <a:pt x="59933" y="43092"/>
                  <a:pt x="59933" y="47339"/>
                </a:cubicBezTo>
                <a:lnTo>
                  <a:pt x="59933" y="49510"/>
                </a:lnTo>
                <a:moveTo>
                  <a:pt x="47918" y="45963"/>
                </a:moveTo>
                <a:cubicBezTo>
                  <a:pt x="48062" y="39690"/>
                  <a:pt x="46675" y="34768"/>
                  <a:pt x="43756" y="31197"/>
                </a:cubicBezTo>
                <a:cubicBezTo>
                  <a:pt x="40836" y="27626"/>
                  <a:pt x="36505" y="25841"/>
                  <a:pt x="30763" y="25841"/>
                </a:cubicBezTo>
                <a:cubicBezTo>
                  <a:pt x="27819" y="25841"/>
                  <a:pt x="25238" y="26396"/>
                  <a:pt x="23018" y="27506"/>
                </a:cubicBezTo>
                <a:cubicBezTo>
                  <a:pt x="20798" y="28615"/>
                  <a:pt x="18940" y="30087"/>
                  <a:pt x="17444" y="31921"/>
                </a:cubicBezTo>
                <a:cubicBezTo>
                  <a:pt x="15948" y="33755"/>
                  <a:pt x="14790" y="35890"/>
                  <a:pt x="13970" y="38327"/>
                </a:cubicBezTo>
                <a:cubicBezTo>
                  <a:pt x="13150" y="40764"/>
                  <a:pt x="12691" y="43309"/>
                  <a:pt x="12595" y="45963"/>
                </a:cubicBezTo>
                <a:lnTo>
                  <a:pt x="47918" y="45963"/>
                </a:lnTo>
                <a:close/>
                <a:moveTo>
                  <a:pt x="134278" y="84906"/>
                </a:moveTo>
                <a:cubicBezTo>
                  <a:pt x="134278" y="85292"/>
                  <a:pt x="134182" y="85617"/>
                  <a:pt x="133989" y="85883"/>
                </a:cubicBezTo>
                <a:cubicBezTo>
                  <a:pt x="133796" y="86148"/>
                  <a:pt x="133482" y="86377"/>
                  <a:pt x="133048" y="86570"/>
                </a:cubicBezTo>
                <a:cubicBezTo>
                  <a:pt x="132614" y="86763"/>
                  <a:pt x="132010" y="86908"/>
                  <a:pt x="131238" y="87005"/>
                </a:cubicBezTo>
                <a:cubicBezTo>
                  <a:pt x="130466" y="87101"/>
                  <a:pt x="129501" y="87149"/>
                  <a:pt x="128343" y="87149"/>
                </a:cubicBezTo>
                <a:cubicBezTo>
                  <a:pt x="127137" y="87149"/>
                  <a:pt x="126147" y="87101"/>
                  <a:pt x="125375" y="87005"/>
                </a:cubicBezTo>
                <a:cubicBezTo>
                  <a:pt x="124603" y="86908"/>
                  <a:pt x="124000" y="86763"/>
                  <a:pt x="123566" y="86570"/>
                </a:cubicBezTo>
                <a:cubicBezTo>
                  <a:pt x="123131" y="86377"/>
                  <a:pt x="122818" y="86148"/>
                  <a:pt x="122625" y="85883"/>
                </a:cubicBezTo>
                <a:cubicBezTo>
                  <a:pt x="122432" y="85617"/>
                  <a:pt x="122335" y="85292"/>
                  <a:pt x="122335" y="84906"/>
                </a:cubicBezTo>
                <a:lnTo>
                  <a:pt x="122335" y="46760"/>
                </a:lnTo>
                <a:cubicBezTo>
                  <a:pt x="122335" y="43044"/>
                  <a:pt x="122046" y="40052"/>
                  <a:pt x="121467" y="37784"/>
                </a:cubicBezTo>
                <a:cubicBezTo>
                  <a:pt x="120887" y="35516"/>
                  <a:pt x="120043" y="33562"/>
                  <a:pt x="118933" y="31921"/>
                </a:cubicBezTo>
                <a:cubicBezTo>
                  <a:pt x="117823" y="30280"/>
                  <a:pt x="116388" y="29026"/>
                  <a:pt x="114626" y="28157"/>
                </a:cubicBezTo>
                <a:cubicBezTo>
                  <a:pt x="112865" y="27288"/>
                  <a:pt x="110826" y="26854"/>
                  <a:pt x="108510" y="26854"/>
                </a:cubicBezTo>
                <a:cubicBezTo>
                  <a:pt x="105518" y="26854"/>
                  <a:pt x="102526" y="27916"/>
                  <a:pt x="99534" y="30039"/>
                </a:cubicBezTo>
                <a:cubicBezTo>
                  <a:pt x="96543" y="32162"/>
                  <a:pt x="93406" y="35275"/>
                  <a:pt x="90125" y="39376"/>
                </a:cubicBezTo>
                <a:lnTo>
                  <a:pt x="90125" y="84906"/>
                </a:lnTo>
                <a:cubicBezTo>
                  <a:pt x="90125" y="85292"/>
                  <a:pt x="90028" y="85617"/>
                  <a:pt x="89835" y="85883"/>
                </a:cubicBezTo>
                <a:cubicBezTo>
                  <a:pt x="89642" y="86148"/>
                  <a:pt x="89328" y="86377"/>
                  <a:pt x="88894" y="86570"/>
                </a:cubicBezTo>
                <a:cubicBezTo>
                  <a:pt x="88460" y="86763"/>
                  <a:pt x="87857" y="86908"/>
                  <a:pt x="87084" y="87005"/>
                </a:cubicBezTo>
                <a:cubicBezTo>
                  <a:pt x="86312" y="87101"/>
                  <a:pt x="85323" y="87149"/>
                  <a:pt x="84117" y="87149"/>
                </a:cubicBezTo>
                <a:cubicBezTo>
                  <a:pt x="82959" y="87149"/>
                  <a:pt x="81994" y="87101"/>
                  <a:pt x="81221" y="87005"/>
                </a:cubicBezTo>
                <a:cubicBezTo>
                  <a:pt x="80449" y="86908"/>
                  <a:pt x="79834" y="86763"/>
                  <a:pt x="79376" y="86570"/>
                </a:cubicBezTo>
                <a:cubicBezTo>
                  <a:pt x="78917" y="86377"/>
                  <a:pt x="78604" y="86148"/>
                  <a:pt x="78435" y="85883"/>
                </a:cubicBezTo>
                <a:cubicBezTo>
                  <a:pt x="78266" y="85617"/>
                  <a:pt x="78181" y="85292"/>
                  <a:pt x="78181" y="84906"/>
                </a:cubicBezTo>
                <a:lnTo>
                  <a:pt x="78181" y="19761"/>
                </a:lnTo>
                <a:cubicBezTo>
                  <a:pt x="78181" y="19375"/>
                  <a:pt x="78254" y="19049"/>
                  <a:pt x="78399" y="18783"/>
                </a:cubicBezTo>
                <a:cubicBezTo>
                  <a:pt x="78543" y="18518"/>
                  <a:pt x="78833" y="18277"/>
                  <a:pt x="79267" y="18060"/>
                </a:cubicBezTo>
                <a:cubicBezTo>
                  <a:pt x="79701" y="17842"/>
                  <a:pt x="80256" y="17698"/>
                  <a:pt x="80932" y="17625"/>
                </a:cubicBezTo>
                <a:cubicBezTo>
                  <a:pt x="81608" y="17553"/>
                  <a:pt x="82500" y="17517"/>
                  <a:pt x="83610" y="17517"/>
                </a:cubicBezTo>
                <a:cubicBezTo>
                  <a:pt x="84672" y="17517"/>
                  <a:pt x="85552" y="17553"/>
                  <a:pt x="86252" y="17625"/>
                </a:cubicBezTo>
                <a:cubicBezTo>
                  <a:pt x="86952" y="17698"/>
                  <a:pt x="87495" y="17842"/>
                  <a:pt x="87881" y="18060"/>
                </a:cubicBezTo>
                <a:cubicBezTo>
                  <a:pt x="88267" y="18277"/>
                  <a:pt x="88544" y="18518"/>
                  <a:pt x="88713" y="18783"/>
                </a:cubicBezTo>
                <a:cubicBezTo>
                  <a:pt x="88882" y="19049"/>
                  <a:pt x="88966" y="19375"/>
                  <a:pt x="88966" y="19761"/>
                </a:cubicBezTo>
                <a:lnTo>
                  <a:pt x="88966" y="28374"/>
                </a:lnTo>
                <a:cubicBezTo>
                  <a:pt x="92634" y="24273"/>
                  <a:pt x="96289" y="21269"/>
                  <a:pt x="99933" y="19363"/>
                </a:cubicBezTo>
                <a:cubicBezTo>
                  <a:pt x="103576" y="17456"/>
                  <a:pt x="107255" y="16503"/>
                  <a:pt x="110971" y="16503"/>
                </a:cubicBezTo>
                <a:cubicBezTo>
                  <a:pt x="115314" y="16503"/>
                  <a:pt x="118969" y="17239"/>
                  <a:pt x="121937" y="18711"/>
                </a:cubicBezTo>
                <a:cubicBezTo>
                  <a:pt x="124905" y="20183"/>
                  <a:pt x="127305" y="22149"/>
                  <a:pt x="129139" y="24610"/>
                </a:cubicBezTo>
                <a:cubicBezTo>
                  <a:pt x="130973" y="27071"/>
                  <a:pt x="132288" y="29955"/>
                  <a:pt x="133084" y="33260"/>
                </a:cubicBezTo>
                <a:cubicBezTo>
                  <a:pt x="133880" y="36566"/>
                  <a:pt x="134278" y="40535"/>
                  <a:pt x="134278" y="45167"/>
                </a:cubicBezTo>
                <a:lnTo>
                  <a:pt x="134278" y="84906"/>
                </a:lnTo>
                <a:close/>
                <a:moveTo>
                  <a:pt x="189898" y="80201"/>
                </a:moveTo>
                <a:cubicBezTo>
                  <a:pt x="189898" y="81600"/>
                  <a:pt x="189802" y="82710"/>
                  <a:pt x="189609" y="83530"/>
                </a:cubicBezTo>
                <a:cubicBezTo>
                  <a:pt x="189416" y="84351"/>
                  <a:pt x="189126" y="84954"/>
                  <a:pt x="188740" y="85340"/>
                </a:cubicBezTo>
                <a:cubicBezTo>
                  <a:pt x="188354" y="85726"/>
                  <a:pt x="187775" y="86088"/>
                  <a:pt x="187003" y="86426"/>
                </a:cubicBezTo>
                <a:cubicBezTo>
                  <a:pt x="186231" y="86763"/>
                  <a:pt x="185350" y="87041"/>
                  <a:pt x="184361" y="87258"/>
                </a:cubicBezTo>
                <a:cubicBezTo>
                  <a:pt x="183372" y="87475"/>
                  <a:pt x="182322" y="87656"/>
                  <a:pt x="181212" y="87801"/>
                </a:cubicBezTo>
                <a:cubicBezTo>
                  <a:pt x="180102" y="87946"/>
                  <a:pt x="178992" y="88018"/>
                  <a:pt x="177883" y="88018"/>
                </a:cubicBezTo>
                <a:cubicBezTo>
                  <a:pt x="174505" y="88018"/>
                  <a:pt x="171609" y="87571"/>
                  <a:pt x="169197" y="86677"/>
                </a:cubicBezTo>
                <a:cubicBezTo>
                  <a:pt x="166784" y="85781"/>
                  <a:pt x="164805" y="84426"/>
                  <a:pt x="163261" y="82612"/>
                </a:cubicBezTo>
                <a:cubicBezTo>
                  <a:pt x="161717" y="80798"/>
                  <a:pt x="160595" y="78500"/>
                  <a:pt x="159895" y="75720"/>
                </a:cubicBezTo>
                <a:cubicBezTo>
                  <a:pt x="159196" y="72939"/>
                  <a:pt x="158846" y="69662"/>
                  <a:pt x="158846" y="65889"/>
                </a:cubicBezTo>
                <a:lnTo>
                  <a:pt x="158846" y="27723"/>
                </a:lnTo>
                <a:lnTo>
                  <a:pt x="149725" y="27723"/>
                </a:lnTo>
                <a:cubicBezTo>
                  <a:pt x="149002" y="27723"/>
                  <a:pt x="148423" y="27337"/>
                  <a:pt x="147988" y="26565"/>
                </a:cubicBezTo>
                <a:cubicBezTo>
                  <a:pt x="147554" y="25793"/>
                  <a:pt x="147337" y="24538"/>
                  <a:pt x="147337" y="22801"/>
                </a:cubicBezTo>
                <a:cubicBezTo>
                  <a:pt x="147337" y="21884"/>
                  <a:pt x="147397" y="21112"/>
                  <a:pt x="147518" y="20484"/>
                </a:cubicBezTo>
                <a:cubicBezTo>
                  <a:pt x="147638" y="19857"/>
                  <a:pt x="147795" y="19338"/>
                  <a:pt x="147988" y="18928"/>
                </a:cubicBezTo>
                <a:cubicBezTo>
                  <a:pt x="148181" y="18518"/>
                  <a:pt x="148435" y="18229"/>
                  <a:pt x="148748" y="18060"/>
                </a:cubicBezTo>
                <a:cubicBezTo>
                  <a:pt x="149062" y="17891"/>
                  <a:pt x="149412" y="17806"/>
                  <a:pt x="149798" y="17806"/>
                </a:cubicBezTo>
                <a:lnTo>
                  <a:pt x="158846" y="17806"/>
                </a:lnTo>
                <a:lnTo>
                  <a:pt x="158846" y="2316"/>
                </a:lnTo>
                <a:cubicBezTo>
                  <a:pt x="158846" y="1978"/>
                  <a:pt x="158930" y="1665"/>
                  <a:pt x="159099" y="1375"/>
                </a:cubicBezTo>
                <a:cubicBezTo>
                  <a:pt x="159268" y="1086"/>
                  <a:pt x="159582" y="832"/>
                  <a:pt x="160040" y="615"/>
                </a:cubicBezTo>
                <a:cubicBezTo>
                  <a:pt x="160499" y="398"/>
                  <a:pt x="161114" y="241"/>
                  <a:pt x="161886" y="145"/>
                </a:cubicBezTo>
                <a:cubicBezTo>
                  <a:pt x="162658" y="48"/>
                  <a:pt x="163623" y="0"/>
                  <a:pt x="164781" y="0"/>
                </a:cubicBezTo>
                <a:cubicBezTo>
                  <a:pt x="165988" y="0"/>
                  <a:pt x="166977" y="48"/>
                  <a:pt x="167749" y="145"/>
                </a:cubicBezTo>
                <a:cubicBezTo>
                  <a:pt x="168521" y="241"/>
                  <a:pt x="169124" y="398"/>
                  <a:pt x="169558" y="615"/>
                </a:cubicBezTo>
                <a:cubicBezTo>
                  <a:pt x="169993" y="832"/>
                  <a:pt x="170306" y="1086"/>
                  <a:pt x="170499" y="1375"/>
                </a:cubicBezTo>
                <a:cubicBezTo>
                  <a:pt x="170692" y="1665"/>
                  <a:pt x="170789" y="1978"/>
                  <a:pt x="170789" y="2316"/>
                </a:cubicBezTo>
                <a:lnTo>
                  <a:pt x="170789" y="17806"/>
                </a:lnTo>
                <a:lnTo>
                  <a:pt x="187510" y="17806"/>
                </a:lnTo>
                <a:cubicBezTo>
                  <a:pt x="187896" y="17806"/>
                  <a:pt x="188233" y="17891"/>
                  <a:pt x="188523" y="18060"/>
                </a:cubicBezTo>
                <a:cubicBezTo>
                  <a:pt x="188812" y="18229"/>
                  <a:pt x="189066" y="18518"/>
                  <a:pt x="189283" y="18928"/>
                </a:cubicBezTo>
                <a:cubicBezTo>
                  <a:pt x="189500" y="19338"/>
                  <a:pt x="189657" y="19857"/>
                  <a:pt x="189753" y="20484"/>
                </a:cubicBezTo>
                <a:cubicBezTo>
                  <a:pt x="189850" y="21112"/>
                  <a:pt x="189898" y="21884"/>
                  <a:pt x="189898" y="22801"/>
                </a:cubicBezTo>
                <a:cubicBezTo>
                  <a:pt x="189898" y="24538"/>
                  <a:pt x="189681" y="25793"/>
                  <a:pt x="189247" y="26565"/>
                </a:cubicBezTo>
                <a:cubicBezTo>
                  <a:pt x="188812" y="27337"/>
                  <a:pt x="188233" y="27723"/>
                  <a:pt x="187510" y="27723"/>
                </a:cubicBezTo>
                <a:lnTo>
                  <a:pt x="170789" y="27723"/>
                </a:lnTo>
                <a:lnTo>
                  <a:pt x="170789" y="64165"/>
                </a:lnTo>
                <a:cubicBezTo>
                  <a:pt x="170789" y="68665"/>
                  <a:pt x="171452" y="72065"/>
                  <a:pt x="172780" y="74365"/>
                </a:cubicBezTo>
                <a:cubicBezTo>
                  <a:pt x="174107" y="76663"/>
                  <a:pt x="176483" y="77812"/>
                  <a:pt x="179909" y="77812"/>
                </a:cubicBezTo>
                <a:cubicBezTo>
                  <a:pt x="181019" y="77812"/>
                  <a:pt x="182008" y="77703"/>
                  <a:pt x="182877" y="77486"/>
                </a:cubicBezTo>
                <a:cubicBezTo>
                  <a:pt x="183746" y="77269"/>
                  <a:pt x="184518" y="77040"/>
                  <a:pt x="185193" y="76799"/>
                </a:cubicBezTo>
                <a:cubicBezTo>
                  <a:pt x="185869" y="76557"/>
                  <a:pt x="186448" y="76328"/>
                  <a:pt x="186930" y="76111"/>
                </a:cubicBezTo>
                <a:cubicBezTo>
                  <a:pt x="187413" y="75894"/>
                  <a:pt x="187847" y="75785"/>
                  <a:pt x="188233" y="75785"/>
                </a:cubicBezTo>
                <a:cubicBezTo>
                  <a:pt x="188475" y="75785"/>
                  <a:pt x="188704" y="75846"/>
                  <a:pt x="188921" y="75966"/>
                </a:cubicBezTo>
                <a:cubicBezTo>
                  <a:pt x="189138" y="76087"/>
                  <a:pt x="189307" y="76316"/>
                  <a:pt x="189428" y="76654"/>
                </a:cubicBezTo>
                <a:cubicBezTo>
                  <a:pt x="189548" y="76992"/>
                  <a:pt x="189657" y="77450"/>
                  <a:pt x="189753" y="78029"/>
                </a:cubicBezTo>
                <a:cubicBezTo>
                  <a:pt x="189850" y="78608"/>
                  <a:pt x="189898" y="79332"/>
                  <a:pt x="189898" y="80201"/>
                </a:cubicBezTo>
                <a:close/>
                <a:moveTo>
                  <a:pt x="243772" y="24031"/>
                </a:moveTo>
                <a:cubicBezTo>
                  <a:pt x="243772" y="25093"/>
                  <a:pt x="243748" y="25986"/>
                  <a:pt x="243699" y="26709"/>
                </a:cubicBezTo>
                <a:cubicBezTo>
                  <a:pt x="243651" y="27433"/>
                  <a:pt x="243555" y="28000"/>
                  <a:pt x="243410" y="28410"/>
                </a:cubicBezTo>
                <a:cubicBezTo>
                  <a:pt x="243265" y="28821"/>
                  <a:pt x="243084" y="29134"/>
                  <a:pt x="242867" y="29351"/>
                </a:cubicBezTo>
                <a:cubicBezTo>
                  <a:pt x="242650" y="29569"/>
                  <a:pt x="242348" y="29677"/>
                  <a:pt x="241962" y="29677"/>
                </a:cubicBezTo>
                <a:cubicBezTo>
                  <a:pt x="241576" y="29677"/>
                  <a:pt x="241106" y="29569"/>
                  <a:pt x="240551" y="29351"/>
                </a:cubicBezTo>
                <a:cubicBezTo>
                  <a:pt x="239996" y="29134"/>
                  <a:pt x="239368" y="28917"/>
                  <a:pt x="238669" y="28700"/>
                </a:cubicBezTo>
                <a:cubicBezTo>
                  <a:pt x="237969" y="28483"/>
                  <a:pt x="237185" y="28278"/>
                  <a:pt x="236316" y="28085"/>
                </a:cubicBezTo>
                <a:cubicBezTo>
                  <a:pt x="235448" y="27892"/>
                  <a:pt x="234507" y="27795"/>
                  <a:pt x="233493" y="27795"/>
                </a:cubicBezTo>
                <a:cubicBezTo>
                  <a:pt x="232287" y="27795"/>
                  <a:pt x="231105" y="28036"/>
                  <a:pt x="229947" y="28519"/>
                </a:cubicBezTo>
                <a:cubicBezTo>
                  <a:pt x="228788" y="29002"/>
                  <a:pt x="227570" y="29798"/>
                  <a:pt x="226291" y="30908"/>
                </a:cubicBezTo>
                <a:cubicBezTo>
                  <a:pt x="225012" y="32018"/>
                  <a:pt x="223673" y="33489"/>
                  <a:pt x="222274" y="35323"/>
                </a:cubicBezTo>
                <a:cubicBezTo>
                  <a:pt x="220875" y="37157"/>
                  <a:pt x="219330" y="39401"/>
                  <a:pt x="217641" y="42055"/>
                </a:cubicBezTo>
                <a:lnTo>
                  <a:pt x="217641" y="84906"/>
                </a:lnTo>
                <a:cubicBezTo>
                  <a:pt x="217641" y="85292"/>
                  <a:pt x="217545" y="85617"/>
                  <a:pt x="217352" y="85883"/>
                </a:cubicBezTo>
                <a:cubicBezTo>
                  <a:pt x="217159" y="86148"/>
                  <a:pt x="216845" y="86377"/>
                  <a:pt x="216411" y="86570"/>
                </a:cubicBezTo>
                <a:cubicBezTo>
                  <a:pt x="215977" y="86763"/>
                  <a:pt x="215373" y="86908"/>
                  <a:pt x="214601" y="87005"/>
                </a:cubicBezTo>
                <a:cubicBezTo>
                  <a:pt x="213829" y="87101"/>
                  <a:pt x="212840" y="87149"/>
                  <a:pt x="211634" y="87149"/>
                </a:cubicBezTo>
                <a:cubicBezTo>
                  <a:pt x="210475" y="87149"/>
                  <a:pt x="209510" y="87101"/>
                  <a:pt x="208738" y="87005"/>
                </a:cubicBezTo>
                <a:cubicBezTo>
                  <a:pt x="207966" y="86908"/>
                  <a:pt x="207351" y="86763"/>
                  <a:pt x="206892" y="86570"/>
                </a:cubicBezTo>
                <a:cubicBezTo>
                  <a:pt x="206434" y="86377"/>
                  <a:pt x="206120" y="86148"/>
                  <a:pt x="205952" y="85883"/>
                </a:cubicBezTo>
                <a:cubicBezTo>
                  <a:pt x="205783" y="85617"/>
                  <a:pt x="205698" y="85292"/>
                  <a:pt x="205698" y="84906"/>
                </a:cubicBezTo>
                <a:lnTo>
                  <a:pt x="205698" y="19761"/>
                </a:lnTo>
                <a:cubicBezTo>
                  <a:pt x="205698" y="19375"/>
                  <a:pt x="205771" y="19049"/>
                  <a:pt x="205915" y="18783"/>
                </a:cubicBezTo>
                <a:cubicBezTo>
                  <a:pt x="206060" y="18518"/>
                  <a:pt x="206350" y="18277"/>
                  <a:pt x="206784" y="18060"/>
                </a:cubicBezTo>
                <a:cubicBezTo>
                  <a:pt x="207218" y="17842"/>
                  <a:pt x="207773" y="17698"/>
                  <a:pt x="208449" y="17625"/>
                </a:cubicBezTo>
                <a:cubicBezTo>
                  <a:pt x="209124" y="17553"/>
                  <a:pt x="210017" y="17517"/>
                  <a:pt x="211127" y="17517"/>
                </a:cubicBezTo>
                <a:cubicBezTo>
                  <a:pt x="212189" y="17517"/>
                  <a:pt x="213069" y="17553"/>
                  <a:pt x="213769" y="17625"/>
                </a:cubicBezTo>
                <a:cubicBezTo>
                  <a:pt x="214469" y="17698"/>
                  <a:pt x="215011" y="17842"/>
                  <a:pt x="215398" y="18060"/>
                </a:cubicBezTo>
                <a:cubicBezTo>
                  <a:pt x="215784" y="18277"/>
                  <a:pt x="216061" y="18518"/>
                  <a:pt x="216230" y="18783"/>
                </a:cubicBezTo>
                <a:cubicBezTo>
                  <a:pt x="216399" y="19049"/>
                  <a:pt x="216483" y="19375"/>
                  <a:pt x="216483" y="19761"/>
                </a:cubicBezTo>
                <a:lnTo>
                  <a:pt x="216483" y="29243"/>
                </a:lnTo>
                <a:cubicBezTo>
                  <a:pt x="218269" y="26637"/>
                  <a:pt x="219946" y="24514"/>
                  <a:pt x="221514" y="22873"/>
                </a:cubicBezTo>
                <a:cubicBezTo>
                  <a:pt x="223082" y="21232"/>
                  <a:pt x="224566" y="19942"/>
                  <a:pt x="225965" y="19001"/>
                </a:cubicBezTo>
                <a:cubicBezTo>
                  <a:pt x="227365" y="18060"/>
                  <a:pt x="228752" y="17408"/>
                  <a:pt x="230127" y="17046"/>
                </a:cubicBezTo>
                <a:cubicBezTo>
                  <a:pt x="231503" y="16684"/>
                  <a:pt x="232890" y="16503"/>
                  <a:pt x="234290" y="16503"/>
                </a:cubicBezTo>
                <a:cubicBezTo>
                  <a:pt x="234917" y="16503"/>
                  <a:pt x="235629" y="16540"/>
                  <a:pt x="236425" y="16612"/>
                </a:cubicBezTo>
                <a:cubicBezTo>
                  <a:pt x="237221" y="16684"/>
                  <a:pt x="238053" y="16817"/>
                  <a:pt x="238922" y="17010"/>
                </a:cubicBezTo>
                <a:cubicBezTo>
                  <a:pt x="239791" y="17203"/>
                  <a:pt x="240575" y="17420"/>
                  <a:pt x="241275" y="17662"/>
                </a:cubicBezTo>
                <a:cubicBezTo>
                  <a:pt x="241974" y="17903"/>
                  <a:pt x="242469" y="18144"/>
                  <a:pt x="242758" y="18385"/>
                </a:cubicBezTo>
                <a:cubicBezTo>
                  <a:pt x="243048" y="18627"/>
                  <a:pt x="243241" y="18856"/>
                  <a:pt x="243337" y="19073"/>
                </a:cubicBezTo>
                <a:cubicBezTo>
                  <a:pt x="243434" y="19290"/>
                  <a:pt x="243518" y="19568"/>
                  <a:pt x="243591" y="19905"/>
                </a:cubicBezTo>
                <a:cubicBezTo>
                  <a:pt x="243663" y="20243"/>
                  <a:pt x="243711" y="20738"/>
                  <a:pt x="243736" y="21389"/>
                </a:cubicBezTo>
                <a:cubicBezTo>
                  <a:pt x="243760" y="22041"/>
                  <a:pt x="243772" y="22921"/>
                  <a:pt x="243772" y="24031"/>
                </a:cubicBezTo>
                <a:close/>
                <a:moveTo>
                  <a:pt x="287126" y="86715"/>
                </a:moveTo>
                <a:lnTo>
                  <a:pt x="278440" y="110674"/>
                </a:lnTo>
                <a:cubicBezTo>
                  <a:pt x="278151" y="111446"/>
                  <a:pt x="277415" y="112037"/>
                  <a:pt x="276232" y="112447"/>
                </a:cubicBezTo>
                <a:cubicBezTo>
                  <a:pt x="275050" y="112857"/>
                  <a:pt x="273253" y="113063"/>
                  <a:pt x="270840" y="113063"/>
                </a:cubicBezTo>
                <a:cubicBezTo>
                  <a:pt x="269585" y="113063"/>
                  <a:pt x="268572" y="113002"/>
                  <a:pt x="267800" y="112882"/>
                </a:cubicBezTo>
                <a:cubicBezTo>
                  <a:pt x="267028" y="112761"/>
                  <a:pt x="266436" y="112556"/>
                  <a:pt x="266026" y="112266"/>
                </a:cubicBezTo>
                <a:cubicBezTo>
                  <a:pt x="265616" y="111977"/>
                  <a:pt x="265387" y="111591"/>
                  <a:pt x="265339" y="111108"/>
                </a:cubicBezTo>
                <a:cubicBezTo>
                  <a:pt x="265290" y="110626"/>
                  <a:pt x="265411" y="110047"/>
                  <a:pt x="265701" y="109371"/>
                </a:cubicBezTo>
                <a:lnTo>
                  <a:pt x="274676" y="86715"/>
                </a:lnTo>
                <a:cubicBezTo>
                  <a:pt x="274242" y="86522"/>
                  <a:pt x="273832" y="86208"/>
                  <a:pt x="273446" y="85774"/>
                </a:cubicBezTo>
                <a:cubicBezTo>
                  <a:pt x="273060" y="85340"/>
                  <a:pt x="272794" y="84881"/>
                  <a:pt x="272649" y="84399"/>
                </a:cubicBezTo>
                <a:lnTo>
                  <a:pt x="249414" y="22149"/>
                </a:lnTo>
                <a:cubicBezTo>
                  <a:pt x="249028" y="21136"/>
                  <a:pt x="248835" y="20340"/>
                  <a:pt x="248835" y="19761"/>
                </a:cubicBezTo>
                <a:cubicBezTo>
                  <a:pt x="248835" y="19182"/>
                  <a:pt x="249028" y="18723"/>
                  <a:pt x="249414" y="18385"/>
                </a:cubicBezTo>
                <a:cubicBezTo>
                  <a:pt x="249800" y="18048"/>
                  <a:pt x="250428" y="17818"/>
                  <a:pt x="251296" y="17698"/>
                </a:cubicBezTo>
                <a:cubicBezTo>
                  <a:pt x="252165" y="17577"/>
                  <a:pt x="253323" y="17517"/>
                  <a:pt x="254771" y="17517"/>
                </a:cubicBezTo>
                <a:cubicBezTo>
                  <a:pt x="256218" y="17517"/>
                  <a:pt x="257352" y="17553"/>
                  <a:pt x="258173" y="17625"/>
                </a:cubicBezTo>
                <a:cubicBezTo>
                  <a:pt x="258993" y="17698"/>
                  <a:pt x="259645" y="17830"/>
                  <a:pt x="260127" y="18023"/>
                </a:cubicBezTo>
                <a:cubicBezTo>
                  <a:pt x="260610" y="18216"/>
                  <a:pt x="260959" y="18494"/>
                  <a:pt x="261177" y="18856"/>
                </a:cubicBezTo>
                <a:cubicBezTo>
                  <a:pt x="261394" y="19218"/>
                  <a:pt x="261623" y="19712"/>
                  <a:pt x="261864" y="20340"/>
                </a:cubicBezTo>
                <a:lnTo>
                  <a:pt x="280467" y="72600"/>
                </a:lnTo>
                <a:lnTo>
                  <a:pt x="280684" y="72600"/>
                </a:lnTo>
                <a:lnTo>
                  <a:pt x="298635" y="20050"/>
                </a:lnTo>
                <a:cubicBezTo>
                  <a:pt x="298924" y="19133"/>
                  <a:pt x="299274" y="18542"/>
                  <a:pt x="299685" y="18277"/>
                </a:cubicBezTo>
                <a:cubicBezTo>
                  <a:pt x="300095" y="18011"/>
                  <a:pt x="300710" y="17818"/>
                  <a:pt x="301530" y="17698"/>
                </a:cubicBezTo>
                <a:cubicBezTo>
                  <a:pt x="302351" y="17577"/>
                  <a:pt x="303533" y="17517"/>
                  <a:pt x="305077" y="17517"/>
                </a:cubicBezTo>
                <a:cubicBezTo>
                  <a:pt x="306428" y="17517"/>
                  <a:pt x="307538" y="17577"/>
                  <a:pt x="308407" y="17698"/>
                </a:cubicBezTo>
                <a:cubicBezTo>
                  <a:pt x="309275" y="17818"/>
                  <a:pt x="309915" y="18048"/>
                  <a:pt x="310325" y="18385"/>
                </a:cubicBezTo>
                <a:cubicBezTo>
                  <a:pt x="310735" y="18723"/>
                  <a:pt x="310940" y="19182"/>
                  <a:pt x="310940" y="19761"/>
                </a:cubicBezTo>
                <a:cubicBezTo>
                  <a:pt x="310940" y="20340"/>
                  <a:pt x="310795" y="21064"/>
                  <a:pt x="310506" y="21932"/>
                </a:cubicBezTo>
                <a:lnTo>
                  <a:pt x="287126" y="86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284D6-4D92-4BBA-B988-06942024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711" y="960618"/>
            <a:ext cx="735274" cy="273257"/>
          </a:xfrm>
          <a:custGeom xmlns:a="http://schemas.openxmlformats.org/drawingml/2006/main">
            <a:pathLst>
              <a:path w="735274" h="273257">
                <a:moveTo>
                  <a:pt x="28166" y="273257"/>
                </a:moveTo>
                <a:cubicBezTo>
                  <a:pt x="12848" y="273257"/>
                  <a:pt x="0" y="260904"/>
                  <a:pt x="0" y="245091"/>
                </a:cubicBezTo>
                <a:lnTo>
                  <a:pt x="0" y="28660"/>
                </a:lnTo>
                <a:cubicBezTo>
                  <a:pt x="0" y="12848"/>
                  <a:pt x="12848" y="0"/>
                  <a:pt x="28166" y="0"/>
                </a:cubicBezTo>
                <a:lnTo>
                  <a:pt x="707109" y="0"/>
                </a:lnTo>
                <a:cubicBezTo>
                  <a:pt x="722427" y="0"/>
                  <a:pt x="735274" y="12848"/>
                  <a:pt x="735274" y="28660"/>
                </a:cubicBezTo>
                <a:lnTo>
                  <a:pt x="735274" y="245091"/>
                </a:lnTo>
                <a:cubicBezTo>
                  <a:pt x="735274" y="260904"/>
                  <a:pt x="722427" y="273257"/>
                  <a:pt x="707109" y="273257"/>
                </a:cubicBezTo>
                <a:lnTo>
                  <a:pt x="28166" y="273257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7C8AE-8262-48CA-8F54-A780503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711" y="960618"/>
            <a:ext cx="735274" cy="273257"/>
          </a:xfrm>
          <a:custGeom xmlns:a="http://schemas.openxmlformats.org/drawingml/2006/main">
            <a:pathLst>
              <a:path w="735274" h="273257" fill="none">
                <a:moveTo>
                  <a:pt x="28166" y="273257"/>
                </a:moveTo>
                <a:lnTo>
                  <a:pt x="707109" y="273257"/>
                </a:lnTo>
                <a:cubicBezTo>
                  <a:pt x="722427" y="273257"/>
                  <a:pt x="735274" y="260904"/>
                  <a:pt x="735274" y="245091"/>
                </a:cubicBezTo>
                <a:lnTo>
                  <a:pt x="735274" y="28660"/>
                </a:lnTo>
                <a:cubicBezTo>
                  <a:pt x="735274" y="12848"/>
                  <a:pt x="722427" y="0"/>
                  <a:pt x="707109" y="0"/>
                </a:cubicBezTo>
                <a:lnTo>
                  <a:pt x="28166" y="0"/>
                </a:lnTo>
                <a:cubicBezTo>
                  <a:pt x="12848" y="0"/>
                  <a:pt x="0" y="12848"/>
                  <a:pt x="0" y="28660"/>
                </a:cubicBezTo>
                <a:lnTo>
                  <a:pt x="0" y="245091"/>
                </a:lnTo>
                <a:cubicBezTo>
                  <a:pt x="0" y="260904"/>
                  <a:pt x="12848" y="273257"/>
                  <a:pt x="28166" y="273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10" name="Text for.body">
            <a:extLst xmlns:a="http://schemas.openxmlformats.org/drawingml/2006/main">
              <a:ext uri="{FF2B5EF4-FFF2-40B4-BE49-F238E27FC236}">
                <a16:creationId xmlns:a16="http://schemas.microsoft.com/office/drawing/2014/main" id="{5CBD16FD-5AE7-47AA-BE6F-C636B734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72" y="1040630"/>
            <a:ext cx="507574" cy="127684"/>
          </a:xfrm>
          <a:custGeom xmlns:a="http://schemas.openxmlformats.org/drawingml/2006/main">
            <a:pathLst>
              <a:path w="507574" h="127684">
                <a:moveTo>
                  <a:pt x="44081" y="7600"/>
                </a:moveTo>
                <a:cubicBezTo>
                  <a:pt x="44081" y="8517"/>
                  <a:pt x="44033" y="9253"/>
                  <a:pt x="43937" y="9808"/>
                </a:cubicBezTo>
                <a:cubicBezTo>
                  <a:pt x="43840" y="10363"/>
                  <a:pt x="43732" y="10809"/>
                  <a:pt x="43611" y="11147"/>
                </a:cubicBezTo>
                <a:cubicBezTo>
                  <a:pt x="43490" y="11485"/>
                  <a:pt x="43333" y="11714"/>
                  <a:pt x="43140" y="11835"/>
                </a:cubicBezTo>
                <a:cubicBezTo>
                  <a:pt x="42947" y="11955"/>
                  <a:pt x="42706" y="12016"/>
                  <a:pt x="42417" y="12016"/>
                </a:cubicBezTo>
                <a:cubicBezTo>
                  <a:pt x="42079" y="12016"/>
                  <a:pt x="41657" y="11907"/>
                  <a:pt x="41150" y="11690"/>
                </a:cubicBezTo>
                <a:cubicBezTo>
                  <a:pt x="40643" y="11473"/>
                  <a:pt x="40028" y="11231"/>
                  <a:pt x="39304" y="10966"/>
                </a:cubicBezTo>
                <a:cubicBezTo>
                  <a:pt x="38580" y="10701"/>
                  <a:pt x="37724" y="10459"/>
                  <a:pt x="36734" y="10242"/>
                </a:cubicBezTo>
                <a:cubicBezTo>
                  <a:pt x="35745" y="10025"/>
                  <a:pt x="34599" y="9917"/>
                  <a:pt x="33296" y="9917"/>
                </a:cubicBezTo>
                <a:cubicBezTo>
                  <a:pt x="31511" y="9917"/>
                  <a:pt x="29991" y="10205"/>
                  <a:pt x="28736" y="10783"/>
                </a:cubicBezTo>
                <a:cubicBezTo>
                  <a:pt x="27481" y="11360"/>
                  <a:pt x="26468" y="12262"/>
                  <a:pt x="25696" y="13488"/>
                </a:cubicBezTo>
                <a:cubicBezTo>
                  <a:pt x="24924" y="14714"/>
                  <a:pt x="24369" y="16301"/>
                  <a:pt x="24031" y="18250"/>
                </a:cubicBezTo>
                <a:cubicBezTo>
                  <a:pt x="23693" y="20198"/>
                  <a:pt x="23525" y="22567"/>
                  <a:pt x="23525" y="25357"/>
                </a:cubicBezTo>
                <a:lnTo>
                  <a:pt x="23525" y="32428"/>
                </a:lnTo>
                <a:lnTo>
                  <a:pt x="38074" y="32428"/>
                </a:lnTo>
                <a:cubicBezTo>
                  <a:pt x="38460" y="32428"/>
                  <a:pt x="38785" y="32512"/>
                  <a:pt x="39051" y="32681"/>
                </a:cubicBezTo>
                <a:cubicBezTo>
                  <a:pt x="39316" y="32850"/>
                  <a:pt x="39557" y="33139"/>
                  <a:pt x="39775" y="33550"/>
                </a:cubicBezTo>
                <a:cubicBezTo>
                  <a:pt x="39992" y="33960"/>
                  <a:pt x="40161" y="34479"/>
                  <a:pt x="40281" y="35106"/>
                </a:cubicBezTo>
                <a:cubicBezTo>
                  <a:pt x="40402" y="35733"/>
                  <a:pt x="40462" y="36505"/>
                  <a:pt x="40462" y="37422"/>
                </a:cubicBezTo>
                <a:cubicBezTo>
                  <a:pt x="40462" y="39159"/>
                  <a:pt x="40245" y="40414"/>
                  <a:pt x="39811" y="41186"/>
                </a:cubicBezTo>
                <a:cubicBezTo>
                  <a:pt x="39376" y="41958"/>
                  <a:pt x="38797" y="42344"/>
                  <a:pt x="38074" y="42344"/>
                </a:cubicBezTo>
                <a:lnTo>
                  <a:pt x="23525" y="42344"/>
                </a:lnTo>
                <a:lnTo>
                  <a:pt x="23525" y="99525"/>
                </a:lnTo>
                <a:cubicBezTo>
                  <a:pt x="23525" y="99911"/>
                  <a:pt x="23428" y="100237"/>
                  <a:pt x="23235" y="100504"/>
                </a:cubicBezTo>
                <a:cubicBezTo>
                  <a:pt x="23042" y="100769"/>
                  <a:pt x="22716" y="100999"/>
                  <a:pt x="22258" y="101192"/>
                </a:cubicBezTo>
                <a:cubicBezTo>
                  <a:pt x="21799" y="101385"/>
                  <a:pt x="21184" y="101530"/>
                  <a:pt x="20412" y="101626"/>
                </a:cubicBezTo>
                <a:cubicBezTo>
                  <a:pt x="19640" y="101723"/>
                  <a:pt x="18675" y="101771"/>
                  <a:pt x="17517" y="101771"/>
                </a:cubicBezTo>
                <a:cubicBezTo>
                  <a:pt x="16359" y="101771"/>
                  <a:pt x="15393" y="101723"/>
                  <a:pt x="14621" y="101626"/>
                </a:cubicBezTo>
                <a:cubicBezTo>
                  <a:pt x="13849" y="101530"/>
                  <a:pt x="13234" y="101385"/>
                  <a:pt x="12776" y="101192"/>
                </a:cubicBezTo>
                <a:cubicBezTo>
                  <a:pt x="12317" y="100999"/>
                  <a:pt x="11991" y="100769"/>
                  <a:pt x="11798" y="100504"/>
                </a:cubicBezTo>
                <a:cubicBezTo>
                  <a:pt x="11605" y="100237"/>
                  <a:pt x="11509" y="99911"/>
                  <a:pt x="11509" y="99525"/>
                </a:cubicBezTo>
                <a:lnTo>
                  <a:pt x="11509" y="42344"/>
                </a:lnTo>
                <a:lnTo>
                  <a:pt x="2316" y="42344"/>
                </a:lnTo>
                <a:cubicBezTo>
                  <a:pt x="1544" y="42344"/>
                  <a:pt x="965" y="41958"/>
                  <a:pt x="579" y="41186"/>
                </a:cubicBezTo>
                <a:cubicBezTo>
                  <a:pt x="193" y="40414"/>
                  <a:pt x="0" y="39159"/>
                  <a:pt x="0" y="37422"/>
                </a:cubicBezTo>
                <a:cubicBezTo>
                  <a:pt x="0" y="36505"/>
                  <a:pt x="48" y="35733"/>
                  <a:pt x="145" y="35106"/>
                </a:cubicBezTo>
                <a:cubicBezTo>
                  <a:pt x="241" y="34479"/>
                  <a:pt x="386" y="33960"/>
                  <a:pt x="579" y="33550"/>
                </a:cubicBezTo>
                <a:cubicBezTo>
                  <a:pt x="772" y="33139"/>
                  <a:pt x="1013" y="32850"/>
                  <a:pt x="1303" y="32681"/>
                </a:cubicBezTo>
                <a:cubicBezTo>
                  <a:pt x="1592" y="32512"/>
                  <a:pt x="1930" y="32428"/>
                  <a:pt x="2316" y="32428"/>
                </a:cubicBezTo>
                <a:lnTo>
                  <a:pt x="11509" y="32428"/>
                </a:lnTo>
                <a:lnTo>
                  <a:pt x="11509" y="25712"/>
                </a:lnTo>
                <a:cubicBezTo>
                  <a:pt x="11509" y="21185"/>
                  <a:pt x="11931" y="17297"/>
                  <a:pt x="12776" y="14047"/>
                </a:cubicBezTo>
                <a:cubicBezTo>
                  <a:pt x="13620" y="10797"/>
                  <a:pt x="14911" y="8137"/>
                  <a:pt x="16648" y="6067"/>
                </a:cubicBezTo>
                <a:cubicBezTo>
                  <a:pt x="18385" y="3996"/>
                  <a:pt x="20569" y="2468"/>
                  <a:pt x="23199" y="1482"/>
                </a:cubicBezTo>
                <a:cubicBezTo>
                  <a:pt x="25829" y="494"/>
                  <a:pt x="28929" y="0"/>
                  <a:pt x="32500" y="0"/>
                </a:cubicBezTo>
                <a:cubicBezTo>
                  <a:pt x="34189" y="0"/>
                  <a:pt x="35830" y="157"/>
                  <a:pt x="37422" y="470"/>
                </a:cubicBezTo>
                <a:cubicBezTo>
                  <a:pt x="39015" y="784"/>
                  <a:pt x="40245" y="1122"/>
                  <a:pt x="41114" y="1484"/>
                </a:cubicBezTo>
                <a:cubicBezTo>
                  <a:pt x="41982" y="1846"/>
                  <a:pt x="42561" y="2172"/>
                  <a:pt x="42851" y="2461"/>
                </a:cubicBezTo>
                <a:cubicBezTo>
                  <a:pt x="43140" y="2751"/>
                  <a:pt x="43382" y="3125"/>
                  <a:pt x="43575" y="3583"/>
                </a:cubicBezTo>
                <a:cubicBezTo>
                  <a:pt x="43768" y="4041"/>
                  <a:pt x="43900" y="4596"/>
                  <a:pt x="43973" y="5248"/>
                </a:cubicBezTo>
                <a:cubicBezTo>
                  <a:pt x="44045" y="5899"/>
                  <a:pt x="44081" y="6683"/>
                  <a:pt x="44081" y="7600"/>
                </a:cubicBezTo>
                <a:close/>
                <a:moveTo>
                  <a:pt x="114120" y="66267"/>
                </a:moveTo>
                <a:cubicBezTo>
                  <a:pt x="114120" y="71579"/>
                  <a:pt x="113421" y="76470"/>
                  <a:pt x="112021" y="80938"/>
                </a:cubicBezTo>
                <a:cubicBezTo>
                  <a:pt x="110622" y="85406"/>
                  <a:pt x="108535" y="89259"/>
                  <a:pt x="105760" y="92497"/>
                </a:cubicBezTo>
                <a:cubicBezTo>
                  <a:pt x="102985" y="95733"/>
                  <a:pt x="99511" y="98256"/>
                  <a:pt x="95337" y="100068"/>
                </a:cubicBezTo>
                <a:cubicBezTo>
                  <a:pt x="91163" y="101879"/>
                  <a:pt x="86325" y="102784"/>
                  <a:pt x="80824" y="102784"/>
                </a:cubicBezTo>
                <a:cubicBezTo>
                  <a:pt x="75468" y="102784"/>
                  <a:pt x="70799" y="101987"/>
                  <a:pt x="66818" y="100393"/>
                </a:cubicBezTo>
                <a:cubicBezTo>
                  <a:pt x="62837" y="98799"/>
                  <a:pt x="59519" y="96481"/>
                  <a:pt x="56865" y="93438"/>
                </a:cubicBezTo>
                <a:cubicBezTo>
                  <a:pt x="54211" y="90395"/>
                  <a:pt x="52233" y="86699"/>
                  <a:pt x="50930" y="82352"/>
                </a:cubicBezTo>
                <a:cubicBezTo>
                  <a:pt x="49627" y="78004"/>
                  <a:pt x="48975" y="73077"/>
                  <a:pt x="48975" y="67570"/>
                </a:cubicBezTo>
                <a:cubicBezTo>
                  <a:pt x="48975" y="62257"/>
                  <a:pt x="49663" y="57367"/>
                  <a:pt x="51038" y="52899"/>
                </a:cubicBezTo>
                <a:cubicBezTo>
                  <a:pt x="52414" y="48430"/>
                  <a:pt x="54489" y="44578"/>
                  <a:pt x="57263" y="41342"/>
                </a:cubicBezTo>
                <a:cubicBezTo>
                  <a:pt x="60038" y="38104"/>
                  <a:pt x="63500" y="35592"/>
                  <a:pt x="67650" y="33805"/>
                </a:cubicBezTo>
                <a:cubicBezTo>
                  <a:pt x="71800" y="32018"/>
                  <a:pt x="76650" y="31125"/>
                  <a:pt x="82199" y="31125"/>
                </a:cubicBezTo>
                <a:cubicBezTo>
                  <a:pt x="87556" y="31125"/>
                  <a:pt x="92224" y="31922"/>
                  <a:pt x="96205" y="33516"/>
                </a:cubicBezTo>
                <a:cubicBezTo>
                  <a:pt x="100187" y="35110"/>
                  <a:pt x="103504" y="37428"/>
                  <a:pt x="106158" y="40471"/>
                </a:cubicBezTo>
                <a:cubicBezTo>
                  <a:pt x="108812" y="43514"/>
                  <a:pt x="110803" y="47210"/>
                  <a:pt x="112130" y="51557"/>
                </a:cubicBezTo>
                <a:cubicBezTo>
                  <a:pt x="113457" y="55905"/>
                  <a:pt x="114120" y="60808"/>
                  <a:pt x="114120" y="66267"/>
                </a:cubicBezTo>
                <a:moveTo>
                  <a:pt x="101526" y="67063"/>
                </a:moveTo>
                <a:cubicBezTo>
                  <a:pt x="101526" y="63536"/>
                  <a:pt x="101200" y="60202"/>
                  <a:pt x="100548" y="57061"/>
                </a:cubicBezTo>
                <a:cubicBezTo>
                  <a:pt x="99897" y="53919"/>
                  <a:pt x="98823" y="51165"/>
                  <a:pt x="97327" y="48798"/>
                </a:cubicBezTo>
                <a:cubicBezTo>
                  <a:pt x="95831" y="46430"/>
                  <a:pt x="93805" y="44558"/>
                  <a:pt x="91247" y="43181"/>
                </a:cubicBezTo>
                <a:cubicBezTo>
                  <a:pt x="88690" y="41803"/>
                  <a:pt x="85505" y="41114"/>
                  <a:pt x="81693" y="41114"/>
                </a:cubicBezTo>
                <a:cubicBezTo>
                  <a:pt x="78170" y="41114"/>
                  <a:pt x="75142" y="41742"/>
                  <a:pt x="72608" y="42998"/>
                </a:cubicBezTo>
                <a:cubicBezTo>
                  <a:pt x="70075" y="44254"/>
                  <a:pt x="67988" y="46030"/>
                  <a:pt x="66347" y="48327"/>
                </a:cubicBezTo>
                <a:cubicBezTo>
                  <a:pt x="64707" y="50622"/>
                  <a:pt x="63488" y="53340"/>
                  <a:pt x="62692" y="56482"/>
                </a:cubicBezTo>
                <a:cubicBezTo>
                  <a:pt x="61896" y="59621"/>
                  <a:pt x="61498" y="63052"/>
                  <a:pt x="61498" y="66774"/>
                </a:cubicBezTo>
                <a:cubicBezTo>
                  <a:pt x="61498" y="70349"/>
                  <a:pt x="61823" y="73707"/>
                  <a:pt x="62475" y="76848"/>
                </a:cubicBezTo>
                <a:cubicBezTo>
                  <a:pt x="63126" y="79989"/>
                  <a:pt x="64212" y="82732"/>
                  <a:pt x="65732" y="85075"/>
                </a:cubicBezTo>
                <a:cubicBezTo>
                  <a:pt x="67252" y="87419"/>
                  <a:pt x="69291" y="89279"/>
                  <a:pt x="71848" y="90658"/>
                </a:cubicBezTo>
                <a:cubicBezTo>
                  <a:pt x="74406" y="92034"/>
                  <a:pt x="77591" y="92723"/>
                  <a:pt x="81403" y="92723"/>
                </a:cubicBezTo>
                <a:cubicBezTo>
                  <a:pt x="84877" y="92723"/>
                  <a:pt x="87893" y="92095"/>
                  <a:pt x="90451" y="90839"/>
                </a:cubicBezTo>
                <a:cubicBezTo>
                  <a:pt x="93008" y="89583"/>
                  <a:pt x="95108" y="87819"/>
                  <a:pt x="96748" y="85548"/>
                </a:cubicBezTo>
                <a:cubicBezTo>
                  <a:pt x="98389" y="83275"/>
                  <a:pt x="99595" y="80569"/>
                  <a:pt x="100367" y="77430"/>
                </a:cubicBezTo>
                <a:cubicBezTo>
                  <a:pt x="101140" y="74289"/>
                  <a:pt x="101526" y="70833"/>
                  <a:pt x="101526" y="67063"/>
                </a:cubicBezTo>
                <a:close/>
                <a:moveTo>
                  <a:pt x="169658" y="38653"/>
                </a:moveTo>
                <a:cubicBezTo>
                  <a:pt x="169658" y="39714"/>
                  <a:pt x="169634" y="40607"/>
                  <a:pt x="169586" y="41331"/>
                </a:cubicBezTo>
                <a:cubicBezTo>
                  <a:pt x="169538" y="42055"/>
                  <a:pt x="169441" y="42622"/>
                  <a:pt x="169296" y="43032"/>
                </a:cubicBezTo>
                <a:cubicBezTo>
                  <a:pt x="169152" y="43442"/>
                  <a:pt x="168971" y="43756"/>
                  <a:pt x="168753" y="43973"/>
                </a:cubicBezTo>
                <a:cubicBezTo>
                  <a:pt x="168536" y="44190"/>
                  <a:pt x="168235" y="44299"/>
                  <a:pt x="167849" y="44299"/>
                </a:cubicBezTo>
                <a:cubicBezTo>
                  <a:pt x="167463" y="44299"/>
                  <a:pt x="166992" y="44190"/>
                  <a:pt x="166437" y="43973"/>
                </a:cubicBezTo>
                <a:cubicBezTo>
                  <a:pt x="165882" y="43756"/>
                  <a:pt x="165255" y="43539"/>
                  <a:pt x="164555" y="43321"/>
                </a:cubicBezTo>
                <a:cubicBezTo>
                  <a:pt x="163856" y="43104"/>
                  <a:pt x="163071" y="42899"/>
                  <a:pt x="162203" y="42706"/>
                </a:cubicBezTo>
                <a:cubicBezTo>
                  <a:pt x="161334" y="42513"/>
                  <a:pt x="160393" y="42417"/>
                  <a:pt x="159380" y="42417"/>
                </a:cubicBezTo>
                <a:cubicBezTo>
                  <a:pt x="158173" y="42417"/>
                  <a:pt x="156991" y="42658"/>
                  <a:pt x="155833" y="43140"/>
                </a:cubicBezTo>
                <a:cubicBezTo>
                  <a:pt x="154675" y="43623"/>
                  <a:pt x="153456" y="44419"/>
                  <a:pt x="152178" y="45529"/>
                </a:cubicBezTo>
                <a:cubicBezTo>
                  <a:pt x="150899" y="46639"/>
                  <a:pt x="149560" y="48111"/>
                  <a:pt x="148160" y="49944"/>
                </a:cubicBezTo>
                <a:cubicBezTo>
                  <a:pt x="146761" y="51778"/>
                  <a:pt x="145217" y="54022"/>
                  <a:pt x="143528" y="56676"/>
                </a:cubicBezTo>
                <a:lnTo>
                  <a:pt x="143528" y="99527"/>
                </a:lnTo>
                <a:cubicBezTo>
                  <a:pt x="143528" y="99913"/>
                  <a:pt x="143431" y="100239"/>
                  <a:pt x="143238" y="100504"/>
                </a:cubicBezTo>
                <a:cubicBezTo>
                  <a:pt x="143045" y="100769"/>
                  <a:pt x="142732" y="100999"/>
                  <a:pt x="142297" y="101192"/>
                </a:cubicBezTo>
                <a:cubicBezTo>
                  <a:pt x="141863" y="101385"/>
                  <a:pt x="141260" y="101530"/>
                  <a:pt x="140488" y="101626"/>
                </a:cubicBezTo>
                <a:cubicBezTo>
                  <a:pt x="139716" y="101723"/>
                  <a:pt x="138727" y="101771"/>
                  <a:pt x="137520" y="101771"/>
                </a:cubicBezTo>
                <a:cubicBezTo>
                  <a:pt x="136362" y="101771"/>
                  <a:pt x="135397" y="101723"/>
                  <a:pt x="134625" y="101626"/>
                </a:cubicBezTo>
                <a:cubicBezTo>
                  <a:pt x="133853" y="101530"/>
                  <a:pt x="133237" y="101385"/>
                  <a:pt x="132779" y="101192"/>
                </a:cubicBezTo>
                <a:cubicBezTo>
                  <a:pt x="132321" y="100999"/>
                  <a:pt x="132007" y="100769"/>
                  <a:pt x="131838" y="100504"/>
                </a:cubicBezTo>
                <a:cubicBezTo>
                  <a:pt x="131669" y="100239"/>
                  <a:pt x="131585" y="99913"/>
                  <a:pt x="131585" y="99527"/>
                </a:cubicBezTo>
                <a:lnTo>
                  <a:pt x="131585" y="34382"/>
                </a:lnTo>
                <a:cubicBezTo>
                  <a:pt x="131585" y="33996"/>
                  <a:pt x="131657" y="33670"/>
                  <a:pt x="131802" y="33405"/>
                </a:cubicBezTo>
                <a:cubicBezTo>
                  <a:pt x="131947" y="33139"/>
                  <a:pt x="132236" y="32898"/>
                  <a:pt x="132670" y="32681"/>
                </a:cubicBezTo>
                <a:cubicBezTo>
                  <a:pt x="133105" y="32464"/>
                  <a:pt x="133660" y="32319"/>
                  <a:pt x="134335" y="32247"/>
                </a:cubicBezTo>
                <a:cubicBezTo>
                  <a:pt x="135011" y="32174"/>
                  <a:pt x="135904" y="32138"/>
                  <a:pt x="137013" y="32138"/>
                </a:cubicBezTo>
                <a:cubicBezTo>
                  <a:pt x="138075" y="32138"/>
                  <a:pt x="138956" y="32174"/>
                  <a:pt x="139655" y="32247"/>
                </a:cubicBezTo>
                <a:cubicBezTo>
                  <a:pt x="140355" y="32319"/>
                  <a:pt x="140898" y="32464"/>
                  <a:pt x="141284" y="32681"/>
                </a:cubicBezTo>
                <a:cubicBezTo>
                  <a:pt x="141670" y="32898"/>
                  <a:pt x="141948" y="33139"/>
                  <a:pt x="142116" y="33405"/>
                </a:cubicBezTo>
                <a:cubicBezTo>
                  <a:pt x="142285" y="33670"/>
                  <a:pt x="142370" y="33996"/>
                  <a:pt x="142370" y="34382"/>
                </a:cubicBezTo>
                <a:lnTo>
                  <a:pt x="142370" y="43864"/>
                </a:lnTo>
                <a:cubicBezTo>
                  <a:pt x="144155" y="41258"/>
                  <a:pt x="145832" y="39135"/>
                  <a:pt x="147400" y="37495"/>
                </a:cubicBezTo>
                <a:cubicBezTo>
                  <a:pt x="148969" y="35854"/>
                  <a:pt x="150453" y="34563"/>
                  <a:pt x="151852" y="33622"/>
                </a:cubicBezTo>
                <a:cubicBezTo>
                  <a:pt x="153251" y="32681"/>
                  <a:pt x="154639" y="32030"/>
                  <a:pt x="156014" y="31668"/>
                </a:cubicBezTo>
                <a:cubicBezTo>
                  <a:pt x="157389" y="31306"/>
                  <a:pt x="158777" y="31125"/>
                  <a:pt x="160176" y="31125"/>
                </a:cubicBezTo>
                <a:cubicBezTo>
                  <a:pt x="160803" y="31125"/>
                  <a:pt x="161515" y="31161"/>
                  <a:pt x="162311" y="31233"/>
                </a:cubicBezTo>
                <a:cubicBezTo>
                  <a:pt x="163108" y="31306"/>
                  <a:pt x="163940" y="31438"/>
                  <a:pt x="164809" y="31631"/>
                </a:cubicBezTo>
                <a:cubicBezTo>
                  <a:pt x="165677" y="31824"/>
                  <a:pt x="166461" y="32042"/>
                  <a:pt x="167161" y="32283"/>
                </a:cubicBezTo>
                <a:cubicBezTo>
                  <a:pt x="167861" y="32524"/>
                  <a:pt x="168355" y="32765"/>
                  <a:pt x="168645" y="33007"/>
                </a:cubicBezTo>
                <a:cubicBezTo>
                  <a:pt x="168934" y="33248"/>
                  <a:pt x="169127" y="33477"/>
                  <a:pt x="169224" y="33694"/>
                </a:cubicBezTo>
                <a:cubicBezTo>
                  <a:pt x="169320" y="33912"/>
                  <a:pt x="169405" y="34189"/>
                  <a:pt x="169477" y="34527"/>
                </a:cubicBezTo>
                <a:cubicBezTo>
                  <a:pt x="169550" y="34865"/>
                  <a:pt x="169598" y="35359"/>
                  <a:pt x="169622" y="36011"/>
                </a:cubicBezTo>
                <a:cubicBezTo>
                  <a:pt x="169646" y="36662"/>
                  <a:pt x="169658" y="37543"/>
                  <a:pt x="169658" y="38653"/>
                </a:cubicBezTo>
                <a:close/>
                <a:moveTo>
                  <a:pt x="198664" y="93483"/>
                </a:moveTo>
                <a:cubicBezTo>
                  <a:pt x="198664" y="96924"/>
                  <a:pt x="198097" y="99214"/>
                  <a:pt x="196963" y="100353"/>
                </a:cubicBezTo>
                <a:cubicBezTo>
                  <a:pt x="195829" y="101491"/>
                  <a:pt x="193766" y="102060"/>
                  <a:pt x="190774" y="102060"/>
                </a:cubicBezTo>
                <a:cubicBezTo>
                  <a:pt x="187879" y="102060"/>
                  <a:pt x="185877" y="101503"/>
                  <a:pt x="184767" y="100389"/>
                </a:cubicBezTo>
                <a:cubicBezTo>
                  <a:pt x="183657" y="99274"/>
                  <a:pt x="183102" y="97045"/>
                  <a:pt x="183102" y="93700"/>
                </a:cubicBezTo>
                <a:cubicBezTo>
                  <a:pt x="183102" y="90259"/>
                  <a:pt x="183669" y="87969"/>
                  <a:pt x="184803" y="86830"/>
                </a:cubicBezTo>
                <a:cubicBezTo>
                  <a:pt x="185937" y="85692"/>
                  <a:pt x="188000" y="85123"/>
                  <a:pt x="190992" y="85123"/>
                </a:cubicBezTo>
                <a:cubicBezTo>
                  <a:pt x="193887" y="85123"/>
                  <a:pt x="195890" y="85680"/>
                  <a:pt x="196999" y="86794"/>
                </a:cubicBezTo>
                <a:cubicBezTo>
                  <a:pt x="198109" y="87909"/>
                  <a:pt x="198664" y="90138"/>
                  <a:pt x="198664" y="93483"/>
                </a:cubicBezTo>
                <a:close/>
                <a:moveTo>
                  <a:pt x="280462" y="66122"/>
                </a:moveTo>
                <a:cubicBezTo>
                  <a:pt x="280462" y="71772"/>
                  <a:pt x="279847" y="76856"/>
                  <a:pt x="278616" y="81372"/>
                </a:cubicBezTo>
                <a:cubicBezTo>
                  <a:pt x="277386" y="85889"/>
                  <a:pt x="275576" y="89742"/>
                  <a:pt x="273188" y="92931"/>
                </a:cubicBezTo>
                <a:cubicBezTo>
                  <a:pt x="270799" y="96119"/>
                  <a:pt x="267868" y="98558"/>
                  <a:pt x="264393" y="100248"/>
                </a:cubicBezTo>
                <a:cubicBezTo>
                  <a:pt x="260919" y="101939"/>
                  <a:pt x="256938" y="102784"/>
                  <a:pt x="252450" y="102784"/>
                </a:cubicBezTo>
                <a:cubicBezTo>
                  <a:pt x="250375" y="102784"/>
                  <a:pt x="248457" y="102578"/>
                  <a:pt x="246695" y="102167"/>
                </a:cubicBezTo>
                <a:cubicBezTo>
                  <a:pt x="244934" y="101756"/>
                  <a:pt x="243209" y="101093"/>
                  <a:pt x="241520" y="100176"/>
                </a:cubicBezTo>
                <a:cubicBezTo>
                  <a:pt x="239831" y="99258"/>
                  <a:pt x="238142" y="98098"/>
                  <a:pt x="236453" y="96697"/>
                </a:cubicBezTo>
                <a:cubicBezTo>
                  <a:pt x="234764" y="95296"/>
                  <a:pt x="232979" y="93606"/>
                  <a:pt x="231097" y="91626"/>
                </a:cubicBezTo>
                <a:lnTo>
                  <a:pt x="231097" y="99540"/>
                </a:lnTo>
                <a:cubicBezTo>
                  <a:pt x="231097" y="99924"/>
                  <a:pt x="231000" y="100259"/>
                  <a:pt x="230807" y="100547"/>
                </a:cubicBezTo>
                <a:cubicBezTo>
                  <a:pt x="230614" y="100835"/>
                  <a:pt x="230301" y="101064"/>
                  <a:pt x="229866" y="101232"/>
                </a:cubicBezTo>
                <a:cubicBezTo>
                  <a:pt x="229432" y="101400"/>
                  <a:pt x="228889" y="101531"/>
                  <a:pt x="228238" y="101626"/>
                </a:cubicBezTo>
                <a:cubicBezTo>
                  <a:pt x="227586" y="101723"/>
                  <a:pt x="226754" y="101771"/>
                  <a:pt x="225741" y="101771"/>
                </a:cubicBezTo>
                <a:cubicBezTo>
                  <a:pt x="224775" y="101771"/>
                  <a:pt x="223955" y="101723"/>
                  <a:pt x="223280" y="101626"/>
                </a:cubicBezTo>
                <a:cubicBezTo>
                  <a:pt x="222604" y="101530"/>
                  <a:pt x="222049" y="101397"/>
                  <a:pt x="221615" y="101228"/>
                </a:cubicBezTo>
                <a:cubicBezTo>
                  <a:pt x="221180" y="101059"/>
                  <a:pt x="220891" y="100830"/>
                  <a:pt x="220746" y="100540"/>
                </a:cubicBezTo>
                <a:cubicBezTo>
                  <a:pt x="220601" y="100249"/>
                  <a:pt x="220529" y="99911"/>
                  <a:pt x="220529" y="99525"/>
                </a:cubicBezTo>
                <a:lnTo>
                  <a:pt x="220529" y="2753"/>
                </a:lnTo>
                <a:cubicBezTo>
                  <a:pt x="220529" y="2367"/>
                  <a:pt x="220613" y="2029"/>
                  <a:pt x="220782" y="1739"/>
                </a:cubicBezTo>
                <a:cubicBezTo>
                  <a:pt x="220951" y="1448"/>
                  <a:pt x="221265" y="1206"/>
                  <a:pt x="221723" y="1013"/>
                </a:cubicBezTo>
                <a:cubicBezTo>
                  <a:pt x="222182" y="820"/>
                  <a:pt x="222797" y="676"/>
                  <a:pt x="223569" y="579"/>
                </a:cubicBezTo>
                <a:cubicBezTo>
                  <a:pt x="224341" y="483"/>
                  <a:pt x="225306" y="434"/>
                  <a:pt x="226464" y="434"/>
                </a:cubicBezTo>
                <a:cubicBezTo>
                  <a:pt x="227671" y="434"/>
                  <a:pt x="228660" y="483"/>
                  <a:pt x="229432" y="579"/>
                </a:cubicBezTo>
                <a:cubicBezTo>
                  <a:pt x="230204" y="676"/>
                  <a:pt x="230807" y="821"/>
                  <a:pt x="231242" y="1016"/>
                </a:cubicBezTo>
                <a:cubicBezTo>
                  <a:pt x="231676" y="1209"/>
                  <a:pt x="231990" y="1451"/>
                  <a:pt x="232183" y="1742"/>
                </a:cubicBezTo>
                <a:cubicBezTo>
                  <a:pt x="232376" y="2031"/>
                  <a:pt x="232472" y="2369"/>
                  <a:pt x="232472" y="2755"/>
                </a:cubicBezTo>
                <a:lnTo>
                  <a:pt x="232472" y="41849"/>
                </a:lnTo>
                <a:cubicBezTo>
                  <a:pt x="234402" y="39869"/>
                  <a:pt x="236272" y="38203"/>
                  <a:pt x="238082" y="36850"/>
                </a:cubicBezTo>
                <a:cubicBezTo>
                  <a:pt x="239891" y="35497"/>
                  <a:pt x="241665" y="34399"/>
                  <a:pt x="243402" y="33554"/>
                </a:cubicBezTo>
                <a:cubicBezTo>
                  <a:pt x="245139" y="32708"/>
                  <a:pt x="246876" y="32092"/>
                  <a:pt x="248614" y="31706"/>
                </a:cubicBezTo>
                <a:cubicBezTo>
                  <a:pt x="250351" y="31319"/>
                  <a:pt x="252185" y="31125"/>
                  <a:pt x="254115" y="31125"/>
                </a:cubicBezTo>
                <a:cubicBezTo>
                  <a:pt x="258844" y="31125"/>
                  <a:pt x="262885" y="32067"/>
                  <a:pt x="266239" y="33952"/>
                </a:cubicBezTo>
                <a:cubicBezTo>
                  <a:pt x="269593" y="35836"/>
                  <a:pt x="272319" y="38359"/>
                  <a:pt x="274418" y="41523"/>
                </a:cubicBezTo>
                <a:cubicBezTo>
                  <a:pt x="276517" y="44687"/>
                  <a:pt x="278049" y="48394"/>
                  <a:pt x="279015" y="52645"/>
                </a:cubicBezTo>
                <a:cubicBezTo>
                  <a:pt x="279980" y="56895"/>
                  <a:pt x="280462" y="61387"/>
                  <a:pt x="280462" y="66122"/>
                </a:cubicBezTo>
                <a:moveTo>
                  <a:pt x="267868" y="67497"/>
                </a:moveTo>
                <a:cubicBezTo>
                  <a:pt x="267868" y="64163"/>
                  <a:pt x="267614" y="60926"/>
                  <a:pt x="267108" y="57784"/>
                </a:cubicBezTo>
                <a:cubicBezTo>
                  <a:pt x="266601" y="54643"/>
                  <a:pt x="265720" y="51865"/>
                  <a:pt x="264466" y="49449"/>
                </a:cubicBezTo>
                <a:cubicBezTo>
                  <a:pt x="263211" y="47033"/>
                  <a:pt x="261546" y="45089"/>
                  <a:pt x="259471" y="43615"/>
                </a:cubicBezTo>
                <a:cubicBezTo>
                  <a:pt x="257396" y="42141"/>
                  <a:pt x="254814" y="41403"/>
                  <a:pt x="251726" y="41403"/>
                </a:cubicBezTo>
                <a:cubicBezTo>
                  <a:pt x="250182" y="41403"/>
                  <a:pt x="248662" y="41621"/>
                  <a:pt x="247166" y="42057"/>
                </a:cubicBezTo>
                <a:cubicBezTo>
                  <a:pt x="245670" y="42491"/>
                  <a:pt x="244150" y="43216"/>
                  <a:pt x="242606" y="44231"/>
                </a:cubicBezTo>
                <a:cubicBezTo>
                  <a:pt x="241062" y="45246"/>
                  <a:pt x="239457" y="46551"/>
                  <a:pt x="237792" y="48146"/>
                </a:cubicBezTo>
                <a:cubicBezTo>
                  <a:pt x="236128" y="49742"/>
                  <a:pt x="234354" y="51748"/>
                  <a:pt x="232472" y="54165"/>
                </a:cubicBezTo>
                <a:lnTo>
                  <a:pt x="232472" y="80178"/>
                </a:lnTo>
                <a:cubicBezTo>
                  <a:pt x="235754" y="84191"/>
                  <a:pt x="238890" y="87249"/>
                  <a:pt x="241882" y="89353"/>
                </a:cubicBezTo>
                <a:cubicBezTo>
                  <a:pt x="244874" y="91455"/>
                  <a:pt x="247986" y="92506"/>
                  <a:pt x="251219" y="92506"/>
                </a:cubicBezTo>
                <a:cubicBezTo>
                  <a:pt x="254211" y="92506"/>
                  <a:pt x="256769" y="91781"/>
                  <a:pt x="258892" y="90332"/>
                </a:cubicBezTo>
                <a:cubicBezTo>
                  <a:pt x="261015" y="88881"/>
                  <a:pt x="262740" y="86960"/>
                  <a:pt x="264067" y="84568"/>
                </a:cubicBezTo>
                <a:cubicBezTo>
                  <a:pt x="265394" y="82177"/>
                  <a:pt x="266360" y="79495"/>
                  <a:pt x="266963" y="76523"/>
                </a:cubicBezTo>
                <a:cubicBezTo>
                  <a:pt x="267566" y="73550"/>
                  <a:pt x="267868" y="70542"/>
                  <a:pt x="267868" y="67497"/>
                </a:cubicBezTo>
                <a:close/>
                <a:moveTo>
                  <a:pt x="358866" y="66267"/>
                </a:moveTo>
                <a:cubicBezTo>
                  <a:pt x="358866" y="71579"/>
                  <a:pt x="358166" y="76470"/>
                  <a:pt x="356767" y="80938"/>
                </a:cubicBezTo>
                <a:cubicBezTo>
                  <a:pt x="355367" y="85406"/>
                  <a:pt x="353280" y="89259"/>
                  <a:pt x="350506" y="92497"/>
                </a:cubicBezTo>
                <a:cubicBezTo>
                  <a:pt x="347731" y="95733"/>
                  <a:pt x="344257" y="98256"/>
                  <a:pt x="340083" y="100068"/>
                </a:cubicBezTo>
                <a:cubicBezTo>
                  <a:pt x="335908" y="101879"/>
                  <a:pt x="331071" y="102784"/>
                  <a:pt x="325570" y="102784"/>
                </a:cubicBezTo>
                <a:cubicBezTo>
                  <a:pt x="320213" y="102784"/>
                  <a:pt x="315545" y="101987"/>
                  <a:pt x="311564" y="100393"/>
                </a:cubicBezTo>
                <a:cubicBezTo>
                  <a:pt x="307582" y="98799"/>
                  <a:pt x="304265" y="96481"/>
                  <a:pt x="301611" y="93438"/>
                </a:cubicBezTo>
                <a:cubicBezTo>
                  <a:pt x="298957" y="90395"/>
                  <a:pt x="296978" y="86699"/>
                  <a:pt x="295675" y="82352"/>
                </a:cubicBezTo>
                <a:cubicBezTo>
                  <a:pt x="294373" y="78004"/>
                  <a:pt x="293721" y="73077"/>
                  <a:pt x="293721" y="67570"/>
                </a:cubicBezTo>
                <a:cubicBezTo>
                  <a:pt x="293721" y="62257"/>
                  <a:pt x="294409" y="57367"/>
                  <a:pt x="295784" y="52899"/>
                </a:cubicBezTo>
                <a:cubicBezTo>
                  <a:pt x="297159" y="48430"/>
                  <a:pt x="299234" y="44578"/>
                  <a:pt x="302009" y="41342"/>
                </a:cubicBezTo>
                <a:cubicBezTo>
                  <a:pt x="304784" y="38104"/>
                  <a:pt x="308246" y="35592"/>
                  <a:pt x="312396" y="33805"/>
                </a:cubicBezTo>
                <a:cubicBezTo>
                  <a:pt x="316546" y="32018"/>
                  <a:pt x="321396" y="31125"/>
                  <a:pt x="326945" y="31125"/>
                </a:cubicBezTo>
                <a:cubicBezTo>
                  <a:pt x="332301" y="31125"/>
                  <a:pt x="336970" y="31922"/>
                  <a:pt x="340951" y="33516"/>
                </a:cubicBezTo>
                <a:cubicBezTo>
                  <a:pt x="344932" y="35110"/>
                  <a:pt x="348250" y="37428"/>
                  <a:pt x="350904" y="40471"/>
                </a:cubicBezTo>
                <a:cubicBezTo>
                  <a:pt x="353558" y="43514"/>
                  <a:pt x="355548" y="47210"/>
                  <a:pt x="356875" y="51557"/>
                </a:cubicBezTo>
                <a:cubicBezTo>
                  <a:pt x="358202" y="55905"/>
                  <a:pt x="358866" y="60808"/>
                  <a:pt x="358866" y="66267"/>
                </a:cubicBezTo>
                <a:moveTo>
                  <a:pt x="346271" y="67063"/>
                </a:moveTo>
                <a:cubicBezTo>
                  <a:pt x="346271" y="63536"/>
                  <a:pt x="345946" y="60202"/>
                  <a:pt x="345294" y="57061"/>
                </a:cubicBezTo>
                <a:cubicBezTo>
                  <a:pt x="344643" y="53919"/>
                  <a:pt x="343569" y="51165"/>
                  <a:pt x="342073" y="48798"/>
                </a:cubicBezTo>
                <a:cubicBezTo>
                  <a:pt x="340577" y="46430"/>
                  <a:pt x="338550" y="44558"/>
                  <a:pt x="335993" y="43181"/>
                </a:cubicBezTo>
                <a:cubicBezTo>
                  <a:pt x="333435" y="41803"/>
                  <a:pt x="330251" y="41114"/>
                  <a:pt x="326438" y="41114"/>
                </a:cubicBezTo>
                <a:cubicBezTo>
                  <a:pt x="322916" y="41114"/>
                  <a:pt x="319888" y="41742"/>
                  <a:pt x="317354" y="42998"/>
                </a:cubicBezTo>
                <a:cubicBezTo>
                  <a:pt x="314821" y="44254"/>
                  <a:pt x="312734" y="46030"/>
                  <a:pt x="311093" y="48327"/>
                </a:cubicBezTo>
                <a:cubicBezTo>
                  <a:pt x="309452" y="50622"/>
                  <a:pt x="308234" y="53340"/>
                  <a:pt x="307438" y="56482"/>
                </a:cubicBezTo>
                <a:cubicBezTo>
                  <a:pt x="306642" y="59621"/>
                  <a:pt x="306243" y="63052"/>
                  <a:pt x="306243" y="66774"/>
                </a:cubicBezTo>
                <a:cubicBezTo>
                  <a:pt x="306243" y="70349"/>
                  <a:pt x="306569" y="73707"/>
                  <a:pt x="307221" y="76848"/>
                </a:cubicBezTo>
                <a:cubicBezTo>
                  <a:pt x="307872" y="79989"/>
                  <a:pt x="308958" y="82732"/>
                  <a:pt x="310478" y="85075"/>
                </a:cubicBezTo>
                <a:cubicBezTo>
                  <a:pt x="311998" y="87419"/>
                  <a:pt x="314037" y="89279"/>
                  <a:pt x="316594" y="90658"/>
                </a:cubicBezTo>
                <a:cubicBezTo>
                  <a:pt x="319152" y="92034"/>
                  <a:pt x="322337" y="92723"/>
                  <a:pt x="326149" y="92723"/>
                </a:cubicBezTo>
                <a:cubicBezTo>
                  <a:pt x="329623" y="92723"/>
                  <a:pt x="332639" y="92095"/>
                  <a:pt x="335197" y="90839"/>
                </a:cubicBezTo>
                <a:cubicBezTo>
                  <a:pt x="337754" y="89583"/>
                  <a:pt x="339853" y="87819"/>
                  <a:pt x="341494" y="85548"/>
                </a:cubicBezTo>
                <a:cubicBezTo>
                  <a:pt x="343135" y="83275"/>
                  <a:pt x="344341" y="80569"/>
                  <a:pt x="345113" y="77430"/>
                </a:cubicBezTo>
                <a:cubicBezTo>
                  <a:pt x="345885" y="74289"/>
                  <a:pt x="346271" y="70833"/>
                  <a:pt x="346271" y="67063"/>
                </a:cubicBezTo>
                <a:close/>
                <a:moveTo>
                  <a:pt x="432138" y="99525"/>
                </a:moveTo>
                <a:cubicBezTo>
                  <a:pt x="432138" y="99911"/>
                  <a:pt x="432053" y="100249"/>
                  <a:pt x="431884" y="100540"/>
                </a:cubicBezTo>
                <a:cubicBezTo>
                  <a:pt x="431715" y="100830"/>
                  <a:pt x="431426" y="101059"/>
                  <a:pt x="431016" y="101228"/>
                </a:cubicBezTo>
                <a:cubicBezTo>
                  <a:pt x="430605" y="101397"/>
                  <a:pt x="430063" y="101530"/>
                  <a:pt x="429387" y="101626"/>
                </a:cubicBezTo>
                <a:cubicBezTo>
                  <a:pt x="428711" y="101723"/>
                  <a:pt x="427891" y="101771"/>
                  <a:pt x="426926" y="101771"/>
                </a:cubicBezTo>
                <a:cubicBezTo>
                  <a:pt x="425913" y="101771"/>
                  <a:pt x="425068" y="101723"/>
                  <a:pt x="424393" y="101626"/>
                </a:cubicBezTo>
                <a:cubicBezTo>
                  <a:pt x="423717" y="101531"/>
                  <a:pt x="423162" y="101400"/>
                  <a:pt x="422728" y="101232"/>
                </a:cubicBezTo>
                <a:cubicBezTo>
                  <a:pt x="422293" y="101064"/>
                  <a:pt x="421980" y="100835"/>
                  <a:pt x="421787" y="100547"/>
                </a:cubicBezTo>
                <a:cubicBezTo>
                  <a:pt x="421594" y="100259"/>
                  <a:pt x="421497" y="99924"/>
                  <a:pt x="421497" y="99540"/>
                </a:cubicBezTo>
                <a:lnTo>
                  <a:pt x="421497" y="90974"/>
                </a:lnTo>
                <a:cubicBezTo>
                  <a:pt x="418071" y="94693"/>
                  <a:pt x="414512" y="97591"/>
                  <a:pt x="410821" y="99669"/>
                </a:cubicBezTo>
                <a:cubicBezTo>
                  <a:pt x="407129" y="101746"/>
                  <a:pt x="403088" y="102784"/>
                  <a:pt x="398697" y="102784"/>
                </a:cubicBezTo>
                <a:cubicBezTo>
                  <a:pt x="393919" y="102784"/>
                  <a:pt x="389842" y="101854"/>
                  <a:pt x="386464" y="99995"/>
                </a:cubicBezTo>
                <a:cubicBezTo>
                  <a:pt x="383086" y="98136"/>
                  <a:pt x="380347" y="95624"/>
                  <a:pt x="378248" y="92461"/>
                </a:cubicBezTo>
                <a:cubicBezTo>
                  <a:pt x="376149" y="89295"/>
                  <a:pt x="374617" y="85576"/>
                  <a:pt x="373652" y="81302"/>
                </a:cubicBezTo>
                <a:cubicBezTo>
                  <a:pt x="372687" y="77027"/>
                  <a:pt x="372204" y="72522"/>
                  <a:pt x="372204" y="67787"/>
                </a:cubicBezTo>
                <a:cubicBezTo>
                  <a:pt x="372204" y="62185"/>
                  <a:pt x="372808" y="57125"/>
                  <a:pt x="374014" y="52609"/>
                </a:cubicBezTo>
                <a:cubicBezTo>
                  <a:pt x="375220" y="48093"/>
                  <a:pt x="377006" y="44240"/>
                  <a:pt x="379370" y="41053"/>
                </a:cubicBezTo>
                <a:cubicBezTo>
                  <a:pt x="381735" y="37863"/>
                  <a:pt x="384666" y="35411"/>
                  <a:pt x="388165" y="33697"/>
                </a:cubicBezTo>
                <a:cubicBezTo>
                  <a:pt x="391663" y="31982"/>
                  <a:pt x="395705" y="31125"/>
                  <a:pt x="400289" y="31125"/>
                </a:cubicBezTo>
                <a:cubicBezTo>
                  <a:pt x="404101" y="31125"/>
                  <a:pt x="407588" y="31958"/>
                  <a:pt x="410748" y="33624"/>
                </a:cubicBezTo>
                <a:cubicBezTo>
                  <a:pt x="413909" y="35291"/>
                  <a:pt x="417034" y="37742"/>
                  <a:pt x="420122" y="40978"/>
                </a:cubicBezTo>
                <a:lnTo>
                  <a:pt x="420122" y="3045"/>
                </a:lnTo>
                <a:cubicBezTo>
                  <a:pt x="420122" y="2707"/>
                  <a:pt x="420206" y="2381"/>
                  <a:pt x="420375" y="2067"/>
                </a:cubicBezTo>
                <a:cubicBezTo>
                  <a:pt x="420544" y="1752"/>
                  <a:pt x="420870" y="1510"/>
                  <a:pt x="421353" y="1341"/>
                </a:cubicBezTo>
                <a:cubicBezTo>
                  <a:pt x="421835" y="1171"/>
                  <a:pt x="422450" y="1025"/>
                  <a:pt x="423198" y="905"/>
                </a:cubicBezTo>
                <a:cubicBezTo>
                  <a:pt x="423946" y="784"/>
                  <a:pt x="424899" y="724"/>
                  <a:pt x="426057" y="724"/>
                </a:cubicBezTo>
                <a:cubicBezTo>
                  <a:pt x="427264" y="724"/>
                  <a:pt x="428253" y="784"/>
                  <a:pt x="429025" y="905"/>
                </a:cubicBezTo>
                <a:cubicBezTo>
                  <a:pt x="429797" y="1025"/>
                  <a:pt x="430400" y="1170"/>
                  <a:pt x="430835" y="1339"/>
                </a:cubicBezTo>
                <a:cubicBezTo>
                  <a:pt x="431269" y="1508"/>
                  <a:pt x="431595" y="1750"/>
                  <a:pt x="431812" y="2065"/>
                </a:cubicBezTo>
                <a:cubicBezTo>
                  <a:pt x="432029" y="2379"/>
                  <a:pt x="432138" y="2705"/>
                  <a:pt x="432138" y="3042"/>
                </a:cubicBezTo>
                <a:lnTo>
                  <a:pt x="432138" y="99525"/>
                </a:lnTo>
                <a:moveTo>
                  <a:pt x="420122" y="53731"/>
                </a:moveTo>
                <a:cubicBezTo>
                  <a:pt x="416889" y="49718"/>
                  <a:pt x="413764" y="46661"/>
                  <a:pt x="410748" y="44559"/>
                </a:cubicBezTo>
                <a:cubicBezTo>
                  <a:pt x="407732" y="42455"/>
                  <a:pt x="404584" y="41403"/>
                  <a:pt x="401302" y="41403"/>
                </a:cubicBezTo>
                <a:cubicBezTo>
                  <a:pt x="398262" y="41403"/>
                  <a:pt x="395681" y="42129"/>
                  <a:pt x="393557" y="43579"/>
                </a:cubicBezTo>
                <a:cubicBezTo>
                  <a:pt x="391434" y="45028"/>
                  <a:pt x="389709" y="46937"/>
                  <a:pt x="388382" y="49304"/>
                </a:cubicBezTo>
                <a:cubicBezTo>
                  <a:pt x="387055" y="51672"/>
                  <a:pt x="386090" y="54354"/>
                  <a:pt x="385487" y="57350"/>
                </a:cubicBezTo>
                <a:cubicBezTo>
                  <a:pt x="384883" y="60346"/>
                  <a:pt x="384582" y="63391"/>
                  <a:pt x="384582" y="66484"/>
                </a:cubicBezTo>
                <a:cubicBezTo>
                  <a:pt x="384582" y="69770"/>
                  <a:pt x="384835" y="72983"/>
                  <a:pt x="385342" y="76125"/>
                </a:cubicBezTo>
                <a:cubicBezTo>
                  <a:pt x="385849" y="79266"/>
                  <a:pt x="386729" y="82056"/>
                  <a:pt x="387984" y="84496"/>
                </a:cubicBezTo>
                <a:cubicBezTo>
                  <a:pt x="389238" y="86936"/>
                  <a:pt x="390903" y="88893"/>
                  <a:pt x="392978" y="90368"/>
                </a:cubicBezTo>
                <a:cubicBezTo>
                  <a:pt x="395053" y="91841"/>
                  <a:pt x="397659" y="92578"/>
                  <a:pt x="400796" y="92578"/>
                </a:cubicBezTo>
                <a:cubicBezTo>
                  <a:pt x="402388" y="92578"/>
                  <a:pt x="403920" y="92361"/>
                  <a:pt x="405392" y="91927"/>
                </a:cubicBezTo>
                <a:cubicBezTo>
                  <a:pt x="406864" y="91491"/>
                  <a:pt x="408372" y="90766"/>
                  <a:pt x="409916" y="89751"/>
                </a:cubicBezTo>
                <a:cubicBezTo>
                  <a:pt x="411460" y="88736"/>
                  <a:pt x="413077" y="87419"/>
                  <a:pt x="414766" y="85799"/>
                </a:cubicBezTo>
                <a:cubicBezTo>
                  <a:pt x="416455" y="84179"/>
                  <a:pt x="418240" y="82185"/>
                  <a:pt x="420122" y="79816"/>
                </a:cubicBezTo>
                <a:lnTo>
                  <a:pt x="420122" y="53731"/>
                </a:lnTo>
                <a:close/>
                <a:moveTo>
                  <a:pt x="483760" y="101336"/>
                </a:moveTo>
                <a:lnTo>
                  <a:pt x="475074" y="125295"/>
                </a:lnTo>
                <a:cubicBezTo>
                  <a:pt x="474784" y="126067"/>
                  <a:pt x="474048" y="126659"/>
                  <a:pt x="472866" y="127069"/>
                </a:cubicBezTo>
                <a:cubicBezTo>
                  <a:pt x="471684" y="127479"/>
                  <a:pt x="469886" y="127684"/>
                  <a:pt x="467473" y="127684"/>
                </a:cubicBezTo>
                <a:cubicBezTo>
                  <a:pt x="466219" y="127684"/>
                  <a:pt x="465205" y="127624"/>
                  <a:pt x="464433" y="127503"/>
                </a:cubicBezTo>
                <a:cubicBezTo>
                  <a:pt x="463661" y="127382"/>
                  <a:pt x="463070" y="127177"/>
                  <a:pt x="462660" y="126888"/>
                </a:cubicBezTo>
                <a:cubicBezTo>
                  <a:pt x="462250" y="126598"/>
                  <a:pt x="462020" y="126212"/>
                  <a:pt x="461972" y="125730"/>
                </a:cubicBezTo>
                <a:cubicBezTo>
                  <a:pt x="461924" y="125247"/>
                  <a:pt x="462045" y="124668"/>
                  <a:pt x="462334" y="123992"/>
                </a:cubicBezTo>
                <a:lnTo>
                  <a:pt x="471310" y="101336"/>
                </a:lnTo>
                <a:cubicBezTo>
                  <a:pt x="470875" y="101143"/>
                  <a:pt x="470465" y="100830"/>
                  <a:pt x="470079" y="100396"/>
                </a:cubicBezTo>
                <a:cubicBezTo>
                  <a:pt x="469693" y="99961"/>
                  <a:pt x="469428" y="99503"/>
                  <a:pt x="469283" y="99020"/>
                </a:cubicBezTo>
                <a:lnTo>
                  <a:pt x="446048" y="36771"/>
                </a:lnTo>
                <a:cubicBezTo>
                  <a:pt x="445662" y="35757"/>
                  <a:pt x="445469" y="34961"/>
                  <a:pt x="445469" y="34382"/>
                </a:cubicBezTo>
                <a:cubicBezTo>
                  <a:pt x="445469" y="33803"/>
                  <a:pt x="445662" y="33345"/>
                  <a:pt x="446048" y="33007"/>
                </a:cubicBezTo>
                <a:cubicBezTo>
                  <a:pt x="446434" y="32669"/>
                  <a:pt x="447061" y="32440"/>
                  <a:pt x="447930" y="32319"/>
                </a:cubicBezTo>
                <a:cubicBezTo>
                  <a:pt x="448798" y="32198"/>
                  <a:pt x="449957" y="32138"/>
                  <a:pt x="451404" y="32138"/>
                </a:cubicBezTo>
                <a:cubicBezTo>
                  <a:pt x="452852" y="32138"/>
                  <a:pt x="453986" y="32174"/>
                  <a:pt x="454806" y="32247"/>
                </a:cubicBezTo>
                <a:cubicBezTo>
                  <a:pt x="455627" y="32319"/>
                  <a:pt x="456278" y="32452"/>
                  <a:pt x="456761" y="32645"/>
                </a:cubicBezTo>
                <a:cubicBezTo>
                  <a:pt x="457243" y="32838"/>
                  <a:pt x="457593" y="33115"/>
                  <a:pt x="457810" y="33477"/>
                </a:cubicBezTo>
                <a:cubicBezTo>
                  <a:pt x="458027" y="33839"/>
                  <a:pt x="458257" y="34334"/>
                  <a:pt x="458498" y="34961"/>
                </a:cubicBezTo>
                <a:lnTo>
                  <a:pt x="477100" y="87222"/>
                </a:lnTo>
                <a:lnTo>
                  <a:pt x="477317" y="87222"/>
                </a:lnTo>
                <a:lnTo>
                  <a:pt x="495268" y="34672"/>
                </a:lnTo>
                <a:cubicBezTo>
                  <a:pt x="495558" y="33755"/>
                  <a:pt x="495908" y="33164"/>
                  <a:pt x="496318" y="32898"/>
                </a:cubicBezTo>
                <a:cubicBezTo>
                  <a:pt x="496728" y="32633"/>
                  <a:pt x="497343" y="32440"/>
                  <a:pt x="498164" y="32319"/>
                </a:cubicBezTo>
                <a:cubicBezTo>
                  <a:pt x="498984" y="32198"/>
                  <a:pt x="500166" y="32138"/>
                  <a:pt x="501711" y="32138"/>
                </a:cubicBezTo>
                <a:cubicBezTo>
                  <a:pt x="503062" y="32138"/>
                  <a:pt x="504172" y="32198"/>
                  <a:pt x="505040" y="32319"/>
                </a:cubicBezTo>
                <a:cubicBezTo>
                  <a:pt x="505909" y="32440"/>
                  <a:pt x="506548" y="32669"/>
                  <a:pt x="506958" y="33007"/>
                </a:cubicBezTo>
                <a:cubicBezTo>
                  <a:pt x="507369" y="33345"/>
                  <a:pt x="507574" y="33803"/>
                  <a:pt x="507574" y="34382"/>
                </a:cubicBezTo>
                <a:cubicBezTo>
                  <a:pt x="507574" y="34961"/>
                  <a:pt x="507429" y="35685"/>
                  <a:pt x="507139" y="36554"/>
                </a:cubicBezTo>
                <a:lnTo>
                  <a:pt x="483760" y="101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923FE-76C0-48B7-831F-3541CEFB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629" y="1427577"/>
            <a:ext cx="735274" cy="273257"/>
          </a:xfrm>
          <a:custGeom xmlns:a="http://schemas.openxmlformats.org/drawingml/2006/main">
            <a:pathLst>
              <a:path w="735274" h="273257">
                <a:moveTo>
                  <a:pt x="28166" y="273257"/>
                </a:moveTo>
                <a:cubicBezTo>
                  <a:pt x="12353" y="273257"/>
                  <a:pt x="0" y="260410"/>
                  <a:pt x="0" y="245091"/>
                </a:cubicBezTo>
                <a:lnTo>
                  <a:pt x="0" y="28660"/>
                </a:lnTo>
                <a:cubicBezTo>
                  <a:pt x="0" y="12848"/>
                  <a:pt x="12353" y="0"/>
                  <a:pt x="28166" y="0"/>
                </a:cubicBezTo>
                <a:lnTo>
                  <a:pt x="707109" y="0"/>
                </a:lnTo>
                <a:cubicBezTo>
                  <a:pt x="722427" y="0"/>
                  <a:pt x="735274" y="12848"/>
                  <a:pt x="735274" y="28660"/>
                </a:cubicBezTo>
                <a:lnTo>
                  <a:pt x="735274" y="245091"/>
                </a:lnTo>
                <a:cubicBezTo>
                  <a:pt x="735274" y="260410"/>
                  <a:pt x="722427" y="273257"/>
                  <a:pt x="707109" y="273257"/>
                </a:cubicBezTo>
                <a:lnTo>
                  <a:pt x="28166" y="273257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33158-AB7E-4B87-A2C8-35332065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629" y="1427577"/>
            <a:ext cx="735274" cy="273257"/>
          </a:xfrm>
          <a:custGeom xmlns:a="http://schemas.openxmlformats.org/drawingml/2006/main">
            <a:pathLst>
              <a:path w="735274" h="273257" fill="none">
                <a:moveTo>
                  <a:pt x="28166" y="273257"/>
                </a:moveTo>
                <a:lnTo>
                  <a:pt x="707109" y="273257"/>
                </a:lnTo>
                <a:cubicBezTo>
                  <a:pt x="722427" y="273257"/>
                  <a:pt x="735274" y="260410"/>
                  <a:pt x="735274" y="245091"/>
                </a:cubicBezTo>
                <a:lnTo>
                  <a:pt x="735274" y="28660"/>
                </a:lnTo>
                <a:cubicBezTo>
                  <a:pt x="735274" y="12848"/>
                  <a:pt x="722427" y="0"/>
                  <a:pt x="707109" y="0"/>
                </a:cubicBezTo>
                <a:lnTo>
                  <a:pt x="28166" y="0"/>
                </a:lnTo>
                <a:cubicBezTo>
                  <a:pt x="12353" y="0"/>
                  <a:pt x="0" y="12848"/>
                  <a:pt x="0" y="28660"/>
                </a:cubicBezTo>
                <a:lnTo>
                  <a:pt x="0" y="245091"/>
                </a:lnTo>
                <a:cubicBezTo>
                  <a:pt x="0" y="260410"/>
                  <a:pt x="12353" y="273257"/>
                  <a:pt x="28166" y="273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13" name="Text for.body4">
            <a:extLst xmlns:a="http://schemas.openxmlformats.org/drawingml/2006/main">
              <a:ext uri="{FF2B5EF4-FFF2-40B4-BE49-F238E27FC236}">
                <a16:creationId xmlns:a16="http://schemas.microsoft.com/office/drawing/2014/main" id="{9A5C9F00-FB47-4ED6-94DD-3AC30634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35" y="1507588"/>
            <a:ext cx="581425" cy="127684"/>
          </a:xfrm>
          <a:custGeom xmlns:a="http://schemas.openxmlformats.org/drawingml/2006/main">
            <a:pathLst>
              <a:path w="581425" h="127684">
                <a:moveTo>
                  <a:pt x="44081" y="7600"/>
                </a:moveTo>
                <a:cubicBezTo>
                  <a:pt x="44081" y="8517"/>
                  <a:pt x="44033" y="9253"/>
                  <a:pt x="43937" y="9808"/>
                </a:cubicBezTo>
                <a:cubicBezTo>
                  <a:pt x="43840" y="10363"/>
                  <a:pt x="43732" y="10809"/>
                  <a:pt x="43611" y="11147"/>
                </a:cubicBezTo>
                <a:cubicBezTo>
                  <a:pt x="43490" y="11485"/>
                  <a:pt x="43333" y="11714"/>
                  <a:pt x="43140" y="11835"/>
                </a:cubicBezTo>
                <a:cubicBezTo>
                  <a:pt x="42947" y="11955"/>
                  <a:pt x="42706" y="12016"/>
                  <a:pt x="42417" y="12016"/>
                </a:cubicBezTo>
                <a:cubicBezTo>
                  <a:pt x="42079" y="12016"/>
                  <a:pt x="41657" y="11907"/>
                  <a:pt x="41150" y="11690"/>
                </a:cubicBezTo>
                <a:cubicBezTo>
                  <a:pt x="40643" y="11473"/>
                  <a:pt x="40028" y="11231"/>
                  <a:pt x="39304" y="10966"/>
                </a:cubicBezTo>
                <a:cubicBezTo>
                  <a:pt x="38580" y="10701"/>
                  <a:pt x="37724" y="10459"/>
                  <a:pt x="36734" y="10242"/>
                </a:cubicBezTo>
                <a:cubicBezTo>
                  <a:pt x="35745" y="10025"/>
                  <a:pt x="34599" y="9917"/>
                  <a:pt x="33296" y="9917"/>
                </a:cubicBezTo>
                <a:cubicBezTo>
                  <a:pt x="31511" y="9917"/>
                  <a:pt x="29991" y="10205"/>
                  <a:pt x="28736" y="10783"/>
                </a:cubicBezTo>
                <a:cubicBezTo>
                  <a:pt x="27481" y="11360"/>
                  <a:pt x="26468" y="12262"/>
                  <a:pt x="25696" y="13488"/>
                </a:cubicBezTo>
                <a:cubicBezTo>
                  <a:pt x="24924" y="14714"/>
                  <a:pt x="24369" y="16301"/>
                  <a:pt x="24031" y="18250"/>
                </a:cubicBezTo>
                <a:cubicBezTo>
                  <a:pt x="23693" y="20198"/>
                  <a:pt x="23525" y="22567"/>
                  <a:pt x="23525" y="25357"/>
                </a:cubicBezTo>
                <a:lnTo>
                  <a:pt x="23525" y="32428"/>
                </a:lnTo>
                <a:lnTo>
                  <a:pt x="38074" y="32428"/>
                </a:lnTo>
                <a:cubicBezTo>
                  <a:pt x="38460" y="32428"/>
                  <a:pt x="38785" y="32512"/>
                  <a:pt x="39051" y="32681"/>
                </a:cubicBezTo>
                <a:cubicBezTo>
                  <a:pt x="39316" y="32850"/>
                  <a:pt x="39557" y="33139"/>
                  <a:pt x="39775" y="33550"/>
                </a:cubicBezTo>
                <a:cubicBezTo>
                  <a:pt x="39992" y="33960"/>
                  <a:pt x="40161" y="34479"/>
                  <a:pt x="40281" y="35106"/>
                </a:cubicBezTo>
                <a:cubicBezTo>
                  <a:pt x="40402" y="35733"/>
                  <a:pt x="40462" y="36505"/>
                  <a:pt x="40462" y="37422"/>
                </a:cubicBezTo>
                <a:cubicBezTo>
                  <a:pt x="40462" y="39159"/>
                  <a:pt x="40245" y="40414"/>
                  <a:pt x="39811" y="41186"/>
                </a:cubicBezTo>
                <a:cubicBezTo>
                  <a:pt x="39376" y="41958"/>
                  <a:pt x="38797" y="42344"/>
                  <a:pt x="38074" y="42344"/>
                </a:cubicBezTo>
                <a:lnTo>
                  <a:pt x="23525" y="42344"/>
                </a:lnTo>
                <a:lnTo>
                  <a:pt x="23525" y="99525"/>
                </a:lnTo>
                <a:cubicBezTo>
                  <a:pt x="23525" y="99911"/>
                  <a:pt x="23428" y="100237"/>
                  <a:pt x="23235" y="100504"/>
                </a:cubicBezTo>
                <a:cubicBezTo>
                  <a:pt x="23042" y="100769"/>
                  <a:pt x="22716" y="100999"/>
                  <a:pt x="22258" y="101192"/>
                </a:cubicBezTo>
                <a:cubicBezTo>
                  <a:pt x="21799" y="101385"/>
                  <a:pt x="21184" y="101530"/>
                  <a:pt x="20412" y="101626"/>
                </a:cubicBezTo>
                <a:cubicBezTo>
                  <a:pt x="19640" y="101723"/>
                  <a:pt x="18675" y="101771"/>
                  <a:pt x="17517" y="101771"/>
                </a:cubicBezTo>
                <a:cubicBezTo>
                  <a:pt x="16359" y="101771"/>
                  <a:pt x="15393" y="101723"/>
                  <a:pt x="14621" y="101626"/>
                </a:cubicBezTo>
                <a:cubicBezTo>
                  <a:pt x="13849" y="101530"/>
                  <a:pt x="13234" y="101385"/>
                  <a:pt x="12776" y="101192"/>
                </a:cubicBezTo>
                <a:cubicBezTo>
                  <a:pt x="12317" y="100999"/>
                  <a:pt x="11991" y="100769"/>
                  <a:pt x="11798" y="100504"/>
                </a:cubicBezTo>
                <a:cubicBezTo>
                  <a:pt x="11605" y="100237"/>
                  <a:pt x="11509" y="99911"/>
                  <a:pt x="11509" y="99525"/>
                </a:cubicBezTo>
                <a:lnTo>
                  <a:pt x="11509" y="42344"/>
                </a:lnTo>
                <a:lnTo>
                  <a:pt x="2316" y="42344"/>
                </a:lnTo>
                <a:cubicBezTo>
                  <a:pt x="1544" y="42344"/>
                  <a:pt x="965" y="41958"/>
                  <a:pt x="579" y="41186"/>
                </a:cubicBezTo>
                <a:cubicBezTo>
                  <a:pt x="193" y="40414"/>
                  <a:pt x="0" y="39159"/>
                  <a:pt x="0" y="37422"/>
                </a:cubicBezTo>
                <a:cubicBezTo>
                  <a:pt x="0" y="36505"/>
                  <a:pt x="48" y="35733"/>
                  <a:pt x="145" y="35106"/>
                </a:cubicBezTo>
                <a:cubicBezTo>
                  <a:pt x="241" y="34479"/>
                  <a:pt x="386" y="33960"/>
                  <a:pt x="579" y="33550"/>
                </a:cubicBezTo>
                <a:cubicBezTo>
                  <a:pt x="772" y="33139"/>
                  <a:pt x="1013" y="32850"/>
                  <a:pt x="1303" y="32681"/>
                </a:cubicBezTo>
                <a:cubicBezTo>
                  <a:pt x="1592" y="32512"/>
                  <a:pt x="1930" y="32428"/>
                  <a:pt x="2316" y="32428"/>
                </a:cubicBezTo>
                <a:lnTo>
                  <a:pt x="11509" y="32428"/>
                </a:lnTo>
                <a:lnTo>
                  <a:pt x="11509" y="25712"/>
                </a:lnTo>
                <a:cubicBezTo>
                  <a:pt x="11509" y="21185"/>
                  <a:pt x="11931" y="17297"/>
                  <a:pt x="12776" y="14047"/>
                </a:cubicBezTo>
                <a:cubicBezTo>
                  <a:pt x="13620" y="10797"/>
                  <a:pt x="14911" y="8137"/>
                  <a:pt x="16648" y="6067"/>
                </a:cubicBezTo>
                <a:cubicBezTo>
                  <a:pt x="18385" y="3996"/>
                  <a:pt x="20569" y="2468"/>
                  <a:pt x="23199" y="1482"/>
                </a:cubicBezTo>
                <a:cubicBezTo>
                  <a:pt x="25829" y="494"/>
                  <a:pt x="28929" y="0"/>
                  <a:pt x="32500" y="0"/>
                </a:cubicBezTo>
                <a:cubicBezTo>
                  <a:pt x="34189" y="0"/>
                  <a:pt x="35830" y="157"/>
                  <a:pt x="37422" y="470"/>
                </a:cubicBezTo>
                <a:cubicBezTo>
                  <a:pt x="39015" y="784"/>
                  <a:pt x="40245" y="1122"/>
                  <a:pt x="41114" y="1484"/>
                </a:cubicBezTo>
                <a:cubicBezTo>
                  <a:pt x="41982" y="1846"/>
                  <a:pt x="42561" y="2172"/>
                  <a:pt x="42851" y="2461"/>
                </a:cubicBezTo>
                <a:cubicBezTo>
                  <a:pt x="43140" y="2751"/>
                  <a:pt x="43382" y="3125"/>
                  <a:pt x="43575" y="3583"/>
                </a:cubicBezTo>
                <a:cubicBezTo>
                  <a:pt x="43768" y="4041"/>
                  <a:pt x="43900" y="4596"/>
                  <a:pt x="43973" y="5248"/>
                </a:cubicBezTo>
                <a:cubicBezTo>
                  <a:pt x="44045" y="5899"/>
                  <a:pt x="44081" y="6683"/>
                  <a:pt x="44081" y="7600"/>
                </a:cubicBezTo>
                <a:close/>
                <a:moveTo>
                  <a:pt x="114180" y="66267"/>
                </a:moveTo>
                <a:cubicBezTo>
                  <a:pt x="114180" y="71579"/>
                  <a:pt x="113480" y="76470"/>
                  <a:pt x="112081" y="80938"/>
                </a:cubicBezTo>
                <a:cubicBezTo>
                  <a:pt x="110681" y="85406"/>
                  <a:pt x="108594" y="89259"/>
                  <a:pt x="105819" y="92497"/>
                </a:cubicBezTo>
                <a:cubicBezTo>
                  <a:pt x="103045" y="95733"/>
                  <a:pt x="99570" y="98256"/>
                  <a:pt x="95396" y="100068"/>
                </a:cubicBezTo>
                <a:cubicBezTo>
                  <a:pt x="91222" y="101879"/>
                  <a:pt x="86385" y="102784"/>
                  <a:pt x="80883" y="102784"/>
                </a:cubicBezTo>
                <a:cubicBezTo>
                  <a:pt x="75527" y="102784"/>
                  <a:pt x="70858" y="101987"/>
                  <a:pt x="66877" y="100393"/>
                </a:cubicBezTo>
                <a:cubicBezTo>
                  <a:pt x="62896" y="98799"/>
                  <a:pt x="59579" y="96481"/>
                  <a:pt x="56925" y="93438"/>
                </a:cubicBezTo>
                <a:cubicBezTo>
                  <a:pt x="54271" y="90395"/>
                  <a:pt x="52292" y="86699"/>
                  <a:pt x="50989" y="82352"/>
                </a:cubicBezTo>
                <a:cubicBezTo>
                  <a:pt x="49686" y="78004"/>
                  <a:pt x="49035" y="73077"/>
                  <a:pt x="49035" y="67570"/>
                </a:cubicBezTo>
                <a:cubicBezTo>
                  <a:pt x="49035" y="62257"/>
                  <a:pt x="49722" y="57367"/>
                  <a:pt x="51098" y="52899"/>
                </a:cubicBezTo>
                <a:cubicBezTo>
                  <a:pt x="52473" y="48430"/>
                  <a:pt x="54548" y="44578"/>
                  <a:pt x="57323" y="41342"/>
                </a:cubicBezTo>
                <a:cubicBezTo>
                  <a:pt x="60097" y="38104"/>
                  <a:pt x="63560" y="35592"/>
                  <a:pt x="67710" y="33805"/>
                </a:cubicBezTo>
                <a:cubicBezTo>
                  <a:pt x="71860" y="32018"/>
                  <a:pt x="76709" y="31125"/>
                  <a:pt x="82259" y="31125"/>
                </a:cubicBezTo>
                <a:cubicBezTo>
                  <a:pt x="87615" y="31125"/>
                  <a:pt x="92284" y="31922"/>
                  <a:pt x="96265" y="33516"/>
                </a:cubicBezTo>
                <a:cubicBezTo>
                  <a:pt x="100246" y="35110"/>
                  <a:pt x="103564" y="37428"/>
                  <a:pt x="106218" y="40471"/>
                </a:cubicBezTo>
                <a:cubicBezTo>
                  <a:pt x="108872" y="43514"/>
                  <a:pt x="110862" y="47210"/>
                  <a:pt x="112189" y="51557"/>
                </a:cubicBezTo>
                <a:cubicBezTo>
                  <a:pt x="113516" y="55905"/>
                  <a:pt x="114180" y="60808"/>
                  <a:pt x="114180" y="66267"/>
                </a:cubicBezTo>
                <a:moveTo>
                  <a:pt x="101585" y="67063"/>
                </a:moveTo>
                <a:cubicBezTo>
                  <a:pt x="101585" y="63536"/>
                  <a:pt x="101259" y="60202"/>
                  <a:pt x="100608" y="57061"/>
                </a:cubicBezTo>
                <a:cubicBezTo>
                  <a:pt x="99956" y="53919"/>
                  <a:pt x="98883" y="51165"/>
                  <a:pt x="97387" y="48798"/>
                </a:cubicBezTo>
                <a:cubicBezTo>
                  <a:pt x="95891" y="46430"/>
                  <a:pt x="93864" y="44558"/>
                  <a:pt x="91307" y="43181"/>
                </a:cubicBezTo>
                <a:cubicBezTo>
                  <a:pt x="88749" y="41803"/>
                  <a:pt x="85564" y="41114"/>
                  <a:pt x="81752" y="41114"/>
                </a:cubicBezTo>
                <a:cubicBezTo>
                  <a:pt x="78229" y="41114"/>
                  <a:pt x="75201" y="41742"/>
                  <a:pt x="72668" y="42998"/>
                </a:cubicBezTo>
                <a:cubicBezTo>
                  <a:pt x="70135" y="44254"/>
                  <a:pt x="68047" y="46030"/>
                  <a:pt x="66407" y="48327"/>
                </a:cubicBezTo>
                <a:cubicBezTo>
                  <a:pt x="64766" y="50622"/>
                  <a:pt x="63548" y="53340"/>
                  <a:pt x="62751" y="56482"/>
                </a:cubicBezTo>
                <a:cubicBezTo>
                  <a:pt x="61955" y="59621"/>
                  <a:pt x="61557" y="63052"/>
                  <a:pt x="61557" y="66774"/>
                </a:cubicBezTo>
                <a:cubicBezTo>
                  <a:pt x="61557" y="70349"/>
                  <a:pt x="61883" y="73707"/>
                  <a:pt x="62534" y="76848"/>
                </a:cubicBezTo>
                <a:cubicBezTo>
                  <a:pt x="63186" y="79989"/>
                  <a:pt x="64271" y="82732"/>
                  <a:pt x="65792" y="85075"/>
                </a:cubicBezTo>
                <a:cubicBezTo>
                  <a:pt x="67312" y="87419"/>
                  <a:pt x="69350" y="89279"/>
                  <a:pt x="71908" y="90658"/>
                </a:cubicBezTo>
                <a:cubicBezTo>
                  <a:pt x="74465" y="92034"/>
                  <a:pt x="77650" y="92723"/>
                  <a:pt x="81462" y="92723"/>
                </a:cubicBezTo>
                <a:cubicBezTo>
                  <a:pt x="84937" y="92723"/>
                  <a:pt x="87953" y="92095"/>
                  <a:pt x="90510" y="90839"/>
                </a:cubicBezTo>
                <a:cubicBezTo>
                  <a:pt x="93068" y="89583"/>
                  <a:pt x="95167" y="87819"/>
                  <a:pt x="96808" y="85548"/>
                </a:cubicBezTo>
                <a:cubicBezTo>
                  <a:pt x="98448" y="83275"/>
                  <a:pt x="99655" y="80569"/>
                  <a:pt x="100427" y="77430"/>
                </a:cubicBezTo>
                <a:cubicBezTo>
                  <a:pt x="101199" y="74289"/>
                  <a:pt x="101585" y="70833"/>
                  <a:pt x="101585" y="67063"/>
                </a:cubicBezTo>
                <a:close/>
                <a:moveTo>
                  <a:pt x="169777" y="38653"/>
                </a:moveTo>
                <a:cubicBezTo>
                  <a:pt x="169777" y="39714"/>
                  <a:pt x="169752" y="40607"/>
                  <a:pt x="169704" y="41331"/>
                </a:cubicBezTo>
                <a:cubicBezTo>
                  <a:pt x="169656" y="42055"/>
                  <a:pt x="169559" y="42622"/>
                  <a:pt x="169415" y="43032"/>
                </a:cubicBezTo>
                <a:cubicBezTo>
                  <a:pt x="169270" y="43442"/>
                  <a:pt x="169089" y="43756"/>
                  <a:pt x="168872" y="43973"/>
                </a:cubicBezTo>
                <a:cubicBezTo>
                  <a:pt x="168655" y="44190"/>
                  <a:pt x="168353" y="44299"/>
                  <a:pt x="167967" y="44299"/>
                </a:cubicBezTo>
                <a:cubicBezTo>
                  <a:pt x="167581" y="44299"/>
                  <a:pt x="167110" y="44190"/>
                  <a:pt x="166556" y="43973"/>
                </a:cubicBezTo>
                <a:cubicBezTo>
                  <a:pt x="166001" y="43756"/>
                  <a:pt x="165373" y="43539"/>
                  <a:pt x="164674" y="43321"/>
                </a:cubicBezTo>
                <a:cubicBezTo>
                  <a:pt x="163974" y="43104"/>
                  <a:pt x="163190" y="42899"/>
                  <a:pt x="162321" y="42706"/>
                </a:cubicBezTo>
                <a:cubicBezTo>
                  <a:pt x="161453" y="42513"/>
                  <a:pt x="160512" y="42417"/>
                  <a:pt x="159498" y="42417"/>
                </a:cubicBezTo>
                <a:cubicBezTo>
                  <a:pt x="158292" y="42417"/>
                  <a:pt x="157110" y="42658"/>
                  <a:pt x="155951" y="43140"/>
                </a:cubicBezTo>
                <a:cubicBezTo>
                  <a:pt x="154793" y="43623"/>
                  <a:pt x="153575" y="44419"/>
                  <a:pt x="152296" y="45529"/>
                </a:cubicBezTo>
                <a:cubicBezTo>
                  <a:pt x="151017" y="46639"/>
                  <a:pt x="149678" y="48111"/>
                  <a:pt x="148279" y="49944"/>
                </a:cubicBezTo>
                <a:cubicBezTo>
                  <a:pt x="146879" y="51778"/>
                  <a:pt x="145335" y="54022"/>
                  <a:pt x="143646" y="56676"/>
                </a:cubicBezTo>
                <a:lnTo>
                  <a:pt x="143646" y="99527"/>
                </a:lnTo>
                <a:cubicBezTo>
                  <a:pt x="143646" y="99913"/>
                  <a:pt x="143550" y="100239"/>
                  <a:pt x="143357" y="100504"/>
                </a:cubicBezTo>
                <a:cubicBezTo>
                  <a:pt x="143164" y="100769"/>
                  <a:pt x="142850" y="100999"/>
                  <a:pt x="142416" y="101192"/>
                </a:cubicBezTo>
                <a:cubicBezTo>
                  <a:pt x="141981" y="101385"/>
                  <a:pt x="141378" y="101530"/>
                  <a:pt x="140606" y="101626"/>
                </a:cubicBezTo>
                <a:cubicBezTo>
                  <a:pt x="139834" y="101723"/>
                  <a:pt x="138845" y="101771"/>
                  <a:pt x="137638" y="101771"/>
                </a:cubicBezTo>
                <a:cubicBezTo>
                  <a:pt x="136480" y="101771"/>
                  <a:pt x="135515" y="101723"/>
                  <a:pt x="134743" y="101626"/>
                </a:cubicBezTo>
                <a:cubicBezTo>
                  <a:pt x="133971" y="101530"/>
                  <a:pt x="133356" y="101385"/>
                  <a:pt x="132897" y="101192"/>
                </a:cubicBezTo>
                <a:cubicBezTo>
                  <a:pt x="132439" y="100999"/>
                  <a:pt x="132125" y="100769"/>
                  <a:pt x="131956" y="100504"/>
                </a:cubicBezTo>
                <a:cubicBezTo>
                  <a:pt x="131787" y="100239"/>
                  <a:pt x="131703" y="99913"/>
                  <a:pt x="131703" y="99527"/>
                </a:cubicBezTo>
                <a:lnTo>
                  <a:pt x="131703" y="34382"/>
                </a:lnTo>
                <a:cubicBezTo>
                  <a:pt x="131703" y="33996"/>
                  <a:pt x="131775" y="33670"/>
                  <a:pt x="131920" y="33405"/>
                </a:cubicBezTo>
                <a:cubicBezTo>
                  <a:pt x="132065" y="33139"/>
                  <a:pt x="132354" y="32898"/>
                  <a:pt x="132789" y="32681"/>
                </a:cubicBezTo>
                <a:cubicBezTo>
                  <a:pt x="133223" y="32464"/>
                  <a:pt x="133778" y="32319"/>
                  <a:pt x="134454" y="32247"/>
                </a:cubicBezTo>
                <a:cubicBezTo>
                  <a:pt x="135129" y="32174"/>
                  <a:pt x="136022" y="32138"/>
                  <a:pt x="137132" y="32138"/>
                </a:cubicBezTo>
                <a:cubicBezTo>
                  <a:pt x="138193" y="32138"/>
                  <a:pt x="139074" y="32174"/>
                  <a:pt x="139774" y="32247"/>
                </a:cubicBezTo>
                <a:cubicBezTo>
                  <a:pt x="140473" y="32319"/>
                  <a:pt x="141016" y="32464"/>
                  <a:pt x="141402" y="32681"/>
                </a:cubicBezTo>
                <a:cubicBezTo>
                  <a:pt x="141788" y="32898"/>
                  <a:pt x="142066" y="33139"/>
                  <a:pt x="142235" y="33405"/>
                </a:cubicBezTo>
                <a:cubicBezTo>
                  <a:pt x="142404" y="33670"/>
                  <a:pt x="142488" y="33996"/>
                  <a:pt x="142488" y="34382"/>
                </a:cubicBezTo>
                <a:lnTo>
                  <a:pt x="142488" y="43864"/>
                </a:lnTo>
                <a:cubicBezTo>
                  <a:pt x="144274" y="41258"/>
                  <a:pt x="145950" y="39135"/>
                  <a:pt x="147519" y="37495"/>
                </a:cubicBezTo>
                <a:cubicBezTo>
                  <a:pt x="149087" y="35854"/>
                  <a:pt x="150571" y="34563"/>
                  <a:pt x="151970" y="33622"/>
                </a:cubicBezTo>
                <a:cubicBezTo>
                  <a:pt x="153370" y="32681"/>
                  <a:pt x="154757" y="32030"/>
                  <a:pt x="156132" y="31668"/>
                </a:cubicBezTo>
                <a:cubicBezTo>
                  <a:pt x="157508" y="31306"/>
                  <a:pt x="158895" y="31125"/>
                  <a:pt x="160294" y="31125"/>
                </a:cubicBezTo>
                <a:cubicBezTo>
                  <a:pt x="160922" y="31125"/>
                  <a:pt x="161633" y="31161"/>
                  <a:pt x="162430" y="31233"/>
                </a:cubicBezTo>
                <a:cubicBezTo>
                  <a:pt x="163226" y="31306"/>
                  <a:pt x="164058" y="31438"/>
                  <a:pt x="164927" y="31631"/>
                </a:cubicBezTo>
                <a:cubicBezTo>
                  <a:pt x="165795" y="31824"/>
                  <a:pt x="166580" y="32042"/>
                  <a:pt x="167279" y="32283"/>
                </a:cubicBezTo>
                <a:cubicBezTo>
                  <a:pt x="167979" y="32524"/>
                  <a:pt x="168474" y="32765"/>
                  <a:pt x="168763" y="33007"/>
                </a:cubicBezTo>
                <a:cubicBezTo>
                  <a:pt x="169053" y="33248"/>
                  <a:pt x="169246" y="33477"/>
                  <a:pt x="169342" y="33694"/>
                </a:cubicBezTo>
                <a:cubicBezTo>
                  <a:pt x="169439" y="33912"/>
                  <a:pt x="169523" y="34189"/>
                  <a:pt x="169596" y="34527"/>
                </a:cubicBezTo>
                <a:cubicBezTo>
                  <a:pt x="169668" y="34865"/>
                  <a:pt x="169716" y="35359"/>
                  <a:pt x="169740" y="36011"/>
                </a:cubicBezTo>
                <a:cubicBezTo>
                  <a:pt x="169765" y="36662"/>
                  <a:pt x="169777" y="37543"/>
                  <a:pt x="169777" y="38653"/>
                </a:cubicBezTo>
                <a:close/>
                <a:moveTo>
                  <a:pt x="198842" y="93483"/>
                </a:moveTo>
                <a:cubicBezTo>
                  <a:pt x="198842" y="96924"/>
                  <a:pt x="198275" y="99214"/>
                  <a:pt x="197141" y="100353"/>
                </a:cubicBezTo>
                <a:cubicBezTo>
                  <a:pt x="196007" y="101491"/>
                  <a:pt x="193944" y="102060"/>
                  <a:pt x="190952" y="102060"/>
                </a:cubicBezTo>
                <a:cubicBezTo>
                  <a:pt x="188057" y="102060"/>
                  <a:pt x="186054" y="101503"/>
                  <a:pt x="184944" y="100389"/>
                </a:cubicBezTo>
                <a:cubicBezTo>
                  <a:pt x="183834" y="99274"/>
                  <a:pt x="183279" y="97045"/>
                  <a:pt x="183279" y="93700"/>
                </a:cubicBezTo>
                <a:cubicBezTo>
                  <a:pt x="183279" y="90259"/>
                  <a:pt x="183846" y="87969"/>
                  <a:pt x="184980" y="86830"/>
                </a:cubicBezTo>
                <a:cubicBezTo>
                  <a:pt x="186114" y="85692"/>
                  <a:pt x="188177" y="85123"/>
                  <a:pt x="191169" y="85123"/>
                </a:cubicBezTo>
                <a:cubicBezTo>
                  <a:pt x="194064" y="85123"/>
                  <a:pt x="196067" y="85680"/>
                  <a:pt x="197177" y="86794"/>
                </a:cubicBezTo>
                <a:cubicBezTo>
                  <a:pt x="198287" y="87909"/>
                  <a:pt x="198842" y="90138"/>
                  <a:pt x="198842" y="93483"/>
                </a:cubicBezTo>
                <a:close/>
                <a:moveTo>
                  <a:pt x="280700" y="66122"/>
                </a:moveTo>
                <a:cubicBezTo>
                  <a:pt x="280700" y="71772"/>
                  <a:pt x="280085" y="76856"/>
                  <a:pt x="278854" y="81372"/>
                </a:cubicBezTo>
                <a:cubicBezTo>
                  <a:pt x="277624" y="85889"/>
                  <a:pt x="275814" y="89742"/>
                  <a:pt x="273425" y="92931"/>
                </a:cubicBezTo>
                <a:cubicBezTo>
                  <a:pt x="271037" y="96119"/>
                  <a:pt x="268105" y="98558"/>
                  <a:pt x="264631" y="100248"/>
                </a:cubicBezTo>
                <a:cubicBezTo>
                  <a:pt x="261157" y="101939"/>
                  <a:pt x="257175" y="102784"/>
                  <a:pt x="252688" y="102784"/>
                </a:cubicBezTo>
                <a:cubicBezTo>
                  <a:pt x="250613" y="102784"/>
                  <a:pt x="248695" y="102578"/>
                  <a:pt x="246933" y="102167"/>
                </a:cubicBezTo>
                <a:cubicBezTo>
                  <a:pt x="245172" y="101756"/>
                  <a:pt x="243447" y="101093"/>
                  <a:pt x="241758" y="100176"/>
                </a:cubicBezTo>
                <a:cubicBezTo>
                  <a:pt x="240069" y="99258"/>
                  <a:pt x="238380" y="98098"/>
                  <a:pt x="236691" y="96697"/>
                </a:cubicBezTo>
                <a:cubicBezTo>
                  <a:pt x="235002" y="95296"/>
                  <a:pt x="233217" y="93606"/>
                  <a:pt x="231335" y="91626"/>
                </a:cubicBezTo>
                <a:lnTo>
                  <a:pt x="231335" y="99540"/>
                </a:lnTo>
                <a:cubicBezTo>
                  <a:pt x="231335" y="99924"/>
                  <a:pt x="231238" y="100259"/>
                  <a:pt x="231045" y="100547"/>
                </a:cubicBezTo>
                <a:cubicBezTo>
                  <a:pt x="230852" y="100835"/>
                  <a:pt x="230538" y="101064"/>
                  <a:pt x="230104" y="101232"/>
                </a:cubicBezTo>
                <a:cubicBezTo>
                  <a:pt x="229670" y="101400"/>
                  <a:pt x="229127" y="101531"/>
                  <a:pt x="228476" y="101626"/>
                </a:cubicBezTo>
                <a:cubicBezTo>
                  <a:pt x="227824" y="101723"/>
                  <a:pt x="226992" y="101771"/>
                  <a:pt x="225978" y="101771"/>
                </a:cubicBezTo>
                <a:cubicBezTo>
                  <a:pt x="225013" y="101771"/>
                  <a:pt x="224193" y="101723"/>
                  <a:pt x="223517" y="101626"/>
                </a:cubicBezTo>
                <a:cubicBezTo>
                  <a:pt x="222842" y="101530"/>
                  <a:pt x="222287" y="101397"/>
                  <a:pt x="221852" y="101228"/>
                </a:cubicBezTo>
                <a:cubicBezTo>
                  <a:pt x="221418" y="101059"/>
                  <a:pt x="221129" y="100830"/>
                  <a:pt x="220984" y="100540"/>
                </a:cubicBezTo>
                <a:cubicBezTo>
                  <a:pt x="220839" y="100249"/>
                  <a:pt x="220767" y="99911"/>
                  <a:pt x="220767" y="99525"/>
                </a:cubicBezTo>
                <a:lnTo>
                  <a:pt x="220767" y="2753"/>
                </a:lnTo>
                <a:cubicBezTo>
                  <a:pt x="220767" y="2367"/>
                  <a:pt x="220851" y="2029"/>
                  <a:pt x="221020" y="1739"/>
                </a:cubicBezTo>
                <a:cubicBezTo>
                  <a:pt x="221189" y="1448"/>
                  <a:pt x="221503" y="1206"/>
                  <a:pt x="221961" y="1013"/>
                </a:cubicBezTo>
                <a:cubicBezTo>
                  <a:pt x="222419" y="820"/>
                  <a:pt x="223035" y="676"/>
                  <a:pt x="223807" y="579"/>
                </a:cubicBezTo>
                <a:cubicBezTo>
                  <a:pt x="224579" y="483"/>
                  <a:pt x="225544" y="434"/>
                  <a:pt x="226702" y="434"/>
                </a:cubicBezTo>
                <a:cubicBezTo>
                  <a:pt x="227909" y="434"/>
                  <a:pt x="228898" y="483"/>
                  <a:pt x="229670" y="579"/>
                </a:cubicBezTo>
                <a:cubicBezTo>
                  <a:pt x="230442" y="676"/>
                  <a:pt x="231045" y="821"/>
                  <a:pt x="231479" y="1016"/>
                </a:cubicBezTo>
                <a:cubicBezTo>
                  <a:pt x="231914" y="1209"/>
                  <a:pt x="232227" y="1451"/>
                  <a:pt x="232420" y="1742"/>
                </a:cubicBezTo>
                <a:cubicBezTo>
                  <a:pt x="232613" y="2031"/>
                  <a:pt x="232710" y="2369"/>
                  <a:pt x="232710" y="2755"/>
                </a:cubicBezTo>
                <a:lnTo>
                  <a:pt x="232710" y="41849"/>
                </a:lnTo>
                <a:cubicBezTo>
                  <a:pt x="234640" y="39869"/>
                  <a:pt x="236510" y="38203"/>
                  <a:pt x="238320" y="36850"/>
                </a:cubicBezTo>
                <a:cubicBezTo>
                  <a:pt x="240129" y="35497"/>
                  <a:pt x="241903" y="34399"/>
                  <a:pt x="243640" y="33554"/>
                </a:cubicBezTo>
                <a:cubicBezTo>
                  <a:pt x="245377" y="32708"/>
                  <a:pt x="247114" y="32092"/>
                  <a:pt x="248851" y="31706"/>
                </a:cubicBezTo>
                <a:cubicBezTo>
                  <a:pt x="250589" y="31319"/>
                  <a:pt x="252422" y="31125"/>
                  <a:pt x="254353" y="31125"/>
                </a:cubicBezTo>
                <a:cubicBezTo>
                  <a:pt x="259082" y="31125"/>
                  <a:pt x="263123" y="32067"/>
                  <a:pt x="266477" y="33952"/>
                </a:cubicBezTo>
                <a:cubicBezTo>
                  <a:pt x="269830" y="35836"/>
                  <a:pt x="272557" y="38359"/>
                  <a:pt x="274656" y="41523"/>
                </a:cubicBezTo>
                <a:cubicBezTo>
                  <a:pt x="276755" y="44687"/>
                  <a:pt x="278287" y="48394"/>
                  <a:pt x="279252" y="52645"/>
                </a:cubicBezTo>
                <a:cubicBezTo>
                  <a:pt x="280217" y="56895"/>
                  <a:pt x="280700" y="61387"/>
                  <a:pt x="280700" y="66122"/>
                </a:cubicBezTo>
                <a:moveTo>
                  <a:pt x="268105" y="67497"/>
                </a:moveTo>
                <a:cubicBezTo>
                  <a:pt x="268105" y="64163"/>
                  <a:pt x="267852" y="60926"/>
                  <a:pt x="267345" y="57784"/>
                </a:cubicBezTo>
                <a:cubicBezTo>
                  <a:pt x="266839" y="54643"/>
                  <a:pt x="265958" y="51865"/>
                  <a:pt x="264703" y="49449"/>
                </a:cubicBezTo>
                <a:cubicBezTo>
                  <a:pt x="263449" y="47033"/>
                  <a:pt x="261784" y="45089"/>
                  <a:pt x="259709" y="43615"/>
                </a:cubicBezTo>
                <a:cubicBezTo>
                  <a:pt x="257634" y="42141"/>
                  <a:pt x="255052" y="41403"/>
                  <a:pt x="251964" y="41403"/>
                </a:cubicBezTo>
                <a:cubicBezTo>
                  <a:pt x="250420" y="41403"/>
                  <a:pt x="248900" y="41621"/>
                  <a:pt x="247404" y="42057"/>
                </a:cubicBezTo>
                <a:cubicBezTo>
                  <a:pt x="245908" y="42491"/>
                  <a:pt x="244388" y="43216"/>
                  <a:pt x="242844" y="44231"/>
                </a:cubicBezTo>
                <a:cubicBezTo>
                  <a:pt x="241299" y="45246"/>
                  <a:pt x="239695" y="46551"/>
                  <a:pt x="238030" y="48146"/>
                </a:cubicBezTo>
                <a:cubicBezTo>
                  <a:pt x="236365" y="49742"/>
                  <a:pt x="234592" y="51748"/>
                  <a:pt x="232710" y="54165"/>
                </a:cubicBezTo>
                <a:lnTo>
                  <a:pt x="232710" y="80178"/>
                </a:lnTo>
                <a:cubicBezTo>
                  <a:pt x="235991" y="84191"/>
                  <a:pt x="239128" y="87249"/>
                  <a:pt x="242120" y="89353"/>
                </a:cubicBezTo>
                <a:cubicBezTo>
                  <a:pt x="245112" y="91455"/>
                  <a:pt x="248224" y="92506"/>
                  <a:pt x="251457" y="92506"/>
                </a:cubicBezTo>
                <a:cubicBezTo>
                  <a:pt x="254449" y="92506"/>
                  <a:pt x="257007" y="91781"/>
                  <a:pt x="259130" y="90332"/>
                </a:cubicBezTo>
                <a:cubicBezTo>
                  <a:pt x="261253" y="88881"/>
                  <a:pt x="262978" y="86960"/>
                  <a:pt x="264305" y="84568"/>
                </a:cubicBezTo>
                <a:cubicBezTo>
                  <a:pt x="265632" y="82177"/>
                  <a:pt x="266597" y="79495"/>
                  <a:pt x="267201" y="76523"/>
                </a:cubicBezTo>
                <a:cubicBezTo>
                  <a:pt x="267804" y="73550"/>
                  <a:pt x="268105" y="70542"/>
                  <a:pt x="268105" y="67497"/>
                </a:cubicBezTo>
                <a:close/>
                <a:moveTo>
                  <a:pt x="359162" y="66267"/>
                </a:moveTo>
                <a:cubicBezTo>
                  <a:pt x="359162" y="71579"/>
                  <a:pt x="358463" y="76470"/>
                  <a:pt x="357063" y="80938"/>
                </a:cubicBezTo>
                <a:cubicBezTo>
                  <a:pt x="355664" y="85406"/>
                  <a:pt x="353577" y="89259"/>
                  <a:pt x="350802" y="92497"/>
                </a:cubicBezTo>
                <a:cubicBezTo>
                  <a:pt x="348027" y="95733"/>
                  <a:pt x="344553" y="98256"/>
                  <a:pt x="340379" y="100068"/>
                </a:cubicBezTo>
                <a:cubicBezTo>
                  <a:pt x="336205" y="101879"/>
                  <a:pt x="331367" y="102784"/>
                  <a:pt x="325866" y="102784"/>
                </a:cubicBezTo>
                <a:cubicBezTo>
                  <a:pt x="320510" y="102784"/>
                  <a:pt x="315841" y="101987"/>
                  <a:pt x="311860" y="100393"/>
                </a:cubicBezTo>
                <a:cubicBezTo>
                  <a:pt x="307879" y="98799"/>
                  <a:pt x="304561" y="96481"/>
                  <a:pt x="301907" y="93438"/>
                </a:cubicBezTo>
                <a:cubicBezTo>
                  <a:pt x="299253" y="90395"/>
                  <a:pt x="297275" y="86699"/>
                  <a:pt x="295972" y="82352"/>
                </a:cubicBezTo>
                <a:cubicBezTo>
                  <a:pt x="294669" y="78004"/>
                  <a:pt x="294017" y="73077"/>
                  <a:pt x="294017" y="67570"/>
                </a:cubicBezTo>
                <a:cubicBezTo>
                  <a:pt x="294017" y="62257"/>
                  <a:pt x="294705" y="57367"/>
                  <a:pt x="296080" y="52899"/>
                </a:cubicBezTo>
                <a:cubicBezTo>
                  <a:pt x="297456" y="48430"/>
                  <a:pt x="299531" y="44578"/>
                  <a:pt x="302305" y="41342"/>
                </a:cubicBezTo>
                <a:cubicBezTo>
                  <a:pt x="305080" y="38104"/>
                  <a:pt x="308542" y="35592"/>
                  <a:pt x="312692" y="33805"/>
                </a:cubicBezTo>
                <a:cubicBezTo>
                  <a:pt x="316842" y="32018"/>
                  <a:pt x="321692" y="31125"/>
                  <a:pt x="327241" y="31125"/>
                </a:cubicBezTo>
                <a:cubicBezTo>
                  <a:pt x="332598" y="31125"/>
                  <a:pt x="337266" y="31922"/>
                  <a:pt x="341247" y="33516"/>
                </a:cubicBezTo>
                <a:cubicBezTo>
                  <a:pt x="345229" y="35110"/>
                  <a:pt x="348546" y="37428"/>
                  <a:pt x="351200" y="40471"/>
                </a:cubicBezTo>
                <a:cubicBezTo>
                  <a:pt x="353854" y="43514"/>
                  <a:pt x="355845" y="47210"/>
                  <a:pt x="357172" y="51557"/>
                </a:cubicBezTo>
                <a:cubicBezTo>
                  <a:pt x="358499" y="55905"/>
                  <a:pt x="359162" y="60808"/>
                  <a:pt x="359162" y="66267"/>
                </a:cubicBezTo>
                <a:moveTo>
                  <a:pt x="346568" y="67063"/>
                </a:moveTo>
                <a:cubicBezTo>
                  <a:pt x="346568" y="63536"/>
                  <a:pt x="346242" y="60202"/>
                  <a:pt x="345590" y="57061"/>
                </a:cubicBezTo>
                <a:cubicBezTo>
                  <a:pt x="344939" y="53919"/>
                  <a:pt x="343865" y="51165"/>
                  <a:pt x="342369" y="48798"/>
                </a:cubicBezTo>
                <a:cubicBezTo>
                  <a:pt x="340873" y="46430"/>
                  <a:pt x="338847" y="44558"/>
                  <a:pt x="336289" y="43181"/>
                </a:cubicBezTo>
                <a:cubicBezTo>
                  <a:pt x="333732" y="41803"/>
                  <a:pt x="330547" y="41114"/>
                  <a:pt x="326735" y="41114"/>
                </a:cubicBezTo>
                <a:cubicBezTo>
                  <a:pt x="323212" y="41114"/>
                  <a:pt x="320184" y="41742"/>
                  <a:pt x="317651" y="42998"/>
                </a:cubicBezTo>
                <a:cubicBezTo>
                  <a:pt x="315117" y="44254"/>
                  <a:pt x="313030" y="46030"/>
                  <a:pt x="311389" y="48327"/>
                </a:cubicBezTo>
                <a:cubicBezTo>
                  <a:pt x="309749" y="50622"/>
                  <a:pt x="308530" y="53340"/>
                  <a:pt x="307734" y="56482"/>
                </a:cubicBezTo>
                <a:cubicBezTo>
                  <a:pt x="306938" y="59621"/>
                  <a:pt x="306540" y="63052"/>
                  <a:pt x="306540" y="66774"/>
                </a:cubicBezTo>
                <a:cubicBezTo>
                  <a:pt x="306540" y="70349"/>
                  <a:pt x="306865" y="73707"/>
                  <a:pt x="307517" y="76848"/>
                </a:cubicBezTo>
                <a:cubicBezTo>
                  <a:pt x="308168" y="79989"/>
                  <a:pt x="309254" y="82732"/>
                  <a:pt x="310774" y="85075"/>
                </a:cubicBezTo>
                <a:cubicBezTo>
                  <a:pt x="312294" y="87419"/>
                  <a:pt x="314333" y="89279"/>
                  <a:pt x="316891" y="90658"/>
                </a:cubicBezTo>
                <a:cubicBezTo>
                  <a:pt x="319448" y="92034"/>
                  <a:pt x="322633" y="92723"/>
                  <a:pt x="326445" y="92723"/>
                </a:cubicBezTo>
                <a:cubicBezTo>
                  <a:pt x="329920" y="92723"/>
                  <a:pt x="332935" y="92095"/>
                  <a:pt x="335493" y="90839"/>
                </a:cubicBezTo>
                <a:cubicBezTo>
                  <a:pt x="338051" y="89583"/>
                  <a:pt x="340150" y="87819"/>
                  <a:pt x="341790" y="85548"/>
                </a:cubicBezTo>
                <a:cubicBezTo>
                  <a:pt x="343431" y="83275"/>
                  <a:pt x="344637" y="80569"/>
                  <a:pt x="345410" y="77430"/>
                </a:cubicBezTo>
                <a:cubicBezTo>
                  <a:pt x="346182" y="74289"/>
                  <a:pt x="346568" y="70833"/>
                  <a:pt x="346568" y="67063"/>
                </a:cubicBezTo>
                <a:close/>
                <a:moveTo>
                  <a:pt x="432493" y="99525"/>
                </a:moveTo>
                <a:cubicBezTo>
                  <a:pt x="432493" y="99911"/>
                  <a:pt x="432409" y="100249"/>
                  <a:pt x="432240" y="100540"/>
                </a:cubicBezTo>
                <a:cubicBezTo>
                  <a:pt x="432071" y="100830"/>
                  <a:pt x="431782" y="101059"/>
                  <a:pt x="431371" y="101228"/>
                </a:cubicBezTo>
                <a:cubicBezTo>
                  <a:pt x="430961" y="101397"/>
                  <a:pt x="430418" y="101530"/>
                  <a:pt x="429743" y="101626"/>
                </a:cubicBezTo>
                <a:cubicBezTo>
                  <a:pt x="429067" y="101723"/>
                  <a:pt x="428247" y="101771"/>
                  <a:pt x="427282" y="101771"/>
                </a:cubicBezTo>
                <a:cubicBezTo>
                  <a:pt x="426268" y="101771"/>
                  <a:pt x="425424" y="101723"/>
                  <a:pt x="424748" y="101626"/>
                </a:cubicBezTo>
                <a:cubicBezTo>
                  <a:pt x="424073" y="101531"/>
                  <a:pt x="423518" y="101400"/>
                  <a:pt x="423084" y="101232"/>
                </a:cubicBezTo>
                <a:cubicBezTo>
                  <a:pt x="422649" y="101064"/>
                  <a:pt x="422336" y="100835"/>
                  <a:pt x="422143" y="100547"/>
                </a:cubicBezTo>
                <a:cubicBezTo>
                  <a:pt x="421950" y="100259"/>
                  <a:pt x="421853" y="99924"/>
                  <a:pt x="421853" y="99540"/>
                </a:cubicBezTo>
                <a:lnTo>
                  <a:pt x="421853" y="90974"/>
                </a:lnTo>
                <a:cubicBezTo>
                  <a:pt x="418427" y="94693"/>
                  <a:pt x="414868" y="97591"/>
                  <a:pt x="411177" y="99669"/>
                </a:cubicBezTo>
                <a:cubicBezTo>
                  <a:pt x="407485" y="101746"/>
                  <a:pt x="403444" y="102784"/>
                  <a:pt x="399052" y="102784"/>
                </a:cubicBezTo>
                <a:cubicBezTo>
                  <a:pt x="394275" y="102784"/>
                  <a:pt x="390197" y="101854"/>
                  <a:pt x="386820" y="99995"/>
                </a:cubicBezTo>
                <a:cubicBezTo>
                  <a:pt x="383442" y="98136"/>
                  <a:pt x="380703" y="95624"/>
                  <a:pt x="378604" y="92461"/>
                </a:cubicBezTo>
                <a:cubicBezTo>
                  <a:pt x="376505" y="89295"/>
                  <a:pt x="374973" y="85576"/>
                  <a:pt x="374008" y="81302"/>
                </a:cubicBezTo>
                <a:cubicBezTo>
                  <a:pt x="373043" y="77027"/>
                  <a:pt x="372560" y="72522"/>
                  <a:pt x="372560" y="67787"/>
                </a:cubicBezTo>
                <a:cubicBezTo>
                  <a:pt x="372560" y="62185"/>
                  <a:pt x="373163" y="57125"/>
                  <a:pt x="374370" y="52609"/>
                </a:cubicBezTo>
                <a:cubicBezTo>
                  <a:pt x="375576" y="48093"/>
                  <a:pt x="377361" y="44240"/>
                  <a:pt x="379726" y="41053"/>
                </a:cubicBezTo>
                <a:cubicBezTo>
                  <a:pt x="382091" y="37863"/>
                  <a:pt x="385022" y="35411"/>
                  <a:pt x="388521" y="33697"/>
                </a:cubicBezTo>
                <a:cubicBezTo>
                  <a:pt x="392019" y="31982"/>
                  <a:pt x="396060" y="31125"/>
                  <a:pt x="400645" y="31125"/>
                </a:cubicBezTo>
                <a:cubicBezTo>
                  <a:pt x="404457" y="31125"/>
                  <a:pt x="407943" y="31958"/>
                  <a:pt x="411104" y="33624"/>
                </a:cubicBezTo>
                <a:cubicBezTo>
                  <a:pt x="414265" y="35291"/>
                  <a:pt x="417389" y="37742"/>
                  <a:pt x="420478" y="40978"/>
                </a:cubicBezTo>
                <a:lnTo>
                  <a:pt x="420478" y="3045"/>
                </a:lnTo>
                <a:cubicBezTo>
                  <a:pt x="420478" y="2707"/>
                  <a:pt x="420562" y="2381"/>
                  <a:pt x="420731" y="2067"/>
                </a:cubicBezTo>
                <a:cubicBezTo>
                  <a:pt x="420900" y="1752"/>
                  <a:pt x="421226" y="1510"/>
                  <a:pt x="421708" y="1341"/>
                </a:cubicBezTo>
                <a:cubicBezTo>
                  <a:pt x="422191" y="1171"/>
                  <a:pt x="422806" y="1025"/>
                  <a:pt x="423554" y="905"/>
                </a:cubicBezTo>
                <a:cubicBezTo>
                  <a:pt x="424302" y="784"/>
                  <a:pt x="425255" y="724"/>
                  <a:pt x="426413" y="724"/>
                </a:cubicBezTo>
                <a:cubicBezTo>
                  <a:pt x="427620" y="724"/>
                  <a:pt x="428609" y="784"/>
                  <a:pt x="429381" y="905"/>
                </a:cubicBezTo>
                <a:cubicBezTo>
                  <a:pt x="430153" y="1025"/>
                  <a:pt x="430756" y="1170"/>
                  <a:pt x="431190" y="1339"/>
                </a:cubicBezTo>
                <a:cubicBezTo>
                  <a:pt x="431625" y="1508"/>
                  <a:pt x="431950" y="1750"/>
                  <a:pt x="432168" y="2065"/>
                </a:cubicBezTo>
                <a:cubicBezTo>
                  <a:pt x="432385" y="2379"/>
                  <a:pt x="432493" y="2705"/>
                  <a:pt x="432493" y="3042"/>
                </a:cubicBezTo>
                <a:lnTo>
                  <a:pt x="432493" y="99525"/>
                </a:lnTo>
                <a:moveTo>
                  <a:pt x="420478" y="53731"/>
                </a:moveTo>
                <a:cubicBezTo>
                  <a:pt x="417245" y="49718"/>
                  <a:pt x="414120" y="46661"/>
                  <a:pt x="411104" y="44559"/>
                </a:cubicBezTo>
                <a:cubicBezTo>
                  <a:pt x="408088" y="42455"/>
                  <a:pt x="404939" y="41403"/>
                  <a:pt x="401658" y="41403"/>
                </a:cubicBezTo>
                <a:cubicBezTo>
                  <a:pt x="398618" y="41403"/>
                  <a:pt x="396036" y="42129"/>
                  <a:pt x="393913" y="43579"/>
                </a:cubicBezTo>
                <a:cubicBezTo>
                  <a:pt x="391790" y="45028"/>
                  <a:pt x="390065" y="46937"/>
                  <a:pt x="388738" y="49304"/>
                </a:cubicBezTo>
                <a:cubicBezTo>
                  <a:pt x="387411" y="51672"/>
                  <a:pt x="386446" y="54354"/>
                  <a:pt x="385842" y="57350"/>
                </a:cubicBezTo>
                <a:cubicBezTo>
                  <a:pt x="385239" y="60346"/>
                  <a:pt x="384938" y="63391"/>
                  <a:pt x="384938" y="66484"/>
                </a:cubicBezTo>
                <a:cubicBezTo>
                  <a:pt x="384938" y="69770"/>
                  <a:pt x="385191" y="72983"/>
                  <a:pt x="385698" y="76125"/>
                </a:cubicBezTo>
                <a:cubicBezTo>
                  <a:pt x="386204" y="79266"/>
                  <a:pt x="387085" y="82056"/>
                  <a:pt x="388340" y="84496"/>
                </a:cubicBezTo>
                <a:cubicBezTo>
                  <a:pt x="389594" y="86936"/>
                  <a:pt x="391259" y="88893"/>
                  <a:pt x="393334" y="90368"/>
                </a:cubicBezTo>
                <a:cubicBezTo>
                  <a:pt x="395409" y="91841"/>
                  <a:pt x="398015" y="92578"/>
                  <a:pt x="401151" y="92578"/>
                </a:cubicBezTo>
                <a:cubicBezTo>
                  <a:pt x="402744" y="92578"/>
                  <a:pt x="404276" y="92361"/>
                  <a:pt x="405748" y="91927"/>
                </a:cubicBezTo>
                <a:cubicBezTo>
                  <a:pt x="407220" y="91491"/>
                  <a:pt x="408728" y="90766"/>
                  <a:pt x="410272" y="89751"/>
                </a:cubicBezTo>
                <a:cubicBezTo>
                  <a:pt x="411816" y="88736"/>
                  <a:pt x="413432" y="87419"/>
                  <a:pt x="415121" y="85799"/>
                </a:cubicBezTo>
                <a:cubicBezTo>
                  <a:pt x="416810" y="84179"/>
                  <a:pt x="418596" y="82185"/>
                  <a:pt x="420478" y="79816"/>
                </a:cubicBezTo>
                <a:lnTo>
                  <a:pt x="420478" y="53731"/>
                </a:lnTo>
                <a:close/>
                <a:moveTo>
                  <a:pt x="484175" y="101336"/>
                </a:moveTo>
                <a:lnTo>
                  <a:pt x="475489" y="125295"/>
                </a:lnTo>
                <a:cubicBezTo>
                  <a:pt x="475199" y="126067"/>
                  <a:pt x="474463" y="126659"/>
                  <a:pt x="473281" y="127069"/>
                </a:cubicBezTo>
                <a:cubicBezTo>
                  <a:pt x="472099" y="127479"/>
                  <a:pt x="470301" y="127684"/>
                  <a:pt x="467889" y="127684"/>
                </a:cubicBezTo>
                <a:cubicBezTo>
                  <a:pt x="466634" y="127684"/>
                  <a:pt x="465621" y="127624"/>
                  <a:pt x="464848" y="127503"/>
                </a:cubicBezTo>
                <a:cubicBezTo>
                  <a:pt x="464076" y="127382"/>
                  <a:pt x="463485" y="127177"/>
                  <a:pt x="463075" y="126888"/>
                </a:cubicBezTo>
                <a:cubicBezTo>
                  <a:pt x="462665" y="126598"/>
                  <a:pt x="462436" y="126212"/>
                  <a:pt x="462387" y="125730"/>
                </a:cubicBezTo>
                <a:cubicBezTo>
                  <a:pt x="462339" y="125247"/>
                  <a:pt x="462460" y="124668"/>
                  <a:pt x="462749" y="123992"/>
                </a:cubicBezTo>
                <a:lnTo>
                  <a:pt x="471725" y="101336"/>
                </a:lnTo>
                <a:cubicBezTo>
                  <a:pt x="471291" y="101143"/>
                  <a:pt x="470880" y="100830"/>
                  <a:pt x="470494" y="100396"/>
                </a:cubicBezTo>
                <a:cubicBezTo>
                  <a:pt x="470108" y="99961"/>
                  <a:pt x="469843" y="99503"/>
                  <a:pt x="469698" y="99020"/>
                </a:cubicBezTo>
                <a:lnTo>
                  <a:pt x="446463" y="36771"/>
                </a:lnTo>
                <a:cubicBezTo>
                  <a:pt x="446077" y="35757"/>
                  <a:pt x="445884" y="34961"/>
                  <a:pt x="445884" y="34382"/>
                </a:cubicBezTo>
                <a:cubicBezTo>
                  <a:pt x="445884" y="33803"/>
                  <a:pt x="446077" y="33345"/>
                  <a:pt x="446463" y="33007"/>
                </a:cubicBezTo>
                <a:cubicBezTo>
                  <a:pt x="446849" y="32669"/>
                  <a:pt x="447476" y="32440"/>
                  <a:pt x="448345" y="32319"/>
                </a:cubicBezTo>
                <a:cubicBezTo>
                  <a:pt x="449214" y="32198"/>
                  <a:pt x="450372" y="32138"/>
                  <a:pt x="451819" y="32138"/>
                </a:cubicBezTo>
                <a:cubicBezTo>
                  <a:pt x="453267" y="32138"/>
                  <a:pt x="454401" y="32174"/>
                  <a:pt x="455221" y="32247"/>
                </a:cubicBezTo>
                <a:cubicBezTo>
                  <a:pt x="456042" y="32319"/>
                  <a:pt x="456693" y="32452"/>
                  <a:pt x="457176" y="32645"/>
                </a:cubicBezTo>
                <a:cubicBezTo>
                  <a:pt x="457658" y="32838"/>
                  <a:pt x="458008" y="33115"/>
                  <a:pt x="458225" y="33477"/>
                </a:cubicBezTo>
                <a:cubicBezTo>
                  <a:pt x="458443" y="33839"/>
                  <a:pt x="458672" y="34334"/>
                  <a:pt x="458913" y="34961"/>
                </a:cubicBezTo>
                <a:lnTo>
                  <a:pt x="477515" y="87222"/>
                </a:lnTo>
                <a:lnTo>
                  <a:pt x="477733" y="87222"/>
                </a:lnTo>
                <a:lnTo>
                  <a:pt x="495684" y="34672"/>
                </a:lnTo>
                <a:cubicBezTo>
                  <a:pt x="495973" y="33755"/>
                  <a:pt x="496323" y="33164"/>
                  <a:pt x="496733" y="32898"/>
                </a:cubicBezTo>
                <a:cubicBezTo>
                  <a:pt x="497143" y="32633"/>
                  <a:pt x="497759" y="32440"/>
                  <a:pt x="498579" y="32319"/>
                </a:cubicBezTo>
                <a:cubicBezTo>
                  <a:pt x="499399" y="32198"/>
                  <a:pt x="500582" y="32138"/>
                  <a:pt x="502126" y="32138"/>
                </a:cubicBezTo>
                <a:cubicBezTo>
                  <a:pt x="503477" y="32138"/>
                  <a:pt x="504587" y="32198"/>
                  <a:pt x="505455" y="32319"/>
                </a:cubicBezTo>
                <a:cubicBezTo>
                  <a:pt x="506324" y="32440"/>
                  <a:pt x="506963" y="32669"/>
                  <a:pt x="507374" y="33007"/>
                </a:cubicBezTo>
                <a:cubicBezTo>
                  <a:pt x="507784" y="33345"/>
                  <a:pt x="507989" y="33803"/>
                  <a:pt x="507989" y="34382"/>
                </a:cubicBezTo>
                <a:cubicBezTo>
                  <a:pt x="507989" y="34961"/>
                  <a:pt x="507844" y="35685"/>
                  <a:pt x="507555" y="36554"/>
                </a:cubicBezTo>
                <a:lnTo>
                  <a:pt x="484175" y="101336"/>
                </a:lnTo>
                <a:close/>
                <a:moveTo>
                  <a:pt x="581425" y="74627"/>
                </a:moveTo>
                <a:cubicBezTo>
                  <a:pt x="581425" y="76220"/>
                  <a:pt x="581183" y="77474"/>
                  <a:pt x="580701" y="78391"/>
                </a:cubicBezTo>
                <a:cubicBezTo>
                  <a:pt x="580218" y="79308"/>
                  <a:pt x="579543" y="79766"/>
                  <a:pt x="578674" y="79766"/>
                </a:cubicBezTo>
                <a:lnTo>
                  <a:pt x="568106" y="79766"/>
                </a:lnTo>
                <a:lnTo>
                  <a:pt x="568106" y="99520"/>
                </a:lnTo>
                <a:cubicBezTo>
                  <a:pt x="568106" y="99908"/>
                  <a:pt x="568010" y="100235"/>
                  <a:pt x="567817" y="100502"/>
                </a:cubicBezTo>
                <a:cubicBezTo>
                  <a:pt x="567623" y="100767"/>
                  <a:pt x="567286" y="100997"/>
                  <a:pt x="566803" y="101192"/>
                </a:cubicBezTo>
                <a:cubicBezTo>
                  <a:pt x="566321" y="101385"/>
                  <a:pt x="565693" y="101530"/>
                  <a:pt x="564921" y="101626"/>
                </a:cubicBezTo>
                <a:cubicBezTo>
                  <a:pt x="564149" y="101723"/>
                  <a:pt x="563160" y="101771"/>
                  <a:pt x="561953" y="101771"/>
                </a:cubicBezTo>
                <a:cubicBezTo>
                  <a:pt x="560795" y="101771"/>
                  <a:pt x="559830" y="101723"/>
                  <a:pt x="559058" y="101626"/>
                </a:cubicBezTo>
                <a:cubicBezTo>
                  <a:pt x="558286" y="101530"/>
                  <a:pt x="557671" y="101385"/>
                  <a:pt x="557212" y="101192"/>
                </a:cubicBezTo>
                <a:cubicBezTo>
                  <a:pt x="556754" y="100997"/>
                  <a:pt x="556440" y="100767"/>
                  <a:pt x="556271" y="100502"/>
                </a:cubicBezTo>
                <a:cubicBezTo>
                  <a:pt x="556103" y="100235"/>
                  <a:pt x="556018" y="99908"/>
                  <a:pt x="556018" y="99520"/>
                </a:cubicBezTo>
                <a:lnTo>
                  <a:pt x="556018" y="79766"/>
                </a:lnTo>
                <a:lnTo>
                  <a:pt x="517365" y="79766"/>
                </a:lnTo>
                <a:cubicBezTo>
                  <a:pt x="516786" y="79766"/>
                  <a:pt x="516304" y="79694"/>
                  <a:pt x="515918" y="79549"/>
                </a:cubicBezTo>
                <a:cubicBezTo>
                  <a:pt x="515532" y="79404"/>
                  <a:pt x="515182" y="79139"/>
                  <a:pt x="514868" y="78753"/>
                </a:cubicBezTo>
                <a:cubicBezTo>
                  <a:pt x="514555" y="78367"/>
                  <a:pt x="514337" y="77812"/>
                  <a:pt x="514217" y="77088"/>
                </a:cubicBezTo>
                <a:cubicBezTo>
                  <a:pt x="514096" y="76364"/>
                  <a:pt x="514036" y="75423"/>
                  <a:pt x="514036" y="74265"/>
                </a:cubicBezTo>
                <a:cubicBezTo>
                  <a:pt x="514036" y="73348"/>
                  <a:pt x="514060" y="72528"/>
                  <a:pt x="514108" y="71804"/>
                </a:cubicBezTo>
                <a:cubicBezTo>
                  <a:pt x="514156" y="71080"/>
                  <a:pt x="514253" y="70417"/>
                  <a:pt x="514398" y="69814"/>
                </a:cubicBezTo>
                <a:cubicBezTo>
                  <a:pt x="514542" y="69210"/>
                  <a:pt x="514735" y="68631"/>
                  <a:pt x="514977" y="68076"/>
                </a:cubicBezTo>
                <a:cubicBezTo>
                  <a:pt x="515218" y="67521"/>
                  <a:pt x="515508" y="66930"/>
                  <a:pt x="515845" y="66303"/>
                </a:cubicBezTo>
                <a:lnTo>
                  <a:pt x="549576" y="9480"/>
                </a:lnTo>
                <a:cubicBezTo>
                  <a:pt x="549817" y="9094"/>
                  <a:pt x="550167" y="8757"/>
                  <a:pt x="550626" y="8469"/>
                </a:cubicBezTo>
                <a:cubicBezTo>
                  <a:pt x="551084" y="8179"/>
                  <a:pt x="551675" y="7938"/>
                  <a:pt x="552399" y="7745"/>
                </a:cubicBezTo>
                <a:cubicBezTo>
                  <a:pt x="553123" y="7552"/>
                  <a:pt x="554015" y="7419"/>
                  <a:pt x="555077" y="7347"/>
                </a:cubicBezTo>
                <a:cubicBezTo>
                  <a:pt x="556139" y="7275"/>
                  <a:pt x="557393" y="7238"/>
                  <a:pt x="558841" y="7238"/>
                </a:cubicBezTo>
                <a:cubicBezTo>
                  <a:pt x="560433" y="7238"/>
                  <a:pt x="561821" y="7299"/>
                  <a:pt x="563003" y="7419"/>
                </a:cubicBezTo>
                <a:cubicBezTo>
                  <a:pt x="564185" y="7540"/>
                  <a:pt x="565138" y="7697"/>
                  <a:pt x="565862" y="7890"/>
                </a:cubicBezTo>
                <a:cubicBezTo>
                  <a:pt x="566586" y="8083"/>
                  <a:pt x="567141" y="8336"/>
                  <a:pt x="567527" y="8650"/>
                </a:cubicBezTo>
                <a:cubicBezTo>
                  <a:pt x="567913" y="8962"/>
                  <a:pt x="568106" y="9335"/>
                  <a:pt x="568106" y="9769"/>
                </a:cubicBezTo>
                <a:lnTo>
                  <a:pt x="568106" y="69488"/>
                </a:lnTo>
                <a:lnTo>
                  <a:pt x="578674" y="69488"/>
                </a:lnTo>
                <a:cubicBezTo>
                  <a:pt x="579494" y="69488"/>
                  <a:pt x="580158" y="69910"/>
                  <a:pt x="580665" y="70755"/>
                </a:cubicBezTo>
                <a:cubicBezTo>
                  <a:pt x="581171" y="71599"/>
                  <a:pt x="581425" y="72890"/>
                  <a:pt x="581425" y="74627"/>
                </a:cubicBezTo>
                <a:moveTo>
                  <a:pt x="556018" y="18157"/>
                </a:moveTo>
                <a:lnTo>
                  <a:pt x="555873" y="18157"/>
                </a:lnTo>
                <a:lnTo>
                  <a:pt x="525400" y="69488"/>
                </a:lnTo>
                <a:lnTo>
                  <a:pt x="556018" y="69488"/>
                </a:lnTo>
                <a:lnTo>
                  <a:pt x="556018" y="181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3E269-8F2F-4F81-BE77-4FD0414B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670" y="1991386"/>
            <a:ext cx="735274" cy="273257"/>
          </a:xfrm>
          <a:custGeom xmlns:a="http://schemas.openxmlformats.org/drawingml/2006/main">
            <a:pathLst>
              <a:path w="735274" h="273257">
                <a:moveTo>
                  <a:pt x="28166" y="273257"/>
                </a:moveTo>
                <a:cubicBezTo>
                  <a:pt x="12353" y="273257"/>
                  <a:pt x="0" y="260410"/>
                  <a:pt x="0" y="245091"/>
                </a:cubicBezTo>
                <a:lnTo>
                  <a:pt x="0" y="28166"/>
                </a:lnTo>
                <a:cubicBezTo>
                  <a:pt x="0" y="12848"/>
                  <a:pt x="12353" y="0"/>
                  <a:pt x="28166" y="0"/>
                </a:cubicBezTo>
                <a:lnTo>
                  <a:pt x="707109" y="0"/>
                </a:lnTo>
                <a:cubicBezTo>
                  <a:pt x="722427" y="0"/>
                  <a:pt x="735274" y="12848"/>
                  <a:pt x="735274" y="28166"/>
                </a:cubicBezTo>
                <a:lnTo>
                  <a:pt x="735274" y="245091"/>
                </a:lnTo>
                <a:cubicBezTo>
                  <a:pt x="735274" y="260410"/>
                  <a:pt x="722427" y="273257"/>
                  <a:pt x="707109" y="273257"/>
                </a:cubicBezTo>
                <a:lnTo>
                  <a:pt x="28166" y="273257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9E6BD-A4C0-4938-9B4D-23127A7C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670" y="1991386"/>
            <a:ext cx="735274" cy="273257"/>
          </a:xfrm>
          <a:custGeom xmlns:a="http://schemas.openxmlformats.org/drawingml/2006/main">
            <a:pathLst>
              <a:path w="735274" h="273257" fill="none">
                <a:moveTo>
                  <a:pt x="28166" y="273257"/>
                </a:moveTo>
                <a:lnTo>
                  <a:pt x="707109" y="273257"/>
                </a:lnTo>
                <a:cubicBezTo>
                  <a:pt x="722427" y="273257"/>
                  <a:pt x="735274" y="260410"/>
                  <a:pt x="735274" y="245091"/>
                </a:cubicBezTo>
                <a:lnTo>
                  <a:pt x="735274" y="28166"/>
                </a:lnTo>
                <a:cubicBezTo>
                  <a:pt x="735274" y="12848"/>
                  <a:pt x="722427" y="0"/>
                  <a:pt x="707109" y="0"/>
                </a:cubicBezTo>
                <a:lnTo>
                  <a:pt x="28166" y="0"/>
                </a:lnTo>
                <a:cubicBezTo>
                  <a:pt x="12353" y="0"/>
                  <a:pt x="0" y="12848"/>
                  <a:pt x="0" y="28166"/>
                </a:cubicBezTo>
                <a:lnTo>
                  <a:pt x="0" y="245091"/>
                </a:lnTo>
                <a:cubicBezTo>
                  <a:pt x="0" y="260410"/>
                  <a:pt x="12353" y="273257"/>
                  <a:pt x="28166" y="273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16" name="Text if.then">
            <a:extLst xmlns:a="http://schemas.openxmlformats.org/drawingml/2006/main">
              <a:ext uri="{FF2B5EF4-FFF2-40B4-BE49-F238E27FC236}">
                <a16:creationId xmlns:a16="http://schemas.microsoft.com/office/drawing/2014/main" id="{A7A9F3D2-6BAF-4E48-8AE8-19452525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781" y="2071398"/>
            <a:ext cx="375106" cy="102784"/>
          </a:xfrm>
          <a:custGeom xmlns:a="http://schemas.openxmlformats.org/drawingml/2006/main">
            <a:pathLst>
              <a:path w="375106" h="102784">
                <a:moveTo>
                  <a:pt x="13391" y="99527"/>
                </a:moveTo>
                <a:cubicBezTo>
                  <a:pt x="13391" y="99913"/>
                  <a:pt x="13294" y="100239"/>
                  <a:pt x="13101" y="100504"/>
                </a:cubicBezTo>
                <a:cubicBezTo>
                  <a:pt x="12908" y="100769"/>
                  <a:pt x="12595" y="100999"/>
                  <a:pt x="12160" y="101192"/>
                </a:cubicBezTo>
                <a:cubicBezTo>
                  <a:pt x="11726" y="101385"/>
                  <a:pt x="11123" y="101530"/>
                  <a:pt x="10351" y="101626"/>
                </a:cubicBezTo>
                <a:cubicBezTo>
                  <a:pt x="9579" y="101723"/>
                  <a:pt x="8589" y="101771"/>
                  <a:pt x="7383" y="101771"/>
                </a:cubicBezTo>
                <a:cubicBezTo>
                  <a:pt x="6225" y="101771"/>
                  <a:pt x="5260" y="101723"/>
                  <a:pt x="4488" y="101626"/>
                </a:cubicBezTo>
                <a:cubicBezTo>
                  <a:pt x="3716" y="101530"/>
                  <a:pt x="3100" y="101385"/>
                  <a:pt x="2642" y="101192"/>
                </a:cubicBezTo>
                <a:cubicBezTo>
                  <a:pt x="2184" y="100999"/>
                  <a:pt x="1870" y="100769"/>
                  <a:pt x="1701" y="100504"/>
                </a:cubicBezTo>
                <a:cubicBezTo>
                  <a:pt x="1532" y="100239"/>
                  <a:pt x="1448" y="99913"/>
                  <a:pt x="1448" y="99527"/>
                </a:cubicBezTo>
                <a:lnTo>
                  <a:pt x="1448" y="34382"/>
                </a:lnTo>
                <a:cubicBezTo>
                  <a:pt x="1448" y="34044"/>
                  <a:pt x="1532" y="33731"/>
                  <a:pt x="1701" y="33441"/>
                </a:cubicBezTo>
                <a:cubicBezTo>
                  <a:pt x="1870" y="33152"/>
                  <a:pt x="2184" y="32910"/>
                  <a:pt x="2642" y="32717"/>
                </a:cubicBezTo>
                <a:cubicBezTo>
                  <a:pt x="3100" y="32524"/>
                  <a:pt x="3716" y="32379"/>
                  <a:pt x="4488" y="32283"/>
                </a:cubicBezTo>
                <a:cubicBezTo>
                  <a:pt x="5260" y="32186"/>
                  <a:pt x="6225" y="32138"/>
                  <a:pt x="7383" y="32138"/>
                </a:cubicBezTo>
                <a:cubicBezTo>
                  <a:pt x="8589" y="32138"/>
                  <a:pt x="9579" y="32186"/>
                  <a:pt x="10351" y="32283"/>
                </a:cubicBezTo>
                <a:cubicBezTo>
                  <a:pt x="11123" y="32379"/>
                  <a:pt x="11726" y="32524"/>
                  <a:pt x="12160" y="32717"/>
                </a:cubicBezTo>
                <a:cubicBezTo>
                  <a:pt x="12595" y="32910"/>
                  <a:pt x="12908" y="33152"/>
                  <a:pt x="13101" y="33441"/>
                </a:cubicBezTo>
                <a:cubicBezTo>
                  <a:pt x="13294" y="33731"/>
                  <a:pt x="13391" y="34044"/>
                  <a:pt x="13391" y="34382"/>
                </a:cubicBezTo>
                <a:lnTo>
                  <a:pt x="13391" y="99527"/>
                </a:lnTo>
                <a:moveTo>
                  <a:pt x="14766" y="12305"/>
                </a:moveTo>
                <a:cubicBezTo>
                  <a:pt x="14766" y="15104"/>
                  <a:pt x="14235" y="17010"/>
                  <a:pt x="13174" y="18023"/>
                </a:cubicBezTo>
                <a:cubicBezTo>
                  <a:pt x="12112" y="19037"/>
                  <a:pt x="10158" y="19543"/>
                  <a:pt x="7311" y="19543"/>
                </a:cubicBezTo>
                <a:cubicBezTo>
                  <a:pt x="4512" y="19543"/>
                  <a:pt x="2594" y="19049"/>
                  <a:pt x="1556" y="18060"/>
                </a:cubicBezTo>
                <a:cubicBezTo>
                  <a:pt x="519" y="17070"/>
                  <a:pt x="0" y="15200"/>
                  <a:pt x="0" y="12450"/>
                </a:cubicBezTo>
                <a:cubicBezTo>
                  <a:pt x="0" y="9651"/>
                  <a:pt x="531" y="7745"/>
                  <a:pt x="1592" y="6732"/>
                </a:cubicBezTo>
                <a:cubicBezTo>
                  <a:pt x="2654" y="5718"/>
                  <a:pt x="4608" y="5212"/>
                  <a:pt x="7455" y="5212"/>
                </a:cubicBezTo>
                <a:cubicBezTo>
                  <a:pt x="10254" y="5212"/>
                  <a:pt x="12172" y="5706"/>
                  <a:pt x="13210" y="6695"/>
                </a:cubicBezTo>
                <a:cubicBezTo>
                  <a:pt x="14247" y="7685"/>
                  <a:pt x="14766" y="9555"/>
                  <a:pt x="14766" y="12305"/>
                </a:cubicBezTo>
                <a:close/>
                <a:moveTo>
                  <a:pt x="71035" y="7600"/>
                </a:moveTo>
                <a:cubicBezTo>
                  <a:pt x="71035" y="8517"/>
                  <a:pt x="70987" y="9253"/>
                  <a:pt x="70891" y="9808"/>
                </a:cubicBezTo>
                <a:cubicBezTo>
                  <a:pt x="70794" y="10363"/>
                  <a:pt x="70686" y="10809"/>
                  <a:pt x="70565" y="11147"/>
                </a:cubicBezTo>
                <a:cubicBezTo>
                  <a:pt x="70444" y="11485"/>
                  <a:pt x="70287" y="11714"/>
                  <a:pt x="70094" y="11835"/>
                </a:cubicBezTo>
                <a:cubicBezTo>
                  <a:pt x="69901" y="11955"/>
                  <a:pt x="69660" y="12016"/>
                  <a:pt x="69371" y="12016"/>
                </a:cubicBezTo>
                <a:cubicBezTo>
                  <a:pt x="69033" y="12016"/>
                  <a:pt x="68611" y="11907"/>
                  <a:pt x="68104" y="11690"/>
                </a:cubicBezTo>
                <a:cubicBezTo>
                  <a:pt x="67597" y="11473"/>
                  <a:pt x="66982" y="11231"/>
                  <a:pt x="66258" y="10966"/>
                </a:cubicBezTo>
                <a:cubicBezTo>
                  <a:pt x="65534" y="10701"/>
                  <a:pt x="64678" y="10459"/>
                  <a:pt x="63689" y="10242"/>
                </a:cubicBezTo>
                <a:cubicBezTo>
                  <a:pt x="62699" y="10025"/>
                  <a:pt x="61553" y="9917"/>
                  <a:pt x="60250" y="9917"/>
                </a:cubicBezTo>
                <a:cubicBezTo>
                  <a:pt x="58465" y="9917"/>
                  <a:pt x="56945" y="10205"/>
                  <a:pt x="55690" y="10783"/>
                </a:cubicBezTo>
                <a:cubicBezTo>
                  <a:pt x="54436" y="11360"/>
                  <a:pt x="53422" y="12262"/>
                  <a:pt x="52650" y="13488"/>
                </a:cubicBezTo>
                <a:cubicBezTo>
                  <a:pt x="51878" y="14714"/>
                  <a:pt x="51323" y="16301"/>
                  <a:pt x="50985" y="18250"/>
                </a:cubicBezTo>
                <a:cubicBezTo>
                  <a:pt x="50647" y="20198"/>
                  <a:pt x="50479" y="22567"/>
                  <a:pt x="50479" y="25357"/>
                </a:cubicBezTo>
                <a:lnTo>
                  <a:pt x="50479" y="32428"/>
                </a:lnTo>
                <a:lnTo>
                  <a:pt x="65028" y="32428"/>
                </a:lnTo>
                <a:cubicBezTo>
                  <a:pt x="65414" y="32428"/>
                  <a:pt x="65739" y="32512"/>
                  <a:pt x="66005" y="32681"/>
                </a:cubicBezTo>
                <a:cubicBezTo>
                  <a:pt x="66270" y="32850"/>
                  <a:pt x="66511" y="33139"/>
                  <a:pt x="66729" y="33550"/>
                </a:cubicBezTo>
                <a:cubicBezTo>
                  <a:pt x="66946" y="33960"/>
                  <a:pt x="67115" y="34479"/>
                  <a:pt x="67235" y="35106"/>
                </a:cubicBezTo>
                <a:cubicBezTo>
                  <a:pt x="67356" y="35733"/>
                  <a:pt x="67416" y="36505"/>
                  <a:pt x="67416" y="37422"/>
                </a:cubicBezTo>
                <a:cubicBezTo>
                  <a:pt x="67416" y="39159"/>
                  <a:pt x="67199" y="40414"/>
                  <a:pt x="66765" y="41186"/>
                </a:cubicBezTo>
                <a:cubicBezTo>
                  <a:pt x="66330" y="41958"/>
                  <a:pt x="65751" y="42344"/>
                  <a:pt x="65028" y="42344"/>
                </a:cubicBezTo>
                <a:lnTo>
                  <a:pt x="50479" y="42344"/>
                </a:lnTo>
                <a:lnTo>
                  <a:pt x="50479" y="99525"/>
                </a:lnTo>
                <a:cubicBezTo>
                  <a:pt x="50479" y="99911"/>
                  <a:pt x="50382" y="100237"/>
                  <a:pt x="50189" y="100504"/>
                </a:cubicBezTo>
                <a:cubicBezTo>
                  <a:pt x="49996" y="100769"/>
                  <a:pt x="49670" y="100999"/>
                  <a:pt x="49212" y="101192"/>
                </a:cubicBezTo>
                <a:cubicBezTo>
                  <a:pt x="48753" y="101385"/>
                  <a:pt x="48138" y="101530"/>
                  <a:pt x="47366" y="101626"/>
                </a:cubicBezTo>
                <a:cubicBezTo>
                  <a:pt x="46594" y="101723"/>
                  <a:pt x="45629" y="101771"/>
                  <a:pt x="44471" y="101771"/>
                </a:cubicBezTo>
                <a:cubicBezTo>
                  <a:pt x="43313" y="101771"/>
                  <a:pt x="42348" y="101723"/>
                  <a:pt x="41575" y="101626"/>
                </a:cubicBezTo>
                <a:cubicBezTo>
                  <a:pt x="40803" y="101530"/>
                  <a:pt x="40188" y="101385"/>
                  <a:pt x="39730" y="101192"/>
                </a:cubicBezTo>
                <a:cubicBezTo>
                  <a:pt x="39271" y="100999"/>
                  <a:pt x="38946" y="100769"/>
                  <a:pt x="38752" y="100504"/>
                </a:cubicBezTo>
                <a:cubicBezTo>
                  <a:pt x="38559" y="100237"/>
                  <a:pt x="38463" y="99911"/>
                  <a:pt x="38463" y="99525"/>
                </a:cubicBezTo>
                <a:lnTo>
                  <a:pt x="38463" y="42344"/>
                </a:lnTo>
                <a:lnTo>
                  <a:pt x="29270" y="42344"/>
                </a:lnTo>
                <a:cubicBezTo>
                  <a:pt x="28498" y="42344"/>
                  <a:pt x="27919" y="41958"/>
                  <a:pt x="27533" y="41186"/>
                </a:cubicBezTo>
                <a:cubicBezTo>
                  <a:pt x="27147" y="40414"/>
                  <a:pt x="26954" y="39159"/>
                  <a:pt x="26954" y="37422"/>
                </a:cubicBezTo>
                <a:cubicBezTo>
                  <a:pt x="26954" y="36505"/>
                  <a:pt x="27002" y="35733"/>
                  <a:pt x="27099" y="35106"/>
                </a:cubicBezTo>
                <a:cubicBezTo>
                  <a:pt x="27195" y="34479"/>
                  <a:pt x="27340" y="33960"/>
                  <a:pt x="27533" y="33550"/>
                </a:cubicBezTo>
                <a:cubicBezTo>
                  <a:pt x="27726" y="33139"/>
                  <a:pt x="27967" y="32850"/>
                  <a:pt x="28257" y="32681"/>
                </a:cubicBezTo>
                <a:cubicBezTo>
                  <a:pt x="28546" y="32512"/>
                  <a:pt x="28884" y="32428"/>
                  <a:pt x="29270" y="32428"/>
                </a:cubicBezTo>
                <a:lnTo>
                  <a:pt x="38463" y="32428"/>
                </a:lnTo>
                <a:lnTo>
                  <a:pt x="38463" y="25712"/>
                </a:lnTo>
                <a:cubicBezTo>
                  <a:pt x="38463" y="21185"/>
                  <a:pt x="38885" y="17297"/>
                  <a:pt x="39730" y="14047"/>
                </a:cubicBezTo>
                <a:cubicBezTo>
                  <a:pt x="40574" y="10797"/>
                  <a:pt x="41865" y="8137"/>
                  <a:pt x="43602" y="6067"/>
                </a:cubicBezTo>
                <a:cubicBezTo>
                  <a:pt x="45339" y="3996"/>
                  <a:pt x="47523" y="2468"/>
                  <a:pt x="50153" y="1482"/>
                </a:cubicBezTo>
                <a:cubicBezTo>
                  <a:pt x="52783" y="494"/>
                  <a:pt x="55883" y="0"/>
                  <a:pt x="59454" y="0"/>
                </a:cubicBezTo>
                <a:cubicBezTo>
                  <a:pt x="61143" y="0"/>
                  <a:pt x="62784" y="157"/>
                  <a:pt x="64376" y="470"/>
                </a:cubicBezTo>
                <a:cubicBezTo>
                  <a:pt x="65969" y="784"/>
                  <a:pt x="67199" y="1122"/>
                  <a:pt x="68068" y="1484"/>
                </a:cubicBezTo>
                <a:cubicBezTo>
                  <a:pt x="68936" y="1846"/>
                  <a:pt x="69515" y="2172"/>
                  <a:pt x="69805" y="2461"/>
                </a:cubicBezTo>
                <a:cubicBezTo>
                  <a:pt x="70094" y="2751"/>
                  <a:pt x="70336" y="3125"/>
                  <a:pt x="70529" y="3583"/>
                </a:cubicBezTo>
                <a:cubicBezTo>
                  <a:pt x="70722" y="4041"/>
                  <a:pt x="70854" y="4596"/>
                  <a:pt x="70927" y="5248"/>
                </a:cubicBezTo>
                <a:cubicBezTo>
                  <a:pt x="70999" y="5899"/>
                  <a:pt x="71035" y="6683"/>
                  <a:pt x="71035" y="7600"/>
                </a:cubicBezTo>
                <a:close/>
                <a:moveTo>
                  <a:pt x="95937" y="93483"/>
                </a:moveTo>
                <a:cubicBezTo>
                  <a:pt x="95937" y="96924"/>
                  <a:pt x="95370" y="99214"/>
                  <a:pt x="94236" y="100353"/>
                </a:cubicBezTo>
                <a:cubicBezTo>
                  <a:pt x="93102" y="101491"/>
                  <a:pt x="91039" y="102060"/>
                  <a:pt x="88047" y="102060"/>
                </a:cubicBezTo>
                <a:cubicBezTo>
                  <a:pt x="85152" y="102060"/>
                  <a:pt x="83149" y="101503"/>
                  <a:pt x="82040" y="100389"/>
                </a:cubicBezTo>
                <a:cubicBezTo>
                  <a:pt x="80930" y="99274"/>
                  <a:pt x="80375" y="97045"/>
                  <a:pt x="80375" y="93700"/>
                </a:cubicBezTo>
                <a:cubicBezTo>
                  <a:pt x="80375" y="90259"/>
                  <a:pt x="80942" y="87969"/>
                  <a:pt x="82076" y="86830"/>
                </a:cubicBezTo>
                <a:cubicBezTo>
                  <a:pt x="83210" y="85692"/>
                  <a:pt x="85273" y="85123"/>
                  <a:pt x="88265" y="85123"/>
                </a:cubicBezTo>
                <a:cubicBezTo>
                  <a:pt x="91160" y="85123"/>
                  <a:pt x="93162" y="85680"/>
                  <a:pt x="94272" y="86794"/>
                </a:cubicBezTo>
                <a:cubicBezTo>
                  <a:pt x="95382" y="87909"/>
                  <a:pt x="95937" y="90138"/>
                  <a:pt x="95937" y="93483"/>
                </a:cubicBezTo>
                <a:close/>
                <a:moveTo>
                  <a:pt x="151707" y="94822"/>
                </a:moveTo>
                <a:cubicBezTo>
                  <a:pt x="151707" y="96221"/>
                  <a:pt x="151610" y="97331"/>
                  <a:pt x="151417" y="98152"/>
                </a:cubicBezTo>
                <a:cubicBezTo>
                  <a:pt x="151224" y="98972"/>
                  <a:pt x="150935" y="99575"/>
                  <a:pt x="150549" y="99961"/>
                </a:cubicBezTo>
                <a:cubicBezTo>
                  <a:pt x="150163" y="100347"/>
                  <a:pt x="149583" y="100709"/>
                  <a:pt x="148811" y="101047"/>
                </a:cubicBezTo>
                <a:cubicBezTo>
                  <a:pt x="148039" y="101385"/>
                  <a:pt x="147159" y="101662"/>
                  <a:pt x="146169" y="101879"/>
                </a:cubicBezTo>
                <a:cubicBezTo>
                  <a:pt x="145180" y="102097"/>
                  <a:pt x="144131" y="102277"/>
                  <a:pt x="143021" y="102422"/>
                </a:cubicBezTo>
                <a:cubicBezTo>
                  <a:pt x="141911" y="102567"/>
                  <a:pt x="140801" y="102639"/>
                  <a:pt x="139691" y="102639"/>
                </a:cubicBezTo>
                <a:cubicBezTo>
                  <a:pt x="136313" y="102639"/>
                  <a:pt x="133418" y="102192"/>
                  <a:pt x="131005" y="101298"/>
                </a:cubicBezTo>
                <a:cubicBezTo>
                  <a:pt x="128592" y="100402"/>
                  <a:pt x="126614" y="99047"/>
                  <a:pt x="125070" y="97233"/>
                </a:cubicBezTo>
                <a:cubicBezTo>
                  <a:pt x="123525" y="95419"/>
                  <a:pt x="122404" y="93122"/>
                  <a:pt x="121704" y="90341"/>
                </a:cubicBezTo>
                <a:cubicBezTo>
                  <a:pt x="121004" y="87560"/>
                  <a:pt x="120654" y="84283"/>
                  <a:pt x="120654" y="80510"/>
                </a:cubicBezTo>
                <a:lnTo>
                  <a:pt x="120654" y="42344"/>
                </a:lnTo>
                <a:lnTo>
                  <a:pt x="111534" y="42344"/>
                </a:lnTo>
                <a:cubicBezTo>
                  <a:pt x="110810" y="42344"/>
                  <a:pt x="110231" y="41958"/>
                  <a:pt x="109797" y="41186"/>
                </a:cubicBezTo>
                <a:cubicBezTo>
                  <a:pt x="109363" y="40414"/>
                  <a:pt x="109145" y="39159"/>
                  <a:pt x="109145" y="37422"/>
                </a:cubicBezTo>
                <a:cubicBezTo>
                  <a:pt x="109145" y="36505"/>
                  <a:pt x="109206" y="35733"/>
                  <a:pt x="109326" y="35106"/>
                </a:cubicBezTo>
                <a:cubicBezTo>
                  <a:pt x="109447" y="34479"/>
                  <a:pt x="109604" y="33960"/>
                  <a:pt x="109797" y="33550"/>
                </a:cubicBezTo>
                <a:cubicBezTo>
                  <a:pt x="109990" y="33139"/>
                  <a:pt x="110243" y="32850"/>
                  <a:pt x="110557" y="32681"/>
                </a:cubicBezTo>
                <a:cubicBezTo>
                  <a:pt x="110871" y="32512"/>
                  <a:pt x="111220" y="32428"/>
                  <a:pt x="111606" y="32428"/>
                </a:cubicBezTo>
                <a:lnTo>
                  <a:pt x="120654" y="32428"/>
                </a:lnTo>
                <a:lnTo>
                  <a:pt x="120654" y="16938"/>
                </a:lnTo>
                <a:cubicBezTo>
                  <a:pt x="120654" y="16600"/>
                  <a:pt x="120739" y="16286"/>
                  <a:pt x="120908" y="15997"/>
                </a:cubicBezTo>
                <a:cubicBezTo>
                  <a:pt x="121077" y="15707"/>
                  <a:pt x="121390" y="15454"/>
                  <a:pt x="121849" y="15237"/>
                </a:cubicBezTo>
                <a:cubicBezTo>
                  <a:pt x="122307" y="15020"/>
                  <a:pt x="122922" y="14863"/>
                  <a:pt x="123694" y="14766"/>
                </a:cubicBezTo>
                <a:cubicBezTo>
                  <a:pt x="124466" y="14670"/>
                  <a:pt x="125432" y="14621"/>
                  <a:pt x="126590" y="14621"/>
                </a:cubicBezTo>
                <a:cubicBezTo>
                  <a:pt x="127796" y="14621"/>
                  <a:pt x="128785" y="14670"/>
                  <a:pt x="129557" y="14766"/>
                </a:cubicBezTo>
                <a:cubicBezTo>
                  <a:pt x="130330" y="14863"/>
                  <a:pt x="130933" y="15020"/>
                  <a:pt x="131367" y="15237"/>
                </a:cubicBezTo>
                <a:cubicBezTo>
                  <a:pt x="131801" y="15454"/>
                  <a:pt x="132115" y="15707"/>
                  <a:pt x="132308" y="15997"/>
                </a:cubicBezTo>
                <a:cubicBezTo>
                  <a:pt x="132501" y="16286"/>
                  <a:pt x="132598" y="16600"/>
                  <a:pt x="132598" y="16938"/>
                </a:cubicBezTo>
                <a:lnTo>
                  <a:pt x="132598" y="32428"/>
                </a:lnTo>
                <a:lnTo>
                  <a:pt x="149318" y="32428"/>
                </a:lnTo>
                <a:cubicBezTo>
                  <a:pt x="149704" y="32428"/>
                  <a:pt x="150042" y="32512"/>
                  <a:pt x="150331" y="32681"/>
                </a:cubicBezTo>
                <a:cubicBezTo>
                  <a:pt x="150621" y="32850"/>
                  <a:pt x="150874" y="33139"/>
                  <a:pt x="151091" y="33550"/>
                </a:cubicBezTo>
                <a:cubicBezTo>
                  <a:pt x="151309" y="33960"/>
                  <a:pt x="151465" y="34479"/>
                  <a:pt x="151562" y="35106"/>
                </a:cubicBezTo>
                <a:cubicBezTo>
                  <a:pt x="151658" y="35733"/>
                  <a:pt x="151707" y="36505"/>
                  <a:pt x="151707" y="37422"/>
                </a:cubicBezTo>
                <a:cubicBezTo>
                  <a:pt x="151707" y="39159"/>
                  <a:pt x="151490" y="40414"/>
                  <a:pt x="151055" y="41186"/>
                </a:cubicBezTo>
                <a:cubicBezTo>
                  <a:pt x="150621" y="41958"/>
                  <a:pt x="150042" y="42344"/>
                  <a:pt x="149318" y="42344"/>
                </a:cubicBezTo>
                <a:lnTo>
                  <a:pt x="132598" y="42344"/>
                </a:lnTo>
                <a:lnTo>
                  <a:pt x="132598" y="78787"/>
                </a:lnTo>
                <a:cubicBezTo>
                  <a:pt x="132598" y="83287"/>
                  <a:pt x="133261" y="86686"/>
                  <a:pt x="134588" y="88986"/>
                </a:cubicBezTo>
                <a:cubicBezTo>
                  <a:pt x="135915" y="91284"/>
                  <a:pt x="138292" y="92433"/>
                  <a:pt x="141718" y="92433"/>
                </a:cubicBezTo>
                <a:cubicBezTo>
                  <a:pt x="142828" y="92433"/>
                  <a:pt x="143817" y="92325"/>
                  <a:pt x="144686" y="92108"/>
                </a:cubicBezTo>
                <a:cubicBezTo>
                  <a:pt x="145554" y="91890"/>
                  <a:pt x="146326" y="91661"/>
                  <a:pt x="147002" y="91420"/>
                </a:cubicBezTo>
                <a:cubicBezTo>
                  <a:pt x="147677" y="91179"/>
                  <a:pt x="148256" y="90950"/>
                  <a:pt x="148739" y="90732"/>
                </a:cubicBezTo>
                <a:cubicBezTo>
                  <a:pt x="149222" y="90515"/>
                  <a:pt x="149656" y="90407"/>
                  <a:pt x="150042" y="90407"/>
                </a:cubicBezTo>
                <a:cubicBezTo>
                  <a:pt x="150283" y="90407"/>
                  <a:pt x="150512" y="90467"/>
                  <a:pt x="150730" y="90588"/>
                </a:cubicBezTo>
                <a:cubicBezTo>
                  <a:pt x="150947" y="90708"/>
                  <a:pt x="151116" y="90937"/>
                  <a:pt x="151236" y="91275"/>
                </a:cubicBezTo>
                <a:cubicBezTo>
                  <a:pt x="151357" y="91613"/>
                  <a:pt x="151465" y="92071"/>
                  <a:pt x="151562" y="92651"/>
                </a:cubicBezTo>
                <a:cubicBezTo>
                  <a:pt x="151658" y="93230"/>
                  <a:pt x="151707" y="93953"/>
                  <a:pt x="151707" y="94822"/>
                </a:cubicBezTo>
                <a:close/>
                <a:moveTo>
                  <a:pt x="223545" y="99527"/>
                </a:moveTo>
                <a:cubicBezTo>
                  <a:pt x="223545" y="99913"/>
                  <a:pt x="223448" y="100239"/>
                  <a:pt x="223255" y="100504"/>
                </a:cubicBezTo>
                <a:cubicBezTo>
                  <a:pt x="223062" y="100769"/>
                  <a:pt x="222749" y="100999"/>
                  <a:pt x="222314" y="101192"/>
                </a:cubicBezTo>
                <a:cubicBezTo>
                  <a:pt x="221880" y="101385"/>
                  <a:pt x="221277" y="101530"/>
                  <a:pt x="220505" y="101626"/>
                </a:cubicBezTo>
                <a:cubicBezTo>
                  <a:pt x="219733" y="101723"/>
                  <a:pt x="218768" y="101771"/>
                  <a:pt x="217609" y="101771"/>
                </a:cubicBezTo>
                <a:cubicBezTo>
                  <a:pt x="216403" y="101771"/>
                  <a:pt x="215414" y="101723"/>
                  <a:pt x="214642" y="101626"/>
                </a:cubicBezTo>
                <a:cubicBezTo>
                  <a:pt x="213870" y="101530"/>
                  <a:pt x="213266" y="101385"/>
                  <a:pt x="212832" y="101192"/>
                </a:cubicBezTo>
                <a:cubicBezTo>
                  <a:pt x="212398" y="100999"/>
                  <a:pt x="212084" y="100769"/>
                  <a:pt x="211891" y="100504"/>
                </a:cubicBezTo>
                <a:cubicBezTo>
                  <a:pt x="211698" y="100239"/>
                  <a:pt x="211602" y="99913"/>
                  <a:pt x="211602" y="99527"/>
                </a:cubicBezTo>
                <a:lnTo>
                  <a:pt x="211602" y="61381"/>
                </a:lnTo>
                <a:cubicBezTo>
                  <a:pt x="211602" y="57665"/>
                  <a:pt x="211312" y="54673"/>
                  <a:pt x="210733" y="52405"/>
                </a:cubicBezTo>
                <a:cubicBezTo>
                  <a:pt x="210154" y="50137"/>
                  <a:pt x="209309" y="48183"/>
                  <a:pt x="208200" y="46542"/>
                </a:cubicBezTo>
                <a:cubicBezTo>
                  <a:pt x="207090" y="44902"/>
                  <a:pt x="205654" y="43647"/>
                  <a:pt x="203893" y="42778"/>
                </a:cubicBezTo>
                <a:cubicBezTo>
                  <a:pt x="202131" y="41910"/>
                  <a:pt x="200093" y="41476"/>
                  <a:pt x="197776" y="41476"/>
                </a:cubicBezTo>
                <a:cubicBezTo>
                  <a:pt x="194785" y="41476"/>
                  <a:pt x="191793" y="42537"/>
                  <a:pt x="188801" y="44660"/>
                </a:cubicBezTo>
                <a:cubicBezTo>
                  <a:pt x="185809" y="46784"/>
                  <a:pt x="182672" y="49896"/>
                  <a:pt x="179391" y="53998"/>
                </a:cubicBezTo>
                <a:lnTo>
                  <a:pt x="179391" y="99527"/>
                </a:lnTo>
                <a:cubicBezTo>
                  <a:pt x="179391" y="99913"/>
                  <a:pt x="179295" y="100239"/>
                  <a:pt x="179102" y="100504"/>
                </a:cubicBezTo>
                <a:cubicBezTo>
                  <a:pt x="178909" y="100769"/>
                  <a:pt x="178595" y="100999"/>
                  <a:pt x="178161" y="101192"/>
                </a:cubicBezTo>
                <a:cubicBezTo>
                  <a:pt x="177726" y="101385"/>
                  <a:pt x="177123" y="101530"/>
                  <a:pt x="176351" y="101626"/>
                </a:cubicBezTo>
                <a:cubicBezTo>
                  <a:pt x="175579" y="101723"/>
                  <a:pt x="174590" y="101771"/>
                  <a:pt x="173383" y="101771"/>
                </a:cubicBezTo>
                <a:cubicBezTo>
                  <a:pt x="172225" y="101771"/>
                  <a:pt x="171260" y="101723"/>
                  <a:pt x="170488" y="101626"/>
                </a:cubicBezTo>
                <a:cubicBezTo>
                  <a:pt x="169716" y="101530"/>
                  <a:pt x="169101" y="101385"/>
                  <a:pt x="168642" y="101192"/>
                </a:cubicBezTo>
                <a:cubicBezTo>
                  <a:pt x="168184" y="100999"/>
                  <a:pt x="167870" y="100769"/>
                  <a:pt x="167701" y="100504"/>
                </a:cubicBezTo>
                <a:cubicBezTo>
                  <a:pt x="167532" y="100237"/>
                  <a:pt x="167448" y="99911"/>
                  <a:pt x="167448" y="99525"/>
                </a:cubicBezTo>
                <a:lnTo>
                  <a:pt x="167448" y="2753"/>
                </a:lnTo>
                <a:cubicBezTo>
                  <a:pt x="167448" y="2367"/>
                  <a:pt x="167532" y="2029"/>
                  <a:pt x="167701" y="1739"/>
                </a:cubicBezTo>
                <a:cubicBezTo>
                  <a:pt x="167870" y="1448"/>
                  <a:pt x="168184" y="1206"/>
                  <a:pt x="168642" y="1013"/>
                </a:cubicBezTo>
                <a:cubicBezTo>
                  <a:pt x="169101" y="820"/>
                  <a:pt x="169716" y="676"/>
                  <a:pt x="170488" y="579"/>
                </a:cubicBezTo>
                <a:cubicBezTo>
                  <a:pt x="171260" y="483"/>
                  <a:pt x="172225" y="434"/>
                  <a:pt x="173383" y="434"/>
                </a:cubicBezTo>
                <a:cubicBezTo>
                  <a:pt x="174590" y="434"/>
                  <a:pt x="175579" y="483"/>
                  <a:pt x="176351" y="579"/>
                </a:cubicBezTo>
                <a:cubicBezTo>
                  <a:pt x="177123" y="676"/>
                  <a:pt x="177726" y="821"/>
                  <a:pt x="178161" y="1016"/>
                </a:cubicBezTo>
                <a:cubicBezTo>
                  <a:pt x="178595" y="1209"/>
                  <a:pt x="178909" y="1450"/>
                  <a:pt x="179102" y="1739"/>
                </a:cubicBezTo>
                <a:cubicBezTo>
                  <a:pt x="179295" y="2029"/>
                  <a:pt x="179391" y="2368"/>
                  <a:pt x="179391" y="2755"/>
                </a:cubicBezTo>
                <a:lnTo>
                  <a:pt x="179391" y="41837"/>
                </a:lnTo>
                <a:cubicBezTo>
                  <a:pt x="182817" y="38218"/>
                  <a:pt x="186267" y="35528"/>
                  <a:pt x="189742" y="33767"/>
                </a:cubicBezTo>
                <a:cubicBezTo>
                  <a:pt x="193216" y="32005"/>
                  <a:pt x="196715" y="31125"/>
                  <a:pt x="200237" y="31125"/>
                </a:cubicBezTo>
                <a:cubicBezTo>
                  <a:pt x="204580" y="31125"/>
                  <a:pt x="208236" y="31861"/>
                  <a:pt x="211203" y="33332"/>
                </a:cubicBezTo>
                <a:cubicBezTo>
                  <a:pt x="214171" y="34804"/>
                  <a:pt x="216572" y="36771"/>
                  <a:pt x="218406" y="39232"/>
                </a:cubicBezTo>
                <a:cubicBezTo>
                  <a:pt x="220239" y="41693"/>
                  <a:pt x="221554" y="44576"/>
                  <a:pt x="222351" y="47881"/>
                </a:cubicBezTo>
                <a:cubicBezTo>
                  <a:pt x="223147" y="51187"/>
                  <a:pt x="223545" y="55180"/>
                  <a:pt x="223545" y="59861"/>
                </a:cubicBezTo>
                <a:lnTo>
                  <a:pt x="223545" y="99527"/>
                </a:lnTo>
                <a:close/>
                <a:moveTo>
                  <a:pt x="300820" y="64132"/>
                </a:moveTo>
                <a:cubicBezTo>
                  <a:pt x="300820" y="66013"/>
                  <a:pt x="300349" y="67353"/>
                  <a:pt x="299408" y="68149"/>
                </a:cubicBezTo>
                <a:cubicBezTo>
                  <a:pt x="298467" y="68945"/>
                  <a:pt x="297394" y="69343"/>
                  <a:pt x="296187" y="69343"/>
                </a:cubicBezTo>
                <a:lnTo>
                  <a:pt x="253481" y="69343"/>
                </a:lnTo>
                <a:cubicBezTo>
                  <a:pt x="253481" y="72973"/>
                  <a:pt x="253843" y="76240"/>
                  <a:pt x="254567" y="79144"/>
                </a:cubicBezTo>
                <a:cubicBezTo>
                  <a:pt x="255291" y="82049"/>
                  <a:pt x="256497" y="84541"/>
                  <a:pt x="258186" y="86622"/>
                </a:cubicBezTo>
                <a:cubicBezTo>
                  <a:pt x="259875" y="88703"/>
                  <a:pt x="262071" y="90301"/>
                  <a:pt x="264773" y="91415"/>
                </a:cubicBezTo>
                <a:cubicBezTo>
                  <a:pt x="267475" y="92528"/>
                  <a:pt x="270781" y="93085"/>
                  <a:pt x="274690" y="93085"/>
                </a:cubicBezTo>
                <a:cubicBezTo>
                  <a:pt x="277778" y="93085"/>
                  <a:pt x="280528" y="92831"/>
                  <a:pt x="282941" y="92325"/>
                </a:cubicBezTo>
                <a:cubicBezTo>
                  <a:pt x="285354" y="91818"/>
                  <a:pt x="287441" y="91251"/>
                  <a:pt x="289202" y="90624"/>
                </a:cubicBezTo>
                <a:cubicBezTo>
                  <a:pt x="290964" y="89996"/>
                  <a:pt x="292411" y="89429"/>
                  <a:pt x="293545" y="88923"/>
                </a:cubicBezTo>
                <a:cubicBezTo>
                  <a:pt x="294679" y="88416"/>
                  <a:pt x="295536" y="88163"/>
                  <a:pt x="296115" y="88163"/>
                </a:cubicBezTo>
                <a:cubicBezTo>
                  <a:pt x="296453" y="88163"/>
                  <a:pt x="296754" y="88247"/>
                  <a:pt x="297020" y="88416"/>
                </a:cubicBezTo>
                <a:cubicBezTo>
                  <a:pt x="297285" y="88585"/>
                  <a:pt x="297490" y="88838"/>
                  <a:pt x="297635" y="89176"/>
                </a:cubicBezTo>
                <a:cubicBezTo>
                  <a:pt x="297780" y="89514"/>
                  <a:pt x="297888" y="89984"/>
                  <a:pt x="297961" y="90588"/>
                </a:cubicBezTo>
                <a:cubicBezTo>
                  <a:pt x="298033" y="91191"/>
                  <a:pt x="298069" y="91927"/>
                  <a:pt x="298069" y="92795"/>
                </a:cubicBezTo>
                <a:cubicBezTo>
                  <a:pt x="298069" y="93423"/>
                  <a:pt x="298045" y="93965"/>
                  <a:pt x="297997" y="94424"/>
                </a:cubicBezTo>
                <a:cubicBezTo>
                  <a:pt x="297949" y="94882"/>
                  <a:pt x="297888" y="95292"/>
                  <a:pt x="297816" y="95654"/>
                </a:cubicBezTo>
                <a:cubicBezTo>
                  <a:pt x="297744" y="96016"/>
                  <a:pt x="297623" y="96342"/>
                  <a:pt x="297454" y="96632"/>
                </a:cubicBezTo>
                <a:cubicBezTo>
                  <a:pt x="297285" y="96921"/>
                  <a:pt x="297068" y="97199"/>
                  <a:pt x="296803" y="97464"/>
                </a:cubicBezTo>
                <a:cubicBezTo>
                  <a:pt x="296537" y="97729"/>
                  <a:pt x="295753" y="98164"/>
                  <a:pt x="294450" y="98767"/>
                </a:cubicBezTo>
                <a:cubicBezTo>
                  <a:pt x="293147" y="99370"/>
                  <a:pt x="291458" y="99961"/>
                  <a:pt x="289383" y="100540"/>
                </a:cubicBezTo>
                <a:cubicBezTo>
                  <a:pt x="287308" y="101119"/>
                  <a:pt x="284908" y="101638"/>
                  <a:pt x="282181" y="102097"/>
                </a:cubicBezTo>
                <a:cubicBezTo>
                  <a:pt x="279455" y="102555"/>
                  <a:pt x="276547" y="102784"/>
                  <a:pt x="273459" y="102784"/>
                </a:cubicBezTo>
                <a:cubicBezTo>
                  <a:pt x="268103" y="102784"/>
                  <a:pt x="263410" y="102035"/>
                  <a:pt x="259380" y="100538"/>
                </a:cubicBezTo>
                <a:cubicBezTo>
                  <a:pt x="255351" y="99041"/>
                  <a:pt x="251961" y="96819"/>
                  <a:pt x="249211" y="93872"/>
                </a:cubicBezTo>
                <a:cubicBezTo>
                  <a:pt x="246460" y="90925"/>
                  <a:pt x="244385" y="87230"/>
                  <a:pt x="242986" y="82786"/>
                </a:cubicBezTo>
                <a:cubicBezTo>
                  <a:pt x="241586" y="78342"/>
                  <a:pt x="240887" y="73173"/>
                  <a:pt x="240887" y="67280"/>
                </a:cubicBezTo>
                <a:cubicBezTo>
                  <a:pt x="240887" y="61677"/>
                  <a:pt x="241610" y="56641"/>
                  <a:pt x="243058" y="52172"/>
                </a:cubicBezTo>
                <a:cubicBezTo>
                  <a:pt x="244506" y="47704"/>
                  <a:pt x="246593" y="43912"/>
                  <a:pt x="249319" y="40797"/>
                </a:cubicBezTo>
                <a:cubicBezTo>
                  <a:pt x="252046" y="37681"/>
                  <a:pt x="255339" y="35291"/>
                  <a:pt x="259200" y="33624"/>
                </a:cubicBezTo>
                <a:cubicBezTo>
                  <a:pt x="263060" y="31958"/>
                  <a:pt x="267379" y="31125"/>
                  <a:pt x="272156" y="31125"/>
                </a:cubicBezTo>
                <a:cubicBezTo>
                  <a:pt x="277271" y="31125"/>
                  <a:pt x="281626" y="31945"/>
                  <a:pt x="285221" y="33586"/>
                </a:cubicBezTo>
                <a:cubicBezTo>
                  <a:pt x="288816" y="35226"/>
                  <a:pt x="291772" y="37434"/>
                  <a:pt x="294088" y="40209"/>
                </a:cubicBezTo>
                <a:cubicBezTo>
                  <a:pt x="296404" y="42984"/>
                  <a:pt x="298105" y="46241"/>
                  <a:pt x="299191" y="49981"/>
                </a:cubicBezTo>
                <a:cubicBezTo>
                  <a:pt x="300277" y="53720"/>
                  <a:pt x="300820" y="57714"/>
                  <a:pt x="300820" y="61960"/>
                </a:cubicBezTo>
                <a:lnTo>
                  <a:pt x="300820" y="64132"/>
                </a:lnTo>
                <a:moveTo>
                  <a:pt x="288804" y="60585"/>
                </a:moveTo>
                <a:cubicBezTo>
                  <a:pt x="288949" y="54312"/>
                  <a:pt x="287562" y="49389"/>
                  <a:pt x="284642" y="45819"/>
                </a:cubicBezTo>
                <a:cubicBezTo>
                  <a:pt x="281723" y="42248"/>
                  <a:pt x="277392" y="40462"/>
                  <a:pt x="271649" y="40462"/>
                </a:cubicBezTo>
                <a:cubicBezTo>
                  <a:pt x="268706" y="40462"/>
                  <a:pt x="266124" y="41017"/>
                  <a:pt x="263904" y="42127"/>
                </a:cubicBezTo>
                <a:cubicBezTo>
                  <a:pt x="261685" y="43237"/>
                  <a:pt x="259827" y="44709"/>
                  <a:pt x="258331" y="46542"/>
                </a:cubicBezTo>
                <a:cubicBezTo>
                  <a:pt x="256835" y="48376"/>
                  <a:pt x="255677" y="50511"/>
                  <a:pt x="254857" y="52948"/>
                </a:cubicBezTo>
                <a:cubicBezTo>
                  <a:pt x="254036" y="55385"/>
                  <a:pt x="253578" y="57931"/>
                  <a:pt x="253481" y="60585"/>
                </a:cubicBezTo>
                <a:lnTo>
                  <a:pt x="288804" y="60585"/>
                </a:lnTo>
                <a:close/>
                <a:moveTo>
                  <a:pt x="375106" y="99527"/>
                </a:moveTo>
                <a:cubicBezTo>
                  <a:pt x="375106" y="99913"/>
                  <a:pt x="375010" y="100239"/>
                  <a:pt x="374817" y="100504"/>
                </a:cubicBezTo>
                <a:cubicBezTo>
                  <a:pt x="374624" y="100769"/>
                  <a:pt x="374310" y="100999"/>
                  <a:pt x="373876" y="101192"/>
                </a:cubicBezTo>
                <a:cubicBezTo>
                  <a:pt x="373442" y="101385"/>
                  <a:pt x="372838" y="101530"/>
                  <a:pt x="372066" y="101626"/>
                </a:cubicBezTo>
                <a:cubicBezTo>
                  <a:pt x="371294" y="101723"/>
                  <a:pt x="370329" y="101771"/>
                  <a:pt x="369171" y="101771"/>
                </a:cubicBezTo>
                <a:cubicBezTo>
                  <a:pt x="367965" y="101771"/>
                  <a:pt x="366975" y="101723"/>
                  <a:pt x="366203" y="101626"/>
                </a:cubicBezTo>
                <a:cubicBezTo>
                  <a:pt x="365431" y="101530"/>
                  <a:pt x="364828" y="101385"/>
                  <a:pt x="364394" y="101192"/>
                </a:cubicBezTo>
                <a:cubicBezTo>
                  <a:pt x="363959" y="100999"/>
                  <a:pt x="363646" y="100769"/>
                  <a:pt x="363453" y="100504"/>
                </a:cubicBezTo>
                <a:cubicBezTo>
                  <a:pt x="363260" y="100239"/>
                  <a:pt x="363163" y="99913"/>
                  <a:pt x="363163" y="99527"/>
                </a:cubicBezTo>
                <a:lnTo>
                  <a:pt x="363163" y="61381"/>
                </a:lnTo>
                <a:cubicBezTo>
                  <a:pt x="363163" y="57665"/>
                  <a:pt x="362874" y="54673"/>
                  <a:pt x="362295" y="52405"/>
                </a:cubicBezTo>
                <a:cubicBezTo>
                  <a:pt x="361715" y="50137"/>
                  <a:pt x="360871" y="48183"/>
                  <a:pt x="359761" y="46542"/>
                </a:cubicBezTo>
                <a:cubicBezTo>
                  <a:pt x="358651" y="44902"/>
                  <a:pt x="357216" y="43647"/>
                  <a:pt x="355454" y="42778"/>
                </a:cubicBezTo>
                <a:cubicBezTo>
                  <a:pt x="353693" y="41910"/>
                  <a:pt x="351654" y="41476"/>
                  <a:pt x="349338" y="41476"/>
                </a:cubicBezTo>
                <a:cubicBezTo>
                  <a:pt x="346346" y="41476"/>
                  <a:pt x="343354" y="42537"/>
                  <a:pt x="340362" y="44660"/>
                </a:cubicBezTo>
                <a:cubicBezTo>
                  <a:pt x="337371" y="46784"/>
                  <a:pt x="334234" y="49896"/>
                  <a:pt x="330953" y="53998"/>
                </a:cubicBezTo>
                <a:lnTo>
                  <a:pt x="330953" y="99527"/>
                </a:lnTo>
                <a:cubicBezTo>
                  <a:pt x="330953" y="99913"/>
                  <a:pt x="330856" y="100239"/>
                  <a:pt x="330663" y="100504"/>
                </a:cubicBezTo>
                <a:cubicBezTo>
                  <a:pt x="330470" y="100769"/>
                  <a:pt x="330156" y="100999"/>
                  <a:pt x="329722" y="101192"/>
                </a:cubicBezTo>
                <a:cubicBezTo>
                  <a:pt x="329288" y="101385"/>
                  <a:pt x="328685" y="101530"/>
                  <a:pt x="327912" y="101626"/>
                </a:cubicBezTo>
                <a:cubicBezTo>
                  <a:pt x="327140" y="101723"/>
                  <a:pt x="326151" y="101771"/>
                  <a:pt x="324945" y="101771"/>
                </a:cubicBezTo>
                <a:cubicBezTo>
                  <a:pt x="323787" y="101771"/>
                  <a:pt x="322822" y="101723"/>
                  <a:pt x="322049" y="101626"/>
                </a:cubicBezTo>
                <a:cubicBezTo>
                  <a:pt x="321277" y="101530"/>
                  <a:pt x="320662" y="101385"/>
                  <a:pt x="320204" y="101192"/>
                </a:cubicBezTo>
                <a:cubicBezTo>
                  <a:pt x="319745" y="100999"/>
                  <a:pt x="319432" y="100769"/>
                  <a:pt x="319263" y="100504"/>
                </a:cubicBezTo>
                <a:cubicBezTo>
                  <a:pt x="319094" y="100239"/>
                  <a:pt x="319009" y="99913"/>
                  <a:pt x="319009" y="99527"/>
                </a:cubicBezTo>
                <a:lnTo>
                  <a:pt x="319009" y="34382"/>
                </a:lnTo>
                <a:cubicBezTo>
                  <a:pt x="319009" y="33996"/>
                  <a:pt x="319082" y="33670"/>
                  <a:pt x="319227" y="33405"/>
                </a:cubicBezTo>
                <a:cubicBezTo>
                  <a:pt x="319371" y="33139"/>
                  <a:pt x="319661" y="32898"/>
                  <a:pt x="320095" y="32681"/>
                </a:cubicBezTo>
                <a:cubicBezTo>
                  <a:pt x="320529" y="32464"/>
                  <a:pt x="321084" y="32319"/>
                  <a:pt x="321760" y="32247"/>
                </a:cubicBezTo>
                <a:cubicBezTo>
                  <a:pt x="322435" y="32174"/>
                  <a:pt x="323328" y="32138"/>
                  <a:pt x="324438" y="32138"/>
                </a:cubicBezTo>
                <a:cubicBezTo>
                  <a:pt x="325500" y="32138"/>
                  <a:pt x="326380" y="32174"/>
                  <a:pt x="327080" y="32247"/>
                </a:cubicBezTo>
                <a:cubicBezTo>
                  <a:pt x="327780" y="32319"/>
                  <a:pt x="328323" y="32464"/>
                  <a:pt x="328709" y="32681"/>
                </a:cubicBezTo>
                <a:cubicBezTo>
                  <a:pt x="329095" y="32898"/>
                  <a:pt x="329372" y="33139"/>
                  <a:pt x="329541" y="33405"/>
                </a:cubicBezTo>
                <a:cubicBezTo>
                  <a:pt x="329710" y="33670"/>
                  <a:pt x="329794" y="33996"/>
                  <a:pt x="329794" y="34382"/>
                </a:cubicBezTo>
                <a:lnTo>
                  <a:pt x="329794" y="42996"/>
                </a:lnTo>
                <a:cubicBezTo>
                  <a:pt x="333462" y="38894"/>
                  <a:pt x="337117" y="35890"/>
                  <a:pt x="340761" y="33984"/>
                </a:cubicBezTo>
                <a:cubicBezTo>
                  <a:pt x="344404" y="32078"/>
                  <a:pt x="348083" y="31125"/>
                  <a:pt x="351799" y="31125"/>
                </a:cubicBezTo>
                <a:cubicBezTo>
                  <a:pt x="356142" y="31125"/>
                  <a:pt x="359797" y="31861"/>
                  <a:pt x="362765" y="33332"/>
                </a:cubicBezTo>
                <a:cubicBezTo>
                  <a:pt x="365733" y="34804"/>
                  <a:pt x="368133" y="36771"/>
                  <a:pt x="369967" y="39232"/>
                </a:cubicBezTo>
                <a:cubicBezTo>
                  <a:pt x="371801" y="41693"/>
                  <a:pt x="373116" y="44576"/>
                  <a:pt x="373912" y="47881"/>
                </a:cubicBezTo>
                <a:cubicBezTo>
                  <a:pt x="374708" y="51187"/>
                  <a:pt x="375106" y="55156"/>
                  <a:pt x="375106" y="59789"/>
                </a:cubicBezTo>
                <a:lnTo>
                  <a:pt x="375106" y="99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59E7F-9247-4704-BEE8-AAEFA66E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629" y="2501829"/>
            <a:ext cx="735274" cy="273257"/>
          </a:xfrm>
          <a:custGeom xmlns:a="http://schemas.openxmlformats.org/drawingml/2006/main">
            <a:pathLst>
              <a:path w="735274" h="273257">
                <a:moveTo>
                  <a:pt x="28166" y="273257"/>
                </a:moveTo>
                <a:cubicBezTo>
                  <a:pt x="12353" y="273257"/>
                  <a:pt x="0" y="260410"/>
                  <a:pt x="0" y="244597"/>
                </a:cubicBezTo>
                <a:lnTo>
                  <a:pt x="0" y="28166"/>
                </a:lnTo>
                <a:cubicBezTo>
                  <a:pt x="0" y="12353"/>
                  <a:pt x="12353" y="0"/>
                  <a:pt x="28166" y="0"/>
                </a:cubicBezTo>
                <a:lnTo>
                  <a:pt x="707109" y="0"/>
                </a:lnTo>
                <a:cubicBezTo>
                  <a:pt x="722427" y="0"/>
                  <a:pt x="735274" y="12353"/>
                  <a:pt x="735274" y="28166"/>
                </a:cubicBezTo>
                <a:lnTo>
                  <a:pt x="735274" y="244597"/>
                </a:lnTo>
                <a:cubicBezTo>
                  <a:pt x="735274" y="260410"/>
                  <a:pt x="722427" y="273257"/>
                  <a:pt x="707109" y="273257"/>
                </a:cubicBezTo>
                <a:lnTo>
                  <a:pt x="28166" y="273257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4DCEB-31BD-4854-9DC2-C0B850D0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629" y="2501829"/>
            <a:ext cx="735274" cy="273257"/>
          </a:xfrm>
          <a:custGeom xmlns:a="http://schemas.openxmlformats.org/drawingml/2006/main">
            <a:pathLst>
              <a:path w="735274" h="273257" fill="none">
                <a:moveTo>
                  <a:pt x="28166" y="273257"/>
                </a:moveTo>
                <a:lnTo>
                  <a:pt x="707109" y="273257"/>
                </a:lnTo>
                <a:cubicBezTo>
                  <a:pt x="722427" y="273257"/>
                  <a:pt x="735274" y="260410"/>
                  <a:pt x="735274" y="244597"/>
                </a:cubicBezTo>
                <a:lnTo>
                  <a:pt x="735274" y="28166"/>
                </a:lnTo>
                <a:cubicBezTo>
                  <a:pt x="735274" y="12353"/>
                  <a:pt x="722427" y="0"/>
                  <a:pt x="707109" y="0"/>
                </a:cubicBezTo>
                <a:lnTo>
                  <a:pt x="28166" y="0"/>
                </a:lnTo>
                <a:cubicBezTo>
                  <a:pt x="12353" y="0"/>
                  <a:pt x="0" y="12353"/>
                  <a:pt x="0" y="28166"/>
                </a:cubicBezTo>
                <a:lnTo>
                  <a:pt x="0" y="244597"/>
                </a:lnTo>
                <a:cubicBezTo>
                  <a:pt x="0" y="260410"/>
                  <a:pt x="12353" y="273257"/>
                  <a:pt x="28166" y="273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19" name="Text for.inc">
            <a:extLst xmlns:a="http://schemas.openxmlformats.org/drawingml/2006/main">
              <a:ext uri="{FF2B5EF4-FFF2-40B4-BE49-F238E27FC236}">
                <a16:creationId xmlns:a16="http://schemas.microsoft.com/office/drawing/2014/main" id="{11158565-45CD-4456-A2DD-9C67311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239" y="2581840"/>
            <a:ext cx="379698" cy="102784"/>
          </a:xfrm>
          <a:custGeom xmlns:a="http://schemas.openxmlformats.org/drawingml/2006/main">
            <a:pathLst>
              <a:path w="379698" h="102784">
                <a:moveTo>
                  <a:pt x="44081" y="7600"/>
                </a:moveTo>
                <a:cubicBezTo>
                  <a:pt x="44081" y="8517"/>
                  <a:pt x="44033" y="9253"/>
                  <a:pt x="43937" y="9808"/>
                </a:cubicBezTo>
                <a:cubicBezTo>
                  <a:pt x="43840" y="10363"/>
                  <a:pt x="43732" y="10809"/>
                  <a:pt x="43611" y="11147"/>
                </a:cubicBezTo>
                <a:cubicBezTo>
                  <a:pt x="43490" y="11485"/>
                  <a:pt x="43333" y="11714"/>
                  <a:pt x="43140" y="11835"/>
                </a:cubicBezTo>
                <a:cubicBezTo>
                  <a:pt x="42947" y="11955"/>
                  <a:pt x="42706" y="12016"/>
                  <a:pt x="42417" y="12016"/>
                </a:cubicBezTo>
                <a:cubicBezTo>
                  <a:pt x="42079" y="12016"/>
                  <a:pt x="41657" y="11907"/>
                  <a:pt x="41150" y="11690"/>
                </a:cubicBezTo>
                <a:cubicBezTo>
                  <a:pt x="40643" y="11473"/>
                  <a:pt x="40028" y="11231"/>
                  <a:pt x="39304" y="10966"/>
                </a:cubicBezTo>
                <a:cubicBezTo>
                  <a:pt x="38580" y="10701"/>
                  <a:pt x="37724" y="10459"/>
                  <a:pt x="36734" y="10242"/>
                </a:cubicBezTo>
                <a:cubicBezTo>
                  <a:pt x="35745" y="10025"/>
                  <a:pt x="34599" y="9917"/>
                  <a:pt x="33296" y="9917"/>
                </a:cubicBezTo>
                <a:cubicBezTo>
                  <a:pt x="31511" y="9917"/>
                  <a:pt x="29991" y="10205"/>
                  <a:pt x="28736" y="10783"/>
                </a:cubicBezTo>
                <a:cubicBezTo>
                  <a:pt x="27481" y="11360"/>
                  <a:pt x="26468" y="12262"/>
                  <a:pt x="25696" y="13488"/>
                </a:cubicBezTo>
                <a:cubicBezTo>
                  <a:pt x="24924" y="14714"/>
                  <a:pt x="24369" y="16301"/>
                  <a:pt x="24031" y="18250"/>
                </a:cubicBezTo>
                <a:cubicBezTo>
                  <a:pt x="23693" y="20198"/>
                  <a:pt x="23525" y="22567"/>
                  <a:pt x="23525" y="25357"/>
                </a:cubicBezTo>
                <a:lnTo>
                  <a:pt x="23525" y="32428"/>
                </a:lnTo>
                <a:lnTo>
                  <a:pt x="38074" y="32428"/>
                </a:lnTo>
                <a:cubicBezTo>
                  <a:pt x="38460" y="32428"/>
                  <a:pt x="38785" y="32512"/>
                  <a:pt x="39051" y="32681"/>
                </a:cubicBezTo>
                <a:cubicBezTo>
                  <a:pt x="39316" y="32850"/>
                  <a:pt x="39557" y="33139"/>
                  <a:pt x="39775" y="33550"/>
                </a:cubicBezTo>
                <a:cubicBezTo>
                  <a:pt x="39992" y="33960"/>
                  <a:pt x="40161" y="34479"/>
                  <a:pt x="40281" y="35106"/>
                </a:cubicBezTo>
                <a:cubicBezTo>
                  <a:pt x="40402" y="35733"/>
                  <a:pt x="40462" y="36505"/>
                  <a:pt x="40462" y="37422"/>
                </a:cubicBezTo>
                <a:cubicBezTo>
                  <a:pt x="40462" y="39159"/>
                  <a:pt x="40245" y="40414"/>
                  <a:pt x="39811" y="41186"/>
                </a:cubicBezTo>
                <a:cubicBezTo>
                  <a:pt x="39376" y="41958"/>
                  <a:pt x="38797" y="42344"/>
                  <a:pt x="38074" y="42344"/>
                </a:cubicBezTo>
                <a:lnTo>
                  <a:pt x="23525" y="42344"/>
                </a:lnTo>
                <a:lnTo>
                  <a:pt x="23525" y="99525"/>
                </a:lnTo>
                <a:cubicBezTo>
                  <a:pt x="23525" y="99911"/>
                  <a:pt x="23428" y="100237"/>
                  <a:pt x="23235" y="100504"/>
                </a:cubicBezTo>
                <a:cubicBezTo>
                  <a:pt x="23042" y="100769"/>
                  <a:pt x="22716" y="100999"/>
                  <a:pt x="22258" y="101192"/>
                </a:cubicBezTo>
                <a:cubicBezTo>
                  <a:pt x="21799" y="101385"/>
                  <a:pt x="21184" y="101530"/>
                  <a:pt x="20412" y="101626"/>
                </a:cubicBezTo>
                <a:cubicBezTo>
                  <a:pt x="19640" y="101723"/>
                  <a:pt x="18675" y="101771"/>
                  <a:pt x="17517" y="101771"/>
                </a:cubicBezTo>
                <a:cubicBezTo>
                  <a:pt x="16359" y="101771"/>
                  <a:pt x="15393" y="101723"/>
                  <a:pt x="14621" y="101626"/>
                </a:cubicBezTo>
                <a:cubicBezTo>
                  <a:pt x="13849" y="101530"/>
                  <a:pt x="13234" y="101385"/>
                  <a:pt x="12776" y="101192"/>
                </a:cubicBezTo>
                <a:cubicBezTo>
                  <a:pt x="12317" y="100999"/>
                  <a:pt x="11991" y="100769"/>
                  <a:pt x="11798" y="100504"/>
                </a:cubicBezTo>
                <a:cubicBezTo>
                  <a:pt x="11605" y="100237"/>
                  <a:pt x="11509" y="99911"/>
                  <a:pt x="11509" y="99525"/>
                </a:cubicBezTo>
                <a:lnTo>
                  <a:pt x="11509" y="42344"/>
                </a:lnTo>
                <a:lnTo>
                  <a:pt x="2316" y="42344"/>
                </a:lnTo>
                <a:cubicBezTo>
                  <a:pt x="1544" y="42344"/>
                  <a:pt x="965" y="41958"/>
                  <a:pt x="579" y="41186"/>
                </a:cubicBezTo>
                <a:cubicBezTo>
                  <a:pt x="193" y="40414"/>
                  <a:pt x="0" y="39159"/>
                  <a:pt x="0" y="37422"/>
                </a:cubicBezTo>
                <a:cubicBezTo>
                  <a:pt x="0" y="36505"/>
                  <a:pt x="48" y="35733"/>
                  <a:pt x="145" y="35106"/>
                </a:cubicBezTo>
                <a:cubicBezTo>
                  <a:pt x="241" y="34479"/>
                  <a:pt x="386" y="33960"/>
                  <a:pt x="579" y="33550"/>
                </a:cubicBezTo>
                <a:cubicBezTo>
                  <a:pt x="772" y="33139"/>
                  <a:pt x="1013" y="32850"/>
                  <a:pt x="1303" y="32681"/>
                </a:cubicBezTo>
                <a:cubicBezTo>
                  <a:pt x="1592" y="32512"/>
                  <a:pt x="1930" y="32428"/>
                  <a:pt x="2316" y="32428"/>
                </a:cubicBezTo>
                <a:lnTo>
                  <a:pt x="11509" y="32428"/>
                </a:lnTo>
                <a:lnTo>
                  <a:pt x="11509" y="25712"/>
                </a:lnTo>
                <a:cubicBezTo>
                  <a:pt x="11509" y="21185"/>
                  <a:pt x="11931" y="17297"/>
                  <a:pt x="12776" y="14047"/>
                </a:cubicBezTo>
                <a:cubicBezTo>
                  <a:pt x="13620" y="10797"/>
                  <a:pt x="14911" y="8137"/>
                  <a:pt x="16648" y="6067"/>
                </a:cubicBezTo>
                <a:cubicBezTo>
                  <a:pt x="18385" y="3996"/>
                  <a:pt x="20569" y="2468"/>
                  <a:pt x="23199" y="1482"/>
                </a:cubicBezTo>
                <a:cubicBezTo>
                  <a:pt x="25829" y="494"/>
                  <a:pt x="28929" y="0"/>
                  <a:pt x="32500" y="0"/>
                </a:cubicBezTo>
                <a:cubicBezTo>
                  <a:pt x="34189" y="0"/>
                  <a:pt x="35830" y="157"/>
                  <a:pt x="37422" y="470"/>
                </a:cubicBezTo>
                <a:cubicBezTo>
                  <a:pt x="39015" y="784"/>
                  <a:pt x="40245" y="1122"/>
                  <a:pt x="41114" y="1484"/>
                </a:cubicBezTo>
                <a:cubicBezTo>
                  <a:pt x="41982" y="1846"/>
                  <a:pt x="42561" y="2172"/>
                  <a:pt x="42851" y="2461"/>
                </a:cubicBezTo>
                <a:cubicBezTo>
                  <a:pt x="43140" y="2751"/>
                  <a:pt x="43382" y="3125"/>
                  <a:pt x="43575" y="3583"/>
                </a:cubicBezTo>
                <a:cubicBezTo>
                  <a:pt x="43768" y="4041"/>
                  <a:pt x="43900" y="4596"/>
                  <a:pt x="43973" y="5248"/>
                </a:cubicBezTo>
                <a:cubicBezTo>
                  <a:pt x="44045" y="5899"/>
                  <a:pt x="44081" y="6683"/>
                  <a:pt x="44081" y="7600"/>
                </a:cubicBezTo>
                <a:close/>
                <a:moveTo>
                  <a:pt x="114239" y="66267"/>
                </a:moveTo>
                <a:cubicBezTo>
                  <a:pt x="114239" y="71579"/>
                  <a:pt x="113539" y="76470"/>
                  <a:pt x="112140" y="80938"/>
                </a:cubicBezTo>
                <a:cubicBezTo>
                  <a:pt x="110740" y="85406"/>
                  <a:pt x="108653" y="89259"/>
                  <a:pt x="105879" y="92497"/>
                </a:cubicBezTo>
                <a:cubicBezTo>
                  <a:pt x="103104" y="95733"/>
                  <a:pt x="99630" y="98256"/>
                  <a:pt x="95455" y="100068"/>
                </a:cubicBezTo>
                <a:cubicBezTo>
                  <a:pt x="91281" y="101879"/>
                  <a:pt x="86444" y="102784"/>
                  <a:pt x="80943" y="102784"/>
                </a:cubicBezTo>
                <a:cubicBezTo>
                  <a:pt x="75586" y="102784"/>
                  <a:pt x="70918" y="101987"/>
                  <a:pt x="66936" y="100393"/>
                </a:cubicBezTo>
                <a:cubicBezTo>
                  <a:pt x="62955" y="98799"/>
                  <a:pt x="59638" y="96481"/>
                  <a:pt x="56984" y="93438"/>
                </a:cubicBezTo>
                <a:cubicBezTo>
                  <a:pt x="54330" y="90395"/>
                  <a:pt x="52351" y="86699"/>
                  <a:pt x="51048" y="82352"/>
                </a:cubicBezTo>
                <a:cubicBezTo>
                  <a:pt x="49745" y="78004"/>
                  <a:pt x="49094" y="73077"/>
                  <a:pt x="49094" y="67570"/>
                </a:cubicBezTo>
                <a:cubicBezTo>
                  <a:pt x="49094" y="62257"/>
                  <a:pt x="49782" y="57367"/>
                  <a:pt x="51157" y="52899"/>
                </a:cubicBezTo>
                <a:cubicBezTo>
                  <a:pt x="52532" y="48430"/>
                  <a:pt x="54607" y="44578"/>
                  <a:pt x="57382" y="41342"/>
                </a:cubicBezTo>
                <a:cubicBezTo>
                  <a:pt x="60157" y="38104"/>
                  <a:pt x="63619" y="35592"/>
                  <a:pt x="67769" y="33805"/>
                </a:cubicBezTo>
                <a:cubicBezTo>
                  <a:pt x="71919" y="32018"/>
                  <a:pt x="76768" y="31125"/>
                  <a:pt x="82318" y="31125"/>
                </a:cubicBezTo>
                <a:cubicBezTo>
                  <a:pt x="87674" y="31125"/>
                  <a:pt x="92343" y="31922"/>
                  <a:pt x="96324" y="33516"/>
                </a:cubicBezTo>
                <a:cubicBezTo>
                  <a:pt x="100305" y="35110"/>
                  <a:pt x="103623" y="37428"/>
                  <a:pt x="106277" y="40471"/>
                </a:cubicBezTo>
                <a:cubicBezTo>
                  <a:pt x="108931" y="43514"/>
                  <a:pt x="110921" y="47210"/>
                  <a:pt x="112248" y="51557"/>
                </a:cubicBezTo>
                <a:cubicBezTo>
                  <a:pt x="113575" y="55905"/>
                  <a:pt x="114239" y="60808"/>
                  <a:pt x="114239" y="66267"/>
                </a:cubicBezTo>
                <a:moveTo>
                  <a:pt x="101644" y="67063"/>
                </a:moveTo>
                <a:cubicBezTo>
                  <a:pt x="101644" y="63536"/>
                  <a:pt x="101318" y="60202"/>
                  <a:pt x="100667" y="57061"/>
                </a:cubicBezTo>
                <a:cubicBezTo>
                  <a:pt x="100016" y="53919"/>
                  <a:pt x="98942" y="51165"/>
                  <a:pt x="97446" y="48798"/>
                </a:cubicBezTo>
                <a:cubicBezTo>
                  <a:pt x="95950" y="46430"/>
                  <a:pt x="93923" y="44558"/>
                  <a:pt x="91366" y="43181"/>
                </a:cubicBezTo>
                <a:cubicBezTo>
                  <a:pt x="88808" y="41803"/>
                  <a:pt x="85623" y="41114"/>
                  <a:pt x="81811" y="41114"/>
                </a:cubicBezTo>
                <a:cubicBezTo>
                  <a:pt x="78289" y="41114"/>
                  <a:pt x="75260" y="41742"/>
                  <a:pt x="72727" y="42998"/>
                </a:cubicBezTo>
                <a:cubicBezTo>
                  <a:pt x="70194" y="44254"/>
                  <a:pt x="68107" y="46030"/>
                  <a:pt x="66466" y="48327"/>
                </a:cubicBezTo>
                <a:cubicBezTo>
                  <a:pt x="64825" y="50622"/>
                  <a:pt x="63607" y="53340"/>
                  <a:pt x="62811" y="56482"/>
                </a:cubicBezTo>
                <a:cubicBezTo>
                  <a:pt x="62014" y="59621"/>
                  <a:pt x="61616" y="63052"/>
                  <a:pt x="61616" y="66774"/>
                </a:cubicBezTo>
                <a:cubicBezTo>
                  <a:pt x="61616" y="70349"/>
                  <a:pt x="61942" y="73707"/>
                  <a:pt x="62593" y="76848"/>
                </a:cubicBezTo>
                <a:cubicBezTo>
                  <a:pt x="63245" y="79989"/>
                  <a:pt x="64331" y="82732"/>
                  <a:pt x="65851" y="85075"/>
                </a:cubicBezTo>
                <a:cubicBezTo>
                  <a:pt x="67371" y="87419"/>
                  <a:pt x="69410" y="89279"/>
                  <a:pt x="71967" y="90658"/>
                </a:cubicBezTo>
                <a:cubicBezTo>
                  <a:pt x="74525" y="92034"/>
                  <a:pt x="77709" y="92723"/>
                  <a:pt x="81522" y="92723"/>
                </a:cubicBezTo>
                <a:cubicBezTo>
                  <a:pt x="84996" y="92723"/>
                  <a:pt x="88012" y="92095"/>
                  <a:pt x="90570" y="90839"/>
                </a:cubicBezTo>
                <a:cubicBezTo>
                  <a:pt x="93127" y="89583"/>
                  <a:pt x="95226" y="87819"/>
                  <a:pt x="96867" y="85548"/>
                </a:cubicBezTo>
                <a:cubicBezTo>
                  <a:pt x="98508" y="83275"/>
                  <a:pt x="99714" y="80569"/>
                  <a:pt x="100486" y="77430"/>
                </a:cubicBezTo>
                <a:cubicBezTo>
                  <a:pt x="101258" y="74289"/>
                  <a:pt x="101644" y="70833"/>
                  <a:pt x="101644" y="67063"/>
                </a:cubicBezTo>
                <a:close/>
                <a:moveTo>
                  <a:pt x="169895" y="38653"/>
                </a:moveTo>
                <a:cubicBezTo>
                  <a:pt x="169895" y="39714"/>
                  <a:pt x="169871" y="40607"/>
                  <a:pt x="169823" y="41331"/>
                </a:cubicBezTo>
                <a:cubicBezTo>
                  <a:pt x="169775" y="42055"/>
                  <a:pt x="169678" y="42622"/>
                  <a:pt x="169533" y="43032"/>
                </a:cubicBezTo>
                <a:cubicBezTo>
                  <a:pt x="169388" y="43442"/>
                  <a:pt x="169208" y="43756"/>
                  <a:pt x="168990" y="43973"/>
                </a:cubicBezTo>
                <a:cubicBezTo>
                  <a:pt x="168773" y="44190"/>
                  <a:pt x="168472" y="44299"/>
                  <a:pt x="168086" y="44299"/>
                </a:cubicBezTo>
                <a:cubicBezTo>
                  <a:pt x="167700" y="44299"/>
                  <a:pt x="167229" y="44190"/>
                  <a:pt x="166674" y="43973"/>
                </a:cubicBezTo>
                <a:cubicBezTo>
                  <a:pt x="166119" y="43756"/>
                  <a:pt x="165492" y="43539"/>
                  <a:pt x="164792" y="43321"/>
                </a:cubicBezTo>
                <a:cubicBezTo>
                  <a:pt x="164092" y="43104"/>
                  <a:pt x="163308" y="42899"/>
                  <a:pt x="162440" y="42706"/>
                </a:cubicBezTo>
                <a:cubicBezTo>
                  <a:pt x="161571" y="42513"/>
                  <a:pt x="160630" y="42417"/>
                  <a:pt x="159617" y="42417"/>
                </a:cubicBezTo>
                <a:cubicBezTo>
                  <a:pt x="158410" y="42417"/>
                  <a:pt x="157228" y="42658"/>
                  <a:pt x="156070" y="43140"/>
                </a:cubicBezTo>
                <a:cubicBezTo>
                  <a:pt x="154912" y="43623"/>
                  <a:pt x="153693" y="44419"/>
                  <a:pt x="152415" y="45529"/>
                </a:cubicBezTo>
                <a:cubicBezTo>
                  <a:pt x="151136" y="46639"/>
                  <a:pt x="149797" y="48111"/>
                  <a:pt x="148397" y="49944"/>
                </a:cubicBezTo>
                <a:cubicBezTo>
                  <a:pt x="146998" y="51778"/>
                  <a:pt x="145454" y="54022"/>
                  <a:pt x="143765" y="56676"/>
                </a:cubicBezTo>
                <a:lnTo>
                  <a:pt x="143765" y="99527"/>
                </a:lnTo>
                <a:cubicBezTo>
                  <a:pt x="143765" y="99913"/>
                  <a:pt x="143668" y="100239"/>
                  <a:pt x="143475" y="100504"/>
                </a:cubicBezTo>
                <a:cubicBezTo>
                  <a:pt x="143282" y="100769"/>
                  <a:pt x="142969" y="100999"/>
                  <a:pt x="142534" y="101192"/>
                </a:cubicBezTo>
                <a:cubicBezTo>
                  <a:pt x="142100" y="101385"/>
                  <a:pt x="141497" y="101530"/>
                  <a:pt x="140725" y="101626"/>
                </a:cubicBezTo>
                <a:cubicBezTo>
                  <a:pt x="139953" y="101723"/>
                  <a:pt x="138963" y="101771"/>
                  <a:pt x="137757" y="101771"/>
                </a:cubicBezTo>
                <a:cubicBezTo>
                  <a:pt x="136599" y="101771"/>
                  <a:pt x="135634" y="101723"/>
                  <a:pt x="134862" y="101626"/>
                </a:cubicBezTo>
                <a:cubicBezTo>
                  <a:pt x="134090" y="101530"/>
                  <a:pt x="133474" y="101385"/>
                  <a:pt x="133016" y="101192"/>
                </a:cubicBezTo>
                <a:cubicBezTo>
                  <a:pt x="132557" y="100999"/>
                  <a:pt x="132244" y="100769"/>
                  <a:pt x="132075" y="100504"/>
                </a:cubicBezTo>
                <a:cubicBezTo>
                  <a:pt x="131906" y="100239"/>
                  <a:pt x="131822" y="99913"/>
                  <a:pt x="131822" y="99527"/>
                </a:cubicBezTo>
                <a:lnTo>
                  <a:pt x="131822" y="34382"/>
                </a:lnTo>
                <a:cubicBezTo>
                  <a:pt x="131822" y="33996"/>
                  <a:pt x="131894" y="33670"/>
                  <a:pt x="132039" y="33405"/>
                </a:cubicBezTo>
                <a:cubicBezTo>
                  <a:pt x="132184" y="33139"/>
                  <a:pt x="132473" y="32898"/>
                  <a:pt x="132907" y="32681"/>
                </a:cubicBezTo>
                <a:cubicBezTo>
                  <a:pt x="133342" y="32464"/>
                  <a:pt x="133897" y="32319"/>
                  <a:pt x="134572" y="32247"/>
                </a:cubicBezTo>
                <a:cubicBezTo>
                  <a:pt x="135248" y="32174"/>
                  <a:pt x="136140" y="32138"/>
                  <a:pt x="137250" y="32138"/>
                </a:cubicBezTo>
                <a:cubicBezTo>
                  <a:pt x="138312" y="32138"/>
                  <a:pt x="139193" y="32174"/>
                  <a:pt x="139892" y="32247"/>
                </a:cubicBezTo>
                <a:cubicBezTo>
                  <a:pt x="140592" y="32319"/>
                  <a:pt x="141135" y="32464"/>
                  <a:pt x="141521" y="32681"/>
                </a:cubicBezTo>
                <a:cubicBezTo>
                  <a:pt x="141907" y="32898"/>
                  <a:pt x="142184" y="33139"/>
                  <a:pt x="142353" y="33405"/>
                </a:cubicBezTo>
                <a:cubicBezTo>
                  <a:pt x="142522" y="33670"/>
                  <a:pt x="142607" y="33996"/>
                  <a:pt x="142607" y="34382"/>
                </a:cubicBezTo>
                <a:lnTo>
                  <a:pt x="142607" y="43864"/>
                </a:lnTo>
                <a:cubicBezTo>
                  <a:pt x="144392" y="41258"/>
                  <a:pt x="146069" y="39135"/>
                  <a:pt x="147637" y="37495"/>
                </a:cubicBezTo>
                <a:cubicBezTo>
                  <a:pt x="149206" y="35854"/>
                  <a:pt x="150689" y="34563"/>
                  <a:pt x="152089" y="33622"/>
                </a:cubicBezTo>
                <a:cubicBezTo>
                  <a:pt x="153488" y="32681"/>
                  <a:pt x="154876" y="32030"/>
                  <a:pt x="156251" y="31668"/>
                </a:cubicBezTo>
                <a:cubicBezTo>
                  <a:pt x="157626" y="31306"/>
                  <a:pt x="159014" y="31125"/>
                  <a:pt x="160413" y="31125"/>
                </a:cubicBezTo>
                <a:cubicBezTo>
                  <a:pt x="161040" y="31125"/>
                  <a:pt x="161752" y="31161"/>
                  <a:pt x="162548" y="31233"/>
                </a:cubicBezTo>
                <a:cubicBezTo>
                  <a:pt x="163344" y="31306"/>
                  <a:pt x="164177" y="31438"/>
                  <a:pt x="165045" y="31631"/>
                </a:cubicBezTo>
                <a:cubicBezTo>
                  <a:pt x="165914" y="31824"/>
                  <a:pt x="166698" y="32042"/>
                  <a:pt x="167398" y="32283"/>
                </a:cubicBezTo>
                <a:cubicBezTo>
                  <a:pt x="168098" y="32524"/>
                  <a:pt x="168592" y="32765"/>
                  <a:pt x="168882" y="33007"/>
                </a:cubicBezTo>
                <a:cubicBezTo>
                  <a:pt x="169171" y="33248"/>
                  <a:pt x="169364" y="33477"/>
                  <a:pt x="169461" y="33694"/>
                </a:cubicBezTo>
                <a:cubicBezTo>
                  <a:pt x="169557" y="33912"/>
                  <a:pt x="169642" y="34189"/>
                  <a:pt x="169714" y="34527"/>
                </a:cubicBezTo>
                <a:cubicBezTo>
                  <a:pt x="169787" y="34865"/>
                  <a:pt x="169835" y="35359"/>
                  <a:pt x="169859" y="36011"/>
                </a:cubicBezTo>
                <a:cubicBezTo>
                  <a:pt x="169883" y="36662"/>
                  <a:pt x="169895" y="37543"/>
                  <a:pt x="169895" y="38653"/>
                </a:cubicBezTo>
                <a:close/>
                <a:moveTo>
                  <a:pt x="199019" y="93483"/>
                </a:moveTo>
                <a:cubicBezTo>
                  <a:pt x="199019" y="96924"/>
                  <a:pt x="198452" y="99214"/>
                  <a:pt x="197318" y="100353"/>
                </a:cubicBezTo>
                <a:cubicBezTo>
                  <a:pt x="196184" y="101491"/>
                  <a:pt x="194121" y="102060"/>
                  <a:pt x="191130" y="102060"/>
                </a:cubicBezTo>
                <a:cubicBezTo>
                  <a:pt x="188234" y="102060"/>
                  <a:pt x="186232" y="101503"/>
                  <a:pt x="185122" y="100389"/>
                </a:cubicBezTo>
                <a:cubicBezTo>
                  <a:pt x="184012" y="99274"/>
                  <a:pt x="183457" y="97045"/>
                  <a:pt x="183457" y="93700"/>
                </a:cubicBezTo>
                <a:cubicBezTo>
                  <a:pt x="183457" y="90259"/>
                  <a:pt x="184024" y="87969"/>
                  <a:pt x="185158" y="86830"/>
                </a:cubicBezTo>
                <a:cubicBezTo>
                  <a:pt x="186292" y="85692"/>
                  <a:pt x="188355" y="85123"/>
                  <a:pt x="191347" y="85123"/>
                </a:cubicBezTo>
                <a:cubicBezTo>
                  <a:pt x="194242" y="85123"/>
                  <a:pt x="196245" y="85680"/>
                  <a:pt x="197355" y="86794"/>
                </a:cubicBezTo>
                <a:cubicBezTo>
                  <a:pt x="198464" y="87909"/>
                  <a:pt x="199019" y="90138"/>
                  <a:pt x="199019" y="93483"/>
                </a:cubicBezTo>
                <a:close/>
                <a:moveTo>
                  <a:pt x="232947" y="99527"/>
                </a:moveTo>
                <a:cubicBezTo>
                  <a:pt x="232947" y="99913"/>
                  <a:pt x="232850" y="100239"/>
                  <a:pt x="232657" y="100504"/>
                </a:cubicBezTo>
                <a:cubicBezTo>
                  <a:pt x="232464" y="100769"/>
                  <a:pt x="232150" y="100999"/>
                  <a:pt x="231716" y="101192"/>
                </a:cubicBezTo>
                <a:cubicBezTo>
                  <a:pt x="231282" y="101385"/>
                  <a:pt x="230679" y="101530"/>
                  <a:pt x="229906" y="101626"/>
                </a:cubicBezTo>
                <a:cubicBezTo>
                  <a:pt x="229134" y="101723"/>
                  <a:pt x="228145" y="101771"/>
                  <a:pt x="226939" y="101771"/>
                </a:cubicBezTo>
                <a:cubicBezTo>
                  <a:pt x="225781" y="101771"/>
                  <a:pt x="224815" y="101723"/>
                  <a:pt x="224043" y="101626"/>
                </a:cubicBezTo>
                <a:cubicBezTo>
                  <a:pt x="223271" y="101530"/>
                  <a:pt x="222656" y="101385"/>
                  <a:pt x="222198" y="101192"/>
                </a:cubicBezTo>
                <a:cubicBezTo>
                  <a:pt x="221739" y="100999"/>
                  <a:pt x="221426" y="100769"/>
                  <a:pt x="221257" y="100504"/>
                </a:cubicBezTo>
                <a:cubicBezTo>
                  <a:pt x="221088" y="100239"/>
                  <a:pt x="221003" y="99913"/>
                  <a:pt x="221003" y="99527"/>
                </a:cubicBezTo>
                <a:lnTo>
                  <a:pt x="221003" y="34382"/>
                </a:lnTo>
                <a:cubicBezTo>
                  <a:pt x="221003" y="34044"/>
                  <a:pt x="221088" y="33731"/>
                  <a:pt x="221257" y="33441"/>
                </a:cubicBezTo>
                <a:cubicBezTo>
                  <a:pt x="221426" y="33152"/>
                  <a:pt x="221739" y="32910"/>
                  <a:pt x="222198" y="32717"/>
                </a:cubicBezTo>
                <a:cubicBezTo>
                  <a:pt x="222656" y="32524"/>
                  <a:pt x="223271" y="32379"/>
                  <a:pt x="224043" y="32283"/>
                </a:cubicBezTo>
                <a:cubicBezTo>
                  <a:pt x="224815" y="32186"/>
                  <a:pt x="225781" y="32138"/>
                  <a:pt x="226939" y="32138"/>
                </a:cubicBezTo>
                <a:cubicBezTo>
                  <a:pt x="228145" y="32138"/>
                  <a:pt x="229134" y="32186"/>
                  <a:pt x="229906" y="32283"/>
                </a:cubicBezTo>
                <a:cubicBezTo>
                  <a:pt x="230679" y="32379"/>
                  <a:pt x="231282" y="32524"/>
                  <a:pt x="231716" y="32717"/>
                </a:cubicBezTo>
                <a:cubicBezTo>
                  <a:pt x="232150" y="32910"/>
                  <a:pt x="232464" y="33152"/>
                  <a:pt x="232657" y="33441"/>
                </a:cubicBezTo>
                <a:cubicBezTo>
                  <a:pt x="232850" y="33731"/>
                  <a:pt x="232947" y="34044"/>
                  <a:pt x="232947" y="34382"/>
                </a:cubicBezTo>
                <a:lnTo>
                  <a:pt x="232947" y="99527"/>
                </a:lnTo>
                <a:moveTo>
                  <a:pt x="234322" y="12305"/>
                </a:moveTo>
                <a:cubicBezTo>
                  <a:pt x="234322" y="15104"/>
                  <a:pt x="233791" y="17010"/>
                  <a:pt x="232729" y="18023"/>
                </a:cubicBezTo>
                <a:cubicBezTo>
                  <a:pt x="231668" y="19037"/>
                  <a:pt x="229713" y="19543"/>
                  <a:pt x="226866" y="19543"/>
                </a:cubicBezTo>
                <a:cubicBezTo>
                  <a:pt x="224068" y="19543"/>
                  <a:pt x="222149" y="19049"/>
                  <a:pt x="221112" y="18060"/>
                </a:cubicBezTo>
                <a:cubicBezTo>
                  <a:pt x="220074" y="17070"/>
                  <a:pt x="219556" y="15200"/>
                  <a:pt x="219556" y="12450"/>
                </a:cubicBezTo>
                <a:cubicBezTo>
                  <a:pt x="219556" y="9651"/>
                  <a:pt x="220086" y="7745"/>
                  <a:pt x="221148" y="6732"/>
                </a:cubicBezTo>
                <a:cubicBezTo>
                  <a:pt x="222210" y="5718"/>
                  <a:pt x="224164" y="5212"/>
                  <a:pt x="227011" y="5212"/>
                </a:cubicBezTo>
                <a:cubicBezTo>
                  <a:pt x="229810" y="5212"/>
                  <a:pt x="231728" y="5706"/>
                  <a:pt x="232766" y="6695"/>
                </a:cubicBezTo>
                <a:cubicBezTo>
                  <a:pt x="233803" y="7685"/>
                  <a:pt x="234322" y="9555"/>
                  <a:pt x="234322" y="12305"/>
                </a:cubicBezTo>
                <a:close/>
                <a:moveTo>
                  <a:pt x="311092" y="99527"/>
                </a:moveTo>
                <a:cubicBezTo>
                  <a:pt x="311092" y="99913"/>
                  <a:pt x="310995" y="100239"/>
                  <a:pt x="310802" y="100504"/>
                </a:cubicBezTo>
                <a:cubicBezTo>
                  <a:pt x="310609" y="100769"/>
                  <a:pt x="310296" y="100999"/>
                  <a:pt x="309861" y="101192"/>
                </a:cubicBezTo>
                <a:cubicBezTo>
                  <a:pt x="309427" y="101385"/>
                  <a:pt x="308824" y="101530"/>
                  <a:pt x="308052" y="101626"/>
                </a:cubicBezTo>
                <a:cubicBezTo>
                  <a:pt x="307280" y="101723"/>
                  <a:pt x="306315" y="101771"/>
                  <a:pt x="305157" y="101771"/>
                </a:cubicBezTo>
                <a:cubicBezTo>
                  <a:pt x="303950" y="101771"/>
                  <a:pt x="302961" y="101723"/>
                  <a:pt x="302189" y="101626"/>
                </a:cubicBezTo>
                <a:cubicBezTo>
                  <a:pt x="301417" y="101530"/>
                  <a:pt x="300814" y="101385"/>
                  <a:pt x="300379" y="101192"/>
                </a:cubicBezTo>
                <a:cubicBezTo>
                  <a:pt x="299945" y="100999"/>
                  <a:pt x="299631" y="100769"/>
                  <a:pt x="299438" y="100504"/>
                </a:cubicBezTo>
                <a:cubicBezTo>
                  <a:pt x="299245" y="100239"/>
                  <a:pt x="299149" y="99913"/>
                  <a:pt x="299149" y="99527"/>
                </a:cubicBezTo>
                <a:lnTo>
                  <a:pt x="299149" y="61381"/>
                </a:lnTo>
                <a:cubicBezTo>
                  <a:pt x="299149" y="57665"/>
                  <a:pt x="298859" y="54673"/>
                  <a:pt x="298280" y="52405"/>
                </a:cubicBezTo>
                <a:cubicBezTo>
                  <a:pt x="297701" y="50137"/>
                  <a:pt x="296857" y="48183"/>
                  <a:pt x="295747" y="46542"/>
                </a:cubicBezTo>
                <a:cubicBezTo>
                  <a:pt x="294637" y="44902"/>
                  <a:pt x="293201" y="43647"/>
                  <a:pt x="291440" y="42778"/>
                </a:cubicBezTo>
                <a:cubicBezTo>
                  <a:pt x="289679" y="41910"/>
                  <a:pt x="287640" y="41476"/>
                  <a:pt x="285324" y="41476"/>
                </a:cubicBezTo>
                <a:cubicBezTo>
                  <a:pt x="282332" y="41476"/>
                  <a:pt x="279340" y="42537"/>
                  <a:pt x="276348" y="44660"/>
                </a:cubicBezTo>
                <a:cubicBezTo>
                  <a:pt x="273356" y="46784"/>
                  <a:pt x="270220" y="49896"/>
                  <a:pt x="266938" y="53998"/>
                </a:cubicBezTo>
                <a:lnTo>
                  <a:pt x="266938" y="99527"/>
                </a:lnTo>
                <a:cubicBezTo>
                  <a:pt x="266938" y="99913"/>
                  <a:pt x="266842" y="100239"/>
                  <a:pt x="266649" y="100504"/>
                </a:cubicBezTo>
                <a:cubicBezTo>
                  <a:pt x="266456" y="100769"/>
                  <a:pt x="266142" y="100999"/>
                  <a:pt x="265708" y="101192"/>
                </a:cubicBezTo>
                <a:cubicBezTo>
                  <a:pt x="265273" y="101385"/>
                  <a:pt x="264670" y="101530"/>
                  <a:pt x="263898" y="101626"/>
                </a:cubicBezTo>
                <a:cubicBezTo>
                  <a:pt x="263126" y="101723"/>
                  <a:pt x="262137" y="101771"/>
                  <a:pt x="260930" y="101771"/>
                </a:cubicBezTo>
                <a:cubicBezTo>
                  <a:pt x="259772" y="101771"/>
                  <a:pt x="258807" y="101723"/>
                  <a:pt x="258035" y="101626"/>
                </a:cubicBezTo>
                <a:cubicBezTo>
                  <a:pt x="257263" y="101530"/>
                  <a:pt x="256648" y="101385"/>
                  <a:pt x="256189" y="101192"/>
                </a:cubicBezTo>
                <a:cubicBezTo>
                  <a:pt x="255731" y="100999"/>
                  <a:pt x="255417" y="100769"/>
                  <a:pt x="255248" y="100504"/>
                </a:cubicBezTo>
                <a:cubicBezTo>
                  <a:pt x="255079" y="100239"/>
                  <a:pt x="254995" y="99913"/>
                  <a:pt x="254995" y="99527"/>
                </a:cubicBezTo>
                <a:lnTo>
                  <a:pt x="254995" y="34382"/>
                </a:lnTo>
                <a:cubicBezTo>
                  <a:pt x="254995" y="33996"/>
                  <a:pt x="255067" y="33670"/>
                  <a:pt x="255212" y="33405"/>
                </a:cubicBezTo>
                <a:cubicBezTo>
                  <a:pt x="255357" y="33139"/>
                  <a:pt x="255646" y="32898"/>
                  <a:pt x="256081" y="32681"/>
                </a:cubicBezTo>
                <a:cubicBezTo>
                  <a:pt x="256515" y="32464"/>
                  <a:pt x="257070" y="32319"/>
                  <a:pt x="257746" y="32247"/>
                </a:cubicBezTo>
                <a:cubicBezTo>
                  <a:pt x="258421" y="32174"/>
                  <a:pt x="259314" y="32138"/>
                  <a:pt x="260424" y="32138"/>
                </a:cubicBezTo>
                <a:cubicBezTo>
                  <a:pt x="261485" y="32138"/>
                  <a:pt x="262366" y="32174"/>
                  <a:pt x="263066" y="32247"/>
                </a:cubicBezTo>
                <a:cubicBezTo>
                  <a:pt x="263765" y="32319"/>
                  <a:pt x="264308" y="32464"/>
                  <a:pt x="264694" y="32681"/>
                </a:cubicBezTo>
                <a:cubicBezTo>
                  <a:pt x="265080" y="32898"/>
                  <a:pt x="265358" y="33139"/>
                  <a:pt x="265527" y="33405"/>
                </a:cubicBezTo>
                <a:cubicBezTo>
                  <a:pt x="265696" y="33670"/>
                  <a:pt x="265780" y="33996"/>
                  <a:pt x="265780" y="34382"/>
                </a:cubicBezTo>
                <a:lnTo>
                  <a:pt x="265780" y="42996"/>
                </a:lnTo>
                <a:cubicBezTo>
                  <a:pt x="269448" y="38894"/>
                  <a:pt x="273103" y="35890"/>
                  <a:pt x="276746" y="33984"/>
                </a:cubicBezTo>
                <a:cubicBezTo>
                  <a:pt x="280389" y="32078"/>
                  <a:pt x="284069" y="31125"/>
                  <a:pt x="287785" y="31125"/>
                </a:cubicBezTo>
                <a:cubicBezTo>
                  <a:pt x="292128" y="31125"/>
                  <a:pt x="295783" y="31861"/>
                  <a:pt x="298751" y="33332"/>
                </a:cubicBezTo>
                <a:cubicBezTo>
                  <a:pt x="301718" y="34804"/>
                  <a:pt x="304119" y="36771"/>
                  <a:pt x="305953" y="39232"/>
                </a:cubicBezTo>
                <a:cubicBezTo>
                  <a:pt x="307786" y="41693"/>
                  <a:pt x="309101" y="44576"/>
                  <a:pt x="309898" y="47881"/>
                </a:cubicBezTo>
                <a:cubicBezTo>
                  <a:pt x="310694" y="51187"/>
                  <a:pt x="311092" y="55156"/>
                  <a:pt x="311092" y="59789"/>
                </a:cubicBezTo>
                <a:lnTo>
                  <a:pt x="311092" y="99527"/>
                </a:lnTo>
                <a:close/>
                <a:moveTo>
                  <a:pt x="379698" y="89683"/>
                </a:moveTo>
                <a:cubicBezTo>
                  <a:pt x="379698" y="90503"/>
                  <a:pt x="379674" y="91215"/>
                  <a:pt x="379625" y="91818"/>
                </a:cubicBezTo>
                <a:cubicBezTo>
                  <a:pt x="379577" y="92421"/>
                  <a:pt x="379493" y="92928"/>
                  <a:pt x="379372" y="93338"/>
                </a:cubicBezTo>
                <a:cubicBezTo>
                  <a:pt x="379251" y="93748"/>
                  <a:pt x="379107" y="94110"/>
                  <a:pt x="378938" y="94424"/>
                </a:cubicBezTo>
                <a:cubicBezTo>
                  <a:pt x="378769" y="94738"/>
                  <a:pt x="378383" y="95196"/>
                  <a:pt x="377780" y="95799"/>
                </a:cubicBezTo>
                <a:cubicBezTo>
                  <a:pt x="377176" y="96402"/>
                  <a:pt x="376151" y="97150"/>
                  <a:pt x="374703" y="98043"/>
                </a:cubicBezTo>
                <a:cubicBezTo>
                  <a:pt x="373256" y="98936"/>
                  <a:pt x="371627" y="99732"/>
                  <a:pt x="369817" y="100432"/>
                </a:cubicBezTo>
                <a:cubicBezTo>
                  <a:pt x="368008" y="101131"/>
                  <a:pt x="366042" y="101698"/>
                  <a:pt x="363918" y="102133"/>
                </a:cubicBezTo>
                <a:cubicBezTo>
                  <a:pt x="361795" y="102567"/>
                  <a:pt x="359599" y="102784"/>
                  <a:pt x="357331" y="102784"/>
                </a:cubicBezTo>
                <a:cubicBezTo>
                  <a:pt x="352651" y="102784"/>
                  <a:pt x="348501" y="102011"/>
                  <a:pt x="344881" y="100463"/>
                </a:cubicBezTo>
                <a:cubicBezTo>
                  <a:pt x="341262" y="98916"/>
                  <a:pt x="338234" y="96656"/>
                  <a:pt x="335797" y="93682"/>
                </a:cubicBezTo>
                <a:cubicBezTo>
                  <a:pt x="333360" y="90708"/>
                  <a:pt x="331503" y="87057"/>
                  <a:pt x="330224" y="82729"/>
                </a:cubicBezTo>
                <a:cubicBezTo>
                  <a:pt x="328945" y="78402"/>
                  <a:pt x="328306" y="73409"/>
                  <a:pt x="328306" y="67753"/>
                </a:cubicBezTo>
                <a:cubicBezTo>
                  <a:pt x="328306" y="61321"/>
                  <a:pt x="329090" y="55797"/>
                  <a:pt x="330658" y="51179"/>
                </a:cubicBezTo>
                <a:cubicBezTo>
                  <a:pt x="332226" y="46562"/>
                  <a:pt x="334374" y="42778"/>
                  <a:pt x="337100" y="39829"/>
                </a:cubicBezTo>
                <a:cubicBezTo>
                  <a:pt x="339827" y="36879"/>
                  <a:pt x="343036" y="34691"/>
                  <a:pt x="346727" y="33265"/>
                </a:cubicBezTo>
                <a:cubicBezTo>
                  <a:pt x="350419" y="31838"/>
                  <a:pt x="354412" y="31125"/>
                  <a:pt x="358707" y="31125"/>
                </a:cubicBezTo>
                <a:cubicBezTo>
                  <a:pt x="360782" y="31125"/>
                  <a:pt x="362796" y="31318"/>
                  <a:pt x="364751" y="31704"/>
                </a:cubicBezTo>
                <a:cubicBezTo>
                  <a:pt x="366705" y="32090"/>
                  <a:pt x="368503" y="32597"/>
                  <a:pt x="370143" y="33224"/>
                </a:cubicBezTo>
                <a:cubicBezTo>
                  <a:pt x="371784" y="33851"/>
                  <a:pt x="373244" y="34575"/>
                  <a:pt x="374522" y="35395"/>
                </a:cubicBezTo>
                <a:cubicBezTo>
                  <a:pt x="375801" y="36216"/>
                  <a:pt x="376730" y="36915"/>
                  <a:pt x="377309" y="37495"/>
                </a:cubicBezTo>
                <a:cubicBezTo>
                  <a:pt x="377888" y="38074"/>
                  <a:pt x="378286" y="38532"/>
                  <a:pt x="378503" y="38870"/>
                </a:cubicBezTo>
                <a:cubicBezTo>
                  <a:pt x="378721" y="39208"/>
                  <a:pt x="378902" y="39606"/>
                  <a:pt x="379046" y="40064"/>
                </a:cubicBezTo>
                <a:cubicBezTo>
                  <a:pt x="379191" y="40523"/>
                  <a:pt x="379288" y="41041"/>
                  <a:pt x="379336" y="41620"/>
                </a:cubicBezTo>
                <a:cubicBezTo>
                  <a:pt x="379384" y="42199"/>
                  <a:pt x="379408" y="42923"/>
                  <a:pt x="379408" y="43792"/>
                </a:cubicBezTo>
                <a:cubicBezTo>
                  <a:pt x="379408" y="45674"/>
                  <a:pt x="379191" y="46989"/>
                  <a:pt x="378757" y="47737"/>
                </a:cubicBezTo>
                <a:cubicBezTo>
                  <a:pt x="378323" y="48485"/>
                  <a:pt x="377792" y="48859"/>
                  <a:pt x="377164" y="48859"/>
                </a:cubicBezTo>
                <a:cubicBezTo>
                  <a:pt x="376441" y="48859"/>
                  <a:pt x="375608" y="48461"/>
                  <a:pt x="374667" y="47664"/>
                </a:cubicBezTo>
                <a:cubicBezTo>
                  <a:pt x="373726" y="46868"/>
                  <a:pt x="372532" y="45987"/>
                  <a:pt x="371084" y="45022"/>
                </a:cubicBezTo>
                <a:cubicBezTo>
                  <a:pt x="369637" y="44057"/>
                  <a:pt x="367887" y="43177"/>
                  <a:pt x="365836" y="42380"/>
                </a:cubicBezTo>
                <a:cubicBezTo>
                  <a:pt x="363786" y="41584"/>
                  <a:pt x="361361" y="41186"/>
                  <a:pt x="358562" y="41186"/>
                </a:cubicBezTo>
                <a:cubicBezTo>
                  <a:pt x="352820" y="41186"/>
                  <a:pt x="348416" y="43401"/>
                  <a:pt x="345352" y="47829"/>
                </a:cubicBezTo>
                <a:cubicBezTo>
                  <a:pt x="342288" y="52257"/>
                  <a:pt x="340756" y="58680"/>
                  <a:pt x="340756" y="67099"/>
                </a:cubicBezTo>
                <a:cubicBezTo>
                  <a:pt x="340756" y="71310"/>
                  <a:pt x="341154" y="75000"/>
                  <a:pt x="341950" y="78169"/>
                </a:cubicBezTo>
                <a:cubicBezTo>
                  <a:pt x="342746" y="81339"/>
                  <a:pt x="343916" y="83989"/>
                  <a:pt x="345461" y="86118"/>
                </a:cubicBezTo>
                <a:cubicBezTo>
                  <a:pt x="347005" y="88247"/>
                  <a:pt x="348899" y="89832"/>
                  <a:pt x="351143" y="90873"/>
                </a:cubicBezTo>
                <a:cubicBezTo>
                  <a:pt x="353387" y="91913"/>
                  <a:pt x="355956" y="92433"/>
                  <a:pt x="358851" y="92433"/>
                </a:cubicBezTo>
                <a:cubicBezTo>
                  <a:pt x="361602" y="92433"/>
                  <a:pt x="364015" y="91999"/>
                  <a:pt x="366090" y="91130"/>
                </a:cubicBezTo>
                <a:cubicBezTo>
                  <a:pt x="368165" y="90262"/>
                  <a:pt x="369962" y="89309"/>
                  <a:pt x="371482" y="88271"/>
                </a:cubicBezTo>
                <a:cubicBezTo>
                  <a:pt x="373002" y="87234"/>
                  <a:pt x="374281" y="86293"/>
                  <a:pt x="375319" y="85448"/>
                </a:cubicBezTo>
                <a:cubicBezTo>
                  <a:pt x="376356" y="84604"/>
                  <a:pt x="377164" y="84182"/>
                  <a:pt x="377743" y="84182"/>
                </a:cubicBezTo>
                <a:cubicBezTo>
                  <a:pt x="378081" y="84182"/>
                  <a:pt x="378371" y="84278"/>
                  <a:pt x="378612" y="84471"/>
                </a:cubicBezTo>
                <a:cubicBezTo>
                  <a:pt x="378853" y="84664"/>
                  <a:pt x="379058" y="84990"/>
                  <a:pt x="379227" y="85448"/>
                </a:cubicBezTo>
                <a:cubicBezTo>
                  <a:pt x="379396" y="85907"/>
                  <a:pt x="379517" y="86486"/>
                  <a:pt x="379589" y="87186"/>
                </a:cubicBezTo>
                <a:cubicBezTo>
                  <a:pt x="379662" y="87885"/>
                  <a:pt x="379698" y="88718"/>
                  <a:pt x="379698" y="896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3DF4E-2A44-41FC-A7DA-4D162901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711" y="3061685"/>
            <a:ext cx="735274" cy="273257"/>
          </a:xfrm>
          <a:custGeom xmlns:a="http://schemas.openxmlformats.org/drawingml/2006/main">
            <a:pathLst>
              <a:path w="735274" h="273257">
                <a:moveTo>
                  <a:pt x="28166" y="273257"/>
                </a:moveTo>
                <a:cubicBezTo>
                  <a:pt x="12848" y="273257"/>
                  <a:pt x="0" y="260410"/>
                  <a:pt x="0" y="245091"/>
                </a:cubicBezTo>
                <a:lnTo>
                  <a:pt x="0" y="28660"/>
                </a:lnTo>
                <a:cubicBezTo>
                  <a:pt x="0" y="12848"/>
                  <a:pt x="12848" y="0"/>
                  <a:pt x="28166" y="0"/>
                </a:cubicBezTo>
                <a:lnTo>
                  <a:pt x="707109" y="0"/>
                </a:lnTo>
                <a:cubicBezTo>
                  <a:pt x="722427" y="0"/>
                  <a:pt x="735274" y="12848"/>
                  <a:pt x="735274" y="28660"/>
                </a:cubicBezTo>
                <a:lnTo>
                  <a:pt x="735274" y="245091"/>
                </a:lnTo>
                <a:cubicBezTo>
                  <a:pt x="735274" y="260410"/>
                  <a:pt x="722427" y="273257"/>
                  <a:pt x="707109" y="273257"/>
                </a:cubicBezTo>
                <a:lnTo>
                  <a:pt x="28166" y="273257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BD13F-CE72-4515-B4EC-CB183263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711" y="3061685"/>
            <a:ext cx="735274" cy="273257"/>
          </a:xfrm>
          <a:custGeom xmlns:a="http://schemas.openxmlformats.org/drawingml/2006/main">
            <a:pathLst>
              <a:path w="735274" h="273257" fill="none">
                <a:moveTo>
                  <a:pt x="28166" y="273257"/>
                </a:moveTo>
                <a:lnTo>
                  <a:pt x="707109" y="273257"/>
                </a:lnTo>
                <a:cubicBezTo>
                  <a:pt x="722427" y="273257"/>
                  <a:pt x="735274" y="260410"/>
                  <a:pt x="735274" y="245091"/>
                </a:cubicBezTo>
                <a:lnTo>
                  <a:pt x="735274" y="28660"/>
                </a:lnTo>
                <a:cubicBezTo>
                  <a:pt x="735274" y="12848"/>
                  <a:pt x="722427" y="0"/>
                  <a:pt x="707109" y="0"/>
                </a:cubicBezTo>
                <a:lnTo>
                  <a:pt x="28166" y="0"/>
                </a:lnTo>
                <a:cubicBezTo>
                  <a:pt x="12848" y="0"/>
                  <a:pt x="0" y="12848"/>
                  <a:pt x="0" y="28660"/>
                </a:cubicBezTo>
                <a:lnTo>
                  <a:pt x="0" y="245091"/>
                </a:lnTo>
                <a:cubicBezTo>
                  <a:pt x="0" y="260410"/>
                  <a:pt x="12848" y="273257"/>
                  <a:pt x="28166" y="273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22" name="Text for.end">
            <a:extLst xmlns:a="http://schemas.openxmlformats.org/drawingml/2006/main">
              <a:ext uri="{FF2B5EF4-FFF2-40B4-BE49-F238E27FC236}">
                <a16:creationId xmlns:a16="http://schemas.microsoft.com/office/drawing/2014/main" id="{2400AF27-2CF1-4B22-8F81-F457053B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143" y="3141696"/>
            <a:ext cx="428284" cy="102784"/>
          </a:xfrm>
          <a:custGeom xmlns:a="http://schemas.openxmlformats.org/drawingml/2006/main">
            <a:pathLst>
              <a:path w="428284" h="102784">
                <a:moveTo>
                  <a:pt x="44081" y="7600"/>
                </a:moveTo>
                <a:cubicBezTo>
                  <a:pt x="44081" y="8517"/>
                  <a:pt x="44033" y="9253"/>
                  <a:pt x="43937" y="9808"/>
                </a:cubicBezTo>
                <a:cubicBezTo>
                  <a:pt x="43840" y="10363"/>
                  <a:pt x="43732" y="10809"/>
                  <a:pt x="43611" y="11147"/>
                </a:cubicBezTo>
                <a:cubicBezTo>
                  <a:pt x="43490" y="11485"/>
                  <a:pt x="43333" y="11714"/>
                  <a:pt x="43140" y="11835"/>
                </a:cubicBezTo>
                <a:cubicBezTo>
                  <a:pt x="42947" y="11955"/>
                  <a:pt x="42706" y="12016"/>
                  <a:pt x="42417" y="12016"/>
                </a:cubicBezTo>
                <a:cubicBezTo>
                  <a:pt x="42079" y="12016"/>
                  <a:pt x="41657" y="11907"/>
                  <a:pt x="41150" y="11690"/>
                </a:cubicBezTo>
                <a:cubicBezTo>
                  <a:pt x="40643" y="11473"/>
                  <a:pt x="40028" y="11231"/>
                  <a:pt x="39304" y="10966"/>
                </a:cubicBezTo>
                <a:cubicBezTo>
                  <a:pt x="38580" y="10701"/>
                  <a:pt x="37724" y="10459"/>
                  <a:pt x="36734" y="10242"/>
                </a:cubicBezTo>
                <a:cubicBezTo>
                  <a:pt x="35745" y="10025"/>
                  <a:pt x="34599" y="9917"/>
                  <a:pt x="33296" y="9917"/>
                </a:cubicBezTo>
                <a:cubicBezTo>
                  <a:pt x="31511" y="9917"/>
                  <a:pt x="29991" y="10205"/>
                  <a:pt x="28736" y="10783"/>
                </a:cubicBezTo>
                <a:cubicBezTo>
                  <a:pt x="27481" y="11360"/>
                  <a:pt x="26468" y="12262"/>
                  <a:pt x="25696" y="13488"/>
                </a:cubicBezTo>
                <a:cubicBezTo>
                  <a:pt x="24924" y="14714"/>
                  <a:pt x="24369" y="16301"/>
                  <a:pt x="24031" y="18250"/>
                </a:cubicBezTo>
                <a:cubicBezTo>
                  <a:pt x="23693" y="20198"/>
                  <a:pt x="23525" y="22567"/>
                  <a:pt x="23525" y="25357"/>
                </a:cubicBezTo>
                <a:lnTo>
                  <a:pt x="23525" y="32428"/>
                </a:lnTo>
                <a:lnTo>
                  <a:pt x="38074" y="32428"/>
                </a:lnTo>
                <a:cubicBezTo>
                  <a:pt x="38460" y="32428"/>
                  <a:pt x="38785" y="32512"/>
                  <a:pt x="39051" y="32681"/>
                </a:cubicBezTo>
                <a:cubicBezTo>
                  <a:pt x="39316" y="32850"/>
                  <a:pt x="39557" y="33139"/>
                  <a:pt x="39775" y="33550"/>
                </a:cubicBezTo>
                <a:cubicBezTo>
                  <a:pt x="39992" y="33960"/>
                  <a:pt x="40161" y="34479"/>
                  <a:pt x="40281" y="35106"/>
                </a:cubicBezTo>
                <a:cubicBezTo>
                  <a:pt x="40402" y="35733"/>
                  <a:pt x="40462" y="36505"/>
                  <a:pt x="40462" y="37422"/>
                </a:cubicBezTo>
                <a:cubicBezTo>
                  <a:pt x="40462" y="39159"/>
                  <a:pt x="40245" y="40414"/>
                  <a:pt x="39811" y="41186"/>
                </a:cubicBezTo>
                <a:cubicBezTo>
                  <a:pt x="39376" y="41958"/>
                  <a:pt x="38797" y="42344"/>
                  <a:pt x="38074" y="42344"/>
                </a:cubicBezTo>
                <a:lnTo>
                  <a:pt x="23525" y="42344"/>
                </a:lnTo>
                <a:lnTo>
                  <a:pt x="23525" y="99525"/>
                </a:lnTo>
                <a:cubicBezTo>
                  <a:pt x="23525" y="99911"/>
                  <a:pt x="23428" y="100237"/>
                  <a:pt x="23235" y="100504"/>
                </a:cubicBezTo>
                <a:cubicBezTo>
                  <a:pt x="23042" y="100769"/>
                  <a:pt x="22716" y="100999"/>
                  <a:pt x="22258" y="101192"/>
                </a:cubicBezTo>
                <a:cubicBezTo>
                  <a:pt x="21799" y="101385"/>
                  <a:pt x="21184" y="101530"/>
                  <a:pt x="20412" y="101626"/>
                </a:cubicBezTo>
                <a:cubicBezTo>
                  <a:pt x="19640" y="101723"/>
                  <a:pt x="18675" y="101771"/>
                  <a:pt x="17517" y="101771"/>
                </a:cubicBezTo>
                <a:cubicBezTo>
                  <a:pt x="16359" y="101771"/>
                  <a:pt x="15393" y="101723"/>
                  <a:pt x="14621" y="101626"/>
                </a:cubicBezTo>
                <a:cubicBezTo>
                  <a:pt x="13849" y="101530"/>
                  <a:pt x="13234" y="101385"/>
                  <a:pt x="12776" y="101192"/>
                </a:cubicBezTo>
                <a:cubicBezTo>
                  <a:pt x="12317" y="100999"/>
                  <a:pt x="11991" y="100769"/>
                  <a:pt x="11798" y="100504"/>
                </a:cubicBezTo>
                <a:cubicBezTo>
                  <a:pt x="11605" y="100237"/>
                  <a:pt x="11509" y="99911"/>
                  <a:pt x="11509" y="99525"/>
                </a:cubicBezTo>
                <a:lnTo>
                  <a:pt x="11509" y="42344"/>
                </a:lnTo>
                <a:lnTo>
                  <a:pt x="2316" y="42344"/>
                </a:lnTo>
                <a:cubicBezTo>
                  <a:pt x="1544" y="42344"/>
                  <a:pt x="965" y="41958"/>
                  <a:pt x="579" y="41186"/>
                </a:cubicBezTo>
                <a:cubicBezTo>
                  <a:pt x="193" y="40414"/>
                  <a:pt x="0" y="39159"/>
                  <a:pt x="0" y="37422"/>
                </a:cubicBezTo>
                <a:cubicBezTo>
                  <a:pt x="0" y="36505"/>
                  <a:pt x="48" y="35733"/>
                  <a:pt x="145" y="35106"/>
                </a:cubicBezTo>
                <a:cubicBezTo>
                  <a:pt x="241" y="34479"/>
                  <a:pt x="386" y="33960"/>
                  <a:pt x="579" y="33550"/>
                </a:cubicBezTo>
                <a:cubicBezTo>
                  <a:pt x="772" y="33139"/>
                  <a:pt x="1013" y="32850"/>
                  <a:pt x="1303" y="32681"/>
                </a:cubicBezTo>
                <a:cubicBezTo>
                  <a:pt x="1592" y="32512"/>
                  <a:pt x="1930" y="32428"/>
                  <a:pt x="2316" y="32428"/>
                </a:cubicBezTo>
                <a:lnTo>
                  <a:pt x="11509" y="32428"/>
                </a:lnTo>
                <a:lnTo>
                  <a:pt x="11509" y="25712"/>
                </a:lnTo>
                <a:cubicBezTo>
                  <a:pt x="11509" y="21185"/>
                  <a:pt x="11931" y="17297"/>
                  <a:pt x="12776" y="14047"/>
                </a:cubicBezTo>
                <a:cubicBezTo>
                  <a:pt x="13620" y="10797"/>
                  <a:pt x="14911" y="8137"/>
                  <a:pt x="16648" y="6067"/>
                </a:cubicBezTo>
                <a:cubicBezTo>
                  <a:pt x="18385" y="3996"/>
                  <a:pt x="20569" y="2468"/>
                  <a:pt x="23199" y="1482"/>
                </a:cubicBezTo>
                <a:cubicBezTo>
                  <a:pt x="25829" y="494"/>
                  <a:pt x="28929" y="0"/>
                  <a:pt x="32500" y="0"/>
                </a:cubicBezTo>
                <a:cubicBezTo>
                  <a:pt x="34189" y="0"/>
                  <a:pt x="35830" y="157"/>
                  <a:pt x="37422" y="470"/>
                </a:cubicBezTo>
                <a:cubicBezTo>
                  <a:pt x="39015" y="784"/>
                  <a:pt x="40245" y="1122"/>
                  <a:pt x="41114" y="1484"/>
                </a:cubicBezTo>
                <a:cubicBezTo>
                  <a:pt x="41982" y="1846"/>
                  <a:pt x="42561" y="2172"/>
                  <a:pt x="42851" y="2461"/>
                </a:cubicBezTo>
                <a:cubicBezTo>
                  <a:pt x="43140" y="2751"/>
                  <a:pt x="43382" y="3125"/>
                  <a:pt x="43575" y="3583"/>
                </a:cubicBezTo>
                <a:cubicBezTo>
                  <a:pt x="43768" y="4041"/>
                  <a:pt x="43900" y="4596"/>
                  <a:pt x="43973" y="5248"/>
                </a:cubicBezTo>
                <a:cubicBezTo>
                  <a:pt x="44045" y="5899"/>
                  <a:pt x="44081" y="6683"/>
                  <a:pt x="44081" y="7600"/>
                </a:cubicBezTo>
                <a:close/>
                <a:moveTo>
                  <a:pt x="114195" y="66267"/>
                </a:moveTo>
                <a:cubicBezTo>
                  <a:pt x="114195" y="71579"/>
                  <a:pt x="113495" y="76470"/>
                  <a:pt x="112096" y="80938"/>
                </a:cubicBezTo>
                <a:cubicBezTo>
                  <a:pt x="110696" y="85406"/>
                  <a:pt x="108609" y="89259"/>
                  <a:pt x="105835" y="92497"/>
                </a:cubicBezTo>
                <a:cubicBezTo>
                  <a:pt x="103060" y="95733"/>
                  <a:pt x="99586" y="98256"/>
                  <a:pt x="95411" y="100068"/>
                </a:cubicBezTo>
                <a:cubicBezTo>
                  <a:pt x="91237" y="101879"/>
                  <a:pt x="86400" y="102784"/>
                  <a:pt x="80899" y="102784"/>
                </a:cubicBezTo>
                <a:cubicBezTo>
                  <a:pt x="75542" y="102784"/>
                  <a:pt x="70873" y="101987"/>
                  <a:pt x="66892" y="100393"/>
                </a:cubicBezTo>
                <a:cubicBezTo>
                  <a:pt x="62911" y="98799"/>
                  <a:pt x="59594" y="96481"/>
                  <a:pt x="56940" y="93438"/>
                </a:cubicBezTo>
                <a:cubicBezTo>
                  <a:pt x="54286" y="90395"/>
                  <a:pt x="52307" y="86699"/>
                  <a:pt x="51004" y="82352"/>
                </a:cubicBezTo>
                <a:cubicBezTo>
                  <a:pt x="49701" y="78004"/>
                  <a:pt x="49050" y="73077"/>
                  <a:pt x="49050" y="67570"/>
                </a:cubicBezTo>
                <a:cubicBezTo>
                  <a:pt x="49050" y="62257"/>
                  <a:pt x="49738" y="57367"/>
                  <a:pt x="51113" y="52899"/>
                </a:cubicBezTo>
                <a:cubicBezTo>
                  <a:pt x="52488" y="48430"/>
                  <a:pt x="54563" y="44578"/>
                  <a:pt x="57338" y="41342"/>
                </a:cubicBezTo>
                <a:cubicBezTo>
                  <a:pt x="60113" y="38104"/>
                  <a:pt x="63575" y="35592"/>
                  <a:pt x="67725" y="33805"/>
                </a:cubicBezTo>
                <a:cubicBezTo>
                  <a:pt x="71875" y="32018"/>
                  <a:pt x="76724" y="31125"/>
                  <a:pt x="82274" y="31125"/>
                </a:cubicBezTo>
                <a:cubicBezTo>
                  <a:pt x="87630" y="31125"/>
                  <a:pt x="92299" y="31922"/>
                  <a:pt x="96280" y="33516"/>
                </a:cubicBezTo>
                <a:cubicBezTo>
                  <a:pt x="100261" y="35110"/>
                  <a:pt x="103579" y="37428"/>
                  <a:pt x="106233" y="40471"/>
                </a:cubicBezTo>
                <a:cubicBezTo>
                  <a:pt x="108887" y="43514"/>
                  <a:pt x="110877" y="47210"/>
                  <a:pt x="112204" y="51557"/>
                </a:cubicBezTo>
                <a:cubicBezTo>
                  <a:pt x="113531" y="55905"/>
                  <a:pt x="114195" y="60808"/>
                  <a:pt x="114195" y="66267"/>
                </a:cubicBezTo>
                <a:moveTo>
                  <a:pt x="101600" y="67063"/>
                </a:moveTo>
                <a:cubicBezTo>
                  <a:pt x="101600" y="63536"/>
                  <a:pt x="101274" y="60202"/>
                  <a:pt x="100623" y="57061"/>
                </a:cubicBezTo>
                <a:cubicBezTo>
                  <a:pt x="99972" y="53919"/>
                  <a:pt x="98898" y="51165"/>
                  <a:pt x="97402" y="48798"/>
                </a:cubicBezTo>
                <a:cubicBezTo>
                  <a:pt x="95906" y="46430"/>
                  <a:pt x="93879" y="44558"/>
                  <a:pt x="91322" y="43181"/>
                </a:cubicBezTo>
                <a:cubicBezTo>
                  <a:pt x="88764" y="41803"/>
                  <a:pt x="85579" y="41114"/>
                  <a:pt x="81767" y="41114"/>
                </a:cubicBezTo>
                <a:cubicBezTo>
                  <a:pt x="78245" y="41114"/>
                  <a:pt x="75216" y="41742"/>
                  <a:pt x="72683" y="42998"/>
                </a:cubicBezTo>
                <a:cubicBezTo>
                  <a:pt x="70150" y="44254"/>
                  <a:pt x="68063" y="46030"/>
                  <a:pt x="66422" y="48327"/>
                </a:cubicBezTo>
                <a:cubicBezTo>
                  <a:pt x="64781" y="50622"/>
                  <a:pt x="63563" y="53340"/>
                  <a:pt x="62767" y="56482"/>
                </a:cubicBezTo>
                <a:cubicBezTo>
                  <a:pt x="61970" y="59621"/>
                  <a:pt x="61572" y="63052"/>
                  <a:pt x="61572" y="66774"/>
                </a:cubicBezTo>
                <a:cubicBezTo>
                  <a:pt x="61572" y="70349"/>
                  <a:pt x="61898" y="73707"/>
                  <a:pt x="62549" y="76848"/>
                </a:cubicBezTo>
                <a:cubicBezTo>
                  <a:pt x="63201" y="79989"/>
                  <a:pt x="64287" y="82732"/>
                  <a:pt x="65807" y="85075"/>
                </a:cubicBezTo>
                <a:cubicBezTo>
                  <a:pt x="67327" y="87419"/>
                  <a:pt x="69366" y="89279"/>
                  <a:pt x="71923" y="90658"/>
                </a:cubicBezTo>
                <a:cubicBezTo>
                  <a:pt x="74481" y="92034"/>
                  <a:pt x="77665" y="92723"/>
                  <a:pt x="81478" y="92723"/>
                </a:cubicBezTo>
                <a:cubicBezTo>
                  <a:pt x="84952" y="92723"/>
                  <a:pt x="87968" y="92095"/>
                  <a:pt x="90526" y="90839"/>
                </a:cubicBezTo>
                <a:cubicBezTo>
                  <a:pt x="93083" y="89583"/>
                  <a:pt x="95182" y="87819"/>
                  <a:pt x="96823" y="85548"/>
                </a:cubicBezTo>
                <a:cubicBezTo>
                  <a:pt x="98464" y="83275"/>
                  <a:pt x="99670" y="80569"/>
                  <a:pt x="100442" y="77430"/>
                </a:cubicBezTo>
                <a:cubicBezTo>
                  <a:pt x="101214" y="74289"/>
                  <a:pt x="101600" y="70833"/>
                  <a:pt x="101600" y="67063"/>
                </a:cubicBezTo>
                <a:close/>
                <a:moveTo>
                  <a:pt x="169807" y="38653"/>
                </a:moveTo>
                <a:cubicBezTo>
                  <a:pt x="169807" y="39714"/>
                  <a:pt x="169782" y="40607"/>
                  <a:pt x="169734" y="41331"/>
                </a:cubicBezTo>
                <a:cubicBezTo>
                  <a:pt x="169686" y="42055"/>
                  <a:pt x="169589" y="42622"/>
                  <a:pt x="169445" y="43032"/>
                </a:cubicBezTo>
                <a:cubicBezTo>
                  <a:pt x="169300" y="43442"/>
                  <a:pt x="169119" y="43756"/>
                  <a:pt x="168902" y="43973"/>
                </a:cubicBezTo>
                <a:cubicBezTo>
                  <a:pt x="168685" y="44190"/>
                  <a:pt x="168383" y="44299"/>
                  <a:pt x="167997" y="44299"/>
                </a:cubicBezTo>
                <a:cubicBezTo>
                  <a:pt x="167611" y="44299"/>
                  <a:pt x="167140" y="44190"/>
                  <a:pt x="166586" y="43973"/>
                </a:cubicBezTo>
                <a:cubicBezTo>
                  <a:pt x="166031" y="43756"/>
                  <a:pt x="165403" y="43539"/>
                  <a:pt x="164704" y="43321"/>
                </a:cubicBezTo>
                <a:cubicBezTo>
                  <a:pt x="164004" y="43104"/>
                  <a:pt x="163220" y="42899"/>
                  <a:pt x="162351" y="42706"/>
                </a:cubicBezTo>
                <a:cubicBezTo>
                  <a:pt x="161483" y="42513"/>
                  <a:pt x="160542" y="42417"/>
                  <a:pt x="159528" y="42417"/>
                </a:cubicBezTo>
                <a:cubicBezTo>
                  <a:pt x="158322" y="42417"/>
                  <a:pt x="157140" y="42658"/>
                  <a:pt x="155981" y="43140"/>
                </a:cubicBezTo>
                <a:cubicBezTo>
                  <a:pt x="154823" y="43623"/>
                  <a:pt x="153605" y="44419"/>
                  <a:pt x="152326" y="45529"/>
                </a:cubicBezTo>
                <a:cubicBezTo>
                  <a:pt x="151047" y="46639"/>
                  <a:pt x="149708" y="48111"/>
                  <a:pt x="148309" y="49944"/>
                </a:cubicBezTo>
                <a:cubicBezTo>
                  <a:pt x="146909" y="51778"/>
                  <a:pt x="145365" y="54022"/>
                  <a:pt x="143676" y="56676"/>
                </a:cubicBezTo>
                <a:lnTo>
                  <a:pt x="143676" y="99527"/>
                </a:lnTo>
                <a:cubicBezTo>
                  <a:pt x="143676" y="99913"/>
                  <a:pt x="143580" y="100239"/>
                  <a:pt x="143387" y="100504"/>
                </a:cubicBezTo>
                <a:cubicBezTo>
                  <a:pt x="143194" y="100769"/>
                  <a:pt x="142880" y="100999"/>
                  <a:pt x="142446" y="101192"/>
                </a:cubicBezTo>
                <a:cubicBezTo>
                  <a:pt x="142011" y="101385"/>
                  <a:pt x="141408" y="101530"/>
                  <a:pt x="140636" y="101626"/>
                </a:cubicBezTo>
                <a:cubicBezTo>
                  <a:pt x="139864" y="101723"/>
                  <a:pt x="138875" y="101771"/>
                  <a:pt x="137668" y="101771"/>
                </a:cubicBezTo>
                <a:cubicBezTo>
                  <a:pt x="136510" y="101771"/>
                  <a:pt x="135545" y="101723"/>
                  <a:pt x="134773" y="101626"/>
                </a:cubicBezTo>
                <a:cubicBezTo>
                  <a:pt x="134001" y="101530"/>
                  <a:pt x="133386" y="101385"/>
                  <a:pt x="132927" y="101192"/>
                </a:cubicBezTo>
                <a:cubicBezTo>
                  <a:pt x="132469" y="100999"/>
                  <a:pt x="132155" y="100769"/>
                  <a:pt x="131986" y="100504"/>
                </a:cubicBezTo>
                <a:cubicBezTo>
                  <a:pt x="131817" y="100239"/>
                  <a:pt x="131733" y="99913"/>
                  <a:pt x="131733" y="99527"/>
                </a:cubicBezTo>
                <a:lnTo>
                  <a:pt x="131733" y="34382"/>
                </a:lnTo>
                <a:cubicBezTo>
                  <a:pt x="131733" y="33996"/>
                  <a:pt x="131805" y="33670"/>
                  <a:pt x="131950" y="33405"/>
                </a:cubicBezTo>
                <a:cubicBezTo>
                  <a:pt x="132095" y="33139"/>
                  <a:pt x="132384" y="32898"/>
                  <a:pt x="132819" y="32681"/>
                </a:cubicBezTo>
                <a:cubicBezTo>
                  <a:pt x="133253" y="32464"/>
                  <a:pt x="133808" y="32319"/>
                  <a:pt x="134484" y="32247"/>
                </a:cubicBezTo>
                <a:cubicBezTo>
                  <a:pt x="135159" y="32174"/>
                  <a:pt x="136052" y="32138"/>
                  <a:pt x="137162" y="32138"/>
                </a:cubicBezTo>
                <a:cubicBezTo>
                  <a:pt x="138223" y="32138"/>
                  <a:pt x="139104" y="32174"/>
                  <a:pt x="139804" y="32247"/>
                </a:cubicBezTo>
                <a:cubicBezTo>
                  <a:pt x="140503" y="32319"/>
                  <a:pt x="141046" y="32464"/>
                  <a:pt x="141432" y="32681"/>
                </a:cubicBezTo>
                <a:cubicBezTo>
                  <a:pt x="141818" y="32898"/>
                  <a:pt x="142096" y="33139"/>
                  <a:pt x="142265" y="33405"/>
                </a:cubicBezTo>
                <a:cubicBezTo>
                  <a:pt x="142434" y="33670"/>
                  <a:pt x="142518" y="33996"/>
                  <a:pt x="142518" y="34382"/>
                </a:cubicBezTo>
                <a:lnTo>
                  <a:pt x="142518" y="43864"/>
                </a:lnTo>
                <a:cubicBezTo>
                  <a:pt x="144304" y="41258"/>
                  <a:pt x="145980" y="39135"/>
                  <a:pt x="147549" y="37495"/>
                </a:cubicBezTo>
                <a:cubicBezTo>
                  <a:pt x="149117" y="35854"/>
                  <a:pt x="150601" y="34563"/>
                  <a:pt x="152000" y="33622"/>
                </a:cubicBezTo>
                <a:cubicBezTo>
                  <a:pt x="153400" y="32681"/>
                  <a:pt x="154787" y="32030"/>
                  <a:pt x="156162" y="31668"/>
                </a:cubicBezTo>
                <a:cubicBezTo>
                  <a:pt x="157538" y="31306"/>
                  <a:pt x="158925" y="31125"/>
                  <a:pt x="160324" y="31125"/>
                </a:cubicBezTo>
                <a:cubicBezTo>
                  <a:pt x="160952" y="31125"/>
                  <a:pt x="161663" y="31161"/>
                  <a:pt x="162460" y="31233"/>
                </a:cubicBezTo>
                <a:cubicBezTo>
                  <a:pt x="163256" y="31306"/>
                  <a:pt x="164088" y="31438"/>
                  <a:pt x="164957" y="31631"/>
                </a:cubicBezTo>
                <a:cubicBezTo>
                  <a:pt x="165826" y="31824"/>
                  <a:pt x="166610" y="32042"/>
                  <a:pt x="167309" y="32283"/>
                </a:cubicBezTo>
                <a:cubicBezTo>
                  <a:pt x="168009" y="32524"/>
                  <a:pt x="168504" y="32765"/>
                  <a:pt x="168793" y="33007"/>
                </a:cubicBezTo>
                <a:cubicBezTo>
                  <a:pt x="169083" y="33248"/>
                  <a:pt x="169276" y="33477"/>
                  <a:pt x="169372" y="33694"/>
                </a:cubicBezTo>
                <a:cubicBezTo>
                  <a:pt x="169469" y="33912"/>
                  <a:pt x="169553" y="34189"/>
                  <a:pt x="169626" y="34527"/>
                </a:cubicBezTo>
                <a:cubicBezTo>
                  <a:pt x="169698" y="34865"/>
                  <a:pt x="169746" y="35359"/>
                  <a:pt x="169770" y="36011"/>
                </a:cubicBezTo>
                <a:cubicBezTo>
                  <a:pt x="169795" y="36662"/>
                  <a:pt x="169807" y="37543"/>
                  <a:pt x="169807" y="38653"/>
                </a:cubicBezTo>
                <a:close/>
                <a:moveTo>
                  <a:pt x="198887" y="93483"/>
                </a:moveTo>
                <a:cubicBezTo>
                  <a:pt x="198887" y="96924"/>
                  <a:pt x="198320" y="99214"/>
                  <a:pt x="197186" y="100353"/>
                </a:cubicBezTo>
                <a:cubicBezTo>
                  <a:pt x="196052" y="101491"/>
                  <a:pt x="193989" y="102060"/>
                  <a:pt x="190997" y="102060"/>
                </a:cubicBezTo>
                <a:cubicBezTo>
                  <a:pt x="188101" y="102060"/>
                  <a:pt x="186099" y="101503"/>
                  <a:pt x="184989" y="100389"/>
                </a:cubicBezTo>
                <a:cubicBezTo>
                  <a:pt x="183879" y="99274"/>
                  <a:pt x="183324" y="97045"/>
                  <a:pt x="183324" y="93700"/>
                </a:cubicBezTo>
                <a:cubicBezTo>
                  <a:pt x="183324" y="90259"/>
                  <a:pt x="183891" y="87969"/>
                  <a:pt x="185025" y="86830"/>
                </a:cubicBezTo>
                <a:cubicBezTo>
                  <a:pt x="186159" y="85692"/>
                  <a:pt x="188222" y="85123"/>
                  <a:pt x="191214" y="85123"/>
                </a:cubicBezTo>
                <a:cubicBezTo>
                  <a:pt x="194109" y="85123"/>
                  <a:pt x="196112" y="85680"/>
                  <a:pt x="197222" y="86794"/>
                </a:cubicBezTo>
                <a:cubicBezTo>
                  <a:pt x="198332" y="87909"/>
                  <a:pt x="198887" y="90138"/>
                  <a:pt x="198887" y="93483"/>
                </a:cubicBezTo>
                <a:close/>
                <a:moveTo>
                  <a:pt x="276416" y="64132"/>
                </a:moveTo>
                <a:cubicBezTo>
                  <a:pt x="276416" y="66013"/>
                  <a:pt x="275946" y="67353"/>
                  <a:pt x="275005" y="68149"/>
                </a:cubicBezTo>
                <a:cubicBezTo>
                  <a:pt x="274064" y="68945"/>
                  <a:pt x="272990" y="69343"/>
                  <a:pt x="271784" y="69343"/>
                </a:cubicBezTo>
                <a:lnTo>
                  <a:pt x="229078" y="69343"/>
                </a:lnTo>
                <a:cubicBezTo>
                  <a:pt x="229078" y="72973"/>
                  <a:pt x="229439" y="76240"/>
                  <a:pt x="230163" y="79144"/>
                </a:cubicBezTo>
                <a:cubicBezTo>
                  <a:pt x="230887" y="82049"/>
                  <a:pt x="232094" y="84541"/>
                  <a:pt x="233782" y="86622"/>
                </a:cubicBezTo>
                <a:cubicBezTo>
                  <a:pt x="235471" y="88703"/>
                  <a:pt x="237667" y="90301"/>
                  <a:pt x="240369" y="91415"/>
                </a:cubicBezTo>
                <a:cubicBezTo>
                  <a:pt x="243072" y="92528"/>
                  <a:pt x="246377" y="93085"/>
                  <a:pt x="250286" y="93085"/>
                </a:cubicBezTo>
                <a:cubicBezTo>
                  <a:pt x="253374" y="93085"/>
                  <a:pt x="256125" y="92831"/>
                  <a:pt x="258538" y="92325"/>
                </a:cubicBezTo>
                <a:cubicBezTo>
                  <a:pt x="260950" y="91818"/>
                  <a:pt x="263037" y="91251"/>
                  <a:pt x="264799" y="90624"/>
                </a:cubicBezTo>
                <a:cubicBezTo>
                  <a:pt x="266560" y="89996"/>
                  <a:pt x="268008" y="89429"/>
                  <a:pt x="269142" y="88923"/>
                </a:cubicBezTo>
                <a:cubicBezTo>
                  <a:pt x="270276" y="88416"/>
                  <a:pt x="271132" y="88163"/>
                  <a:pt x="271711" y="88163"/>
                </a:cubicBezTo>
                <a:cubicBezTo>
                  <a:pt x="272049" y="88163"/>
                  <a:pt x="272351" y="88247"/>
                  <a:pt x="272616" y="88416"/>
                </a:cubicBezTo>
                <a:cubicBezTo>
                  <a:pt x="272881" y="88585"/>
                  <a:pt x="273087" y="88838"/>
                  <a:pt x="273231" y="89176"/>
                </a:cubicBezTo>
                <a:cubicBezTo>
                  <a:pt x="273376" y="89514"/>
                  <a:pt x="273485" y="89984"/>
                  <a:pt x="273557" y="90588"/>
                </a:cubicBezTo>
                <a:cubicBezTo>
                  <a:pt x="273629" y="91191"/>
                  <a:pt x="273666" y="91927"/>
                  <a:pt x="273666" y="92795"/>
                </a:cubicBezTo>
                <a:cubicBezTo>
                  <a:pt x="273666" y="93423"/>
                  <a:pt x="273641" y="93965"/>
                  <a:pt x="273593" y="94424"/>
                </a:cubicBezTo>
                <a:cubicBezTo>
                  <a:pt x="273545" y="94882"/>
                  <a:pt x="273485" y="95292"/>
                  <a:pt x="273412" y="95654"/>
                </a:cubicBezTo>
                <a:cubicBezTo>
                  <a:pt x="273340" y="96016"/>
                  <a:pt x="273219" y="96342"/>
                  <a:pt x="273050" y="96632"/>
                </a:cubicBezTo>
                <a:cubicBezTo>
                  <a:pt x="272881" y="96921"/>
                  <a:pt x="272664" y="97199"/>
                  <a:pt x="272399" y="97464"/>
                </a:cubicBezTo>
                <a:cubicBezTo>
                  <a:pt x="272133" y="97729"/>
                  <a:pt x="271349" y="98164"/>
                  <a:pt x="270046" y="98767"/>
                </a:cubicBezTo>
                <a:cubicBezTo>
                  <a:pt x="268744" y="99370"/>
                  <a:pt x="267055" y="99961"/>
                  <a:pt x="264980" y="100540"/>
                </a:cubicBezTo>
                <a:cubicBezTo>
                  <a:pt x="262905" y="101119"/>
                  <a:pt x="260504" y="101638"/>
                  <a:pt x="257777" y="102097"/>
                </a:cubicBezTo>
                <a:cubicBezTo>
                  <a:pt x="255051" y="102555"/>
                  <a:pt x="252144" y="102784"/>
                  <a:pt x="249055" y="102784"/>
                </a:cubicBezTo>
                <a:cubicBezTo>
                  <a:pt x="243699" y="102784"/>
                  <a:pt x="239006" y="102035"/>
                  <a:pt x="234977" y="100538"/>
                </a:cubicBezTo>
                <a:cubicBezTo>
                  <a:pt x="230947" y="99041"/>
                  <a:pt x="227557" y="96819"/>
                  <a:pt x="224807" y="93872"/>
                </a:cubicBezTo>
                <a:cubicBezTo>
                  <a:pt x="222056" y="90925"/>
                  <a:pt x="219981" y="87230"/>
                  <a:pt x="218582" y="82786"/>
                </a:cubicBezTo>
                <a:cubicBezTo>
                  <a:pt x="217183" y="78342"/>
                  <a:pt x="216483" y="73173"/>
                  <a:pt x="216483" y="67280"/>
                </a:cubicBezTo>
                <a:cubicBezTo>
                  <a:pt x="216483" y="61677"/>
                  <a:pt x="217207" y="56641"/>
                  <a:pt x="218654" y="52172"/>
                </a:cubicBezTo>
                <a:cubicBezTo>
                  <a:pt x="220102" y="47704"/>
                  <a:pt x="222189" y="43912"/>
                  <a:pt x="224916" y="40797"/>
                </a:cubicBezTo>
                <a:cubicBezTo>
                  <a:pt x="227642" y="37681"/>
                  <a:pt x="230935" y="35291"/>
                  <a:pt x="234796" y="33624"/>
                </a:cubicBezTo>
                <a:cubicBezTo>
                  <a:pt x="238656" y="31958"/>
                  <a:pt x="242975" y="31125"/>
                  <a:pt x="247752" y="31125"/>
                </a:cubicBezTo>
                <a:cubicBezTo>
                  <a:pt x="252867" y="31125"/>
                  <a:pt x="257223" y="31945"/>
                  <a:pt x="260818" y="33586"/>
                </a:cubicBezTo>
                <a:cubicBezTo>
                  <a:pt x="264413" y="35226"/>
                  <a:pt x="267368" y="37434"/>
                  <a:pt x="269685" y="40209"/>
                </a:cubicBezTo>
                <a:cubicBezTo>
                  <a:pt x="272001" y="42984"/>
                  <a:pt x="273702" y="46241"/>
                  <a:pt x="274788" y="49981"/>
                </a:cubicBezTo>
                <a:cubicBezTo>
                  <a:pt x="275873" y="53720"/>
                  <a:pt x="276416" y="57714"/>
                  <a:pt x="276416" y="61960"/>
                </a:cubicBezTo>
                <a:lnTo>
                  <a:pt x="276416" y="64132"/>
                </a:lnTo>
                <a:moveTo>
                  <a:pt x="264401" y="60585"/>
                </a:moveTo>
                <a:cubicBezTo>
                  <a:pt x="264545" y="54312"/>
                  <a:pt x="263158" y="49389"/>
                  <a:pt x="260239" y="45819"/>
                </a:cubicBezTo>
                <a:cubicBezTo>
                  <a:pt x="257319" y="42248"/>
                  <a:pt x="252988" y="40462"/>
                  <a:pt x="247246" y="40462"/>
                </a:cubicBezTo>
                <a:cubicBezTo>
                  <a:pt x="244302" y="40462"/>
                  <a:pt x="241720" y="41017"/>
                  <a:pt x="239501" y="42127"/>
                </a:cubicBezTo>
                <a:cubicBezTo>
                  <a:pt x="237281" y="43237"/>
                  <a:pt x="235423" y="44709"/>
                  <a:pt x="233927" y="46542"/>
                </a:cubicBezTo>
                <a:cubicBezTo>
                  <a:pt x="232431" y="48376"/>
                  <a:pt x="231273" y="50511"/>
                  <a:pt x="230453" y="52948"/>
                </a:cubicBezTo>
                <a:cubicBezTo>
                  <a:pt x="229632" y="55385"/>
                  <a:pt x="229174" y="57931"/>
                  <a:pt x="229078" y="60585"/>
                </a:cubicBezTo>
                <a:lnTo>
                  <a:pt x="264401" y="60585"/>
                </a:lnTo>
                <a:close/>
                <a:moveTo>
                  <a:pt x="350747" y="99527"/>
                </a:moveTo>
                <a:cubicBezTo>
                  <a:pt x="350747" y="99913"/>
                  <a:pt x="350650" y="100239"/>
                  <a:pt x="350457" y="100504"/>
                </a:cubicBezTo>
                <a:cubicBezTo>
                  <a:pt x="350264" y="100769"/>
                  <a:pt x="349950" y="100999"/>
                  <a:pt x="349516" y="101192"/>
                </a:cubicBezTo>
                <a:cubicBezTo>
                  <a:pt x="349082" y="101385"/>
                  <a:pt x="348479" y="101530"/>
                  <a:pt x="347707" y="101626"/>
                </a:cubicBezTo>
                <a:cubicBezTo>
                  <a:pt x="346934" y="101723"/>
                  <a:pt x="345969" y="101771"/>
                  <a:pt x="344811" y="101771"/>
                </a:cubicBezTo>
                <a:cubicBezTo>
                  <a:pt x="343605" y="101771"/>
                  <a:pt x="342616" y="101723"/>
                  <a:pt x="341844" y="101626"/>
                </a:cubicBezTo>
                <a:cubicBezTo>
                  <a:pt x="341071" y="101530"/>
                  <a:pt x="340468" y="101385"/>
                  <a:pt x="340034" y="101192"/>
                </a:cubicBezTo>
                <a:cubicBezTo>
                  <a:pt x="339600" y="100999"/>
                  <a:pt x="339286" y="100769"/>
                  <a:pt x="339093" y="100504"/>
                </a:cubicBezTo>
                <a:cubicBezTo>
                  <a:pt x="338900" y="100239"/>
                  <a:pt x="338803" y="99913"/>
                  <a:pt x="338803" y="99527"/>
                </a:cubicBezTo>
                <a:lnTo>
                  <a:pt x="338803" y="61381"/>
                </a:lnTo>
                <a:cubicBezTo>
                  <a:pt x="338803" y="57665"/>
                  <a:pt x="338514" y="54673"/>
                  <a:pt x="337935" y="52405"/>
                </a:cubicBezTo>
                <a:cubicBezTo>
                  <a:pt x="337356" y="50137"/>
                  <a:pt x="336511" y="48183"/>
                  <a:pt x="335401" y="46542"/>
                </a:cubicBezTo>
                <a:cubicBezTo>
                  <a:pt x="334292" y="44902"/>
                  <a:pt x="332856" y="43647"/>
                  <a:pt x="331095" y="42778"/>
                </a:cubicBezTo>
                <a:cubicBezTo>
                  <a:pt x="329333" y="41910"/>
                  <a:pt x="327294" y="41476"/>
                  <a:pt x="324978" y="41476"/>
                </a:cubicBezTo>
                <a:cubicBezTo>
                  <a:pt x="321986" y="41476"/>
                  <a:pt x="318995" y="42537"/>
                  <a:pt x="316003" y="44660"/>
                </a:cubicBezTo>
                <a:cubicBezTo>
                  <a:pt x="313011" y="46784"/>
                  <a:pt x="309874" y="49896"/>
                  <a:pt x="306593" y="53998"/>
                </a:cubicBezTo>
                <a:lnTo>
                  <a:pt x="306593" y="99527"/>
                </a:lnTo>
                <a:cubicBezTo>
                  <a:pt x="306593" y="99913"/>
                  <a:pt x="306496" y="100239"/>
                  <a:pt x="306303" y="100504"/>
                </a:cubicBezTo>
                <a:cubicBezTo>
                  <a:pt x="306110" y="100769"/>
                  <a:pt x="305797" y="100999"/>
                  <a:pt x="305362" y="101192"/>
                </a:cubicBezTo>
                <a:cubicBezTo>
                  <a:pt x="304928" y="101385"/>
                  <a:pt x="304325" y="101530"/>
                  <a:pt x="303553" y="101626"/>
                </a:cubicBezTo>
                <a:cubicBezTo>
                  <a:pt x="302781" y="101723"/>
                  <a:pt x="301791" y="101771"/>
                  <a:pt x="300585" y="101771"/>
                </a:cubicBezTo>
                <a:cubicBezTo>
                  <a:pt x="299427" y="101771"/>
                  <a:pt x="298462" y="101723"/>
                  <a:pt x="297690" y="101626"/>
                </a:cubicBezTo>
                <a:cubicBezTo>
                  <a:pt x="296918" y="101530"/>
                  <a:pt x="296302" y="101385"/>
                  <a:pt x="295844" y="101192"/>
                </a:cubicBezTo>
                <a:cubicBezTo>
                  <a:pt x="295386" y="100999"/>
                  <a:pt x="295072" y="100769"/>
                  <a:pt x="294903" y="100504"/>
                </a:cubicBezTo>
                <a:cubicBezTo>
                  <a:pt x="294734" y="100239"/>
                  <a:pt x="294650" y="99913"/>
                  <a:pt x="294650" y="99527"/>
                </a:cubicBezTo>
                <a:lnTo>
                  <a:pt x="294650" y="34382"/>
                </a:lnTo>
                <a:cubicBezTo>
                  <a:pt x="294650" y="33996"/>
                  <a:pt x="294722" y="33670"/>
                  <a:pt x="294867" y="33405"/>
                </a:cubicBezTo>
                <a:cubicBezTo>
                  <a:pt x="295012" y="33139"/>
                  <a:pt x="295301" y="32898"/>
                  <a:pt x="295735" y="32681"/>
                </a:cubicBezTo>
                <a:cubicBezTo>
                  <a:pt x="296170" y="32464"/>
                  <a:pt x="296725" y="32319"/>
                  <a:pt x="297400" y="32247"/>
                </a:cubicBezTo>
                <a:cubicBezTo>
                  <a:pt x="298076" y="32174"/>
                  <a:pt x="298969" y="32138"/>
                  <a:pt x="300078" y="32138"/>
                </a:cubicBezTo>
                <a:cubicBezTo>
                  <a:pt x="301140" y="32138"/>
                  <a:pt x="302021" y="32174"/>
                  <a:pt x="302720" y="32247"/>
                </a:cubicBezTo>
                <a:cubicBezTo>
                  <a:pt x="303420" y="32319"/>
                  <a:pt x="303963" y="32464"/>
                  <a:pt x="304349" y="32681"/>
                </a:cubicBezTo>
                <a:cubicBezTo>
                  <a:pt x="304735" y="32898"/>
                  <a:pt x="305013" y="33139"/>
                  <a:pt x="305181" y="33405"/>
                </a:cubicBezTo>
                <a:cubicBezTo>
                  <a:pt x="305350" y="33670"/>
                  <a:pt x="305435" y="33996"/>
                  <a:pt x="305435" y="34382"/>
                </a:cubicBezTo>
                <a:lnTo>
                  <a:pt x="305435" y="42996"/>
                </a:lnTo>
                <a:cubicBezTo>
                  <a:pt x="309102" y="38894"/>
                  <a:pt x="312758" y="35890"/>
                  <a:pt x="316401" y="33984"/>
                </a:cubicBezTo>
                <a:cubicBezTo>
                  <a:pt x="320044" y="32078"/>
                  <a:pt x="323724" y="31125"/>
                  <a:pt x="327439" y="31125"/>
                </a:cubicBezTo>
                <a:cubicBezTo>
                  <a:pt x="331782" y="31125"/>
                  <a:pt x="335438" y="31861"/>
                  <a:pt x="338405" y="33332"/>
                </a:cubicBezTo>
                <a:cubicBezTo>
                  <a:pt x="341373" y="34804"/>
                  <a:pt x="343774" y="36771"/>
                  <a:pt x="345607" y="39232"/>
                </a:cubicBezTo>
                <a:cubicBezTo>
                  <a:pt x="347441" y="41693"/>
                  <a:pt x="348756" y="44576"/>
                  <a:pt x="349552" y="47881"/>
                </a:cubicBezTo>
                <a:cubicBezTo>
                  <a:pt x="350349" y="51187"/>
                  <a:pt x="350747" y="55156"/>
                  <a:pt x="350747" y="59789"/>
                </a:cubicBezTo>
                <a:lnTo>
                  <a:pt x="350747" y="99527"/>
                </a:lnTo>
                <a:close/>
                <a:moveTo>
                  <a:pt x="428284" y="99525"/>
                </a:moveTo>
                <a:cubicBezTo>
                  <a:pt x="428284" y="99911"/>
                  <a:pt x="428199" y="100249"/>
                  <a:pt x="428030" y="100540"/>
                </a:cubicBezTo>
                <a:cubicBezTo>
                  <a:pt x="427861" y="100830"/>
                  <a:pt x="427572" y="101059"/>
                  <a:pt x="427162" y="101228"/>
                </a:cubicBezTo>
                <a:cubicBezTo>
                  <a:pt x="426752" y="101397"/>
                  <a:pt x="426209" y="101530"/>
                  <a:pt x="425533" y="101626"/>
                </a:cubicBezTo>
                <a:cubicBezTo>
                  <a:pt x="424858" y="101723"/>
                  <a:pt x="424037" y="101771"/>
                  <a:pt x="423072" y="101771"/>
                </a:cubicBezTo>
                <a:cubicBezTo>
                  <a:pt x="422059" y="101771"/>
                  <a:pt x="421214" y="101723"/>
                  <a:pt x="420539" y="101626"/>
                </a:cubicBezTo>
                <a:cubicBezTo>
                  <a:pt x="419863" y="101531"/>
                  <a:pt x="419308" y="101400"/>
                  <a:pt x="418874" y="101232"/>
                </a:cubicBezTo>
                <a:cubicBezTo>
                  <a:pt x="418440" y="101064"/>
                  <a:pt x="418126" y="100835"/>
                  <a:pt x="417933" y="100547"/>
                </a:cubicBezTo>
                <a:cubicBezTo>
                  <a:pt x="417740" y="100259"/>
                  <a:pt x="417643" y="99924"/>
                  <a:pt x="417643" y="99540"/>
                </a:cubicBezTo>
                <a:lnTo>
                  <a:pt x="417643" y="90974"/>
                </a:lnTo>
                <a:cubicBezTo>
                  <a:pt x="414217" y="94693"/>
                  <a:pt x="410658" y="97591"/>
                  <a:pt x="406967" y="99669"/>
                </a:cubicBezTo>
                <a:cubicBezTo>
                  <a:pt x="403275" y="101746"/>
                  <a:pt x="399234" y="102784"/>
                  <a:pt x="394843" y="102784"/>
                </a:cubicBezTo>
                <a:cubicBezTo>
                  <a:pt x="390065" y="102784"/>
                  <a:pt x="385988" y="101854"/>
                  <a:pt x="382610" y="99995"/>
                </a:cubicBezTo>
                <a:cubicBezTo>
                  <a:pt x="379232" y="98136"/>
                  <a:pt x="376494" y="95624"/>
                  <a:pt x="374394" y="92461"/>
                </a:cubicBezTo>
                <a:cubicBezTo>
                  <a:pt x="372295" y="89295"/>
                  <a:pt x="370763" y="85576"/>
                  <a:pt x="369798" y="81302"/>
                </a:cubicBezTo>
                <a:cubicBezTo>
                  <a:pt x="368833" y="77027"/>
                  <a:pt x="368350" y="72522"/>
                  <a:pt x="368350" y="67787"/>
                </a:cubicBezTo>
                <a:cubicBezTo>
                  <a:pt x="368350" y="62185"/>
                  <a:pt x="368954" y="57125"/>
                  <a:pt x="370160" y="52609"/>
                </a:cubicBezTo>
                <a:cubicBezTo>
                  <a:pt x="371366" y="48093"/>
                  <a:pt x="373152" y="44240"/>
                  <a:pt x="375516" y="41053"/>
                </a:cubicBezTo>
                <a:cubicBezTo>
                  <a:pt x="377881" y="37863"/>
                  <a:pt x="380812" y="35411"/>
                  <a:pt x="384311" y="33697"/>
                </a:cubicBezTo>
                <a:cubicBezTo>
                  <a:pt x="387809" y="31982"/>
                  <a:pt x="391851" y="31125"/>
                  <a:pt x="396435" y="31125"/>
                </a:cubicBezTo>
                <a:cubicBezTo>
                  <a:pt x="400247" y="31125"/>
                  <a:pt x="403734" y="31958"/>
                  <a:pt x="406894" y="33624"/>
                </a:cubicBezTo>
                <a:cubicBezTo>
                  <a:pt x="410055" y="35291"/>
                  <a:pt x="413180" y="37742"/>
                  <a:pt x="416268" y="40978"/>
                </a:cubicBezTo>
                <a:lnTo>
                  <a:pt x="416268" y="3045"/>
                </a:lnTo>
                <a:cubicBezTo>
                  <a:pt x="416268" y="2707"/>
                  <a:pt x="416353" y="2381"/>
                  <a:pt x="416521" y="2067"/>
                </a:cubicBezTo>
                <a:cubicBezTo>
                  <a:pt x="416690" y="1752"/>
                  <a:pt x="417016" y="1510"/>
                  <a:pt x="417499" y="1341"/>
                </a:cubicBezTo>
                <a:cubicBezTo>
                  <a:pt x="417981" y="1171"/>
                  <a:pt x="418596" y="1025"/>
                  <a:pt x="419344" y="905"/>
                </a:cubicBezTo>
                <a:cubicBezTo>
                  <a:pt x="420092" y="784"/>
                  <a:pt x="421045" y="724"/>
                  <a:pt x="422204" y="724"/>
                </a:cubicBezTo>
                <a:cubicBezTo>
                  <a:pt x="423410" y="724"/>
                  <a:pt x="424399" y="784"/>
                  <a:pt x="425171" y="905"/>
                </a:cubicBezTo>
                <a:cubicBezTo>
                  <a:pt x="425943" y="1025"/>
                  <a:pt x="426547" y="1170"/>
                  <a:pt x="426981" y="1339"/>
                </a:cubicBezTo>
                <a:cubicBezTo>
                  <a:pt x="427415" y="1508"/>
                  <a:pt x="427741" y="1750"/>
                  <a:pt x="427958" y="2065"/>
                </a:cubicBezTo>
                <a:cubicBezTo>
                  <a:pt x="428175" y="2379"/>
                  <a:pt x="428284" y="2705"/>
                  <a:pt x="428284" y="3042"/>
                </a:cubicBezTo>
                <a:lnTo>
                  <a:pt x="428284" y="99525"/>
                </a:lnTo>
                <a:moveTo>
                  <a:pt x="416268" y="53731"/>
                </a:moveTo>
                <a:cubicBezTo>
                  <a:pt x="413035" y="49718"/>
                  <a:pt x="409910" y="46661"/>
                  <a:pt x="406894" y="44559"/>
                </a:cubicBezTo>
                <a:cubicBezTo>
                  <a:pt x="403878" y="42455"/>
                  <a:pt x="400730" y="41403"/>
                  <a:pt x="397448" y="41403"/>
                </a:cubicBezTo>
                <a:cubicBezTo>
                  <a:pt x="394408" y="41403"/>
                  <a:pt x="391827" y="42129"/>
                  <a:pt x="389703" y="43579"/>
                </a:cubicBezTo>
                <a:cubicBezTo>
                  <a:pt x="387580" y="45028"/>
                  <a:pt x="385855" y="46937"/>
                  <a:pt x="384528" y="49304"/>
                </a:cubicBezTo>
                <a:cubicBezTo>
                  <a:pt x="383201" y="51672"/>
                  <a:pt x="382236" y="54354"/>
                  <a:pt x="381633" y="57350"/>
                </a:cubicBezTo>
                <a:cubicBezTo>
                  <a:pt x="381030" y="60346"/>
                  <a:pt x="380728" y="63391"/>
                  <a:pt x="380728" y="66484"/>
                </a:cubicBezTo>
                <a:cubicBezTo>
                  <a:pt x="380728" y="69770"/>
                  <a:pt x="380981" y="72983"/>
                  <a:pt x="381488" y="76125"/>
                </a:cubicBezTo>
                <a:cubicBezTo>
                  <a:pt x="381995" y="79266"/>
                  <a:pt x="382875" y="82056"/>
                  <a:pt x="384130" y="84496"/>
                </a:cubicBezTo>
                <a:cubicBezTo>
                  <a:pt x="385385" y="86936"/>
                  <a:pt x="387049" y="88893"/>
                  <a:pt x="389124" y="90368"/>
                </a:cubicBezTo>
                <a:cubicBezTo>
                  <a:pt x="391199" y="91841"/>
                  <a:pt x="393805" y="92578"/>
                  <a:pt x="396942" y="92578"/>
                </a:cubicBezTo>
                <a:cubicBezTo>
                  <a:pt x="398534" y="92578"/>
                  <a:pt x="400066" y="92361"/>
                  <a:pt x="401538" y="91927"/>
                </a:cubicBezTo>
                <a:cubicBezTo>
                  <a:pt x="403010" y="91491"/>
                  <a:pt x="404518" y="90766"/>
                  <a:pt x="406062" y="89751"/>
                </a:cubicBezTo>
                <a:cubicBezTo>
                  <a:pt x="407606" y="88736"/>
                  <a:pt x="409223" y="87419"/>
                  <a:pt x="410912" y="85799"/>
                </a:cubicBezTo>
                <a:cubicBezTo>
                  <a:pt x="412601" y="84179"/>
                  <a:pt x="414386" y="82185"/>
                  <a:pt x="416268" y="79816"/>
                </a:cubicBezTo>
                <a:lnTo>
                  <a:pt x="416268" y="53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5D96B-55AC-46FF-BEDA-428DD95E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128" y="3625494"/>
            <a:ext cx="735274" cy="273257"/>
          </a:xfrm>
          <a:custGeom xmlns:a="http://schemas.openxmlformats.org/drawingml/2006/main">
            <a:pathLst>
              <a:path w="735274" h="273257">
                <a:moveTo>
                  <a:pt x="28166" y="273257"/>
                </a:moveTo>
                <a:cubicBezTo>
                  <a:pt x="12353" y="273257"/>
                  <a:pt x="0" y="260410"/>
                  <a:pt x="0" y="245091"/>
                </a:cubicBezTo>
                <a:lnTo>
                  <a:pt x="0" y="28166"/>
                </a:lnTo>
                <a:cubicBezTo>
                  <a:pt x="0" y="12848"/>
                  <a:pt x="12353" y="0"/>
                  <a:pt x="28166" y="0"/>
                </a:cubicBezTo>
                <a:lnTo>
                  <a:pt x="707109" y="0"/>
                </a:lnTo>
                <a:cubicBezTo>
                  <a:pt x="722427" y="0"/>
                  <a:pt x="735274" y="12848"/>
                  <a:pt x="735274" y="28166"/>
                </a:cubicBezTo>
                <a:lnTo>
                  <a:pt x="735274" y="245091"/>
                </a:lnTo>
                <a:cubicBezTo>
                  <a:pt x="735274" y="260410"/>
                  <a:pt x="722427" y="273257"/>
                  <a:pt x="707109" y="273257"/>
                </a:cubicBezTo>
                <a:lnTo>
                  <a:pt x="28166" y="273257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AFB8A-AA24-41F9-A293-12C57453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128" y="3625494"/>
            <a:ext cx="735274" cy="273257"/>
          </a:xfrm>
          <a:custGeom xmlns:a="http://schemas.openxmlformats.org/drawingml/2006/main">
            <a:pathLst>
              <a:path w="735274" h="273257" fill="none">
                <a:moveTo>
                  <a:pt x="28166" y="273257"/>
                </a:moveTo>
                <a:lnTo>
                  <a:pt x="707109" y="273257"/>
                </a:lnTo>
                <a:cubicBezTo>
                  <a:pt x="722427" y="273257"/>
                  <a:pt x="735274" y="260410"/>
                  <a:pt x="735274" y="245091"/>
                </a:cubicBezTo>
                <a:lnTo>
                  <a:pt x="735274" y="28166"/>
                </a:lnTo>
                <a:cubicBezTo>
                  <a:pt x="735274" y="12848"/>
                  <a:pt x="722427" y="0"/>
                  <a:pt x="707109" y="0"/>
                </a:cubicBezTo>
                <a:lnTo>
                  <a:pt x="28166" y="0"/>
                </a:lnTo>
                <a:cubicBezTo>
                  <a:pt x="12353" y="0"/>
                  <a:pt x="0" y="12848"/>
                  <a:pt x="0" y="28166"/>
                </a:cubicBezTo>
                <a:lnTo>
                  <a:pt x="0" y="245091"/>
                </a:lnTo>
                <a:cubicBezTo>
                  <a:pt x="0" y="260410"/>
                  <a:pt x="12353" y="273257"/>
                  <a:pt x="28166" y="273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25" name="Text if.end4">
            <a:extLst xmlns:a="http://schemas.openxmlformats.org/drawingml/2006/main">
              <a:ext uri="{FF2B5EF4-FFF2-40B4-BE49-F238E27FC236}">
                <a16:creationId xmlns:a16="http://schemas.microsoft.com/office/drawing/2014/main" id="{E79CDC4D-3CF5-47FE-BE9D-E6E6EBE5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392" y="3705506"/>
            <a:ext cx="407586" cy="102784"/>
          </a:xfrm>
          <a:custGeom xmlns:a="http://schemas.openxmlformats.org/drawingml/2006/main">
            <a:pathLst>
              <a:path w="407586" h="102784">
                <a:moveTo>
                  <a:pt x="13391" y="99527"/>
                </a:moveTo>
                <a:cubicBezTo>
                  <a:pt x="13391" y="99913"/>
                  <a:pt x="13294" y="100239"/>
                  <a:pt x="13101" y="100504"/>
                </a:cubicBezTo>
                <a:cubicBezTo>
                  <a:pt x="12908" y="100769"/>
                  <a:pt x="12595" y="100999"/>
                  <a:pt x="12160" y="101192"/>
                </a:cubicBezTo>
                <a:cubicBezTo>
                  <a:pt x="11726" y="101385"/>
                  <a:pt x="11123" y="101530"/>
                  <a:pt x="10351" y="101626"/>
                </a:cubicBezTo>
                <a:cubicBezTo>
                  <a:pt x="9579" y="101723"/>
                  <a:pt x="8589" y="101771"/>
                  <a:pt x="7383" y="101771"/>
                </a:cubicBezTo>
                <a:cubicBezTo>
                  <a:pt x="6225" y="101771"/>
                  <a:pt x="5260" y="101723"/>
                  <a:pt x="4488" y="101626"/>
                </a:cubicBezTo>
                <a:cubicBezTo>
                  <a:pt x="3716" y="101530"/>
                  <a:pt x="3100" y="101385"/>
                  <a:pt x="2642" y="101192"/>
                </a:cubicBezTo>
                <a:cubicBezTo>
                  <a:pt x="2184" y="100999"/>
                  <a:pt x="1870" y="100769"/>
                  <a:pt x="1701" y="100504"/>
                </a:cubicBezTo>
                <a:cubicBezTo>
                  <a:pt x="1532" y="100239"/>
                  <a:pt x="1448" y="99913"/>
                  <a:pt x="1448" y="99527"/>
                </a:cubicBezTo>
                <a:lnTo>
                  <a:pt x="1448" y="34382"/>
                </a:lnTo>
                <a:cubicBezTo>
                  <a:pt x="1448" y="34044"/>
                  <a:pt x="1532" y="33731"/>
                  <a:pt x="1701" y="33441"/>
                </a:cubicBezTo>
                <a:cubicBezTo>
                  <a:pt x="1870" y="33152"/>
                  <a:pt x="2184" y="32910"/>
                  <a:pt x="2642" y="32717"/>
                </a:cubicBezTo>
                <a:cubicBezTo>
                  <a:pt x="3100" y="32524"/>
                  <a:pt x="3716" y="32379"/>
                  <a:pt x="4488" y="32283"/>
                </a:cubicBezTo>
                <a:cubicBezTo>
                  <a:pt x="5260" y="32186"/>
                  <a:pt x="6225" y="32138"/>
                  <a:pt x="7383" y="32138"/>
                </a:cubicBezTo>
                <a:cubicBezTo>
                  <a:pt x="8589" y="32138"/>
                  <a:pt x="9579" y="32186"/>
                  <a:pt x="10351" y="32283"/>
                </a:cubicBezTo>
                <a:cubicBezTo>
                  <a:pt x="11123" y="32379"/>
                  <a:pt x="11726" y="32524"/>
                  <a:pt x="12160" y="32717"/>
                </a:cubicBezTo>
                <a:cubicBezTo>
                  <a:pt x="12595" y="32910"/>
                  <a:pt x="12908" y="33152"/>
                  <a:pt x="13101" y="33441"/>
                </a:cubicBezTo>
                <a:cubicBezTo>
                  <a:pt x="13294" y="33731"/>
                  <a:pt x="13391" y="34044"/>
                  <a:pt x="13391" y="34382"/>
                </a:cubicBezTo>
                <a:lnTo>
                  <a:pt x="13391" y="99527"/>
                </a:lnTo>
                <a:moveTo>
                  <a:pt x="14766" y="12305"/>
                </a:moveTo>
                <a:cubicBezTo>
                  <a:pt x="14766" y="15104"/>
                  <a:pt x="14235" y="17010"/>
                  <a:pt x="13174" y="18023"/>
                </a:cubicBezTo>
                <a:cubicBezTo>
                  <a:pt x="12112" y="19037"/>
                  <a:pt x="10158" y="19543"/>
                  <a:pt x="7311" y="19543"/>
                </a:cubicBezTo>
                <a:cubicBezTo>
                  <a:pt x="4512" y="19543"/>
                  <a:pt x="2594" y="19049"/>
                  <a:pt x="1556" y="18060"/>
                </a:cubicBezTo>
                <a:cubicBezTo>
                  <a:pt x="519" y="17070"/>
                  <a:pt x="0" y="15200"/>
                  <a:pt x="0" y="12450"/>
                </a:cubicBezTo>
                <a:cubicBezTo>
                  <a:pt x="0" y="9651"/>
                  <a:pt x="531" y="7745"/>
                  <a:pt x="1592" y="6732"/>
                </a:cubicBezTo>
                <a:cubicBezTo>
                  <a:pt x="2654" y="5718"/>
                  <a:pt x="4608" y="5212"/>
                  <a:pt x="7455" y="5212"/>
                </a:cubicBezTo>
                <a:cubicBezTo>
                  <a:pt x="10254" y="5212"/>
                  <a:pt x="12172" y="5706"/>
                  <a:pt x="13210" y="6695"/>
                </a:cubicBezTo>
                <a:cubicBezTo>
                  <a:pt x="14247" y="7685"/>
                  <a:pt x="14766" y="9555"/>
                  <a:pt x="14766" y="12305"/>
                </a:cubicBezTo>
                <a:close/>
                <a:moveTo>
                  <a:pt x="71139" y="7600"/>
                </a:moveTo>
                <a:cubicBezTo>
                  <a:pt x="71139" y="8517"/>
                  <a:pt x="71091" y="9253"/>
                  <a:pt x="70994" y="9808"/>
                </a:cubicBezTo>
                <a:cubicBezTo>
                  <a:pt x="70898" y="10363"/>
                  <a:pt x="70789" y="10809"/>
                  <a:pt x="70669" y="11147"/>
                </a:cubicBezTo>
                <a:cubicBezTo>
                  <a:pt x="70548" y="11485"/>
                  <a:pt x="70391" y="11714"/>
                  <a:pt x="70198" y="11835"/>
                </a:cubicBezTo>
                <a:cubicBezTo>
                  <a:pt x="70005" y="11955"/>
                  <a:pt x="69764" y="12016"/>
                  <a:pt x="69474" y="12016"/>
                </a:cubicBezTo>
                <a:cubicBezTo>
                  <a:pt x="69137" y="12016"/>
                  <a:pt x="68714" y="11907"/>
                  <a:pt x="68208" y="11690"/>
                </a:cubicBezTo>
                <a:cubicBezTo>
                  <a:pt x="67701" y="11473"/>
                  <a:pt x="67086" y="11231"/>
                  <a:pt x="66362" y="10966"/>
                </a:cubicBezTo>
                <a:cubicBezTo>
                  <a:pt x="65638" y="10701"/>
                  <a:pt x="64781" y="10459"/>
                  <a:pt x="63792" y="10242"/>
                </a:cubicBezTo>
                <a:cubicBezTo>
                  <a:pt x="62803" y="10025"/>
                  <a:pt x="61657" y="9917"/>
                  <a:pt x="60354" y="9917"/>
                </a:cubicBezTo>
                <a:cubicBezTo>
                  <a:pt x="58569" y="9917"/>
                  <a:pt x="57049" y="10205"/>
                  <a:pt x="55794" y="10783"/>
                </a:cubicBezTo>
                <a:cubicBezTo>
                  <a:pt x="54539" y="11360"/>
                  <a:pt x="53526" y="12262"/>
                  <a:pt x="52754" y="13488"/>
                </a:cubicBezTo>
                <a:cubicBezTo>
                  <a:pt x="51982" y="14714"/>
                  <a:pt x="51427" y="16301"/>
                  <a:pt x="51089" y="18250"/>
                </a:cubicBezTo>
                <a:cubicBezTo>
                  <a:pt x="50751" y="20198"/>
                  <a:pt x="50582" y="22567"/>
                  <a:pt x="50582" y="25357"/>
                </a:cubicBezTo>
                <a:lnTo>
                  <a:pt x="50582" y="32428"/>
                </a:lnTo>
                <a:lnTo>
                  <a:pt x="65131" y="32428"/>
                </a:lnTo>
                <a:cubicBezTo>
                  <a:pt x="65517" y="32428"/>
                  <a:pt x="65843" y="32512"/>
                  <a:pt x="66108" y="32681"/>
                </a:cubicBezTo>
                <a:cubicBezTo>
                  <a:pt x="66374" y="32850"/>
                  <a:pt x="66615" y="33139"/>
                  <a:pt x="66832" y="33550"/>
                </a:cubicBezTo>
                <a:cubicBezTo>
                  <a:pt x="67049" y="33960"/>
                  <a:pt x="67218" y="34479"/>
                  <a:pt x="67339" y="35106"/>
                </a:cubicBezTo>
                <a:cubicBezTo>
                  <a:pt x="67460" y="35733"/>
                  <a:pt x="67520" y="36505"/>
                  <a:pt x="67520" y="37422"/>
                </a:cubicBezTo>
                <a:cubicBezTo>
                  <a:pt x="67520" y="39159"/>
                  <a:pt x="67303" y="40414"/>
                  <a:pt x="66869" y="41186"/>
                </a:cubicBezTo>
                <a:cubicBezTo>
                  <a:pt x="66434" y="41958"/>
                  <a:pt x="65855" y="42344"/>
                  <a:pt x="65131" y="42344"/>
                </a:cubicBezTo>
                <a:lnTo>
                  <a:pt x="50582" y="42344"/>
                </a:lnTo>
                <a:lnTo>
                  <a:pt x="50582" y="99525"/>
                </a:lnTo>
                <a:cubicBezTo>
                  <a:pt x="50582" y="99911"/>
                  <a:pt x="50486" y="100237"/>
                  <a:pt x="50293" y="100504"/>
                </a:cubicBezTo>
                <a:cubicBezTo>
                  <a:pt x="50100" y="100769"/>
                  <a:pt x="49774" y="100999"/>
                  <a:pt x="49316" y="101192"/>
                </a:cubicBezTo>
                <a:cubicBezTo>
                  <a:pt x="48857" y="101385"/>
                  <a:pt x="48242" y="101530"/>
                  <a:pt x="47470" y="101626"/>
                </a:cubicBezTo>
                <a:cubicBezTo>
                  <a:pt x="46698" y="101723"/>
                  <a:pt x="45733" y="101771"/>
                  <a:pt x="44574" y="101771"/>
                </a:cubicBezTo>
                <a:cubicBezTo>
                  <a:pt x="43416" y="101771"/>
                  <a:pt x="42451" y="101723"/>
                  <a:pt x="41679" y="101626"/>
                </a:cubicBezTo>
                <a:cubicBezTo>
                  <a:pt x="40907" y="101530"/>
                  <a:pt x="40292" y="101385"/>
                  <a:pt x="39833" y="101192"/>
                </a:cubicBezTo>
                <a:cubicBezTo>
                  <a:pt x="39375" y="100999"/>
                  <a:pt x="39049" y="100769"/>
                  <a:pt x="38856" y="100504"/>
                </a:cubicBezTo>
                <a:cubicBezTo>
                  <a:pt x="38663" y="100237"/>
                  <a:pt x="38567" y="99911"/>
                  <a:pt x="38567" y="99525"/>
                </a:cubicBezTo>
                <a:lnTo>
                  <a:pt x="38567" y="42344"/>
                </a:lnTo>
                <a:lnTo>
                  <a:pt x="29374" y="42344"/>
                </a:lnTo>
                <a:cubicBezTo>
                  <a:pt x="28602" y="42344"/>
                  <a:pt x="28023" y="41958"/>
                  <a:pt x="27637" y="41186"/>
                </a:cubicBezTo>
                <a:cubicBezTo>
                  <a:pt x="27251" y="40414"/>
                  <a:pt x="27058" y="39159"/>
                  <a:pt x="27058" y="37422"/>
                </a:cubicBezTo>
                <a:cubicBezTo>
                  <a:pt x="27058" y="36505"/>
                  <a:pt x="27106" y="35733"/>
                  <a:pt x="27203" y="35106"/>
                </a:cubicBezTo>
                <a:cubicBezTo>
                  <a:pt x="27299" y="34479"/>
                  <a:pt x="27444" y="33960"/>
                  <a:pt x="27637" y="33550"/>
                </a:cubicBezTo>
                <a:cubicBezTo>
                  <a:pt x="27830" y="33139"/>
                  <a:pt x="28071" y="32850"/>
                  <a:pt x="28361" y="32681"/>
                </a:cubicBezTo>
                <a:cubicBezTo>
                  <a:pt x="28650" y="32512"/>
                  <a:pt x="28988" y="32428"/>
                  <a:pt x="29374" y="32428"/>
                </a:cubicBezTo>
                <a:lnTo>
                  <a:pt x="38567" y="32428"/>
                </a:lnTo>
                <a:lnTo>
                  <a:pt x="38567" y="25712"/>
                </a:lnTo>
                <a:cubicBezTo>
                  <a:pt x="38567" y="21185"/>
                  <a:pt x="38989" y="17297"/>
                  <a:pt x="39833" y="14047"/>
                </a:cubicBezTo>
                <a:cubicBezTo>
                  <a:pt x="40678" y="10797"/>
                  <a:pt x="41969" y="8137"/>
                  <a:pt x="43706" y="6067"/>
                </a:cubicBezTo>
                <a:cubicBezTo>
                  <a:pt x="45443" y="3996"/>
                  <a:pt x="47627" y="2468"/>
                  <a:pt x="50257" y="1482"/>
                </a:cubicBezTo>
                <a:cubicBezTo>
                  <a:pt x="52886" y="494"/>
                  <a:pt x="55987" y="0"/>
                  <a:pt x="59558" y="0"/>
                </a:cubicBezTo>
                <a:cubicBezTo>
                  <a:pt x="61247" y="0"/>
                  <a:pt x="62887" y="157"/>
                  <a:pt x="64480" y="470"/>
                </a:cubicBezTo>
                <a:cubicBezTo>
                  <a:pt x="66072" y="784"/>
                  <a:pt x="67303" y="1122"/>
                  <a:pt x="68171" y="1484"/>
                </a:cubicBezTo>
                <a:cubicBezTo>
                  <a:pt x="69040" y="1846"/>
                  <a:pt x="69619" y="2172"/>
                  <a:pt x="69909" y="2461"/>
                </a:cubicBezTo>
                <a:cubicBezTo>
                  <a:pt x="70198" y="2751"/>
                  <a:pt x="70439" y="3125"/>
                  <a:pt x="70632" y="3583"/>
                </a:cubicBezTo>
                <a:cubicBezTo>
                  <a:pt x="70825" y="4041"/>
                  <a:pt x="70958" y="4596"/>
                  <a:pt x="71031" y="5248"/>
                </a:cubicBezTo>
                <a:cubicBezTo>
                  <a:pt x="71103" y="5899"/>
                  <a:pt x="71139" y="6683"/>
                  <a:pt x="71139" y="7600"/>
                </a:cubicBezTo>
                <a:close/>
                <a:moveTo>
                  <a:pt x="96145" y="93483"/>
                </a:moveTo>
                <a:cubicBezTo>
                  <a:pt x="96145" y="96924"/>
                  <a:pt x="95578" y="99214"/>
                  <a:pt x="94444" y="100353"/>
                </a:cubicBezTo>
                <a:cubicBezTo>
                  <a:pt x="93310" y="101491"/>
                  <a:pt x="91247" y="102060"/>
                  <a:pt x="88255" y="102060"/>
                </a:cubicBezTo>
                <a:cubicBezTo>
                  <a:pt x="85360" y="102060"/>
                  <a:pt x="83357" y="101503"/>
                  <a:pt x="82247" y="100389"/>
                </a:cubicBezTo>
                <a:cubicBezTo>
                  <a:pt x="81137" y="99274"/>
                  <a:pt x="80582" y="97045"/>
                  <a:pt x="80582" y="93700"/>
                </a:cubicBezTo>
                <a:cubicBezTo>
                  <a:pt x="80582" y="90259"/>
                  <a:pt x="81149" y="87969"/>
                  <a:pt x="82283" y="86830"/>
                </a:cubicBezTo>
                <a:cubicBezTo>
                  <a:pt x="83417" y="85692"/>
                  <a:pt x="85480" y="85123"/>
                  <a:pt x="88472" y="85123"/>
                </a:cubicBezTo>
                <a:cubicBezTo>
                  <a:pt x="91367" y="85123"/>
                  <a:pt x="93370" y="85680"/>
                  <a:pt x="94480" y="86794"/>
                </a:cubicBezTo>
                <a:cubicBezTo>
                  <a:pt x="95590" y="87909"/>
                  <a:pt x="96145" y="90138"/>
                  <a:pt x="96145" y="93483"/>
                </a:cubicBezTo>
                <a:close/>
                <a:moveTo>
                  <a:pt x="173733" y="64132"/>
                </a:moveTo>
                <a:cubicBezTo>
                  <a:pt x="173733" y="66013"/>
                  <a:pt x="173263" y="67353"/>
                  <a:pt x="172322" y="68149"/>
                </a:cubicBezTo>
                <a:cubicBezTo>
                  <a:pt x="171381" y="68945"/>
                  <a:pt x="170307" y="69343"/>
                  <a:pt x="169101" y="69343"/>
                </a:cubicBezTo>
                <a:lnTo>
                  <a:pt x="126395" y="69343"/>
                </a:lnTo>
                <a:cubicBezTo>
                  <a:pt x="126395" y="72973"/>
                  <a:pt x="126756" y="76240"/>
                  <a:pt x="127480" y="79144"/>
                </a:cubicBezTo>
                <a:cubicBezTo>
                  <a:pt x="128204" y="82049"/>
                  <a:pt x="129410" y="84541"/>
                  <a:pt x="131099" y="86622"/>
                </a:cubicBezTo>
                <a:cubicBezTo>
                  <a:pt x="132788" y="88703"/>
                  <a:pt x="134984" y="90301"/>
                  <a:pt x="137686" y="91415"/>
                </a:cubicBezTo>
                <a:cubicBezTo>
                  <a:pt x="140389" y="92528"/>
                  <a:pt x="143694" y="93085"/>
                  <a:pt x="147603" y="93085"/>
                </a:cubicBezTo>
                <a:cubicBezTo>
                  <a:pt x="150691" y="93085"/>
                  <a:pt x="153442" y="92831"/>
                  <a:pt x="155854" y="92325"/>
                </a:cubicBezTo>
                <a:cubicBezTo>
                  <a:pt x="158267" y="91818"/>
                  <a:pt x="160354" y="91251"/>
                  <a:pt x="162116" y="90624"/>
                </a:cubicBezTo>
                <a:cubicBezTo>
                  <a:pt x="163877" y="89996"/>
                  <a:pt x="165325" y="89429"/>
                  <a:pt x="166459" y="88923"/>
                </a:cubicBezTo>
                <a:cubicBezTo>
                  <a:pt x="167593" y="88416"/>
                  <a:pt x="168449" y="88163"/>
                  <a:pt x="169028" y="88163"/>
                </a:cubicBezTo>
                <a:cubicBezTo>
                  <a:pt x="169366" y="88163"/>
                  <a:pt x="169668" y="88247"/>
                  <a:pt x="169933" y="88416"/>
                </a:cubicBezTo>
                <a:cubicBezTo>
                  <a:pt x="170198" y="88585"/>
                  <a:pt x="170403" y="88838"/>
                  <a:pt x="170548" y="89176"/>
                </a:cubicBezTo>
                <a:cubicBezTo>
                  <a:pt x="170693" y="89514"/>
                  <a:pt x="170802" y="89984"/>
                  <a:pt x="170874" y="90588"/>
                </a:cubicBezTo>
                <a:cubicBezTo>
                  <a:pt x="170946" y="91191"/>
                  <a:pt x="170983" y="91927"/>
                  <a:pt x="170983" y="92795"/>
                </a:cubicBezTo>
                <a:cubicBezTo>
                  <a:pt x="170983" y="93423"/>
                  <a:pt x="170958" y="93965"/>
                  <a:pt x="170910" y="94424"/>
                </a:cubicBezTo>
                <a:cubicBezTo>
                  <a:pt x="170862" y="94882"/>
                  <a:pt x="170802" y="95292"/>
                  <a:pt x="170729" y="95654"/>
                </a:cubicBezTo>
                <a:cubicBezTo>
                  <a:pt x="170657" y="96016"/>
                  <a:pt x="170536" y="96342"/>
                  <a:pt x="170367" y="96632"/>
                </a:cubicBezTo>
                <a:cubicBezTo>
                  <a:pt x="170198" y="96921"/>
                  <a:pt x="169981" y="97199"/>
                  <a:pt x="169716" y="97464"/>
                </a:cubicBezTo>
                <a:cubicBezTo>
                  <a:pt x="169450" y="97729"/>
                  <a:pt x="168666" y="98164"/>
                  <a:pt x="167363" y="98767"/>
                </a:cubicBezTo>
                <a:cubicBezTo>
                  <a:pt x="166061" y="99370"/>
                  <a:pt x="164372" y="99961"/>
                  <a:pt x="162297" y="100540"/>
                </a:cubicBezTo>
                <a:cubicBezTo>
                  <a:pt x="160222" y="101119"/>
                  <a:pt x="157821" y="101638"/>
                  <a:pt x="155094" y="102097"/>
                </a:cubicBezTo>
                <a:cubicBezTo>
                  <a:pt x="152368" y="102555"/>
                  <a:pt x="149461" y="102784"/>
                  <a:pt x="146372" y="102784"/>
                </a:cubicBezTo>
                <a:cubicBezTo>
                  <a:pt x="141016" y="102784"/>
                  <a:pt x="136323" y="102035"/>
                  <a:pt x="132294" y="100538"/>
                </a:cubicBezTo>
                <a:cubicBezTo>
                  <a:pt x="128264" y="99041"/>
                  <a:pt x="124874" y="96819"/>
                  <a:pt x="122124" y="93872"/>
                </a:cubicBezTo>
                <a:cubicBezTo>
                  <a:pt x="119373" y="90925"/>
                  <a:pt x="117298" y="87230"/>
                  <a:pt x="115899" y="82786"/>
                </a:cubicBezTo>
                <a:cubicBezTo>
                  <a:pt x="114500" y="78342"/>
                  <a:pt x="113800" y="73173"/>
                  <a:pt x="113800" y="67280"/>
                </a:cubicBezTo>
                <a:cubicBezTo>
                  <a:pt x="113800" y="61677"/>
                  <a:pt x="114524" y="56641"/>
                  <a:pt x="115971" y="52172"/>
                </a:cubicBezTo>
                <a:cubicBezTo>
                  <a:pt x="117419" y="47704"/>
                  <a:pt x="119506" y="43912"/>
                  <a:pt x="122232" y="40797"/>
                </a:cubicBezTo>
                <a:cubicBezTo>
                  <a:pt x="124959" y="37681"/>
                  <a:pt x="128252" y="35291"/>
                  <a:pt x="132113" y="33624"/>
                </a:cubicBezTo>
                <a:cubicBezTo>
                  <a:pt x="135973" y="31958"/>
                  <a:pt x="140292" y="31125"/>
                  <a:pt x="145069" y="31125"/>
                </a:cubicBezTo>
                <a:cubicBezTo>
                  <a:pt x="150184" y="31125"/>
                  <a:pt x="154540" y="31945"/>
                  <a:pt x="158135" y="33586"/>
                </a:cubicBezTo>
                <a:cubicBezTo>
                  <a:pt x="161730" y="35226"/>
                  <a:pt x="164685" y="37434"/>
                  <a:pt x="167001" y="40209"/>
                </a:cubicBezTo>
                <a:cubicBezTo>
                  <a:pt x="169318" y="42984"/>
                  <a:pt x="171019" y="46241"/>
                  <a:pt x="172105" y="49981"/>
                </a:cubicBezTo>
                <a:cubicBezTo>
                  <a:pt x="173190" y="53720"/>
                  <a:pt x="173733" y="57714"/>
                  <a:pt x="173733" y="61960"/>
                </a:cubicBezTo>
                <a:lnTo>
                  <a:pt x="173733" y="64132"/>
                </a:lnTo>
                <a:moveTo>
                  <a:pt x="161718" y="60585"/>
                </a:moveTo>
                <a:cubicBezTo>
                  <a:pt x="161862" y="54312"/>
                  <a:pt x="160475" y="49389"/>
                  <a:pt x="157555" y="45819"/>
                </a:cubicBezTo>
                <a:cubicBezTo>
                  <a:pt x="154636" y="42248"/>
                  <a:pt x="150305" y="40462"/>
                  <a:pt x="144563" y="40462"/>
                </a:cubicBezTo>
                <a:cubicBezTo>
                  <a:pt x="141619" y="40462"/>
                  <a:pt x="139037" y="41017"/>
                  <a:pt x="136818" y="42127"/>
                </a:cubicBezTo>
                <a:cubicBezTo>
                  <a:pt x="134598" y="43237"/>
                  <a:pt x="132740" y="44709"/>
                  <a:pt x="131244" y="46542"/>
                </a:cubicBezTo>
                <a:cubicBezTo>
                  <a:pt x="129748" y="48376"/>
                  <a:pt x="128590" y="50511"/>
                  <a:pt x="127770" y="52948"/>
                </a:cubicBezTo>
                <a:cubicBezTo>
                  <a:pt x="126949" y="55385"/>
                  <a:pt x="126491" y="57931"/>
                  <a:pt x="126395" y="60585"/>
                </a:cubicBezTo>
                <a:lnTo>
                  <a:pt x="161718" y="60585"/>
                </a:lnTo>
                <a:close/>
                <a:moveTo>
                  <a:pt x="248123" y="99527"/>
                </a:moveTo>
                <a:cubicBezTo>
                  <a:pt x="248123" y="99913"/>
                  <a:pt x="248027" y="100239"/>
                  <a:pt x="247834" y="100504"/>
                </a:cubicBezTo>
                <a:cubicBezTo>
                  <a:pt x="247640" y="100769"/>
                  <a:pt x="247327" y="100999"/>
                  <a:pt x="246893" y="101192"/>
                </a:cubicBezTo>
                <a:cubicBezTo>
                  <a:pt x="246458" y="101385"/>
                  <a:pt x="245855" y="101530"/>
                  <a:pt x="245083" y="101626"/>
                </a:cubicBezTo>
                <a:cubicBezTo>
                  <a:pt x="244311" y="101723"/>
                  <a:pt x="243346" y="101771"/>
                  <a:pt x="242188" y="101771"/>
                </a:cubicBezTo>
                <a:cubicBezTo>
                  <a:pt x="240981" y="101771"/>
                  <a:pt x="239992" y="101723"/>
                  <a:pt x="239220" y="101626"/>
                </a:cubicBezTo>
                <a:cubicBezTo>
                  <a:pt x="238448" y="101530"/>
                  <a:pt x="237845" y="101385"/>
                  <a:pt x="237410" y="101192"/>
                </a:cubicBezTo>
                <a:cubicBezTo>
                  <a:pt x="236976" y="100999"/>
                  <a:pt x="236662" y="100769"/>
                  <a:pt x="236469" y="100504"/>
                </a:cubicBezTo>
                <a:cubicBezTo>
                  <a:pt x="236276" y="100239"/>
                  <a:pt x="236180" y="99913"/>
                  <a:pt x="236180" y="99527"/>
                </a:cubicBezTo>
                <a:lnTo>
                  <a:pt x="236180" y="61381"/>
                </a:lnTo>
                <a:cubicBezTo>
                  <a:pt x="236180" y="57665"/>
                  <a:pt x="235890" y="54673"/>
                  <a:pt x="235311" y="52405"/>
                </a:cubicBezTo>
                <a:cubicBezTo>
                  <a:pt x="234732" y="50137"/>
                  <a:pt x="233888" y="48183"/>
                  <a:pt x="232778" y="46542"/>
                </a:cubicBezTo>
                <a:cubicBezTo>
                  <a:pt x="231668" y="44902"/>
                  <a:pt x="230232" y="43647"/>
                  <a:pt x="228471" y="42778"/>
                </a:cubicBezTo>
                <a:cubicBezTo>
                  <a:pt x="226710" y="41910"/>
                  <a:pt x="224671" y="41476"/>
                  <a:pt x="222355" y="41476"/>
                </a:cubicBezTo>
                <a:cubicBezTo>
                  <a:pt x="219363" y="41476"/>
                  <a:pt x="216371" y="42537"/>
                  <a:pt x="213379" y="44660"/>
                </a:cubicBezTo>
                <a:cubicBezTo>
                  <a:pt x="210387" y="46784"/>
                  <a:pt x="207251" y="49896"/>
                  <a:pt x="203969" y="53998"/>
                </a:cubicBezTo>
                <a:lnTo>
                  <a:pt x="203969" y="99527"/>
                </a:lnTo>
                <a:cubicBezTo>
                  <a:pt x="203969" y="99913"/>
                  <a:pt x="203873" y="100239"/>
                  <a:pt x="203680" y="100504"/>
                </a:cubicBezTo>
                <a:cubicBezTo>
                  <a:pt x="203487" y="100769"/>
                  <a:pt x="203173" y="100999"/>
                  <a:pt x="202739" y="101192"/>
                </a:cubicBezTo>
                <a:cubicBezTo>
                  <a:pt x="202304" y="101385"/>
                  <a:pt x="201701" y="101530"/>
                  <a:pt x="200929" y="101626"/>
                </a:cubicBezTo>
                <a:cubicBezTo>
                  <a:pt x="200157" y="101723"/>
                  <a:pt x="199168" y="101771"/>
                  <a:pt x="197961" y="101771"/>
                </a:cubicBezTo>
                <a:cubicBezTo>
                  <a:pt x="196803" y="101771"/>
                  <a:pt x="195838" y="101723"/>
                  <a:pt x="195066" y="101626"/>
                </a:cubicBezTo>
                <a:cubicBezTo>
                  <a:pt x="194294" y="101530"/>
                  <a:pt x="193679" y="101385"/>
                  <a:pt x="193220" y="101192"/>
                </a:cubicBezTo>
                <a:cubicBezTo>
                  <a:pt x="192762" y="100999"/>
                  <a:pt x="192448" y="100769"/>
                  <a:pt x="192279" y="100504"/>
                </a:cubicBezTo>
                <a:cubicBezTo>
                  <a:pt x="192111" y="100239"/>
                  <a:pt x="192026" y="99913"/>
                  <a:pt x="192026" y="99527"/>
                </a:cubicBezTo>
                <a:lnTo>
                  <a:pt x="192026" y="34382"/>
                </a:lnTo>
                <a:cubicBezTo>
                  <a:pt x="192026" y="33996"/>
                  <a:pt x="192098" y="33670"/>
                  <a:pt x="192243" y="33405"/>
                </a:cubicBezTo>
                <a:cubicBezTo>
                  <a:pt x="192388" y="33139"/>
                  <a:pt x="192678" y="32898"/>
                  <a:pt x="193112" y="32681"/>
                </a:cubicBezTo>
                <a:cubicBezTo>
                  <a:pt x="193546" y="32464"/>
                  <a:pt x="194101" y="32319"/>
                  <a:pt x="194777" y="32247"/>
                </a:cubicBezTo>
                <a:cubicBezTo>
                  <a:pt x="195452" y="32174"/>
                  <a:pt x="196345" y="32138"/>
                  <a:pt x="197455" y="32138"/>
                </a:cubicBezTo>
                <a:cubicBezTo>
                  <a:pt x="198516" y="32138"/>
                  <a:pt x="199397" y="32174"/>
                  <a:pt x="200097" y="32247"/>
                </a:cubicBezTo>
                <a:cubicBezTo>
                  <a:pt x="200796" y="32319"/>
                  <a:pt x="201339" y="32464"/>
                  <a:pt x="201725" y="32681"/>
                </a:cubicBezTo>
                <a:cubicBezTo>
                  <a:pt x="202111" y="32898"/>
                  <a:pt x="202389" y="33139"/>
                  <a:pt x="202558" y="33405"/>
                </a:cubicBezTo>
                <a:cubicBezTo>
                  <a:pt x="202727" y="33670"/>
                  <a:pt x="202811" y="33996"/>
                  <a:pt x="202811" y="34382"/>
                </a:cubicBezTo>
                <a:lnTo>
                  <a:pt x="202811" y="42996"/>
                </a:lnTo>
                <a:cubicBezTo>
                  <a:pt x="206479" y="38894"/>
                  <a:pt x="210134" y="35890"/>
                  <a:pt x="213777" y="33984"/>
                </a:cubicBezTo>
                <a:cubicBezTo>
                  <a:pt x="217420" y="32078"/>
                  <a:pt x="221100" y="31125"/>
                  <a:pt x="224816" y="31125"/>
                </a:cubicBezTo>
                <a:cubicBezTo>
                  <a:pt x="229159" y="31125"/>
                  <a:pt x="232814" y="31861"/>
                  <a:pt x="235782" y="33332"/>
                </a:cubicBezTo>
                <a:cubicBezTo>
                  <a:pt x="238749" y="34804"/>
                  <a:pt x="241150" y="36771"/>
                  <a:pt x="242984" y="39232"/>
                </a:cubicBezTo>
                <a:cubicBezTo>
                  <a:pt x="244818" y="41693"/>
                  <a:pt x="246133" y="44576"/>
                  <a:pt x="246929" y="47881"/>
                </a:cubicBezTo>
                <a:cubicBezTo>
                  <a:pt x="247725" y="51187"/>
                  <a:pt x="248123" y="55156"/>
                  <a:pt x="248123" y="59789"/>
                </a:cubicBezTo>
                <a:lnTo>
                  <a:pt x="248123" y="99527"/>
                </a:lnTo>
                <a:close/>
                <a:moveTo>
                  <a:pt x="325719" y="99525"/>
                </a:moveTo>
                <a:cubicBezTo>
                  <a:pt x="325719" y="99911"/>
                  <a:pt x="325635" y="100249"/>
                  <a:pt x="325466" y="100540"/>
                </a:cubicBezTo>
                <a:cubicBezTo>
                  <a:pt x="325297" y="100830"/>
                  <a:pt x="325007" y="101059"/>
                  <a:pt x="324597" y="101228"/>
                </a:cubicBezTo>
                <a:cubicBezTo>
                  <a:pt x="324187" y="101397"/>
                  <a:pt x="323644" y="101530"/>
                  <a:pt x="322969" y="101626"/>
                </a:cubicBezTo>
                <a:cubicBezTo>
                  <a:pt x="322293" y="101723"/>
                  <a:pt x="321473" y="101771"/>
                  <a:pt x="320508" y="101771"/>
                </a:cubicBezTo>
                <a:cubicBezTo>
                  <a:pt x="319494" y="101771"/>
                  <a:pt x="318650" y="101723"/>
                  <a:pt x="317974" y="101626"/>
                </a:cubicBezTo>
                <a:cubicBezTo>
                  <a:pt x="317299" y="101531"/>
                  <a:pt x="316744" y="101400"/>
                  <a:pt x="316309" y="101232"/>
                </a:cubicBezTo>
                <a:cubicBezTo>
                  <a:pt x="315875" y="101064"/>
                  <a:pt x="315561" y="100835"/>
                  <a:pt x="315368" y="100547"/>
                </a:cubicBezTo>
                <a:cubicBezTo>
                  <a:pt x="315175" y="100259"/>
                  <a:pt x="315079" y="99924"/>
                  <a:pt x="315079" y="99540"/>
                </a:cubicBezTo>
                <a:lnTo>
                  <a:pt x="315079" y="90974"/>
                </a:lnTo>
                <a:cubicBezTo>
                  <a:pt x="311653" y="94693"/>
                  <a:pt x="308094" y="97591"/>
                  <a:pt x="304402" y="99669"/>
                </a:cubicBezTo>
                <a:cubicBezTo>
                  <a:pt x="300711" y="101746"/>
                  <a:pt x="296669" y="102784"/>
                  <a:pt x="292278" y="102784"/>
                </a:cubicBezTo>
                <a:cubicBezTo>
                  <a:pt x="287501" y="102784"/>
                  <a:pt x="283423" y="101854"/>
                  <a:pt x="280045" y="99995"/>
                </a:cubicBezTo>
                <a:cubicBezTo>
                  <a:pt x="276668" y="98136"/>
                  <a:pt x="273929" y="95624"/>
                  <a:pt x="271830" y="92461"/>
                </a:cubicBezTo>
                <a:cubicBezTo>
                  <a:pt x="269731" y="89295"/>
                  <a:pt x="268199" y="85576"/>
                  <a:pt x="267234" y="81302"/>
                </a:cubicBezTo>
                <a:cubicBezTo>
                  <a:pt x="266269" y="77027"/>
                  <a:pt x="265786" y="72522"/>
                  <a:pt x="265786" y="67787"/>
                </a:cubicBezTo>
                <a:cubicBezTo>
                  <a:pt x="265786" y="62185"/>
                  <a:pt x="266389" y="57125"/>
                  <a:pt x="267596" y="52609"/>
                </a:cubicBezTo>
                <a:cubicBezTo>
                  <a:pt x="268802" y="48093"/>
                  <a:pt x="270587" y="44240"/>
                  <a:pt x="272952" y="41053"/>
                </a:cubicBezTo>
                <a:cubicBezTo>
                  <a:pt x="275316" y="37863"/>
                  <a:pt x="278248" y="35411"/>
                  <a:pt x="281746" y="33697"/>
                </a:cubicBezTo>
                <a:cubicBezTo>
                  <a:pt x="285245" y="31982"/>
                  <a:pt x="289286" y="31125"/>
                  <a:pt x="293871" y="31125"/>
                </a:cubicBezTo>
                <a:cubicBezTo>
                  <a:pt x="297683" y="31125"/>
                  <a:pt x="301169" y="31958"/>
                  <a:pt x="304330" y="33624"/>
                </a:cubicBezTo>
                <a:cubicBezTo>
                  <a:pt x="307491" y="35291"/>
                  <a:pt x="310615" y="37742"/>
                  <a:pt x="313704" y="40978"/>
                </a:cubicBezTo>
                <a:lnTo>
                  <a:pt x="313704" y="3045"/>
                </a:lnTo>
                <a:cubicBezTo>
                  <a:pt x="313704" y="2707"/>
                  <a:pt x="313788" y="2381"/>
                  <a:pt x="313957" y="2067"/>
                </a:cubicBezTo>
                <a:cubicBezTo>
                  <a:pt x="314126" y="1752"/>
                  <a:pt x="314452" y="1510"/>
                  <a:pt x="314934" y="1341"/>
                </a:cubicBezTo>
                <a:cubicBezTo>
                  <a:pt x="315417" y="1171"/>
                  <a:pt x="316032" y="1025"/>
                  <a:pt x="316780" y="905"/>
                </a:cubicBezTo>
                <a:cubicBezTo>
                  <a:pt x="317528" y="784"/>
                  <a:pt x="318481" y="724"/>
                  <a:pt x="319639" y="724"/>
                </a:cubicBezTo>
                <a:cubicBezTo>
                  <a:pt x="320845" y="724"/>
                  <a:pt x="321835" y="784"/>
                  <a:pt x="322607" y="905"/>
                </a:cubicBezTo>
                <a:cubicBezTo>
                  <a:pt x="323379" y="1025"/>
                  <a:pt x="323982" y="1170"/>
                  <a:pt x="324416" y="1339"/>
                </a:cubicBezTo>
                <a:cubicBezTo>
                  <a:pt x="324851" y="1508"/>
                  <a:pt x="325176" y="1750"/>
                  <a:pt x="325394" y="2065"/>
                </a:cubicBezTo>
                <a:cubicBezTo>
                  <a:pt x="325611" y="2379"/>
                  <a:pt x="325719" y="2705"/>
                  <a:pt x="325719" y="3042"/>
                </a:cubicBezTo>
                <a:lnTo>
                  <a:pt x="325719" y="99525"/>
                </a:lnTo>
                <a:moveTo>
                  <a:pt x="313704" y="53731"/>
                </a:moveTo>
                <a:cubicBezTo>
                  <a:pt x="310471" y="49718"/>
                  <a:pt x="307346" y="46661"/>
                  <a:pt x="304330" y="44559"/>
                </a:cubicBezTo>
                <a:cubicBezTo>
                  <a:pt x="301314" y="42455"/>
                  <a:pt x="298165" y="41403"/>
                  <a:pt x="294884" y="41403"/>
                </a:cubicBezTo>
                <a:cubicBezTo>
                  <a:pt x="291844" y="41403"/>
                  <a:pt x="289262" y="42129"/>
                  <a:pt x="287139" y="43579"/>
                </a:cubicBezTo>
                <a:cubicBezTo>
                  <a:pt x="285016" y="45028"/>
                  <a:pt x="283291" y="46937"/>
                  <a:pt x="281964" y="49304"/>
                </a:cubicBezTo>
                <a:cubicBezTo>
                  <a:pt x="280637" y="51672"/>
                  <a:pt x="279671" y="54354"/>
                  <a:pt x="279068" y="57350"/>
                </a:cubicBezTo>
                <a:cubicBezTo>
                  <a:pt x="278465" y="60346"/>
                  <a:pt x="278163" y="63391"/>
                  <a:pt x="278163" y="66484"/>
                </a:cubicBezTo>
                <a:cubicBezTo>
                  <a:pt x="278163" y="69770"/>
                  <a:pt x="278417" y="72983"/>
                  <a:pt x="278923" y="76125"/>
                </a:cubicBezTo>
                <a:cubicBezTo>
                  <a:pt x="279430" y="79266"/>
                  <a:pt x="280311" y="82056"/>
                  <a:pt x="281565" y="84496"/>
                </a:cubicBezTo>
                <a:cubicBezTo>
                  <a:pt x="282820" y="86936"/>
                  <a:pt x="284485" y="88893"/>
                  <a:pt x="286560" y="90368"/>
                </a:cubicBezTo>
                <a:cubicBezTo>
                  <a:pt x="288635" y="91841"/>
                  <a:pt x="291241" y="92578"/>
                  <a:pt x="294377" y="92578"/>
                </a:cubicBezTo>
                <a:cubicBezTo>
                  <a:pt x="295970" y="92578"/>
                  <a:pt x="297502" y="92361"/>
                  <a:pt x="298974" y="91927"/>
                </a:cubicBezTo>
                <a:cubicBezTo>
                  <a:pt x="300445" y="91491"/>
                  <a:pt x="301953" y="90766"/>
                  <a:pt x="303498" y="89751"/>
                </a:cubicBezTo>
                <a:cubicBezTo>
                  <a:pt x="305042" y="88736"/>
                  <a:pt x="306658" y="87419"/>
                  <a:pt x="308347" y="85799"/>
                </a:cubicBezTo>
                <a:cubicBezTo>
                  <a:pt x="310036" y="84179"/>
                  <a:pt x="311822" y="82185"/>
                  <a:pt x="313704" y="79816"/>
                </a:cubicBezTo>
                <a:lnTo>
                  <a:pt x="313704" y="53731"/>
                </a:lnTo>
                <a:close/>
                <a:moveTo>
                  <a:pt x="407586" y="74627"/>
                </a:moveTo>
                <a:cubicBezTo>
                  <a:pt x="407586" y="76220"/>
                  <a:pt x="407345" y="77474"/>
                  <a:pt x="406862" y="78391"/>
                </a:cubicBezTo>
                <a:cubicBezTo>
                  <a:pt x="406380" y="79308"/>
                  <a:pt x="405704" y="79766"/>
                  <a:pt x="404835" y="79766"/>
                </a:cubicBezTo>
                <a:lnTo>
                  <a:pt x="394268" y="79766"/>
                </a:lnTo>
                <a:lnTo>
                  <a:pt x="394268" y="99520"/>
                </a:lnTo>
                <a:cubicBezTo>
                  <a:pt x="394268" y="99908"/>
                  <a:pt x="394171" y="100235"/>
                  <a:pt x="393978" y="100502"/>
                </a:cubicBezTo>
                <a:cubicBezTo>
                  <a:pt x="393785" y="100767"/>
                  <a:pt x="393447" y="100997"/>
                  <a:pt x="392965" y="101192"/>
                </a:cubicBezTo>
                <a:cubicBezTo>
                  <a:pt x="392482" y="101385"/>
                  <a:pt x="391855" y="101530"/>
                  <a:pt x="391083" y="101626"/>
                </a:cubicBezTo>
                <a:cubicBezTo>
                  <a:pt x="390311" y="101723"/>
                  <a:pt x="389321" y="101771"/>
                  <a:pt x="388115" y="101771"/>
                </a:cubicBezTo>
                <a:cubicBezTo>
                  <a:pt x="386957" y="101771"/>
                  <a:pt x="385992" y="101723"/>
                  <a:pt x="385220" y="101626"/>
                </a:cubicBezTo>
                <a:cubicBezTo>
                  <a:pt x="384448" y="101530"/>
                  <a:pt x="383832" y="101385"/>
                  <a:pt x="383374" y="101192"/>
                </a:cubicBezTo>
                <a:cubicBezTo>
                  <a:pt x="382915" y="100997"/>
                  <a:pt x="382602" y="100767"/>
                  <a:pt x="382433" y="100502"/>
                </a:cubicBezTo>
                <a:cubicBezTo>
                  <a:pt x="382264" y="100235"/>
                  <a:pt x="382180" y="99908"/>
                  <a:pt x="382180" y="99520"/>
                </a:cubicBezTo>
                <a:lnTo>
                  <a:pt x="382180" y="79766"/>
                </a:lnTo>
                <a:lnTo>
                  <a:pt x="343527" y="79766"/>
                </a:lnTo>
                <a:cubicBezTo>
                  <a:pt x="342948" y="79766"/>
                  <a:pt x="342465" y="79694"/>
                  <a:pt x="342079" y="79549"/>
                </a:cubicBezTo>
                <a:cubicBezTo>
                  <a:pt x="341693" y="79404"/>
                  <a:pt x="341343" y="79139"/>
                  <a:pt x="341030" y="78753"/>
                </a:cubicBezTo>
                <a:cubicBezTo>
                  <a:pt x="340716" y="78367"/>
                  <a:pt x="340499" y="77812"/>
                  <a:pt x="340378" y="77088"/>
                </a:cubicBezTo>
                <a:cubicBezTo>
                  <a:pt x="340258" y="76364"/>
                  <a:pt x="340197" y="75423"/>
                  <a:pt x="340197" y="74265"/>
                </a:cubicBezTo>
                <a:cubicBezTo>
                  <a:pt x="340197" y="73348"/>
                  <a:pt x="340221" y="72528"/>
                  <a:pt x="340270" y="71804"/>
                </a:cubicBezTo>
                <a:cubicBezTo>
                  <a:pt x="340318" y="71080"/>
                  <a:pt x="340414" y="70417"/>
                  <a:pt x="340559" y="69814"/>
                </a:cubicBezTo>
                <a:cubicBezTo>
                  <a:pt x="340704" y="69210"/>
                  <a:pt x="340897" y="68631"/>
                  <a:pt x="341138" y="68076"/>
                </a:cubicBezTo>
                <a:cubicBezTo>
                  <a:pt x="341380" y="67521"/>
                  <a:pt x="341669" y="66930"/>
                  <a:pt x="342007" y="66303"/>
                </a:cubicBezTo>
                <a:lnTo>
                  <a:pt x="375737" y="9480"/>
                </a:lnTo>
                <a:cubicBezTo>
                  <a:pt x="375979" y="9094"/>
                  <a:pt x="376329" y="8757"/>
                  <a:pt x="376787" y="8469"/>
                </a:cubicBezTo>
                <a:cubicBezTo>
                  <a:pt x="377245" y="8179"/>
                  <a:pt x="377837" y="7938"/>
                  <a:pt x="378560" y="7745"/>
                </a:cubicBezTo>
                <a:cubicBezTo>
                  <a:pt x="379284" y="7552"/>
                  <a:pt x="380177" y="7419"/>
                  <a:pt x="381239" y="7347"/>
                </a:cubicBezTo>
                <a:cubicBezTo>
                  <a:pt x="382300" y="7275"/>
                  <a:pt x="383555" y="7238"/>
                  <a:pt x="385002" y="7238"/>
                </a:cubicBezTo>
                <a:cubicBezTo>
                  <a:pt x="386595" y="7238"/>
                  <a:pt x="387982" y="7299"/>
                  <a:pt x="389165" y="7419"/>
                </a:cubicBezTo>
                <a:cubicBezTo>
                  <a:pt x="390347" y="7540"/>
                  <a:pt x="391300" y="7697"/>
                  <a:pt x="392024" y="7890"/>
                </a:cubicBezTo>
                <a:cubicBezTo>
                  <a:pt x="392747" y="8083"/>
                  <a:pt x="393302" y="8336"/>
                  <a:pt x="393688" y="8650"/>
                </a:cubicBezTo>
                <a:cubicBezTo>
                  <a:pt x="394075" y="8962"/>
                  <a:pt x="394268" y="9335"/>
                  <a:pt x="394268" y="9769"/>
                </a:cubicBezTo>
                <a:lnTo>
                  <a:pt x="394268" y="69488"/>
                </a:lnTo>
                <a:lnTo>
                  <a:pt x="404835" y="69488"/>
                </a:lnTo>
                <a:cubicBezTo>
                  <a:pt x="405656" y="69488"/>
                  <a:pt x="406319" y="69910"/>
                  <a:pt x="406826" y="70755"/>
                </a:cubicBezTo>
                <a:cubicBezTo>
                  <a:pt x="407333" y="71599"/>
                  <a:pt x="407586" y="72890"/>
                  <a:pt x="407586" y="74627"/>
                </a:cubicBezTo>
                <a:moveTo>
                  <a:pt x="382180" y="18157"/>
                </a:moveTo>
                <a:lnTo>
                  <a:pt x="382035" y="18157"/>
                </a:lnTo>
                <a:lnTo>
                  <a:pt x="351561" y="69488"/>
                </a:lnTo>
                <a:lnTo>
                  <a:pt x="382180" y="69488"/>
                </a:lnTo>
                <a:lnTo>
                  <a:pt x="382180" y="181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0027B-A89D-4694-8262-7E8F37FB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765" y="607311"/>
            <a:ext cx="451146" cy="320200"/>
          </a:xfrm>
          <a:custGeom xmlns:a="http://schemas.openxmlformats.org/drawingml/2006/main">
            <a:pathLst>
              <a:path w="451146" h="320200" fill="none">
                <a:moveTo>
                  <a:pt x="0" y="0"/>
                </a:moveTo>
                <a:lnTo>
                  <a:pt x="451146" y="32020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8BB3E-5EDF-45BA-A94E-DF997ECB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216" y="895392"/>
            <a:ext cx="73132" cy="65226"/>
          </a:xfrm>
          <a:custGeom xmlns:a="http://schemas.openxmlformats.org/drawingml/2006/main">
            <a:pathLst>
              <a:path w="73132" h="65226">
                <a:moveTo>
                  <a:pt x="38048" y="0"/>
                </a:moveTo>
                <a:lnTo>
                  <a:pt x="73132" y="65226"/>
                </a:lnTo>
                <a:lnTo>
                  <a:pt x="0" y="54355"/>
                </a:lnTo>
                <a:lnTo>
                  <a:pt x="380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E853E-A5E3-4859-8899-026DC96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765" y="607311"/>
            <a:ext cx="10" cy="2960369"/>
          </a:xfrm>
          <a:custGeom xmlns:a="http://schemas.openxmlformats.org/drawingml/2006/main">
            <a:pathLst>
              <a:path w="1" h="2960369" fill="none">
                <a:moveTo>
                  <a:pt x="0" y="0"/>
                </a:moveTo>
                <a:lnTo>
                  <a:pt x="0" y="2960369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3E5E1-AF13-4A86-BE8D-F2EDF780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659" y="3559280"/>
            <a:ext cx="66214" cy="66214"/>
          </a:xfrm>
          <a:custGeom xmlns:a="http://schemas.openxmlformats.org/drawingml/2006/main">
            <a:pathLst>
              <a:path w="66214" h="66214">
                <a:moveTo>
                  <a:pt x="66214" y="0"/>
                </a:moveTo>
                <a:lnTo>
                  <a:pt x="33107" y="66214"/>
                </a:lnTo>
                <a:lnTo>
                  <a:pt x="0" y="0"/>
                </a:lnTo>
                <a:lnTo>
                  <a:pt x="6621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012F7-C9F2-45E3-A615-2AE0DFC7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349" y="1233876"/>
            <a:ext cx="877091" cy="181842"/>
          </a:xfrm>
          <a:custGeom xmlns:a="http://schemas.openxmlformats.org/drawingml/2006/main">
            <a:pathLst>
              <a:path w="877091" h="181842" fill="none">
                <a:moveTo>
                  <a:pt x="0" y="0"/>
                </a:moveTo>
                <a:lnTo>
                  <a:pt x="877091" y="181842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838B8-A50B-48AA-8A3A-58EA82DE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616" y="1381622"/>
            <a:ext cx="71650" cy="65226"/>
          </a:xfrm>
          <a:custGeom xmlns:a="http://schemas.openxmlformats.org/drawingml/2006/main">
            <a:pathLst>
              <a:path w="71650" h="65226">
                <a:moveTo>
                  <a:pt x="13342" y="0"/>
                </a:moveTo>
                <a:lnTo>
                  <a:pt x="71650" y="45955"/>
                </a:lnTo>
                <a:lnTo>
                  <a:pt x="0" y="65226"/>
                </a:lnTo>
                <a:lnTo>
                  <a:pt x="1334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71C22-6576-4755-A389-6A43B547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266" y="1700834"/>
            <a:ext cx="10" cy="743181"/>
          </a:xfrm>
          <a:custGeom xmlns:a="http://schemas.openxmlformats.org/drawingml/2006/main">
            <a:pathLst>
              <a:path w="1" h="743181" fill="none">
                <a:moveTo>
                  <a:pt x="0" y="0"/>
                </a:moveTo>
                <a:lnTo>
                  <a:pt x="0" y="743181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1A8DC-3C11-4C9A-BBD6-5ED8E56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159" y="2435615"/>
            <a:ext cx="66214" cy="66214"/>
          </a:xfrm>
          <a:custGeom xmlns:a="http://schemas.openxmlformats.org/drawingml/2006/main">
            <a:pathLst>
              <a:path w="66214" h="66214">
                <a:moveTo>
                  <a:pt x="66214" y="0"/>
                </a:moveTo>
                <a:lnTo>
                  <a:pt x="33107" y="66214"/>
                </a:lnTo>
                <a:lnTo>
                  <a:pt x="0" y="0"/>
                </a:lnTo>
                <a:lnTo>
                  <a:pt x="6621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24E82-E0D1-4A37-ADAF-ADEEE496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227" y="1700834"/>
            <a:ext cx="418039" cy="259916"/>
          </a:xfrm>
          <a:custGeom xmlns:a="http://schemas.openxmlformats.org/drawingml/2006/main">
            <a:pathLst>
              <a:path w="418039" h="259916" fill="none">
                <a:moveTo>
                  <a:pt x="418039" y="0"/>
                </a:moveTo>
                <a:lnTo>
                  <a:pt x="0" y="259916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0185C-F61E-4703-ADB8-258A8A6D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307" y="1928631"/>
            <a:ext cx="73626" cy="62755"/>
          </a:xfrm>
          <a:custGeom xmlns:a="http://schemas.openxmlformats.org/drawingml/2006/main">
            <a:pathLst>
              <a:path w="73626" h="62755">
                <a:moveTo>
                  <a:pt x="73626" y="55837"/>
                </a:moveTo>
                <a:lnTo>
                  <a:pt x="0" y="62755"/>
                </a:lnTo>
                <a:lnTo>
                  <a:pt x="38543" y="0"/>
                </a:lnTo>
                <a:lnTo>
                  <a:pt x="73626" y="558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5E0C4-AC08-4D88-B8BD-15C0C21C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307" y="2264643"/>
            <a:ext cx="415074" cy="210996"/>
          </a:xfrm>
          <a:custGeom xmlns:a="http://schemas.openxmlformats.org/drawingml/2006/main">
            <a:pathLst>
              <a:path w="415074" h="210996" fill="none">
                <a:moveTo>
                  <a:pt x="0" y="0"/>
                </a:moveTo>
                <a:lnTo>
                  <a:pt x="415074" y="210996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FF33D-F9F4-489B-BA03-D2B9625B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145" y="2442038"/>
            <a:ext cx="74120" cy="59790"/>
          </a:xfrm>
          <a:custGeom xmlns:a="http://schemas.openxmlformats.org/drawingml/2006/main">
            <a:pathLst>
              <a:path w="74120" h="59790">
                <a:moveTo>
                  <a:pt x="30142" y="0"/>
                </a:moveTo>
                <a:lnTo>
                  <a:pt x="74120" y="59790"/>
                </a:lnTo>
                <a:lnTo>
                  <a:pt x="0" y="59296"/>
                </a:lnTo>
                <a:lnTo>
                  <a:pt x="3014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041AD-FBC2-4A2A-ADFF-C878ECE3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692" y="2775086"/>
            <a:ext cx="878574" cy="269798"/>
          </a:xfrm>
          <a:custGeom xmlns:a="http://schemas.openxmlformats.org/drawingml/2006/main">
            <a:pathLst>
              <a:path w="878574" h="269798" fill="none">
                <a:moveTo>
                  <a:pt x="878574" y="0"/>
                </a:moveTo>
                <a:lnTo>
                  <a:pt x="0" y="269798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EE5F6-B9D3-4430-9E87-83175CE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348" y="3010789"/>
            <a:ext cx="73132" cy="63249"/>
          </a:xfrm>
          <a:custGeom xmlns:a="http://schemas.openxmlformats.org/drawingml/2006/main">
            <a:pathLst>
              <a:path w="73132" h="63249">
                <a:moveTo>
                  <a:pt x="73132" y="63249"/>
                </a:moveTo>
                <a:lnTo>
                  <a:pt x="0" y="50896"/>
                </a:lnTo>
                <a:lnTo>
                  <a:pt x="53367" y="0"/>
                </a:lnTo>
                <a:lnTo>
                  <a:pt x="73132" y="632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3481F-5D33-4FE1-8443-31755D93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765" y="3334942"/>
            <a:ext cx="498583" cy="232738"/>
          </a:xfrm>
          <a:custGeom xmlns:a="http://schemas.openxmlformats.org/drawingml/2006/main">
            <a:pathLst>
              <a:path w="498583" h="232738" fill="none">
                <a:moveTo>
                  <a:pt x="498583" y="0"/>
                </a:moveTo>
                <a:lnTo>
                  <a:pt x="498583" y="77085"/>
                </a:lnTo>
                <a:cubicBezTo>
                  <a:pt x="498583" y="102780"/>
                  <a:pt x="477830" y="123534"/>
                  <a:pt x="452134" y="123534"/>
                </a:cubicBezTo>
                <a:lnTo>
                  <a:pt x="46449" y="123534"/>
                </a:lnTo>
                <a:cubicBezTo>
                  <a:pt x="20754" y="123534"/>
                  <a:pt x="0" y="144782"/>
                  <a:pt x="0" y="170477"/>
                </a:cubicBezTo>
                <a:lnTo>
                  <a:pt x="0" y="232738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10576-1512-4FC8-8094-CA97F5DB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659" y="3559280"/>
            <a:ext cx="66214" cy="66214"/>
          </a:xfrm>
          <a:custGeom xmlns:a="http://schemas.openxmlformats.org/drawingml/2006/main">
            <a:pathLst>
              <a:path w="66214" h="66214">
                <a:moveTo>
                  <a:pt x="66214" y="0"/>
                </a:moveTo>
                <a:lnTo>
                  <a:pt x="33107" y="66214"/>
                </a:lnTo>
                <a:lnTo>
                  <a:pt x="0" y="0"/>
                </a:lnTo>
                <a:lnTo>
                  <a:pt x="6621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23121-CCE1-4208-86D3-66029B1C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349" y="775811"/>
            <a:ext cx="1543187" cy="2682665"/>
          </a:xfrm>
          <a:custGeom xmlns:a="http://schemas.openxmlformats.org/drawingml/2006/main">
            <a:pathLst>
              <a:path w="1543187" h="2682665" fill="none">
                <a:moveTo>
                  <a:pt x="0" y="2559131"/>
                </a:moveTo>
                <a:lnTo>
                  <a:pt x="0" y="2636216"/>
                </a:lnTo>
                <a:cubicBezTo>
                  <a:pt x="0" y="2661911"/>
                  <a:pt x="20754" y="2682665"/>
                  <a:pt x="46449" y="2682665"/>
                </a:cubicBezTo>
                <a:lnTo>
                  <a:pt x="1496738" y="2682665"/>
                </a:lnTo>
                <a:cubicBezTo>
                  <a:pt x="1522433" y="2682665"/>
                  <a:pt x="1543187" y="2661911"/>
                  <a:pt x="1543187" y="2636216"/>
                </a:cubicBezTo>
                <a:lnTo>
                  <a:pt x="1543187" y="46449"/>
                </a:lnTo>
                <a:cubicBezTo>
                  <a:pt x="1543187" y="20754"/>
                  <a:pt x="1522433" y="0"/>
                  <a:pt x="1496738" y="0"/>
                </a:cubicBezTo>
                <a:lnTo>
                  <a:pt x="46449" y="0"/>
                </a:lnTo>
                <a:cubicBezTo>
                  <a:pt x="20754" y="0"/>
                  <a:pt x="0" y="20754"/>
                  <a:pt x="0" y="46449"/>
                </a:cubicBezTo>
                <a:lnTo>
                  <a:pt x="0" y="126993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B14FF-5C3A-4879-9ACC-371524A1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241" y="894404"/>
            <a:ext cx="66214" cy="66214"/>
          </a:xfrm>
          <a:custGeom xmlns:a="http://schemas.openxmlformats.org/drawingml/2006/main">
            <a:pathLst>
              <a:path w="66214" h="66214">
                <a:moveTo>
                  <a:pt x="66214" y="0"/>
                </a:moveTo>
                <a:lnTo>
                  <a:pt x="33107" y="66214"/>
                </a:lnTo>
                <a:lnTo>
                  <a:pt x="0" y="0"/>
                </a:lnTo>
                <a:lnTo>
                  <a:pt x="6621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A4BB9-7A79-4463-B2B6-4C439FB4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266" y="1308490"/>
            <a:ext cx="486724" cy="1585683"/>
          </a:xfrm>
          <a:custGeom xmlns:a="http://schemas.openxmlformats.org/drawingml/2006/main">
            <a:pathLst>
              <a:path w="486724" h="1585683" fill="none">
                <a:moveTo>
                  <a:pt x="0" y="1466596"/>
                </a:moveTo>
                <a:lnTo>
                  <a:pt x="0" y="1538740"/>
                </a:lnTo>
                <a:cubicBezTo>
                  <a:pt x="0" y="1564435"/>
                  <a:pt x="20754" y="1585683"/>
                  <a:pt x="46449" y="1585683"/>
                </a:cubicBezTo>
                <a:lnTo>
                  <a:pt x="439781" y="1585683"/>
                </a:lnTo>
                <a:cubicBezTo>
                  <a:pt x="465970" y="1585683"/>
                  <a:pt x="486724" y="1564435"/>
                  <a:pt x="486724" y="1538740"/>
                </a:cubicBezTo>
                <a:lnTo>
                  <a:pt x="486724" y="46943"/>
                </a:lnTo>
                <a:cubicBezTo>
                  <a:pt x="486724" y="20754"/>
                  <a:pt x="465970" y="0"/>
                  <a:pt x="439781" y="0"/>
                </a:cubicBezTo>
                <a:lnTo>
                  <a:pt x="46449" y="0"/>
                </a:lnTo>
                <a:cubicBezTo>
                  <a:pt x="20754" y="0"/>
                  <a:pt x="0" y="20754"/>
                  <a:pt x="0" y="46943"/>
                </a:cubicBezTo>
                <a:lnTo>
                  <a:pt x="0" y="61273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41279-5D32-47BE-BF75-D0AF7B27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159" y="1361363"/>
            <a:ext cx="66214" cy="66214"/>
          </a:xfrm>
          <a:custGeom xmlns:a="http://schemas.openxmlformats.org/drawingml/2006/main">
            <a:pathLst>
              <a:path w="66214" h="66214">
                <a:moveTo>
                  <a:pt x="66214" y="0"/>
                </a:moveTo>
                <a:lnTo>
                  <a:pt x="33107" y="66214"/>
                </a:lnTo>
                <a:lnTo>
                  <a:pt x="0" y="0"/>
                </a:lnTo>
                <a:lnTo>
                  <a:pt x="6621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br.T">
            <a:extLst xmlns:a="http://schemas.openxmlformats.org/drawingml/2006/main">
              <a:ext uri="{FF2B5EF4-FFF2-40B4-BE49-F238E27FC236}">
                <a16:creationId xmlns:a16="http://schemas.microsoft.com/office/drawing/2014/main" id="{D0E501B2-C920-49CF-9E62-0DD66573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153" y="2018959"/>
            <a:ext cx="227175" cy="102350"/>
          </a:xfrm>
          <a:custGeom xmlns:a="http://schemas.openxmlformats.org/drawingml/2006/main">
            <a:pathLst>
              <a:path w="227175" h="102350">
                <a:moveTo>
                  <a:pt x="59933" y="65688"/>
                </a:moveTo>
                <a:cubicBezTo>
                  <a:pt x="59933" y="71338"/>
                  <a:pt x="59318" y="76422"/>
                  <a:pt x="58088" y="80938"/>
                </a:cubicBezTo>
                <a:cubicBezTo>
                  <a:pt x="56857" y="85454"/>
                  <a:pt x="55047" y="89307"/>
                  <a:pt x="52659" y="92497"/>
                </a:cubicBezTo>
                <a:cubicBezTo>
                  <a:pt x="50270" y="95685"/>
                  <a:pt x="47339" y="98124"/>
                  <a:pt x="43864" y="99814"/>
                </a:cubicBezTo>
                <a:cubicBezTo>
                  <a:pt x="40390" y="101505"/>
                  <a:pt x="36409" y="102350"/>
                  <a:pt x="31921" y="102350"/>
                </a:cubicBezTo>
                <a:cubicBezTo>
                  <a:pt x="29846" y="102350"/>
                  <a:pt x="27928" y="102144"/>
                  <a:pt x="26167" y="101732"/>
                </a:cubicBezTo>
                <a:cubicBezTo>
                  <a:pt x="24405" y="101322"/>
                  <a:pt x="22680" y="100659"/>
                  <a:pt x="20991" y="99742"/>
                </a:cubicBezTo>
                <a:cubicBezTo>
                  <a:pt x="19302" y="98823"/>
                  <a:pt x="17613" y="97664"/>
                  <a:pt x="15924" y="96263"/>
                </a:cubicBezTo>
                <a:cubicBezTo>
                  <a:pt x="14235" y="94862"/>
                  <a:pt x="12450" y="93172"/>
                  <a:pt x="10568" y="91192"/>
                </a:cubicBezTo>
                <a:lnTo>
                  <a:pt x="10568" y="99106"/>
                </a:lnTo>
                <a:cubicBezTo>
                  <a:pt x="10568" y="99489"/>
                  <a:pt x="10471" y="99825"/>
                  <a:pt x="10278" y="100113"/>
                </a:cubicBezTo>
                <a:cubicBezTo>
                  <a:pt x="10085" y="100401"/>
                  <a:pt x="9772" y="100629"/>
                  <a:pt x="9337" y="100798"/>
                </a:cubicBezTo>
                <a:cubicBezTo>
                  <a:pt x="8903" y="100966"/>
                  <a:pt x="8360" y="101097"/>
                  <a:pt x="7709" y="101192"/>
                </a:cubicBezTo>
                <a:cubicBezTo>
                  <a:pt x="7057" y="101288"/>
                  <a:pt x="6225" y="101336"/>
                  <a:pt x="5212" y="101336"/>
                </a:cubicBezTo>
                <a:cubicBezTo>
                  <a:pt x="4246" y="101336"/>
                  <a:pt x="3426" y="101288"/>
                  <a:pt x="2751" y="101192"/>
                </a:cubicBezTo>
                <a:cubicBezTo>
                  <a:pt x="2075" y="101095"/>
                  <a:pt x="1520" y="100963"/>
                  <a:pt x="1086" y="100794"/>
                </a:cubicBezTo>
                <a:cubicBezTo>
                  <a:pt x="651" y="100625"/>
                  <a:pt x="362" y="100396"/>
                  <a:pt x="217" y="100106"/>
                </a:cubicBezTo>
                <a:cubicBezTo>
                  <a:pt x="72" y="99815"/>
                  <a:pt x="0" y="99476"/>
                  <a:pt x="0" y="99090"/>
                </a:cubicBezTo>
                <a:lnTo>
                  <a:pt x="0" y="2319"/>
                </a:lnTo>
                <a:cubicBezTo>
                  <a:pt x="0" y="1932"/>
                  <a:pt x="84" y="1595"/>
                  <a:pt x="253" y="1305"/>
                </a:cubicBezTo>
                <a:cubicBezTo>
                  <a:pt x="422" y="1014"/>
                  <a:pt x="736" y="772"/>
                  <a:pt x="1194" y="579"/>
                </a:cubicBezTo>
                <a:cubicBezTo>
                  <a:pt x="1653" y="386"/>
                  <a:pt x="2268" y="241"/>
                  <a:pt x="3040" y="145"/>
                </a:cubicBezTo>
                <a:cubicBezTo>
                  <a:pt x="3812" y="48"/>
                  <a:pt x="4777" y="0"/>
                  <a:pt x="5935" y="0"/>
                </a:cubicBezTo>
                <a:cubicBezTo>
                  <a:pt x="7142" y="0"/>
                  <a:pt x="8131" y="48"/>
                  <a:pt x="8903" y="145"/>
                </a:cubicBezTo>
                <a:cubicBezTo>
                  <a:pt x="9675" y="241"/>
                  <a:pt x="10278" y="387"/>
                  <a:pt x="10713" y="581"/>
                </a:cubicBezTo>
                <a:cubicBezTo>
                  <a:pt x="11147" y="774"/>
                  <a:pt x="11461" y="1016"/>
                  <a:pt x="11654" y="1307"/>
                </a:cubicBezTo>
                <a:cubicBezTo>
                  <a:pt x="11847" y="1597"/>
                  <a:pt x="11943" y="1935"/>
                  <a:pt x="11943" y="2321"/>
                </a:cubicBezTo>
                <a:lnTo>
                  <a:pt x="11943" y="41415"/>
                </a:lnTo>
                <a:cubicBezTo>
                  <a:pt x="13873" y="39435"/>
                  <a:pt x="15743" y="37768"/>
                  <a:pt x="17553" y="36416"/>
                </a:cubicBezTo>
                <a:cubicBezTo>
                  <a:pt x="19363" y="35063"/>
                  <a:pt x="21136" y="33964"/>
                  <a:pt x="22873" y="33120"/>
                </a:cubicBezTo>
                <a:cubicBezTo>
                  <a:pt x="24610" y="32274"/>
                  <a:pt x="26347" y="31658"/>
                  <a:pt x="28085" y="31272"/>
                </a:cubicBezTo>
                <a:cubicBezTo>
                  <a:pt x="29822" y="30884"/>
                  <a:pt x="31656" y="30690"/>
                  <a:pt x="33586" y="30690"/>
                </a:cubicBezTo>
                <a:cubicBezTo>
                  <a:pt x="38315" y="30690"/>
                  <a:pt x="42356" y="31633"/>
                  <a:pt x="45710" y="33518"/>
                </a:cubicBezTo>
                <a:cubicBezTo>
                  <a:pt x="49064" y="35401"/>
                  <a:pt x="51790" y="37925"/>
                  <a:pt x="53889" y="41089"/>
                </a:cubicBezTo>
                <a:cubicBezTo>
                  <a:pt x="55988" y="44253"/>
                  <a:pt x="57521" y="47960"/>
                  <a:pt x="58486" y="52211"/>
                </a:cubicBezTo>
                <a:cubicBezTo>
                  <a:pt x="59451" y="56460"/>
                  <a:pt x="59933" y="60953"/>
                  <a:pt x="59933" y="65688"/>
                </a:cubicBezTo>
                <a:moveTo>
                  <a:pt x="47339" y="67063"/>
                </a:moveTo>
                <a:cubicBezTo>
                  <a:pt x="47339" y="63729"/>
                  <a:pt x="47085" y="60491"/>
                  <a:pt x="46579" y="57350"/>
                </a:cubicBezTo>
                <a:cubicBezTo>
                  <a:pt x="46072" y="54209"/>
                  <a:pt x="45191" y="51431"/>
                  <a:pt x="43937" y="49015"/>
                </a:cubicBezTo>
                <a:cubicBezTo>
                  <a:pt x="42682" y="46599"/>
                  <a:pt x="41017" y="44654"/>
                  <a:pt x="38942" y="43181"/>
                </a:cubicBezTo>
                <a:cubicBezTo>
                  <a:pt x="36867" y="41706"/>
                  <a:pt x="34286" y="40969"/>
                  <a:pt x="31197" y="40969"/>
                </a:cubicBezTo>
                <a:cubicBezTo>
                  <a:pt x="29653" y="40969"/>
                  <a:pt x="28133" y="41187"/>
                  <a:pt x="26637" y="41623"/>
                </a:cubicBezTo>
                <a:cubicBezTo>
                  <a:pt x="25141" y="42057"/>
                  <a:pt x="23621" y="42781"/>
                  <a:pt x="22077" y="43796"/>
                </a:cubicBezTo>
                <a:cubicBezTo>
                  <a:pt x="20533" y="44811"/>
                  <a:pt x="18928" y="46116"/>
                  <a:pt x="17263" y="47712"/>
                </a:cubicBezTo>
                <a:cubicBezTo>
                  <a:pt x="15599" y="49307"/>
                  <a:pt x="13825" y="51314"/>
                  <a:pt x="11943" y="53731"/>
                </a:cubicBezTo>
                <a:lnTo>
                  <a:pt x="11943" y="79744"/>
                </a:lnTo>
                <a:cubicBezTo>
                  <a:pt x="15225" y="83756"/>
                  <a:pt x="18361" y="86815"/>
                  <a:pt x="21353" y="88918"/>
                </a:cubicBezTo>
                <a:cubicBezTo>
                  <a:pt x="24345" y="91020"/>
                  <a:pt x="27457" y="92071"/>
                  <a:pt x="30690" y="92071"/>
                </a:cubicBezTo>
                <a:cubicBezTo>
                  <a:pt x="33682" y="92071"/>
                  <a:pt x="36240" y="91347"/>
                  <a:pt x="38363" y="89898"/>
                </a:cubicBezTo>
                <a:cubicBezTo>
                  <a:pt x="40486" y="88447"/>
                  <a:pt x="42211" y="86526"/>
                  <a:pt x="43539" y="84134"/>
                </a:cubicBezTo>
                <a:cubicBezTo>
                  <a:pt x="44866" y="81743"/>
                  <a:pt x="45831" y="79061"/>
                  <a:pt x="46434" y="76088"/>
                </a:cubicBezTo>
                <a:cubicBezTo>
                  <a:pt x="47037" y="73116"/>
                  <a:pt x="47339" y="70108"/>
                  <a:pt x="47339" y="67063"/>
                </a:cubicBezTo>
                <a:close/>
                <a:moveTo>
                  <a:pt x="115960" y="38218"/>
                </a:moveTo>
                <a:cubicBezTo>
                  <a:pt x="115960" y="39280"/>
                  <a:pt x="115935" y="40173"/>
                  <a:pt x="115887" y="40897"/>
                </a:cubicBezTo>
                <a:cubicBezTo>
                  <a:pt x="115839" y="41620"/>
                  <a:pt x="115742" y="42187"/>
                  <a:pt x="115598" y="42598"/>
                </a:cubicBezTo>
                <a:cubicBezTo>
                  <a:pt x="115453" y="43008"/>
                  <a:pt x="115272" y="43321"/>
                  <a:pt x="115055" y="43539"/>
                </a:cubicBezTo>
                <a:cubicBezTo>
                  <a:pt x="114838" y="43756"/>
                  <a:pt x="114536" y="43864"/>
                  <a:pt x="114150" y="43864"/>
                </a:cubicBezTo>
                <a:cubicBezTo>
                  <a:pt x="113764" y="43864"/>
                  <a:pt x="113293" y="43756"/>
                  <a:pt x="112739" y="43539"/>
                </a:cubicBezTo>
                <a:cubicBezTo>
                  <a:pt x="112184" y="43321"/>
                  <a:pt x="111556" y="43104"/>
                  <a:pt x="110857" y="42887"/>
                </a:cubicBezTo>
                <a:cubicBezTo>
                  <a:pt x="110157" y="42670"/>
                  <a:pt x="109373" y="42465"/>
                  <a:pt x="108504" y="42272"/>
                </a:cubicBezTo>
                <a:cubicBezTo>
                  <a:pt x="107636" y="42079"/>
                  <a:pt x="106695" y="41982"/>
                  <a:pt x="105681" y="41982"/>
                </a:cubicBezTo>
                <a:cubicBezTo>
                  <a:pt x="104475" y="41982"/>
                  <a:pt x="103293" y="42224"/>
                  <a:pt x="102134" y="42706"/>
                </a:cubicBezTo>
                <a:cubicBezTo>
                  <a:pt x="100976" y="43189"/>
                  <a:pt x="99758" y="43985"/>
                  <a:pt x="98479" y="45095"/>
                </a:cubicBezTo>
                <a:cubicBezTo>
                  <a:pt x="97200" y="46205"/>
                  <a:pt x="95861" y="47676"/>
                  <a:pt x="94462" y="49510"/>
                </a:cubicBezTo>
                <a:cubicBezTo>
                  <a:pt x="93062" y="51344"/>
                  <a:pt x="91518" y="53588"/>
                  <a:pt x="89829" y="56242"/>
                </a:cubicBezTo>
                <a:lnTo>
                  <a:pt x="89829" y="99093"/>
                </a:lnTo>
                <a:cubicBezTo>
                  <a:pt x="89829" y="99479"/>
                  <a:pt x="89733" y="99804"/>
                  <a:pt x="89540" y="100070"/>
                </a:cubicBezTo>
                <a:cubicBezTo>
                  <a:pt x="89347" y="100335"/>
                  <a:pt x="89033" y="100564"/>
                  <a:pt x="88599" y="100757"/>
                </a:cubicBezTo>
                <a:cubicBezTo>
                  <a:pt x="88164" y="100950"/>
                  <a:pt x="87561" y="101095"/>
                  <a:pt x="86789" y="101192"/>
                </a:cubicBezTo>
                <a:cubicBezTo>
                  <a:pt x="86017" y="101288"/>
                  <a:pt x="85028" y="101336"/>
                  <a:pt x="83821" y="101336"/>
                </a:cubicBezTo>
                <a:cubicBezTo>
                  <a:pt x="82663" y="101336"/>
                  <a:pt x="81698" y="101288"/>
                  <a:pt x="80926" y="101192"/>
                </a:cubicBezTo>
                <a:cubicBezTo>
                  <a:pt x="80154" y="101095"/>
                  <a:pt x="79539" y="100950"/>
                  <a:pt x="79080" y="100757"/>
                </a:cubicBezTo>
                <a:cubicBezTo>
                  <a:pt x="78622" y="100564"/>
                  <a:pt x="78308" y="100335"/>
                  <a:pt x="78139" y="100070"/>
                </a:cubicBezTo>
                <a:cubicBezTo>
                  <a:pt x="77970" y="99804"/>
                  <a:pt x="77886" y="99479"/>
                  <a:pt x="77886" y="99093"/>
                </a:cubicBezTo>
                <a:lnTo>
                  <a:pt x="77886" y="33948"/>
                </a:lnTo>
                <a:cubicBezTo>
                  <a:pt x="77886" y="33562"/>
                  <a:pt x="77958" y="33236"/>
                  <a:pt x="78103" y="32971"/>
                </a:cubicBezTo>
                <a:cubicBezTo>
                  <a:pt x="78248" y="32705"/>
                  <a:pt x="78537" y="32464"/>
                  <a:pt x="78972" y="32247"/>
                </a:cubicBezTo>
                <a:cubicBezTo>
                  <a:pt x="79406" y="32030"/>
                  <a:pt x="79961" y="31885"/>
                  <a:pt x="80637" y="31812"/>
                </a:cubicBezTo>
                <a:cubicBezTo>
                  <a:pt x="81312" y="31740"/>
                  <a:pt x="82205" y="31704"/>
                  <a:pt x="83315" y="31704"/>
                </a:cubicBezTo>
                <a:cubicBezTo>
                  <a:pt x="84376" y="31704"/>
                  <a:pt x="85257" y="31740"/>
                  <a:pt x="85957" y="31812"/>
                </a:cubicBezTo>
                <a:cubicBezTo>
                  <a:pt x="86656" y="31885"/>
                  <a:pt x="87199" y="32030"/>
                  <a:pt x="87585" y="32247"/>
                </a:cubicBezTo>
                <a:cubicBezTo>
                  <a:pt x="87971" y="32464"/>
                  <a:pt x="88249" y="32705"/>
                  <a:pt x="88418" y="32971"/>
                </a:cubicBezTo>
                <a:cubicBezTo>
                  <a:pt x="88587" y="33236"/>
                  <a:pt x="88671" y="33562"/>
                  <a:pt x="88671" y="33948"/>
                </a:cubicBezTo>
                <a:lnTo>
                  <a:pt x="88671" y="43430"/>
                </a:lnTo>
                <a:cubicBezTo>
                  <a:pt x="90457" y="40824"/>
                  <a:pt x="92133" y="38701"/>
                  <a:pt x="93702" y="37060"/>
                </a:cubicBezTo>
                <a:cubicBezTo>
                  <a:pt x="95270" y="35420"/>
                  <a:pt x="96754" y="34129"/>
                  <a:pt x="98153" y="33188"/>
                </a:cubicBezTo>
                <a:cubicBezTo>
                  <a:pt x="99553" y="32247"/>
                  <a:pt x="100940" y="31595"/>
                  <a:pt x="102315" y="31233"/>
                </a:cubicBezTo>
                <a:cubicBezTo>
                  <a:pt x="103691" y="30871"/>
                  <a:pt x="105078" y="30690"/>
                  <a:pt x="106477" y="30690"/>
                </a:cubicBezTo>
                <a:cubicBezTo>
                  <a:pt x="107105" y="30690"/>
                  <a:pt x="107816" y="30727"/>
                  <a:pt x="108613" y="30799"/>
                </a:cubicBezTo>
                <a:cubicBezTo>
                  <a:pt x="109409" y="30871"/>
                  <a:pt x="110241" y="31004"/>
                  <a:pt x="111110" y="31197"/>
                </a:cubicBezTo>
                <a:cubicBezTo>
                  <a:pt x="111979" y="31390"/>
                  <a:pt x="112763" y="31607"/>
                  <a:pt x="113462" y="31849"/>
                </a:cubicBezTo>
                <a:cubicBezTo>
                  <a:pt x="114162" y="32090"/>
                  <a:pt x="114657" y="32331"/>
                  <a:pt x="114946" y="32572"/>
                </a:cubicBezTo>
                <a:cubicBezTo>
                  <a:pt x="115236" y="32814"/>
                  <a:pt x="115429" y="33043"/>
                  <a:pt x="115525" y="33260"/>
                </a:cubicBezTo>
                <a:cubicBezTo>
                  <a:pt x="115622" y="33477"/>
                  <a:pt x="115706" y="33755"/>
                  <a:pt x="115779" y="34092"/>
                </a:cubicBezTo>
                <a:cubicBezTo>
                  <a:pt x="115851" y="34430"/>
                  <a:pt x="115899" y="34925"/>
                  <a:pt x="115923" y="35576"/>
                </a:cubicBezTo>
                <a:cubicBezTo>
                  <a:pt x="115948" y="36228"/>
                  <a:pt x="115960" y="37108"/>
                  <a:pt x="115960" y="38218"/>
                </a:cubicBezTo>
                <a:close/>
                <a:moveTo>
                  <a:pt x="145099" y="93049"/>
                </a:moveTo>
                <a:cubicBezTo>
                  <a:pt x="145099" y="96490"/>
                  <a:pt x="144532" y="98780"/>
                  <a:pt x="143398" y="99918"/>
                </a:cubicBezTo>
                <a:cubicBezTo>
                  <a:pt x="142264" y="101057"/>
                  <a:pt x="140201" y="101626"/>
                  <a:pt x="137209" y="101626"/>
                </a:cubicBezTo>
                <a:cubicBezTo>
                  <a:pt x="134314" y="101626"/>
                  <a:pt x="132311" y="101069"/>
                  <a:pt x="131201" y="99954"/>
                </a:cubicBezTo>
                <a:cubicBezTo>
                  <a:pt x="130091" y="98840"/>
                  <a:pt x="129536" y="96610"/>
                  <a:pt x="129536" y="93266"/>
                </a:cubicBezTo>
                <a:cubicBezTo>
                  <a:pt x="129536" y="89825"/>
                  <a:pt x="130103" y="87535"/>
                  <a:pt x="131237" y="86396"/>
                </a:cubicBezTo>
                <a:cubicBezTo>
                  <a:pt x="132371" y="85258"/>
                  <a:pt x="134434" y="84688"/>
                  <a:pt x="137426" y="84688"/>
                </a:cubicBezTo>
                <a:cubicBezTo>
                  <a:pt x="140321" y="84688"/>
                  <a:pt x="142324" y="85246"/>
                  <a:pt x="143434" y="86360"/>
                </a:cubicBezTo>
                <a:cubicBezTo>
                  <a:pt x="144544" y="87474"/>
                  <a:pt x="145099" y="89704"/>
                  <a:pt x="145099" y="93049"/>
                </a:cubicBezTo>
                <a:close/>
                <a:moveTo>
                  <a:pt x="227175" y="12595"/>
                </a:moveTo>
                <a:cubicBezTo>
                  <a:pt x="227175" y="13512"/>
                  <a:pt x="227127" y="14308"/>
                  <a:pt x="227030" y="14983"/>
                </a:cubicBezTo>
                <a:cubicBezTo>
                  <a:pt x="226934" y="15659"/>
                  <a:pt x="226777" y="16202"/>
                  <a:pt x="226560" y="16612"/>
                </a:cubicBezTo>
                <a:cubicBezTo>
                  <a:pt x="226343" y="17022"/>
                  <a:pt x="226077" y="17324"/>
                  <a:pt x="225764" y="17517"/>
                </a:cubicBezTo>
                <a:cubicBezTo>
                  <a:pt x="225450" y="17710"/>
                  <a:pt x="225100" y="17806"/>
                  <a:pt x="224714" y="17806"/>
                </a:cubicBezTo>
                <a:lnTo>
                  <a:pt x="198367" y="17806"/>
                </a:lnTo>
                <a:lnTo>
                  <a:pt x="198367" y="99020"/>
                </a:lnTo>
                <a:cubicBezTo>
                  <a:pt x="198367" y="99406"/>
                  <a:pt x="198270" y="99744"/>
                  <a:pt x="198077" y="100034"/>
                </a:cubicBezTo>
                <a:cubicBezTo>
                  <a:pt x="197884" y="100323"/>
                  <a:pt x="197546" y="100552"/>
                  <a:pt x="197064" y="100721"/>
                </a:cubicBezTo>
                <a:cubicBezTo>
                  <a:pt x="196581" y="100890"/>
                  <a:pt x="195942" y="101035"/>
                  <a:pt x="195146" y="101156"/>
                </a:cubicBezTo>
                <a:cubicBezTo>
                  <a:pt x="194349" y="101276"/>
                  <a:pt x="193348" y="101336"/>
                  <a:pt x="192142" y="101336"/>
                </a:cubicBezTo>
                <a:cubicBezTo>
                  <a:pt x="190984" y="101336"/>
                  <a:pt x="189994" y="101276"/>
                  <a:pt x="189174" y="101156"/>
                </a:cubicBezTo>
                <a:cubicBezTo>
                  <a:pt x="188354" y="101035"/>
                  <a:pt x="187702" y="100890"/>
                  <a:pt x="187220" y="100721"/>
                </a:cubicBezTo>
                <a:cubicBezTo>
                  <a:pt x="186737" y="100552"/>
                  <a:pt x="186399" y="100323"/>
                  <a:pt x="186206" y="100034"/>
                </a:cubicBezTo>
                <a:cubicBezTo>
                  <a:pt x="186013" y="99744"/>
                  <a:pt x="185917" y="99406"/>
                  <a:pt x="185917" y="99020"/>
                </a:cubicBezTo>
                <a:lnTo>
                  <a:pt x="185917" y="17806"/>
                </a:lnTo>
                <a:lnTo>
                  <a:pt x="159569" y="17806"/>
                </a:lnTo>
                <a:cubicBezTo>
                  <a:pt x="159183" y="17806"/>
                  <a:pt x="158833" y="17710"/>
                  <a:pt x="158520" y="17517"/>
                </a:cubicBezTo>
                <a:cubicBezTo>
                  <a:pt x="158206" y="17324"/>
                  <a:pt x="157953" y="17022"/>
                  <a:pt x="157760" y="16612"/>
                </a:cubicBezTo>
                <a:cubicBezTo>
                  <a:pt x="157567" y="16202"/>
                  <a:pt x="157410" y="15659"/>
                  <a:pt x="157289" y="14983"/>
                </a:cubicBezTo>
                <a:cubicBezTo>
                  <a:pt x="157169" y="14308"/>
                  <a:pt x="157108" y="13512"/>
                  <a:pt x="157108" y="12595"/>
                </a:cubicBezTo>
                <a:cubicBezTo>
                  <a:pt x="157108" y="11678"/>
                  <a:pt x="157169" y="10870"/>
                  <a:pt x="157289" y="10170"/>
                </a:cubicBezTo>
                <a:cubicBezTo>
                  <a:pt x="157410" y="9470"/>
                  <a:pt x="157567" y="8903"/>
                  <a:pt x="157760" y="8469"/>
                </a:cubicBezTo>
                <a:cubicBezTo>
                  <a:pt x="157953" y="8035"/>
                  <a:pt x="158206" y="7721"/>
                  <a:pt x="158520" y="7528"/>
                </a:cubicBezTo>
                <a:cubicBezTo>
                  <a:pt x="158833" y="7335"/>
                  <a:pt x="159183" y="7238"/>
                  <a:pt x="159569" y="7238"/>
                </a:cubicBezTo>
                <a:lnTo>
                  <a:pt x="224714" y="7238"/>
                </a:lnTo>
                <a:cubicBezTo>
                  <a:pt x="225100" y="7238"/>
                  <a:pt x="225450" y="7335"/>
                  <a:pt x="225764" y="7528"/>
                </a:cubicBezTo>
                <a:cubicBezTo>
                  <a:pt x="226077" y="7721"/>
                  <a:pt x="226343" y="8035"/>
                  <a:pt x="226560" y="8469"/>
                </a:cubicBezTo>
                <a:cubicBezTo>
                  <a:pt x="226777" y="8903"/>
                  <a:pt x="226934" y="9470"/>
                  <a:pt x="227030" y="10170"/>
                </a:cubicBezTo>
                <a:cubicBezTo>
                  <a:pt x="227127" y="10870"/>
                  <a:pt x="227175" y="11678"/>
                  <a:pt x="227175" y="12595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br.F">
            <a:extLst xmlns:a="http://schemas.openxmlformats.org/drawingml/2006/main">
              <a:ext uri="{FF2B5EF4-FFF2-40B4-BE49-F238E27FC236}">
                <a16:creationId xmlns:a16="http://schemas.microsoft.com/office/drawing/2014/main" id="{29B2D2A3-C56B-46D0-8287-FFB846C0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193" y="660080"/>
            <a:ext cx="217693" cy="102350"/>
          </a:xfrm>
          <a:custGeom xmlns:a="http://schemas.openxmlformats.org/drawingml/2006/main">
            <a:pathLst>
              <a:path w="217693" h="102350">
                <a:moveTo>
                  <a:pt x="59933" y="65688"/>
                </a:moveTo>
                <a:cubicBezTo>
                  <a:pt x="59933" y="71338"/>
                  <a:pt x="59318" y="76422"/>
                  <a:pt x="58088" y="80938"/>
                </a:cubicBezTo>
                <a:cubicBezTo>
                  <a:pt x="56857" y="85454"/>
                  <a:pt x="55047" y="89307"/>
                  <a:pt x="52659" y="92497"/>
                </a:cubicBezTo>
                <a:cubicBezTo>
                  <a:pt x="50270" y="95685"/>
                  <a:pt x="47339" y="98124"/>
                  <a:pt x="43864" y="99814"/>
                </a:cubicBezTo>
                <a:cubicBezTo>
                  <a:pt x="40390" y="101505"/>
                  <a:pt x="36409" y="102350"/>
                  <a:pt x="31921" y="102350"/>
                </a:cubicBezTo>
                <a:cubicBezTo>
                  <a:pt x="29846" y="102350"/>
                  <a:pt x="27928" y="102144"/>
                  <a:pt x="26167" y="101732"/>
                </a:cubicBezTo>
                <a:cubicBezTo>
                  <a:pt x="24405" y="101322"/>
                  <a:pt x="22680" y="100659"/>
                  <a:pt x="20991" y="99742"/>
                </a:cubicBezTo>
                <a:cubicBezTo>
                  <a:pt x="19302" y="98823"/>
                  <a:pt x="17613" y="97664"/>
                  <a:pt x="15924" y="96263"/>
                </a:cubicBezTo>
                <a:cubicBezTo>
                  <a:pt x="14235" y="94862"/>
                  <a:pt x="12450" y="93172"/>
                  <a:pt x="10568" y="91192"/>
                </a:cubicBezTo>
                <a:lnTo>
                  <a:pt x="10568" y="99106"/>
                </a:lnTo>
                <a:cubicBezTo>
                  <a:pt x="10568" y="99489"/>
                  <a:pt x="10471" y="99825"/>
                  <a:pt x="10278" y="100113"/>
                </a:cubicBezTo>
                <a:cubicBezTo>
                  <a:pt x="10085" y="100401"/>
                  <a:pt x="9772" y="100629"/>
                  <a:pt x="9337" y="100798"/>
                </a:cubicBezTo>
                <a:cubicBezTo>
                  <a:pt x="8903" y="100966"/>
                  <a:pt x="8360" y="101097"/>
                  <a:pt x="7709" y="101192"/>
                </a:cubicBezTo>
                <a:cubicBezTo>
                  <a:pt x="7057" y="101288"/>
                  <a:pt x="6225" y="101336"/>
                  <a:pt x="5212" y="101336"/>
                </a:cubicBezTo>
                <a:cubicBezTo>
                  <a:pt x="4246" y="101336"/>
                  <a:pt x="3426" y="101288"/>
                  <a:pt x="2751" y="101192"/>
                </a:cubicBezTo>
                <a:cubicBezTo>
                  <a:pt x="2075" y="101095"/>
                  <a:pt x="1520" y="100963"/>
                  <a:pt x="1086" y="100794"/>
                </a:cubicBezTo>
                <a:cubicBezTo>
                  <a:pt x="651" y="100625"/>
                  <a:pt x="362" y="100396"/>
                  <a:pt x="217" y="100106"/>
                </a:cubicBezTo>
                <a:cubicBezTo>
                  <a:pt x="72" y="99815"/>
                  <a:pt x="0" y="99476"/>
                  <a:pt x="0" y="99090"/>
                </a:cubicBezTo>
                <a:lnTo>
                  <a:pt x="0" y="2319"/>
                </a:lnTo>
                <a:cubicBezTo>
                  <a:pt x="0" y="1932"/>
                  <a:pt x="84" y="1595"/>
                  <a:pt x="253" y="1305"/>
                </a:cubicBezTo>
                <a:cubicBezTo>
                  <a:pt x="422" y="1014"/>
                  <a:pt x="736" y="772"/>
                  <a:pt x="1194" y="579"/>
                </a:cubicBezTo>
                <a:cubicBezTo>
                  <a:pt x="1653" y="386"/>
                  <a:pt x="2268" y="241"/>
                  <a:pt x="3040" y="145"/>
                </a:cubicBezTo>
                <a:cubicBezTo>
                  <a:pt x="3812" y="48"/>
                  <a:pt x="4777" y="0"/>
                  <a:pt x="5935" y="0"/>
                </a:cubicBezTo>
                <a:cubicBezTo>
                  <a:pt x="7142" y="0"/>
                  <a:pt x="8131" y="48"/>
                  <a:pt x="8903" y="145"/>
                </a:cubicBezTo>
                <a:cubicBezTo>
                  <a:pt x="9675" y="241"/>
                  <a:pt x="10278" y="387"/>
                  <a:pt x="10713" y="581"/>
                </a:cubicBezTo>
                <a:cubicBezTo>
                  <a:pt x="11147" y="774"/>
                  <a:pt x="11461" y="1016"/>
                  <a:pt x="11654" y="1307"/>
                </a:cubicBezTo>
                <a:cubicBezTo>
                  <a:pt x="11847" y="1597"/>
                  <a:pt x="11943" y="1935"/>
                  <a:pt x="11943" y="2321"/>
                </a:cubicBezTo>
                <a:lnTo>
                  <a:pt x="11943" y="41415"/>
                </a:lnTo>
                <a:cubicBezTo>
                  <a:pt x="13873" y="39435"/>
                  <a:pt x="15743" y="37768"/>
                  <a:pt x="17553" y="36416"/>
                </a:cubicBezTo>
                <a:cubicBezTo>
                  <a:pt x="19363" y="35063"/>
                  <a:pt x="21136" y="33964"/>
                  <a:pt x="22873" y="33120"/>
                </a:cubicBezTo>
                <a:cubicBezTo>
                  <a:pt x="24610" y="32274"/>
                  <a:pt x="26347" y="31658"/>
                  <a:pt x="28085" y="31272"/>
                </a:cubicBezTo>
                <a:cubicBezTo>
                  <a:pt x="29822" y="30884"/>
                  <a:pt x="31656" y="30690"/>
                  <a:pt x="33586" y="30690"/>
                </a:cubicBezTo>
                <a:cubicBezTo>
                  <a:pt x="38315" y="30690"/>
                  <a:pt x="42356" y="31633"/>
                  <a:pt x="45710" y="33518"/>
                </a:cubicBezTo>
                <a:cubicBezTo>
                  <a:pt x="49064" y="35401"/>
                  <a:pt x="51790" y="37925"/>
                  <a:pt x="53889" y="41089"/>
                </a:cubicBezTo>
                <a:cubicBezTo>
                  <a:pt x="55988" y="44253"/>
                  <a:pt x="57521" y="47960"/>
                  <a:pt x="58486" y="52211"/>
                </a:cubicBezTo>
                <a:cubicBezTo>
                  <a:pt x="59451" y="56460"/>
                  <a:pt x="59933" y="60953"/>
                  <a:pt x="59933" y="65688"/>
                </a:cubicBezTo>
                <a:moveTo>
                  <a:pt x="47339" y="67063"/>
                </a:moveTo>
                <a:cubicBezTo>
                  <a:pt x="47339" y="63729"/>
                  <a:pt x="47085" y="60491"/>
                  <a:pt x="46579" y="57350"/>
                </a:cubicBezTo>
                <a:cubicBezTo>
                  <a:pt x="46072" y="54209"/>
                  <a:pt x="45191" y="51431"/>
                  <a:pt x="43937" y="49015"/>
                </a:cubicBezTo>
                <a:cubicBezTo>
                  <a:pt x="42682" y="46599"/>
                  <a:pt x="41017" y="44654"/>
                  <a:pt x="38942" y="43181"/>
                </a:cubicBezTo>
                <a:cubicBezTo>
                  <a:pt x="36867" y="41706"/>
                  <a:pt x="34286" y="40969"/>
                  <a:pt x="31197" y="40969"/>
                </a:cubicBezTo>
                <a:cubicBezTo>
                  <a:pt x="29653" y="40969"/>
                  <a:pt x="28133" y="41187"/>
                  <a:pt x="26637" y="41623"/>
                </a:cubicBezTo>
                <a:cubicBezTo>
                  <a:pt x="25141" y="42057"/>
                  <a:pt x="23621" y="42781"/>
                  <a:pt x="22077" y="43796"/>
                </a:cubicBezTo>
                <a:cubicBezTo>
                  <a:pt x="20533" y="44811"/>
                  <a:pt x="18928" y="46116"/>
                  <a:pt x="17263" y="47712"/>
                </a:cubicBezTo>
                <a:cubicBezTo>
                  <a:pt x="15599" y="49307"/>
                  <a:pt x="13825" y="51314"/>
                  <a:pt x="11943" y="53731"/>
                </a:cubicBezTo>
                <a:lnTo>
                  <a:pt x="11943" y="79744"/>
                </a:lnTo>
                <a:cubicBezTo>
                  <a:pt x="15225" y="83756"/>
                  <a:pt x="18361" y="86815"/>
                  <a:pt x="21353" y="88918"/>
                </a:cubicBezTo>
                <a:cubicBezTo>
                  <a:pt x="24345" y="91020"/>
                  <a:pt x="27457" y="92071"/>
                  <a:pt x="30690" y="92071"/>
                </a:cubicBezTo>
                <a:cubicBezTo>
                  <a:pt x="33682" y="92071"/>
                  <a:pt x="36240" y="91347"/>
                  <a:pt x="38363" y="89898"/>
                </a:cubicBezTo>
                <a:cubicBezTo>
                  <a:pt x="40486" y="88447"/>
                  <a:pt x="42211" y="86526"/>
                  <a:pt x="43539" y="84134"/>
                </a:cubicBezTo>
                <a:cubicBezTo>
                  <a:pt x="44866" y="81743"/>
                  <a:pt x="45831" y="79061"/>
                  <a:pt x="46434" y="76088"/>
                </a:cubicBezTo>
                <a:cubicBezTo>
                  <a:pt x="47037" y="73116"/>
                  <a:pt x="47339" y="70108"/>
                  <a:pt x="47339" y="67063"/>
                </a:cubicBezTo>
                <a:close/>
                <a:moveTo>
                  <a:pt x="115960" y="38218"/>
                </a:moveTo>
                <a:cubicBezTo>
                  <a:pt x="115960" y="39280"/>
                  <a:pt x="115936" y="40173"/>
                  <a:pt x="115887" y="40897"/>
                </a:cubicBezTo>
                <a:cubicBezTo>
                  <a:pt x="115839" y="41620"/>
                  <a:pt x="115743" y="42187"/>
                  <a:pt x="115598" y="42598"/>
                </a:cubicBezTo>
                <a:cubicBezTo>
                  <a:pt x="115453" y="43008"/>
                  <a:pt x="115272" y="43321"/>
                  <a:pt x="115055" y="43539"/>
                </a:cubicBezTo>
                <a:cubicBezTo>
                  <a:pt x="114838" y="43756"/>
                  <a:pt x="114536" y="43864"/>
                  <a:pt x="114150" y="43864"/>
                </a:cubicBezTo>
                <a:cubicBezTo>
                  <a:pt x="113764" y="43864"/>
                  <a:pt x="113294" y="43756"/>
                  <a:pt x="112739" y="43539"/>
                </a:cubicBezTo>
                <a:cubicBezTo>
                  <a:pt x="112184" y="43321"/>
                  <a:pt x="111557" y="43104"/>
                  <a:pt x="110857" y="42887"/>
                </a:cubicBezTo>
                <a:cubicBezTo>
                  <a:pt x="110157" y="42670"/>
                  <a:pt x="109373" y="42465"/>
                  <a:pt x="108504" y="42272"/>
                </a:cubicBezTo>
                <a:cubicBezTo>
                  <a:pt x="107636" y="42079"/>
                  <a:pt x="106695" y="41982"/>
                  <a:pt x="105681" y="41982"/>
                </a:cubicBezTo>
                <a:cubicBezTo>
                  <a:pt x="104475" y="41982"/>
                  <a:pt x="103293" y="42224"/>
                  <a:pt x="102135" y="42706"/>
                </a:cubicBezTo>
                <a:cubicBezTo>
                  <a:pt x="100977" y="43189"/>
                  <a:pt x="99758" y="43985"/>
                  <a:pt x="98479" y="45095"/>
                </a:cubicBezTo>
                <a:cubicBezTo>
                  <a:pt x="97201" y="46205"/>
                  <a:pt x="95861" y="47676"/>
                  <a:pt x="94462" y="49510"/>
                </a:cubicBezTo>
                <a:cubicBezTo>
                  <a:pt x="93063" y="51344"/>
                  <a:pt x="91518" y="53588"/>
                  <a:pt x="89830" y="56242"/>
                </a:cubicBezTo>
                <a:lnTo>
                  <a:pt x="89830" y="99093"/>
                </a:lnTo>
                <a:cubicBezTo>
                  <a:pt x="89830" y="99479"/>
                  <a:pt x="89733" y="99804"/>
                  <a:pt x="89540" y="100070"/>
                </a:cubicBezTo>
                <a:cubicBezTo>
                  <a:pt x="89347" y="100335"/>
                  <a:pt x="89033" y="100564"/>
                  <a:pt x="88599" y="100757"/>
                </a:cubicBezTo>
                <a:cubicBezTo>
                  <a:pt x="88165" y="100950"/>
                  <a:pt x="87562" y="101095"/>
                  <a:pt x="86789" y="101192"/>
                </a:cubicBezTo>
                <a:cubicBezTo>
                  <a:pt x="86017" y="101288"/>
                  <a:pt x="85028" y="101336"/>
                  <a:pt x="83822" y="101336"/>
                </a:cubicBezTo>
                <a:cubicBezTo>
                  <a:pt x="82664" y="101336"/>
                  <a:pt x="81698" y="101288"/>
                  <a:pt x="80926" y="101192"/>
                </a:cubicBezTo>
                <a:cubicBezTo>
                  <a:pt x="80154" y="101095"/>
                  <a:pt x="79539" y="100950"/>
                  <a:pt x="79081" y="100757"/>
                </a:cubicBezTo>
                <a:cubicBezTo>
                  <a:pt x="78622" y="100564"/>
                  <a:pt x="78309" y="100335"/>
                  <a:pt x="78140" y="100070"/>
                </a:cubicBezTo>
                <a:cubicBezTo>
                  <a:pt x="77971" y="99804"/>
                  <a:pt x="77886" y="99479"/>
                  <a:pt x="77886" y="99093"/>
                </a:cubicBezTo>
                <a:lnTo>
                  <a:pt x="77886" y="33948"/>
                </a:lnTo>
                <a:cubicBezTo>
                  <a:pt x="77886" y="33562"/>
                  <a:pt x="77959" y="33236"/>
                  <a:pt x="78103" y="32971"/>
                </a:cubicBezTo>
                <a:cubicBezTo>
                  <a:pt x="78248" y="32705"/>
                  <a:pt x="78538" y="32464"/>
                  <a:pt x="78972" y="32247"/>
                </a:cubicBezTo>
                <a:cubicBezTo>
                  <a:pt x="79406" y="32030"/>
                  <a:pt x="79961" y="31885"/>
                  <a:pt x="80637" y="31812"/>
                </a:cubicBezTo>
                <a:cubicBezTo>
                  <a:pt x="81312" y="31740"/>
                  <a:pt x="82205" y="31704"/>
                  <a:pt x="83315" y="31704"/>
                </a:cubicBezTo>
                <a:cubicBezTo>
                  <a:pt x="84377" y="31704"/>
                  <a:pt x="85257" y="31740"/>
                  <a:pt x="85957" y="31812"/>
                </a:cubicBezTo>
                <a:cubicBezTo>
                  <a:pt x="86657" y="31885"/>
                  <a:pt x="87200" y="32030"/>
                  <a:pt x="87586" y="32247"/>
                </a:cubicBezTo>
                <a:cubicBezTo>
                  <a:pt x="87972" y="32464"/>
                  <a:pt x="88249" y="32705"/>
                  <a:pt x="88418" y="32971"/>
                </a:cubicBezTo>
                <a:cubicBezTo>
                  <a:pt x="88587" y="33236"/>
                  <a:pt x="88671" y="33562"/>
                  <a:pt x="88671" y="33948"/>
                </a:cubicBezTo>
                <a:lnTo>
                  <a:pt x="88671" y="43430"/>
                </a:lnTo>
                <a:cubicBezTo>
                  <a:pt x="90457" y="40824"/>
                  <a:pt x="92134" y="38701"/>
                  <a:pt x="93702" y="37060"/>
                </a:cubicBezTo>
                <a:cubicBezTo>
                  <a:pt x="95270" y="35420"/>
                  <a:pt x="96754" y="34129"/>
                  <a:pt x="98154" y="33188"/>
                </a:cubicBezTo>
                <a:cubicBezTo>
                  <a:pt x="99553" y="32247"/>
                  <a:pt x="100940" y="31595"/>
                  <a:pt x="102316" y="31233"/>
                </a:cubicBezTo>
                <a:cubicBezTo>
                  <a:pt x="103691" y="30871"/>
                  <a:pt x="105078" y="30690"/>
                  <a:pt x="106478" y="30690"/>
                </a:cubicBezTo>
                <a:cubicBezTo>
                  <a:pt x="107105" y="30690"/>
                  <a:pt x="107817" y="30727"/>
                  <a:pt x="108613" y="30799"/>
                </a:cubicBezTo>
                <a:cubicBezTo>
                  <a:pt x="109409" y="30871"/>
                  <a:pt x="110242" y="31004"/>
                  <a:pt x="111110" y="31197"/>
                </a:cubicBezTo>
                <a:cubicBezTo>
                  <a:pt x="111979" y="31390"/>
                  <a:pt x="112763" y="31607"/>
                  <a:pt x="113463" y="31849"/>
                </a:cubicBezTo>
                <a:cubicBezTo>
                  <a:pt x="114162" y="32090"/>
                  <a:pt x="114657" y="32331"/>
                  <a:pt x="114947" y="32572"/>
                </a:cubicBezTo>
                <a:cubicBezTo>
                  <a:pt x="115236" y="32814"/>
                  <a:pt x="115429" y="33043"/>
                  <a:pt x="115526" y="33260"/>
                </a:cubicBezTo>
                <a:cubicBezTo>
                  <a:pt x="115622" y="33477"/>
                  <a:pt x="115707" y="33755"/>
                  <a:pt x="115779" y="34092"/>
                </a:cubicBezTo>
                <a:cubicBezTo>
                  <a:pt x="115851" y="34430"/>
                  <a:pt x="115900" y="34925"/>
                  <a:pt x="115924" y="35576"/>
                </a:cubicBezTo>
                <a:cubicBezTo>
                  <a:pt x="115948" y="36228"/>
                  <a:pt x="115960" y="37108"/>
                  <a:pt x="115960" y="38218"/>
                </a:cubicBezTo>
                <a:close/>
                <a:moveTo>
                  <a:pt x="145099" y="93049"/>
                </a:moveTo>
                <a:cubicBezTo>
                  <a:pt x="145099" y="96490"/>
                  <a:pt x="144532" y="98780"/>
                  <a:pt x="143398" y="99918"/>
                </a:cubicBezTo>
                <a:cubicBezTo>
                  <a:pt x="142264" y="101057"/>
                  <a:pt x="140201" y="101626"/>
                  <a:pt x="137209" y="101626"/>
                </a:cubicBezTo>
                <a:cubicBezTo>
                  <a:pt x="134314" y="101626"/>
                  <a:pt x="132312" y="101069"/>
                  <a:pt x="131202" y="99954"/>
                </a:cubicBezTo>
                <a:cubicBezTo>
                  <a:pt x="130092" y="98840"/>
                  <a:pt x="129537" y="96610"/>
                  <a:pt x="129537" y="93266"/>
                </a:cubicBezTo>
                <a:cubicBezTo>
                  <a:pt x="129537" y="89825"/>
                  <a:pt x="130104" y="87535"/>
                  <a:pt x="131238" y="86396"/>
                </a:cubicBezTo>
                <a:cubicBezTo>
                  <a:pt x="132372" y="85258"/>
                  <a:pt x="134435" y="84688"/>
                  <a:pt x="137427" y="84688"/>
                </a:cubicBezTo>
                <a:cubicBezTo>
                  <a:pt x="140322" y="84688"/>
                  <a:pt x="142325" y="85246"/>
                  <a:pt x="143434" y="86360"/>
                </a:cubicBezTo>
                <a:cubicBezTo>
                  <a:pt x="144544" y="87474"/>
                  <a:pt x="145099" y="89704"/>
                  <a:pt x="145099" y="93049"/>
                </a:cubicBezTo>
                <a:close/>
                <a:moveTo>
                  <a:pt x="217693" y="12595"/>
                </a:moveTo>
                <a:cubicBezTo>
                  <a:pt x="217693" y="13512"/>
                  <a:pt x="217645" y="14308"/>
                  <a:pt x="217548" y="14983"/>
                </a:cubicBezTo>
                <a:cubicBezTo>
                  <a:pt x="217452" y="15659"/>
                  <a:pt x="217283" y="16202"/>
                  <a:pt x="217042" y="16612"/>
                </a:cubicBezTo>
                <a:cubicBezTo>
                  <a:pt x="216800" y="17022"/>
                  <a:pt x="216523" y="17324"/>
                  <a:pt x="216209" y="17517"/>
                </a:cubicBezTo>
                <a:cubicBezTo>
                  <a:pt x="215896" y="17710"/>
                  <a:pt x="215570" y="17806"/>
                  <a:pt x="215232" y="17806"/>
                </a:cubicBezTo>
                <a:lnTo>
                  <a:pt x="180922" y="17806"/>
                </a:lnTo>
                <a:lnTo>
                  <a:pt x="180922" y="49583"/>
                </a:lnTo>
                <a:lnTo>
                  <a:pt x="213350" y="49583"/>
                </a:lnTo>
                <a:cubicBezTo>
                  <a:pt x="213688" y="49583"/>
                  <a:pt x="214014" y="49667"/>
                  <a:pt x="214327" y="49836"/>
                </a:cubicBezTo>
                <a:cubicBezTo>
                  <a:pt x="214641" y="50005"/>
                  <a:pt x="214918" y="50282"/>
                  <a:pt x="215160" y="50668"/>
                </a:cubicBezTo>
                <a:cubicBezTo>
                  <a:pt x="215401" y="51054"/>
                  <a:pt x="215570" y="51573"/>
                  <a:pt x="215666" y="52224"/>
                </a:cubicBezTo>
                <a:cubicBezTo>
                  <a:pt x="215763" y="52876"/>
                  <a:pt x="215811" y="53708"/>
                  <a:pt x="215811" y="54722"/>
                </a:cubicBezTo>
                <a:cubicBezTo>
                  <a:pt x="215811" y="55639"/>
                  <a:pt x="215763" y="56423"/>
                  <a:pt x="215666" y="57074"/>
                </a:cubicBezTo>
                <a:cubicBezTo>
                  <a:pt x="215570" y="57726"/>
                  <a:pt x="215401" y="58256"/>
                  <a:pt x="215160" y="58667"/>
                </a:cubicBezTo>
                <a:cubicBezTo>
                  <a:pt x="214918" y="59077"/>
                  <a:pt x="214641" y="59390"/>
                  <a:pt x="214327" y="59608"/>
                </a:cubicBezTo>
                <a:cubicBezTo>
                  <a:pt x="214014" y="59825"/>
                  <a:pt x="213688" y="59933"/>
                  <a:pt x="213350" y="59933"/>
                </a:cubicBezTo>
                <a:lnTo>
                  <a:pt x="180922" y="59933"/>
                </a:lnTo>
                <a:lnTo>
                  <a:pt x="180922" y="99016"/>
                </a:lnTo>
                <a:cubicBezTo>
                  <a:pt x="180922" y="99355"/>
                  <a:pt x="180826" y="99681"/>
                  <a:pt x="180633" y="99995"/>
                </a:cubicBezTo>
                <a:cubicBezTo>
                  <a:pt x="180440" y="100309"/>
                  <a:pt x="180102" y="100551"/>
                  <a:pt x="179619" y="100721"/>
                </a:cubicBezTo>
                <a:cubicBezTo>
                  <a:pt x="179137" y="100890"/>
                  <a:pt x="178510" y="101035"/>
                  <a:pt x="177738" y="101156"/>
                </a:cubicBezTo>
                <a:cubicBezTo>
                  <a:pt x="176965" y="101276"/>
                  <a:pt x="175952" y="101336"/>
                  <a:pt x="174697" y="101336"/>
                </a:cubicBezTo>
                <a:cubicBezTo>
                  <a:pt x="173539" y="101336"/>
                  <a:pt x="172550" y="101276"/>
                  <a:pt x="171730" y="101156"/>
                </a:cubicBezTo>
                <a:cubicBezTo>
                  <a:pt x="170909" y="101035"/>
                  <a:pt x="170258" y="100890"/>
                  <a:pt x="169775" y="100721"/>
                </a:cubicBezTo>
                <a:cubicBezTo>
                  <a:pt x="169293" y="100552"/>
                  <a:pt x="168955" y="100311"/>
                  <a:pt x="168762" y="99997"/>
                </a:cubicBezTo>
                <a:cubicBezTo>
                  <a:pt x="168569" y="99684"/>
                  <a:pt x="168472" y="99358"/>
                  <a:pt x="168472" y="99020"/>
                </a:cubicBezTo>
                <a:lnTo>
                  <a:pt x="168472" y="12305"/>
                </a:lnTo>
                <a:cubicBezTo>
                  <a:pt x="168472" y="10423"/>
                  <a:pt x="168967" y="9108"/>
                  <a:pt x="169956" y="8360"/>
                </a:cubicBezTo>
                <a:cubicBezTo>
                  <a:pt x="170946" y="7612"/>
                  <a:pt x="171995" y="7238"/>
                  <a:pt x="173105" y="7238"/>
                </a:cubicBezTo>
                <a:lnTo>
                  <a:pt x="215232" y="7238"/>
                </a:lnTo>
                <a:cubicBezTo>
                  <a:pt x="215570" y="7238"/>
                  <a:pt x="215896" y="7335"/>
                  <a:pt x="216209" y="7528"/>
                </a:cubicBezTo>
                <a:cubicBezTo>
                  <a:pt x="216523" y="7721"/>
                  <a:pt x="216800" y="8035"/>
                  <a:pt x="217042" y="8469"/>
                </a:cubicBezTo>
                <a:cubicBezTo>
                  <a:pt x="217283" y="8903"/>
                  <a:pt x="217452" y="9470"/>
                  <a:pt x="217548" y="10170"/>
                </a:cubicBezTo>
                <a:cubicBezTo>
                  <a:pt x="217645" y="10870"/>
                  <a:pt x="217693" y="11678"/>
                  <a:pt x="217693" y="12595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3EB03-4C2B-44E2-9B6D-51E77CC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349" y="1233876"/>
            <a:ext cx="10" cy="1769995"/>
          </a:xfrm>
          <a:custGeom xmlns:a="http://schemas.openxmlformats.org/drawingml/2006/main">
            <a:pathLst>
              <a:path w="1" h="1769995" fill="none">
                <a:moveTo>
                  <a:pt x="0" y="0"/>
                </a:moveTo>
                <a:lnTo>
                  <a:pt x="0" y="1769995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4E649-A2AA-4AC4-950E-4731ECE3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241" y="2995470"/>
            <a:ext cx="66214" cy="66214"/>
          </a:xfrm>
          <a:custGeom xmlns:a="http://schemas.openxmlformats.org/drawingml/2006/main">
            <a:pathLst>
              <a:path w="66214" h="66214">
                <a:moveTo>
                  <a:pt x="66214" y="0"/>
                </a:moveTo>
                <a:lnTo>
                  <a:pt x="33107" y="66214"/>
                </a:lnTo>
                <a:lnTo>
                  <a:pt x="0" y="0"/>
                </a:lnTo>
                <a:lnTo>
                  <a:pt x="6621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4166E-DF4B-4679-8FCB-C4B181B4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395" y="1097494"/>
            <a:ext cx="1731947" cy="2147515"/>
          </a:xfrm>
          <a:custGeom xmlns:a="http://schemas.openxmlformats.org/drawingml/2006/main">
            <a:pathLst>
              <a:path w="1731947" h="2147515">
                <a:moveTo>
                  <a:pt x="66708" y="2147515"/>
                </a:moveTo>
                <a:cubicBezTo>
                  <a:pt x="29648" y="2147515"/>
                  <a:pt x="0" y="2117867"/>
                  <a:pt x="0" y="2080807"/>
                </a:cubicBezTo>
                <a:lnTo>
                  <a:pt x="0" y="66708"/>
                </a:lnTo>
                <a:cubicBezTo>
                  <a:pt x="0" y="29648"/>
                  <a:pt x="29648" y="0"/>
                  <a:pt x="66708" y="0"/>
                </a:cubicBezTo>
                <a:lnTo>
                  <a:pt x="1665733" y="0"/>
                </a:lnTo>
                <a:cubicBezTo>
                  <a:pt x="1702299" y="0"/>
                  <a:pt x="1731947" y="29648"/>
                  <a:pt x="1731947" y="66708"/>
                </a:cubicBezTo>
                <a:lnTo>
                  <a:pt x="1731947" y="2080807"/>
                </a:lnTo>
                <a:cubicBezTo>
                  <a:pt x="1731947" y="2117867"/>
                  <a:pt x="1702299" y="2147515"/>
                  <a:pt x="1665733" y="2147515"/>
                </a:cubicBezTo>
                <a:lnTo>
                  <a:pt x="66708" y="2147515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74F1A-A77C-4DAB-A855-BD8FAAE8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394" y="1097494"/>
            <a:ext cx="1731939" cy="2147515"/>
          </a:xfrm>
          <a:custGeom xmlns:a="http://schemas.openxmlformats.org/drawingml/2006/main">
            <a:pathLst>
              <a:path w="1731939" h="2147515" fill="none">
                <a:moveTo>
                  <a:pt x="66708" y="2147515"/>
                </a:moveTo>
                <a:lnTo>
                  <a:pt x="1665733" y="2147515"/>
                </a:lnTo>
                <a:cubicBezTo>
                  <a:pt x="1702299" y="2147515"/>
                  <a:pt x="1731939" y="2117867"/>
                  <a:pt x="1731939" y="2080807"/>
                </a:cubicBezTo>
                <a:lnTo>
                  <a:pt x="1731939" y="66708"/>
                </a:lnTo>
                <a:cubicBezTo>
                  <a:pt x="1731939" y="29648"/>
                  <a:pt x="1702299" y="0"/>
                  <a:pt x="1665733" y="0"/>
                </a:cubicBezTo>
                <a:lnTo>
                  <a:pt x="66708" y="0"/>
                </a:lnTo>
                <a:cubicBezTo>
                  <a:pt x="29648" y="0"/>
                  <a:pt x="0" y="29648"/>
                  <a:pt x="0" y="66708"/>
                </a:cubicBezTo>
                <a:lnTo>
                  <a:pt x="0" y="2080807"/>
                </a:lnTo>
                <a:cubicBezTo>
                  <a:pt x="0" y="2117867"/>
                  <a:pt x="29648" y="2147515"/>
                  <a:pt x="66708" y="21475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530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52" name="Text CFGoffunction@f">
            <a:extLst xmlns:a="http://schemas.openxmlformats.org/drawingml/2006/main">
              <a:ext uri="{FF2B5EF4-FFF2-40B4-BE49-F238E27FC236}">
                <a16:creationId xmlns:a16="http://schemas.microsoft.com/office/drawing/2014/main" id="{6EEF4A94-9AE0-41DC-9834-ED90DC60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849" y="1177506"/>
            <a:ext cx="1139197" cy="118998"/>
          </a:xfrm>
          <a:custGeom xmlns:a="http://schemas.openxmlformats.org/drawingml/2006/main">
            <a:pathLst>
              <a:path w="1139197" h="118998">
                <a:moveTo>
                  <a:pt x="67968" y="88018"/>
                </a:moveTo>
                <a:cubicBezTo>
                  <a:pt x="67968" y="88790"/>
                  <a:pt x="67944" y="89466"/>
                  <a:pt x="67895" y="90045"/>
                </a:cubicBezTo>
                <a:cubicBezTo>
                  <a:pt x="67847" y="90624"/>
                  <a:pt x="67763" y="91130"/>
                  <a:pt x="67642" y="91565"/>
                </a:cubicBezTo>
                <a:cubicBezTo>
                  <a:pt x="67521" y="91999"/>
                  <a:pt x="67365" y="92385"/>
                  <a:pt x="67172" y="92723"/>
                </a:cubicBezTo>
                <a:cubicBezTo>
                  <a:pt x="66979" y="93061"/>
                  <a:pt x="66641" y="93473"/>
                  <a:pt x="66158" y="93960"/>
                </a:cubicBezTo>
                <a:cubicBezTo>
                  <a:pt x="65676" y="94446"/>
                  <a:pt x="64662" y="95187"/>
                  <a:pt x="63118" y="96184"/>
                </a:cubicBezTo>
                <a:cubicBezTo>
                  <a:pt x="61574" y="97180"/>
                  <a:pt x="59656" y="98153"/>
                  <a:pt x="57364" y="99102"/>
                </a:cubicBezTo>
                <a:cubicBezTo>
                  <a:pt x="55072" y="100050"/>
                  <a:pt x="52442" y="100852"/>
                  <a:pt x="49474" y="101508"/>
                </a:cubicBezTo>
                <a:cubicBezTo>
                  <a:pt x="46506" y="102166"/>
                  <a:pt x="43261" y="102495"/>
                  <a:pt x="39738" y="102495"/>
                </a:cubicBezTo>
                <a:cubicBezTo>
                  <a:pt x="33658" y="102495"/>
                  <a:pt x="28169" y="101481"/>
                  <a:pt x="23271" y="99455"/>
                </a:cubicBezTo>
                <a:cubicBezTo>
                  <a:pt x="18373" y="97428"/>
                  <a:pt x="14199" y="94436"/>
                  <a:pt x="10749" y="90479"/>
                </a:cubicBezTo>
                <a:cubicBezTo>
                  <a:pt x="7299" y="86522"/>
                  <a:pt x="4645" y="81636"/>
                  <a:pt x="2787" y="75821"/>
                </a:cubicBezTo>
                <a:cubicBezTo>
                  <a:pt x="929" y="70007"/>
                  <a:pt x="0" y="63311"/>
                  <a:pt x="0" y="55735"/>
                </a:cubicBezTo>
                <a:cubicBezTo>
                  <a:pt x="0" y="47966"/>
                  <a:pt x="1001" y="41041"/>
                  <a:pt x="3004" y="34961"/>
                </a:cubicBezTo>
                <a:cubicBezTo>
                  <a:pt x="5007" y="28881"/>
                  <a:pt x="7817" y="23730"/>
                  <a:pt x="11437" y="19507"/>
                </a:cubicBezTo>
                <a:cubicBezTo>
                  <a:pt x="15056" y="15285"/>
                  <a:pt x="19387" y="12064"/>
                  <a:pt x="24429" y="9844"/>
                </a:cubicBezTo>
                <a:cubicBezTo>
                  <a:pt x="29472" y="7624"/>
                  <a:pt x="35058" y="6514"/>
                  <a:pt x="41186" y="6514"/>
                </a:cubicBezTo>
                <a:cubicBezTo>
                  <a:pt x="43888" y="6514"/>
                  <a:pt x="46518" y="6770"/>
                  <a:pt x="49076" y="7281"/>
                </a:cubicBezTo>
                <a:cubicBezTo>
                  <a:pt x="51633" y="7793"/>
                  <a:pt x="53998" y="8437"/>
                  <a:pt x="56169" y="9215"/>
                </a:cubicBezTo>
                <a:cubicBezTo>
                  <a:pt x="58341" y="9993"/>
                  <a:pt x="60271" y="10894"/>
                  <a:pt x="61960" y="11916"/>
                </a:cubicBezTo>
                <a:cubicBezTo>
                  <a:pt x="63649" y="12937"/>
                  <a:pt x="64819" y="13776"/>
                  <a:pt x="65471" y="14434"/>
                </a:cubicBezTo>
                <a:cubicBezTo>
                  <a:pt x="66122" y="15090"/>
                  <a:pt x="66544" y="15587"/>
                  <a:pt x="66737" y="15924"/>
                </a:cubicBezTo>
                <a:cubicBezTo>
                  <a:pt x="66930" y="16262"/>
                  <a:pt x="67087" y="16660"/>
                  <a:pt x="67208" y="17119"/>
                </a:cubicBezTo>
                <a:cubicBezTo>
                  <a:pt x="67328" y="17577"/>
                  <a:pt x="67425" y="18120"/>
                  <a:pt x="67497" y="18747"/>
                </a:cubicBezTo>
                <a:cubicBezTo>
                  <a:pt x="67570" y="19375"/>
                  <a:pt x="67606" y="20123"/>
                  <a:pt x="67606" y="20991"/>
                </a:cubicBezTo>
                <a:cubicBezTo>
                  <a:pt x="67606" y="21956"/>
                  <a:pt x="67558" y="22777"/>
                  <a:pt x="67461" y="23452"/>
                </a:cubicBezTo>
                <a:cubicBezTo>
                  <a:pt x="67365" y="24128"/>
                  <a:pt x="67220" y="24695"/>
                  <a:pt x="67027" y="25153"/>
                </a:cubicBezTo>
                <a:cubicBezTo>
                  <a:pt x="66834" y="25612"/>
                  <a:pt x="66605" y="25949"/>
                  <a:pt x="66339" y="26167"/>
                </a:cubicBezTo>
                <a:cubicBezTo>
                  <a:pt x="66074" y="26384"/>
                  <a:pt x="65748" y="26492"/>
                  <a:pt x="65362" y="26492"/>
                </a:cubicBezTo>
                <a:cubicBezTo>
                  <a:pt x="64686" y="26492"/>
                  <a:pt x="63745" y="26018"/>
                  <a:pt x="62539" y="25069"/>
                </a:cubicBezTo>
                <a:cubicBezTo>
                  <a:pt x="61333" y="24121"/>
                  <a:pt x="59776" y="23075"/>
                  <a:pt x="57870" y="21932"/>
                </a:cubicBezTo>
                <a:cubicBezTo>
                  <a:pt x="55964" y="20789"/>
                  <a:pt x="53648" y="19743"/>
                  <a:pt x="50922" y="18795"/>
                </a:cubicBezTo>
                <a:cubicBezTo>
                  <a:pt x="48195" y="17846"/>
                  <a:pt x="44926" y="17372"/>
                  <a:pt x="41114" y="17372"/>
                </a:cubicBezTo>
                <a:cubicBezTo>
                  <a:pt x="36964" y="17372"/>
                  <a:pt x="33188" y="18204"/>
                  <a:pt x="29786" y="19869"/>
                </a:cubicBezTo>
                <a:cubicBezTo>
                  <a:pt x="26384" y="21534"/>
                  <a:pt x="23476" y="23983"/>
                  <a:pt x="21064" y="27216"/>
                </a:cubicBezTo>
                <a:cubicBezTo>
                  <a:pt x="18651" y="30449"/>
                  <a:pt x="16781" y="34394"/>
                  <a:pt x="15454" y="39051"/>
                </a:cubicBezTo>
                <a:cubicBezTo>
                  <a:pt x="14127" y="43707"/>
                  <a:pt x="13463" y="49028"/>
                  <a:pt x="13463" y="55011"/>
                </a:cubicBezTo>
                <a:cubicBezTo>
                  <a:pt x="13463" y="60947"/>
                  <a:pt x="14103" y="66194"/>
                  <a:pt x="15381" y="70755"/>
                </a:cubicBezTo>
                <a:cubicBezTo>
                  <a:pt x="16660" y="75315"/>
                  <a:pt x="18494" y="79127"/>
                  <a:pt x="20883" y="82191"/>
                </a:cubicBezTo>
                <a:cubicBezTo>
                  <a:pt x="23271" y="85255"/>
                  <a:pt x="26203" y="87572"/>
                  <a:pt x="29677" y="89140"/>
                </a:cubicBezTo>
                <a:cubicBezTo>
                  <a:pt x="33152" y="90708"/>
                  <a:pt x="37084" y="91492"/>
                  <a:pt x="41476" y="91492"/>
                </a:cubicBezTo>
                <a:cubicBezTo>
                  <a:pt x="45191" y="91492"/>
                  <a:pt x="48436" y="91030"/>
                  <a:pt x="51211" y="90106"/>
                </a:cubicBezTo>
                <a:cubicBezTo>
                  <a:pt x="53986" y="89181"/>
                  <a:pt x="56350" y="88148"/>
                  <a:pt x="58305" y="87005"/>
                </a:cubicBezTo>
                <a:cubicBezTo>
                  <a:pt x="60259" y="85862"/>
                  <a:pt x="61864" y="84828"/>
                  <a:pt x="63118" y="83903"/>
                </a:cubicBezTo>
                <a:cubicBezTo>
                  <a:pt x="64373" y="82979"/>
                  <a:pt x="65362" y="82517"/>
                  <a:pt x="66086" y="82517"/>
                </a:cubicBezTo>
                <a:cubicBezTo>
                  <a:pt x="66424" y="82517"/>
                  <a:pt x="66713" y="82589"/>
                  <a:pt x="66954" y="82734"/>
                </a:cubicBezTo>
                <a:cubicBezTo>
                  <a:pt x="67196" y="82879"/>
                  <a:pt x="67389" y="83156"/>
                  <a:pt x="67534" y="83566"/>
                </a:cubicBezTo>
                <a:cubicBezTo>
                  <a:pt x="67678" y="83977"/>
                  <a:pt x="67787" y="84544"/>
                  <a:pt x="67859" y="85267"/>
                </a:cubicBezTo>
                <a:cubicBezTo>
                  <a:pt x="67932" y="85991"/>
                  <a:pt x="67968" y="86908"/>
                  <a:pt x="67968" y="88018"/>
                </a:cubicBezTo>
                <a:close/>
                <a:moveTo>
                  <a:pt x="133632" y="13029"/>
                </a:moveTo>
                <a:cubicBezTo>
                  <a:pt x="133632" y="13946"/>
                  <a:pt x="133584" y="14742"/>
                  <a:pt x="133487" y="15418"/>
                </a:cubicBezTo>
                <a:cubicBezTo>
                  <a:pt x="133390" y="16093"/>
                  <a:pt x="133222" y="16636"/>
                  <a:pt x="132980" y="17046"/>
                </a:cubicBezTo>
                <a:cubicBezTo>
                  <a:pt x="132739" y="17456"/>
                  <a:pt x="132462" y="17758"/>
                  <a:pt x="132148" y="17951"/>
                </a:cubicBezTo>
                <a:cubicBezTo>
                  <a:pt x="131834" y="18144"/>
                  <a:pt x="131509" y="18241"/>
                  <a:pt x="131171" y="18241"/>
                </a:cubicBezTo>
                <a:lnTo>
                  <a:pt x="96861" y="18241"/>
                </a:lnTo>
                <a:lnTo>
                  <a:pt x="96861" y="50017"/>
                </a:lnTo>
                <a:lnTo>
                  <a:pt x="129289" y="50017"/>
                </a:lnTo>
                <a:cubicBezTo>
                  <a:pt x="129627" y="50017"/>
                  <a:pt x="129952" y="50101"/>
                  <a:pt x="130266" y="50270"/>
                </a:cubicBezTo>
                <a:cubicBezTo>
                  <a:pt x="130580" y="50439"/>
                  <a:pt x="130857" y="50717"/>
                  <a:pt x="131098" y="51103"/>
                </a:cubicBezTo>
                <a:cubicBezTo>
                  <a:pt x="131340" y="51489"/>
                  <a:pt x="131509" y="52007"/>
                  <a:pt x="131605" y="52659"/>
                </a:cubicBezTo>
                <a:cubicBezTo>
                  <a:pt x="131702" y="53310"/>
                  <a:pt x="131750" y="54143"/>
                  <a:pt x="131750" y="55156"/>
                </a:cubicBezTo>
                <a:cubicBezTo>
                  <a:pt x="131750" y="56073"/>
                  <a:pt x="131702" y="56857"/>
                  <a:pt x="131605" y="57508"/>
                </a:cubicBezTo>
                <a:cubicBezTo>
                  <a:pt x="131509" y="58160"/>
                  <a:pt x="131340" y="58691"/>
                  <a:pt x="131098" y="59101"/>
                </a:cubicBezTo>
                <a:cubicBezTo>
                  <a:pt x="130857" y="59511"/>
                  <a:pt x="130580" y="59825"/>
                  <a:pt x="130266" y="60042"/>
                </a:cubicBezTo>
                <a:cubicBezTo>
                  <a:pt x="129952" y="60259"/>
                  <a:pt x="129627" y="60368"/>
                  <a:pt x="129289" y="60368"/>
                </a:cubicBezTo>
                <a:lnTo>
                  <a:pt x="96861" y="60368"/>
                </a:lnTo>
                <a:lnTo>
                  <a:pt x="96861" y="99450"/>
                </a:lnTo>
                <a:cubicBezTo>
                  <a:pt x="96861" y="99789"/>
                  <a:pt x="96765" y="100116"/>
                  <a:pt x="96572" y="100429"/>
                </a:cubicBezTo>
                <a:cubicBezTo>
                  <a:pt x="96379" y="100743"/>
                  <a:pt x="96041" y="100985"/>
                  <a:pt x="95558" y="101156"/>
                </a:cubicBezTo>
                <a:cubicBezTo>
                  <a:pt x="95076" y="101324"/>
                  <a:pt x="94448" y="101469"/>
                  <a:pt x="93676" y="101590"/>
                </a:cubicBezTo>
                <a:cubicBezTo>
                  <a:pt x="92904" y="101710"/>
                  <a:pt x="91891" y="101771"/>
                  <a:pt x="90636" y="101771"/>
                </a:cubicBezTo>
                <a:cubicBezTo>
                  <a:pt x="89478" y="101771"/>
                  <a:pt x="88489" y="101710"/>
                  <a:pt x="87668" y="101590"/>
                </a:cubicBezTo>
                <a:cubicBezTo>
                  <a:pt x="86848" y="101469"/>
                  <a:pt x="86197" y="101324"/>
                  <a:pt x="85714" y="101156"/>
                </a:cubicBezTo>
                <a:cubicBezTo>
                  <a:pt x="85232" y="100987"/>
                  <a:pt x="84894" y="100745"/>
                  <a:pt x="84701" y="100432"/>
                </a:cubicBezTo>
                <a:cubicBezTo>
                  <a:pt x="84508" y="100118"/>
                  <a:pt x="84411" y="99792"/>
                  <a:pt x="84411" y="99455"/>
                </a:cubicBezTo>
                <a:lnTo>
                  <a:pt x="84411" y="12739"/>
                </a:lnTo>
                <a:cubicBezTo>
                  <a:pt x="84411" y="10857"/>
                  <a:pt x="84906" y="9543"/>
                  <a:pt x="85895" y="8795"/>
                </a:cubicBezTo>
                <a:cubicBezTo>
                  <a:pt x="86884" y="8047"/>
                  <a:pt x="87934" y="7673"/>
                  <a:pt x="89044" y="7673"/>
                </a:cubicBezTo>
                <a:lnTo>
                  <a:pt x="131171" y="7673"/>
                </a:lnTo>
                <a:cubicBezTo>
                  <a:pt x="131509" y="7673"/>
                  <a:pt x="131834" y="7769"/>
                  <a:pt x="132148" y="7962"/>
                </a:cubicBezTo>
                <a:cubicBezTo>
                  <a:pt x="132462" y="8155"/>
                  <a:pt x="132739" y="8469"/>
                  <a:pt x="132980" y="8903"/>
                </a:cubicBezTo>
                <a:cubicBezTo>
                  <a:pt x="133222" y="9337"/>
                  <a:pt x="133390" y="9904"/>
                  <a:pt x="133487" y="10604"/>
                </a:cubicBezTo>
                <a:cubicBezTo>
                  <a:pt x="133584" y="11304"/>
                  <a:pt x="133632" y="12112"/>
                  <a:pt x="133632" y="13029"/>
                </a:cubicBezTo>
                <a:close/>
                <a:moveTo>
                  <a:pt x="222782" y="20412"/>
                </a:moveTo>
                <a:cubicBezTo>
                  <a:pt x="222782" y="21329"/>
                  <a:pt x="222733" y="22137"/>
                  <a:pt x="222637" y="22837"/>
                </a:cubicBezTo>
                <a:cubicBezTo>
                  <a:pt x="222540" y="23537"/>
                  <a:pt x="222396" y="24116"/>
                  <a:pt x="222203" y="24574"/>
                </a:cubicBezTo>
                <a:cubicBezTo>
                  <a:pt x="222010" y="25033"/>
                  <a:pt x="221768" y="25358"/>
                  <a:pt x="221479" y="25551"/>
                </a:cubicBezTo>
                <a:cubicBezTo>
                  <a:pt x="221189" y="25744"/>
                  <a:pt x="220876" y="25841"/>
                  <a:pt x="220538" y="25841"/>
                </a:cubicBezTo>
                <a:cubicBezTo>
                  <a:pt x="219959" y="25841"/>
                  <a:pt x="218994" y="25382"/>
                  <a:pt x="217642" y="24466"/>
                </a:cubicBezTo>
                <a:cubicBezTo>
                  <a:pt x="216291" y="23549"/>
                  <a:pt x="214482" y="22535"/>
                  <a:pt x="212214" y="21425"/>
                </a:cubicBezTo>
                <a:cubicBezTo>
                  <a:pt x="209946" y="20316"/>
                  <a:pt x="207231" y="19302"/>
                  <a:pt x="204071" y="18385"/>
                </a:cubicBezTo>
                <a:cubicBezTo>
                  <a:pt x="200910" y="17468"/>
                  <a:pt x="197158" y="17010"/>
                  <a:pt x="192815" y="17010"/>
                </a:cubicBezTo>
                <a:cubicBezTo>
                  <a:pt x="187652" y="17010"/>
                  <a:pt x="183019" y="17951"/>
                  <a:pt x="178917" y="19833"/>
                </a:cubicBezTo>
                <a:cubicBezTo>
                  <a:pt x="174816" y="21715"/>
                  <a:pt x="171341" y="24321"/>
                  <a:pt x="168494" y="27650"/>
                </a:cubicBezTo>
                <a:cubicBezTo>
                  <a:pt x="165647" y="30980"/>
                  <a:pt x="163464" y="34937"/>
                  <a:pt x="161944" y="39521"/>
                </a:cubicBezTo>
                <a:cubicBezTo>
                  <a:pt x="160423" y="44106"/>
                  <a:pt x="159663" y="49076"/>
                  <a:pt x="159663" y="54432"/>
                </a:cubicBezTo>
                <a:cubicBezTo>
                  <a:pt x="159663" y="60416"/>
                  <a:pt x="160496" y="65724"/>
                  <a:pt x="162161" y="70356"/>
                </a:cubicBezTo>
                <a:cubicBezTo>
                  <a:pt x="163825" y="74989"/>
                  <a:pt x="166130" y="78898"/>
                  <a:pt x="169073" y="82083"/>
                </a:cubicBezTo>
                <a:cubicBezTo>
                  <a:pt x="172017" y="85267"/>
                  <a:pt x="175527" y="87680"/>
                  <a:pt x="179605" y="89321"/>
                </a:cubicBezTo>
                <a:cubicBezTo>
                  <a:pt x="183683" y="90962"/>
                  <a:pt x="188158" y="91782"/>
                  <a:pt x="193032" y="91782"/>
                </a:cubicBezTo>
                <a:cubicBezTo>
                  <a:pt x="195927" y="91782"/>
                  <a:pt x="198859" y="91432"/>
                  <a:pt x="201827" y="90732"/>
                </a:cubicBezTo>
                <a:cubicBezTo>
                  <a:pt x="204794" y="90033"/>
                  <a:pt x="207557" y="88983"/>
                  <a:pt x="210115" y="87584"/>
                </a:cubicBezTo>
                <a:lnTo>
                  <a:pt x="210115" y="60295"/>
                </a:lnTo>
                <a:lnTo>
                  <a:pt x="188400" y="60295"/>
                </a:lnTo>
                <a:cubicBezTo>
                  <a:pt x="187579" y="60295"/>
                  <a:pt x="186964" y="59885"/>
                  <a:pt x="186554" y="59065"/>
                </a:cubicBezTo>
                <a:cubicBezTo>
                  <a:pt x="186144" y="58244"/>
                  <a:pt x="185939" y="56966"/>
                  <a:pt x="185939" y="55228"/>
                </a:cubicBezTo>
                <a:cubicBezTo>
                  <a:pt x="185939" y="54312"/>
                  <a:pt x="185987" y="53527"/>
                  <a:pt x="186083" y="52876"/>
                </a:cubicBezTo>
                <a:cubicBezTo>
                  <a:pt x="186180" y="52224"/>
                  <a:pt x="186337" y="51694"/>
                  <a:pt x="186554" y="51284"/>
                </a:cubicBezTo>
                <a:cubicBezTo>
                  <a:pt x="186771" y="50873"/>
                  <a:pt x="187024" y="50572"/>
                  <a:pt x="187314" y="50379"/>
                </a:cubicBezTo>
                <a:cubicBezTo>
                  <a:pt x="187603" y="50186"/>
                  <a:pt x="187965" y="50089"/>
                  <a:pt x="188400" y="50089"/>
                </a:cubicBezTo>
                <a:lnTo>
                  <a:pt x="218149" y="50089"/>
                </a:lnTo>
                <a:cubicBezTo>
                  <a:pt x="218680" y="50089"/>
                  <a:pt x="219211" y="50186"/>
                  <a:pt x="219742" y="50379"/>
                </a:cubicBezTo>
                <a:cubicBezTo>
                  <a:pt x="220272" y="50572"/>
                  <a:pt x="220755" y="50861"/>
                  <a:pt x="221189" y="51247"/>
                </a:cubicBezTo>
                <a:cubicBezTo>
                  <a:pt x="221623" y="51633"/>
                  <a:pt x="221961" y="52164"/>
                  <a:pt x="222203" y="52840"/>
                </a:cubicBezTo>
                <a:cubicBezTo>
                  <a:pt x="222444" y="53515"/>
                  <a:pt x="222564" y="54287"/>
                  <a:pt x="222564" y="55156"/>
                </a:cubicBezTo>
                <a:lnTo>
                  <a:pt x="222564" y="90841"/>
                </a:lnTo>
                <a:cubicBezTo>
                  <a:pt x="222564" y="92096"/>
                  <a:pt x="222347" y="93181"/>
                  <a:pt x="221913" y="94098"/>
                </a:cubicBezTo>
                <a:cubicBezTo>
                  <a:pt x="221479" y="95015"/>
                  <a:pt x="220562" y="95823"/>
                  <a:pt x="219162" y="96523"/>
                </a:cubicBezTo>
                <a:cubicBezTo>
                  <a:pt x="217763" y="97223"/>
                  <a:pt x="215953" y="97983"/>
                  <a:pt x="213734" y="98803"/>
                </a:cubicBezTo>
                <a:cubicBezTo>
                  <a:pt x="211514" y="99623"/>
                  <a:pt x="209222" y="100323"/>
                  <a:pt x="206857" y="100902"/>
                </a:cubicBezTo>
                <a:cubicBezTo>
                  <a:pt x="204493" y="101481"/>
                  <a:pt x="202104" y="101916"/>
                  <a:pt x="199691" y="102205"/>
                </a:cubicBezTo>
                <a:cubicBezTo>
                  <a:pt x="197279" y="102495"/>
                  <a:pt x="194890" y="102639"/>
                  <a:pt x="192525" y="102639"/>
                </a:cubicBezTo>
                <a:cubicBezTo>
                  <a:pt x="185287" y="102639"/>
                  <a:pt x="178821" y="101517"/>
                  <a:pt x="173127" y="99274"/>
                </a:cubicBezTo>
                <a:cubicBezTo>
                  <a:pt x="167433" y="97030"/>
                  <a:pt x="162619" y="93833"/>
                  <a:pt x="158686" y="89683"/>
                </a:cubicBezTo>
                <a:cubicBezTo>
                  <a:pt x="154753" y="85533"/>
                  <a:pt x="151750" y="80563"/>
                  <a:pt x="149675" y="74772"/>
                </a:cubicBezTo>
                <a:cubicBezTo>
                  <a:pt x="147600" y="68981"/>
                  <a:pt x="146562" y="62515"/>
                  <a:pt x="146562" y="55373"/>
                </a:cubicBezTo>
                <a:cubicBezTo>
                  <a:pt x="146562" y="47942"/>
                  <a:pt x="147684" y="41210"/>
                  <a:pt x="149928" y="35178"/>
                </a:cubicBezTo>
                <a:cubicBezTo>
                  <a:pt x="152172" y="29146"/>
                  <a:pt x="155333" y="24007"/>
                  <a:pt x="159410" y="19761"/>
                </a:cubicBezTo>
                <a:cubicBezTo>
                  <a:pt x="163488" y="15514"/>
                  <a:pt x="168386" y="12221"/>
                  <a:pt x="174104" y="9880"/>
                </a:cubicBezTo>
                <a:cubicBezTo>
                  <a:pt x="179822" y="7540"/>
                  <a:pt x="186156" y="6370"/>
                  <a:pt x="193104" y="6370"/>
                </a:cubicBezTo>
                <a:cubicBezTo>
                  <a:pt x="196675" y="6370"/>
                  <a:pt x="200029" y="6683"/>
                  <a:pt x="203166" y="7311"/>
                </a:cubicBezTo>
                <a:cubicBezTo>
                  <a:pt x="206302" y="7938"/>
                  <a:pt x="209089" y="8674"/>
                  <a:pt x="211526" y="9518"/>
                </a:cubicBezTo>
                <a:cubicBezTo>
                  <a:pt x="213963" y="10363"/>
                  <a:pt x="216014" y="11280"/>
                  <a:pt x="217679" y="12269"/>
                </a:cubicBezTo>
                <a:cubicBezTo>
                  <a:pt x="219343" y="13258"/>
                  <a:pt x="220489" y="14066"/>
                  <a:pt x="221117" y="14694"/>
                </a:cubicBezTo>
                <a:cubicBezTo>
                  <a:pt x="221744" y="15321"/>
                  <a:pt x="222178" y="16045"/>
                  <a:pt x="222420" y="16865"/>
                </a:cubicBezTo>
                <a:cubicBezTo>
                  <a:pt x="222661" y="17686"/>
                  <a:pt x="222782" y="18868"/>
                  <a:pt x="222782" y="20412"/>
                </a:cubicBezTo>
                <a:close/>
                <a:moveTo>
                  <a:pt x="338572" y="66267"/>
                </a:moveTo>
                <a:cubicBezTo>
                  <a:pt x="338572" y="71579"/>
                  <a:pt x="337872" y="76470"/>
                  <a:pt x="336473" y="80938"/>
                </a:cubicBezTo>
                <a:cubicBezTo>
                  <a:pt x="335074" y="85406"/>
                  <a:pt x="332987" y="89259"/>
                  <a:pt x="330212" y="92497"/>
                </a:cubicBezTo>
                <a:cubicBezTo>
                  <a:pt x="327437" y="95733"/>
                  <a:pt x="323963" y="98256"/>
                  <a:pt x="319789" y="100068"/>
                </a:cubicBezTo>
                <a:cubicBezTo>
                  <a:pt x="315615" y="101879"/>
                  <a:pt x="310777" y="102784"/>
                  <a:pt x="305276" y="102784"/>
                </a:cubicBezTo>
                <a:cubicBezTo>
                  <a:pt x="299920" y="102784"/>
                  <a:pt x="295251" y="101987"/>
                  <a:pt x="291270" y="100393"/>
                </a:cubicBezTo>
                <a:cubicBezTo>
                  <a:pt x="287289" y="98799"/>
                  <a:pt x="283971" y="96481"/>
                  <a:pt x="281317" y="93438"/>
                </a:cubicBezTo>
                <a:cubicBezTo>
                  <a:pt x="278663" y="90395"/>
                  <a:pt x="276685" y="86699"/>
                  <a:pt x="275382" y="82352"/>
                </a:cubicBezTo>
                <a:cubicBezTo>
                  <a:pt x="274079" y="78004"/>
                  <a:pt x="273427" y="73077"/>
                  <a:pt x="273427" y="67570"/>
                </a:cubicBezTo>
                <a:cubicBezTo>
                  <a:pt x="273427" y="62257"/>
                  <a:pt x="274115" y="57367"/>
                  <a:pt x="275490" y="52899"/>
                </a:cubicBezTo>
                <a:cubicBezTo>
                  <a:pt x="276865" y="48430"/>
                  <a:pt x="278940" y="44578"/>
                  <a:pt x="281715" y="41342"/>
                </a:cubicBezTo>
                <a:cubicBezTo>
                  <a:pt x="284490" y="38104"/>
                  <a:pt x="287952" y="35592"/>
                  <a:pt x="292102" y="33805"/>
                </a:cubicBezTo>
                <a:cubicBezTo>
                  <a:pt x="296252" y="32018"/>
                  <a:pt x="301102" y="31125"/>
                  <a:pt x="306651" y="31125"/>
                </a:cubicBezTo>
                <a:cubicBezTo>
                  <a:pt x="312008" y="31125"/>
                  <a:pt x="316676" y="31922"/>
                  <a:pt x="320657" y="33516"/>
                </a:cubicBezTo>
                <a:cubicBezTo>
                  <a:pt x="324638" y="35110"/>
                  <a:pt x="327956" y="37428"/>
                  <a:pt x="330610" y="40471"/>
                </a:cubicBezTo>
                <a:cubicBezTo>
                  <a:pt x="333264" y="43514"/>
                  <a:pt x="335255" y="47210"/>
                  <a:pt x="336582" y="51557"/>
                </a:cubicBezTo>
                <a:cubicBezTo>
                  <a:pt x="337909" y="55905"/>
                  <a:pt x="338572" y="60808"/>
                  <a:pt x="338572" y="66267"/>
                </a:cubicBezTo>
                <a:moveTo>
                  <a:pt x="325977" y="67063"/>
                </a:moveTo>
                <a:cubicBezTo>
                  <a:pt x="325977" y="63536"/>
                  <a:pt x="325652" y="60202"/>
                  <a:pt x="325000" y="57061"/>
                </a:cubicBezTo>
                <a:cubicBezTo>
                  <a:pt x="324349" y="53919"/>
                  <a:pt x="323275" y="51165"/>
                  <a:pt x="321779" y="48798"/>
                </a:cubicBezTo>
                <a:cubicBezTo>
                  <a:pt x="320283" y="46430"/>
                  <a:pt x="318257" y="44558"/>
                  <a:pt x="315699" y="43181"/>
                </a:cubicBezTo>
                <a:cubicBezTo>
                  <a:pt x="313142" y="41803"/>
                  <a:pt x="309957" y="41114"/>
                  <a:pt x="306144" y="41114"/>
                </a:cubicBezTo>
                <a:cubicBezTo>
                  <a:pt x="302622" y="41114"/>
                  <a:pt x="299594" y="41742"/>
                  <a:pt x="297060" y="42998"/>
                </a:cubicBezTo>
                <a:cubicBezTo>
                  <a:pt x="294527" y="44254"/>
                  <a:pt x="292440" y="46030"/>
                  <a:pt x="290799" y="48327"/>
                </a:cubicBezTo>
                <a:cubicBezTo>
                  <a:pt x="289159" y="50622"/>
                  <a:pt x="287940" y="53340"/>
                  <a:pt x="287144" y="56482"/>
                </a:cubicBezTo>
                <a:cubicBezTo>
                  <a:pt x="286348" y="59621"/>
                  <a:pt x="285950" y="63052"/>
                  <a:pt x="285950" y="66774"/>
                </a:cubicBezTo>
                <a:cubicBezTo>
                  <a:pt x="285950" y="70349"/>
                  <a:pt x="286275" y="73707"/>
                  <a:pt x="286927" y="76848"/>
                </a:cubicBezTo>
                <a:cubicBezTo>
                  <a:pt x="287578" y="79989"/>
                  <a:pt x="288664" y="82732"/>
                  <a:pt x="290184" y="85075"/>
                </a:cubicBezTo>
                <a:cubicBezTo>
                  <a:pt x="291704" y="87419"/>
                  <a:pt x="293743" y="89279"/>
                  <a:pt x="296300" y="90658"/>
                </a:cubicBezTo>
                <a:cubicBezTo>
                  <a:pt x="298858" y="92034"/>
                  <a:pt x="302043" y="92723"/>
                  <a:pt x="305855" y="92723"/>
                </a:cubicBezTo>
                <a:cubicBezTo>
                  <a:pt x="309329" y="92723"/>
                  <a:pt x="312345" y="92095"/>
                  <a:pt x="314903" y="90839"/>
                </a:cubicBezTo>
                <a:cubicBezTo>
                  <a:pt x="317460" y="89583"/>
                  <a:pt x="319560" y="87819"/>
                  <a:pt x="321200" y="85548"/>
                </a:cubicBezTo>
                <a:cubicBezTo>
                  <a:pt x="322841" y="83275"/>
                  <a:pt x="324047" y="80569"/>
                  <a:pt x="324819" y="77430"/>
                </a:cubicBezTo>
                <a:cubicBezTo>
                  <a:pt x="325591" y="74289"/>
                  <a:pt x="325977" y="70833"/>
                  <a:pt x="325977" y="67063"/>
                </a:cubicBezTo>
                <a:close/>
                <a:moveTo>
                  <a:pt x="391766" y="7600"/>
                </a:moveTo>
                <a:cubicBezTo>
                  <a:pt x="391766" y="8517"/>
                  <a:pt x="391718" y="9253"/>
                  <a:pt x="391621" y="9808"/>
                </a:cubicBezTo>
                <a:cubicBezTo>
                  <a:pt x="391525" y="10363"/>
                  <a:pt x="391416" y="10809"/>
                  <a:pt x="391296" y="11147"/>
                </a:cubicBezTo>
                <a:cubicBezTo>
                  <a:pt x="391175" y="11485"/>
                  <a:pt x="391018" y="11714"/>
                  <a:pt x="390825" y="11835"/>
                </a:cubicBezTo>
                <a:cubicBezTo>
                  <a:pt x="390632" y="11955"/>
                  <a:pt x="390391" y="12016"/>
                  <a:pt x="390101" y="12016"/>
                </a:cubicBezTo>
                <a:cubicBezTo>
                  <a:pt x="389763" y="12016"/>
                  <a:pt x="389341" y="11907"/>
                  <a:pt x="388835" y="11690"/>
                </a:cubicBezTo>
                <a:cubicBezTo>
                  <a:pt x="388328" y="11473"/>
                  <a:pt x="387713" y="11231"/>
                  <a:pt x="386989" y="10966"/>
                </a:cubicBezTo>
                <a:cubicBezTo>
                  <a:pt x="386265" y="10701"/>
                  <a:pt x="385408" y="10459"/>
                  <a:pt x="384419" y="10242"/>
                </a:cubicBezTo>
                <a:cubicBezTo>
                  <a:pt x="383430" y="10025"/>
                  <a:pt x="382284" y="9917"/>
                  <a:pt x="380981" y="9917"/>
                </a:cubicBezTo>
                <a:cubicBezTo>
                  <a:pt x="379196" y="9917"/>
                  <a:pt x="377675" y="10205"/>
                  <a:pt x="376421" y="10783"/>
                </a:cubicBezTo>
                <a:cubicBezTo>
                  <a:pt x="375166" y="11360"/>
                  <a:pt x="374153" y="12262"/>
                  <a:pt x="373381" y="13488"/>
                </a:cubicBezTo>
                <a:cubicBezTo>
                  <a:pt x="372609" y="14714"/>
                  <a:pt x="372054" y="16301"/>
                  <a:pt x="371716" y="18250"/>
                </a:cubicBezTo>
                <a:cubicBezTo>
                  <a:pt x="371378" y="20198"/>
                  <a:pt x="371209" y="22567"/>
                  <a:pt x="371209" y="25357"/>
                </a:cubicBezTo>
                <a:lnTo>
                  <a:pt x="371209" y="32428"/>
                </a:lnTo>
                <a:lnTo>
                  <a:pt x="385758" y="32428"/>
                </a:lnTo>
                <a:cubicBezTo>
                  <a:pt x="386144" y="32428"/>
                  <a:pt x="386470" y="32512"/>
                  <a:pt x="386735" y="32681"/>
                </a:cubicBezTo>
                <a:cubicBezTo>
                  <a:pt x="387001" y="32850"/>
                  <a:pt x="387242" y="33139"/>
                  <a:pt x="387459" y="33550"/>
                </a:cubicBezTo>
                <a:cubicBezTo>
                  <a:pt x="387676" y="33960"/>
                  <a:pt x="387845" y="34479"/>
                  <a:pt x="387966" y="35106"/>
                </a:cubicBezTo>
                <a:cubicBezTo>
                  <a:pt x="388087" y="35733"/>
                  <a:pt x="388147" y="36505"/>
                  <a:pt x="388147" y="37422"/>
                </a:cubicBezTo>
                <a:cubicBezTo>
                  <a:pt x="388147" y="39159"/>
                  <a:pt x="387930" y="40414"/>
                  <a:pt x="387495" y="41186"/>
                </a:cubicBezTo>
                <a:cubicBezTo>
                  <a:pt x="387061" y="41958"/>
                  <a:pt x="386482" y="42344"/>
                  <a:pt x="385758" y="42344"/>
                </a:cubicBezTo>
                <a:lnTo>
                  <a:pt x="371209" y="42344"/>
                </a:lnTo>
                <a:lnTo>
                  <a:pt x="371209" y="99525"/>
                </a:lnTo>
                <a:cubicBezTo>
                  <a:pt x="371209" y="99911"/>
                  <a:pt x="371113" y="100237"/>
                  <a:pt x="370920" y="100504"/>
                </a:cubicBezTo>
                <a:cubicBezTo>
                  <a:pt x="370727" y="100769"/>
                  <a:pt x="370401" y="100999"/>
                  <a:pt x="369943" y="101192"/>
                </a:cubicBezTo>
                <a:cubicBezTo>
                  <a:pt x="369484" y="101385"/>
                  <a:pt x="368869" y="101530"/>
                  <a:pt x="368097" y="101626"/>
                </a:cubicBezTo>
                <a:cubicBezTo>
                  <a:pt x="367325" y="101723"/>
                  <a:pt x="366360" y="101771"/>
                  <a:pt x="365201" y="101771"/>
                </a:cubicBezTo>
                <a:cubicBezTo>
                  <a:pt x="364043" y="101771"/>
                  <a:pt x="363078" y="101723"/>
                  <a:pt x="362306" y="101626"/>
                </a:cubicBezTo>
                <a:cubicBezTo>
                  <a:pt x="361534" y="101530"/>
                  <a:pt x="360919" y="101385"/>
                  <a:pt x="360460" y="101192"/>
                </a:cubicBezTo>
                <a:cubicBezTo>
                  <a:pt x="360002" y="100999"/>
                  <a:pt x="359676" y="100769"/>
                  <a:pt x="359483" y="100504"/>
                </a:cubicBezTo>
                <a:cubicBezTo>
                  <a:pt x="359290" y="100237"/>
                  <a:pt x="359194" y="99911"/>
                  <a:pt x="359194" y="99525"/>
                </a:cubicBezTo>
                <a:lnTo>
                  <a:pt x="359194" y="42344"/>
                </a:lnTo>
                <a:lnTo>
                  <a:pt x="350001" y="42344"/>
                </a:lnTo>
                <a:cubicBezTo>
                  <a:pt x="349229" y="42344"/>
                  <a:pt x="348650" y="41958"/>
                  <a:pt x="348264" y="41186"/>
                </a:cubicBezTo>
                <a:cubicBezTo>
                  <a:pt x="347878" y="40414"/>
                  <a:pt x="347685" y="39159"/>
                  <a:pt x="347685" y="37422"/>
                </a:cubicBezTo>
                <a:cubicBezTo>
                  <a:pt x="347685" y="36505"/>
                  <a:pt x="347733" y="35733"/>
                  <a:pt x="347829" y="35106"/>
                </a:cubicBezTo>
                <a:cubicBezTo>
                  <a:pt x="347926" y="34479"/>
                  <a:pt x="348071" y="33960"/>
                  <a:pt x="348264" y="33550"/>
                </a:cubicBezTo>
                <a:cubicBezTo>
                  <a:pt x="348457" y="33139"/>
                  <a:pt x="348698" y="32850"/>
                  <a:pt x="348988" y="32681"/>
                </a:cubicBezTo>
                <a:cubicBezTo>
                  <a:pt x="349277" y="32512"/>
                  <a:pt x="349615" y="32428"/>
                  <a:pt x="350001" y="32428"/>
                </a:cubicBezTo>
                <a:lnTo>
                  <a:pt x="359194" y="32428"/>
                </a:lnTo>
                <a:lnTo>
                  <a:pt x="359194" y="25712"/>
                </a:lnTo>
                <a:cubicBezTo>
                  <a:pt x="359194" y="21185"/>
                  <a:pt x="359616" y="17297"/>
                  <a:pt x="360460" y="14047"/>
                </a:cubicBezTo>
                <a:cubicBezTo>
                  <a:pt x="361305" y="10797"/>
                  <a:pt x="362596" y="8137"/>
                  <a:pt x="364333" y="6067"/>
                </a:cubicBezTo>
                <a:cubicBezTo>
                  <a:pt x="366070" y="3996"/>
                  <a:pt x="368254" y="2468"/>
                  <a:pt x="370884" y="1482"/>
                </a:cubicBezTo>
                <a:cubicBezTo>
                  <a:pt x="373513" y="494"/>
                  <a:pt x="376614" y="0"/>
                  <a:pt x="380185" y="0"/>
                </a:cubicBezTo>
                <a:cubicBezTo>
                  <a:pt x="381874" y="0"/>
                  <a:pt x="383514" y="157"/>
                  <a:pt x="385107" y="470"/>
                </a:cubicBezTo>
                <a:cubicBezTo>
                  <a:pt x="386699" y="784"/>
                  <a:pt x="387930" y="1122"/>
                  <a:pt x="388798" y="1484"/>
                </a:cubicBezTo>
                <a:cubicBezTo>
                  <a:pt x="389667" y="1846"/>
                  <a:pt x="390246" y="2172"/>
                  <a:pt x="390536" y="2461"/>
                </a:cubicBezTo>
                <a:cubicBezTo>
                  <a:pt x="390825" y="2751"/>
                  <a:pt x="391066" y="3125"/>
                  <a:pt x="391259" y="3583"/>
                </a:cubicBezTo>
                <a:cubicBezTo>
                  <a:pt x="391452" y="4041"/>
                  <a:pt x="391585" y="4596"/>
                  <a:pt x="391658" y="5248"/>
                </a:cubicBezTo>
                <a:cubicBezTo>
                  <a:pt x="391730" y="5899"/>
                  <a:pt x="391766" y="6683"/>
                  <a:pt x="391766" y="7600"/>
                </a:cubicBezTo>
                <a:close/>
                <a:moveTo>
                  <a:pt x="470378" y="7600"/>
                </a:moveTo>
                <a:cubicBezTo>
                  <a:pt x="470378" y="8517"/>
                  <a:pt x="470330" y="9253"/>
                  <a:pt x="470233" y="9808"/>
                </a:cubicBezTo>
                <a:cubicBezTo>
                  <a:pt x="470137" y="10363"/>
                  <a:pt x="470028" y="10809"/>
                  <a:pt x="469907" y="11147"/>
                </a:cubicBezTo>
                <a:cubicBezTo>
                  <a:pt x="469787" y="11485"/>
                  <a:pt x="469630" y="11714"/>
                  <a:pt x="469437" y="11835"/>
                </a:cubicBezTo>
                <a:cubicBezTo>
                  <a:pt x="469244" y="11955"/>
                  <a:pt x="469003" y="12016"/>
                  <a:pt x="468713" y="12016"/>
                </a:cubicBezTo>
                <a:cubicBezTo>
                  <a:pt x="468375" y="12016"/>
                  <a:pt x="467953" y="11907"/>
                  <a:pt x="467446" y="11690"/>
                </a:cubicBezTo>
                <a:cubicBezTo>
                  <a:pt x="466940" y="11473"/>
                  <a:pt x="466324" y="11231"/>
                  <a:pt x="465601" y="10966"/>
                </a:cubicBezTo>
                <a:cubicBezTo>
                  <a:pt x="464877" y="10701"/>
                  <a:pt x="464020" y="10459"/>
                  <a:pt x="463031" y="10242"/>
                </a:cubicBezTo>
                <a:cubicBezTo>
                  <a:pt x="462042" y="10025"/>
                  <a:pt x="460896" y="9917"/>
                  <a:pt x="459593" y="9917"/>
                </a:cubicBezTo>
                <a:cubicBezTo>
                  <a:pt x="457807" y="9917"/>
                  <a:pt x="456287" y="10205"/>
                  <a:pt x="455033" y="10783"/>
                </a:cubicBezTo>
                <a:cubicBezTo>
                  <a:pt x="453778" y="11360"/>
                  <a:pt x="452765" y="12262"/>
                  <a:pt x="451993" y="13488"/>
                </a:cubicBezTo>
                <a:cubicBezTo>
                  <a:pt x="451220" y="14714"/>
                  <a:pt x="450666" y="16301"/>
                  <a:pt x="450328" y="18250"/>
                </a:cubicBezTo>
                <a:cubicBezTo>
                  <a:pt x="449990" y="20198"/>
                  <a:pt x="449821" y="22567"/>
                  <a:pt x="449821" y="25357"/>
                </a:cubicBezTo>
                <a:lnTo>
                  <a:pt x="449821" y="32428"/>
                </a:lnTo>
                <a:lnTo>
                  <a:pt x="464370" y="32428"/>
                </a:lnTo>
                <a:cubicBezTo>
                  <a:pt x="464756" y="32428"/>
                  <a:pt x="465082" y="32512"/>
                  <a:pt x="465347" y="32681"/>
                </a:cubicBezTo>
                <a:cubicBezTo>
                  <a:pt x="465613" y="32850"/>
                  <a:pt x="465854" y="33139"/>
                  <a:pt x="466071" y="33550"/>
                </a:cubicBezTo>
                <a:cubicBezTo>
                  <a:pt x="466288" y="33960"/>
                  <a:pt x="466457" y="34479"/>
                  <a:pt x="466578" y="35106"/>
                </a:cubicBezTo>
                <a:cubicBezTo>
                  <a:pt x="466698" y="35733"/>
                  <a:pt x="466759" y="36505"/>
                  <a:pt x="466759" y="37422"/>
                </a:cubicBezTo>
                <a:cubicBezTo>
                  <a:pt x="466759" y="39159"/>
                  <a:pt x="466542" y="40414"/>
                  <a:pt x="466107" y="41186"/>
                </a:cubicBezTo>
                <a:cubicBezTo>
                  <a:pt x="465673" y="41958"/>
                  <a:pt x="465094" y="42344"/>
                  <a:pt x="464370" y="42344"/>
                </a:cubicBezTo>
                <a:lnTo>
                  <a:pt x="449821" y="42344"/>
                </a:lnTo>
                <a:lnTo>
                  <a:pt x="449821" y="99525"/>
                </a:lnTo>
                <a:cubicBezTo>
                  <a:pt x="449821" y="99911"/>
                  <a:pt x="449725" y="100237"/>
                  <a:pt x="449532" y="100504"/>
                </a:cubicBezTo>
                <a:cubicBezTo>
                  <a:pt x="449339" y="100769"/>
                  <a:pt x="449013" y="100999"/>
                  <a:pt x="448554" y="101192"/>
                </a:cubicBezTo>
                <a:cubicBezTo>
                  <a:pt x="448096" y="101385"/>
                  <a:pt x="447481" y="101530"/>
                  <a:pt x="446709" y="101626"/>
                </a:cubicBezTo>
                <a:cubicBezTo>
                  <a:pt x="445937" y="101723"/>
                  <a:pt x="444971" y="101771"/>
                  <a:pt x="443813" y="101771"/>
                </a:cubicBezTo>
                <a:cubicBezTo>
                  <a:pt x="442655" y="101771"/>
                  <a:pt x="441690" y="101723"/>
                  <a:pt x="440918" y="101626"/>
                </a:cubicBezTo>
                <a:cubicBezTo>
                  <a:pt x="440146" y="101530"/>
                  <a:pt x="439531" y="101385"/>
                  <a:pt x="439072" y="101192"/>
                </a:cubicBezTo>
                <a:cubicBezTo>
                  <a:pt x="438614" y="100999"/>
                  <a:pt x="438288" y="100769"/>
                  <a:pt x="438095" y="100504"/>
                </a:cubicBezTo>
                <a:cubicBezTo>
                  <a:pt x="437902" y="100237"/>
                  <a:pt x="437805" y="99911"/>
                  <a:pt x="437805" y="99525"/>
                </a:cubicBezTo>
                <a:lnTo>
                  <a:pt x="437805" y="42344"/>
                </a:lnTo>
                <a:lnTo>
                  <a:pt x="428613" y="42344"/>
                </a:lnTo>
                <a:cubicBezTo>
                  <a:pt x="427841" y="42344"/>
                  <a:pt x="427262" y="41958"/>
                  <a:pt x="426876" y="41186"/>
                </a:cubicBezTo>
                <a:cubicBezTo>
                  <a:pt x="426490" y="40414"/>
                  <a:pt x="426297" y="39159"/>
                  <a:pt x="426297" y="37422"/>
                </a:cubicBezTo>
                <a:cubicBezTo>
                  <a:pt x="426297" y="36505"/>
                  <a:pt x="426345" y="35733"/>
                  <a:pt x="426441" y="35106"/>
                </a:cubicBezTo>
                <a:cubicBezTo>
                  <a:pt x="426538" y="34479"/>
                  <a:pt x="426683" y="33960"/>
                  <a:pt x="426876" y="33550"/>
                </a:cubicBezTo>
                <a:cubicBezTo>
                  <a:pt x="427069" y="33139"/>
                  <a:pt x="427310" y="32850"/>
                  <a:pt x="427599" y="32681"/>
                </a:cubicBezTo>
                <a:cubicBezTo>
                  <a:pt x="427889" y="32512"/>
                  <a:pt x="428227" y="32428"/>
                  <a:pt x="428613" y="32428"/>
                </a:cubicBezTo>
                <a:lnTo>
                  <a:pt x="437805" y="32428"/>
                </a:lnTo>
                <a:lnTo>
                  <a:pt x="437805" y="25712"/>
                </a:lnTo>
                <a:cubicBezTo>
                  <a:pt x="437805" y="21185"/>
                  <a:pt x="438228" y="17297"/>
                  <a:pt x="439072" y="14047"/>
                </a:cubicBezTo>
                <a:cubicBezTo>
                  <a:pt x="439917" y="10797"/>
                  <a:pt x="441207" y="8137"/>
                  <a:pt x="442945" y="6067"/>
                </a:cubicBezTo>
                <a:cubicBezTo>
                  <a:pt x="444682" y="3996"/>
                  <a:pt x="446865" y="2468"/>
                  <a:pt x="449495" y="1482"/>
                </a:cubicBezTo>
                <a:cubicBezTo>
                  <a:pt x="452125" y="494"/>
                  <a:pt x="455226" y="0"/>
                  <a:pt x="458797" y="0"/>
                </a:cubicBezTo>
                <a:cubicBezTo>
                  <a:pt x="460486" y="0"/>
                  <a:pt x="462126" y="157"/>
                  <a:pt x="463719" y="470"/>
                </a:cubicBezTo>
                <a:cubicBezTo>
                  <a:pt x="465311" y="784"/>
                  <a:pt x="466542" y="1122"/>
                  <a:pt x="467410" y="1484"/>
                </a:cubicBezTo>
                <a:cubicBezTo>
                  <a:pt x="468279" y="1846"/>
                  <a:pt x="468858" y="2172"/>
                  <a:pt x="469147" y="2461"/>
                </a:cubicBezTo>
                <a:cubicBezTo>
                  <a:pt x="469437" y="2751"/>
                  <a:pt x="469678" y="3125"/>
                  <a:pt x="469871" y="3583"/>
                </a:cubicBezTo>
                <a:cubicBezTo>
                  <a:pt x="470064" y="4041"/>
                  <a:pt x="470197" y="4596"/>
                  <a:pt x="470269" y="5248"/>
                </a:cubicBezTo>
                <a:cubicBezTo>
                  <a:pt x="470342" y="5899"/>
                  <a:pt x="470378" y="6683"/>
                  <a:pt x="470378" y="7600"/>
                </a:cubicBezTo>
                <a:close/>
                <a:moveTo>
                  <a:pt x="535684" y="99527"/>
                </a:moveTo>
                <a:cubicBezTo>
                  <a:pt x="535684" y="99913"/>
                  <a:pt x="535600" y="100239"/>
                  <a:pt x="535431" y="100504"/>
                </a:cubicBezTo>
                <a:cubicBezTo>
                  <a:pt x="535262" y="100769"/>
                  <a:pt x="534961" y="100999"/>
                  <a:pt x="534526" y="101192"/>
                </a:cubicBezTo>
                <a:cubicBezTo>
                  <a:pt x="534092" y="101385"/>
                  <a:pt x="533525" y="101530"/>
                  <a:pt x="532825" y="101626"/>
                </a:cubicBezTo>
                <a:cubicBezTo>
                  <a:pt x="532126" y="101723"/>
                  <a:pt x="531269" y="101771"/>
                  <a:pt x="530256" y="101771"/>
                </a:cubicBezTo>
                <a:cubicBezTo>
                  <a:pt x="529146" y="101771"/>
                  <a:pt x="528241" y="101723"/>
                  <a:pt x="527541" y="101626"/>
                </a:cubicBezTo>
                <a:cubicBezTo>
                  <a:pt x="526842" y="101530"/>
                  <a:pt x="526287" y="101385"/>
                  <a:pt x="525876" y="101192"/>
                </a:cubicBezTo>
                <a:cubicBezTo>
                  <a:pt x="525466" y="100999"/>
                  <a:pt x="525189" y="100769"/>
                  <a:pt x="525044" y="100504"/>
                </a:cubicBezTo>
                <a:cubicBezTo>
                  <a:pt x="524899" y="100239"/>
                  <a:pt x="524827" y="99913"/>
                  <a:pt x="524827" y="99527"/>
                </a:cubicBezTo>
                <a:lnTo>
                  <a:pt x="524827" y="90913"/>
                </a:lnTo>
                <a:cubicBezTo>
                  <a:pt x="521111" y="95041"/>
                  <a:pt x="517444" y="98051"/>
                  <a:pt x="513825" y="99945"/>
                </a:cubicBezTo>
                <a:cubicBezTo>
                  <a:pt x="510205" y="101838"/>
                  <a:pt x="506538" y="102784"/>
                  <a:pt x="502822" y="102784"/>
                </a:cubicBezTo>
                <a:cubicBezTo>
                  <a:pt x="498479" y="102784"/>
                  <a:pt x="494824" y="102060"/>
                  <a:pt x="491856" y="100610"/>
                </a:cubicBezTo>
                <a:cubicBezTo>
                  <a:pt x="488889" y="99161"/>
                  <a:pt x="486488" y="97193"/>
                  <a:pt x="484654" y="94707"/>
                </a:cubicBezTo>
                <a:cubicBezTo>
                  <a:pt x="482821" y="92218"/>
                  <a:pt x="481506" y="89320"/>
                  <a:pt x="480709" y="86012"/>
                </a:cubicBezTo>
                <a:cubicBezTo>
                  <a:pt x="479913" y="82702"/>
                  <a:pt x="479515" y="78680"/>
                  <a:pt x="479515" y="73946"/>
                </a:cubicBezTo>
                <a:lnTo>
                  <a:pt x="479515" y="34384"/>
                </a:lnTo>
                <a:cubicBezTo>
                  <a:pt x="479515" y="33998"/>
                  <a:pt x="479599" y="33673"/>
                  <a:pt x="479768" y="33407"/>
                </a:cubicBezTo>
                <a:cubicBezTo>
                  <a:pt x="479937" y="33140"/>
                  <a:pt x="480263" y="32898"/>
                  <a:pt x="480746" y="32681"/>
                </a:cubicBezTo>
                <a:cubicBezTo>
                  <a:pt x="481228" y="32464"/>
                  <a:pt x="481855" y="32319"/>
                  <a:pt x="482627" y="32247"/>
                </a:cubicBezTo>
                <a:cubicBezTo>
                  <a:pt x="483400" y="32174"/>
                  <a:pt x="484365" y="32138"/>
                  <a:pt x="485523" y="32138"/>
                </a:cubicBezTo>
                <a:cubicBezTo>
                  <a:pt x="486681" y="32138"/>
                  <a:pt x="487646" y="32174"/>
                  <a:pt x="488418" y="32247"/>
                </a:cubicBezTo>
                <a:cubicBezTo>
                  <a:pt x="489190" y="32319"/>
                  <a:pt x="489805" y="32464"/>
                  <a:pt x="490264" y="32681"/>
                </a:cubicBezTo>
                <a:cubicBezTo>
                  <a:pt x="490722" y="32898"/>
                  <a:pt x="491048" y="33140"/>
                  <a:pt x="491241" y="33407"/>
                </a:cubicBezTo>
                <a:cubicBezTo>
                  <a:pt x="491434" y="33673"/>
                  <a:pt x="491531" y="33998"/>
                  <a:pt x="491531" y="34384"/>
                </a:cubicBezTo>
                <a:lnTo>
                  <a:pt x="491531" y="72358"/>
                </a:lnTo>
                <a:cubicBezTo>
                  <a:pt x="491531" y="76175"/>
                  <a:pt x="491808" y="79231"/>
                  <a:pt x="492363" y="81526"/>
                </a:cubicBezTo>
                <a:cubicBezTo>
                  <a:pt x="492918" y="83821"/>
                  <a:pt x="493762" y="85779"/>
                  <a:pt x="494896" y="87398"/>
                </a:cubicBezTo>
                <a:cubicBezTo>
                  <a:pt x="496030" y="89016"/>
                  <a:pt x="497466" y="90272"/>
                  <a:pt x="499203" y="91167"/>
                </a:cubicBezTo>
                <a:cubicBezTo>
                  <a:pt x="500940" y="92059"/>
                  <a:pt x="502967" y="92506"/>
                  <a:pt x="505283" y="92506"/>
                </a:cubicBezTo>
                <a:cubicBezTo>
                  <a:pt x="508275" y="92506"/>
                  <a:pt x="511255" y="91438"/>
                  <a:pt x="514223" y="89303"/>
                </a:cubicBezTo>
                <a:cubicBezTo>
                  <a:pt x="517190" y="87167"/>
                  <a:pt x="520339" y="84037"/>
                  <a:pt x="523669" y="79911"/>
                </a:cubicBezTo>
                <a:lnTo>
                  <a:pt x="523669" y="34382"/>
                </a:lnTo>
                <a:cubicBezTo>
                  <a:pt x="523669" y="33996"/>
                  <a:pt x="523753" y="33670"/>
                  <a:pt x="523922" y="33405"/>
                </a:cubicBezTo>
                <a:cubicBezTo>
                  <a:pt x="524091" y="33139"/>
                  <a:pt x="524417" y="32898"/>
                  <a:pt x="524899" y="32681"/>
                </a:cubicBezTo>
                <a:cubicBezTo>
                  <a:pt x="525382" y="32464"/>
                  <a:pt x="525997" y="32319"/>
                  <a:pt x="526745" y="32247"/>
                </a:cubicBezTo>
                <a:cubicBezTo>
                  <a:pt x="527493" y="32174"/>
                  <a:pt x="528470" y="32138"/>
                  <a:pt x="529677" y="32138"/>
                </a:cubicBezTo>
                <a:cubicBezTo>
                  <a:pt x="530835" y="32138"/>
                  <a:pt x="531800" y="32174"/>
                  <a:pt x="532572" y="32247"/>
                </a:cubicBezTo>
                <a:cubicBezTo>
                  <a:pt x="533344" y="32319"/>
                  <a:pt x="533947" y="32464"/>
                  <a:pt x="534381" y="32681"/>
                </a:cubicBezTo>
                <a:cubicBezTo>
                  <a:pt x="534816" y="32898"/>
                  <a:pt x="535142" y="33139"/>
                  <a:pt x="535359" y="33405"/>
                </a:cubicBezTo>
                <a:cubicBezTo>
                  <a:pt x="535576" y="33670"/>
                  <a:pt x="535684" y="33996"/>
                  <a:pt x="535684" y="34382"/>
                </a:cubicBezTo>
                <a:lnTo>
                  <a:pt x="535684" y="99527"/>
                </a:lnTo>
                <a:close/>
                <a:moveTo>
                  <a:pt x="613770" y="99527"/>
                </a:moveTo>
                <a:cubicBezTo>
                  <a:pt x="613770" y="99913"/>
                  <a:pt x="613673" y="100239"/>
                  <a:pt x="613480" y="100504"/>
                </a:cubicBezTo>
                <a:cubicBezTo>
                  <a:pt x="613287" y="100769"/>
                  <a:pt x="612973" y="100999"/>
                  <a:pt x="612539" y="101192"/>
                </a:cubicBezTo>
                <a:cubicBezTo>
                  <a:pt x="612105" y="101385"/>
                  <a:pt x="611502" y="101530"/>
                  <a:pt x="610730" y="101626"/>
                </a:cubicBezTo>
                <a:cubicBezTo>
                  <a:pt x="609957" y="101723"/>
                  <a:pt x="608992" y="101771"/>
                  <a:pt x="607834" y="101771"/>
                </a:cubicBezTo>
                <a:cubicBezTo>
                  <a:pt x="606628" y="101771"/>
                  <a:pt x="605639" y="101723"/>
                  <a:pt x="604867" y="101626"/>
                </a:cubicBezTo>
                <a:cubicBezTo>
                  <a:pt x="604094" y="101530"/>
                  <a:pt x="603491" y="101385"/>
                  <a:pt x="603057" y="101192"/>
                </a:cubicBezTo>
                <a:cubicBezTo>
                  <a:pt x="602623" y="100999"/>
                  <a:pt x="602309" y="100769"/>
                  <a:pt x="602116" y="100504"/>
                </a:cubicBezTo>
                <a:cubicBezTo>
                  <a:pt x="601923" y="100239"/>
                  <a:pt x="601826" y="99913"/>
                  <a:pt x="601826" y="99527"/>
                </a:cubicBezTo>
                <a:lnTo>
                  <a:pt x="601826" y="61381"/>
                </a:lnTo>
                <a:cubicBezTo>
                  <a:pt x="601826" y="57665"/>
                  <a:pt x="601537" y="54673"/>
                  <a:pt x="600958" y="52405"/>
                </a:cubicBezTo>
                <a:cubicBezTo>
                  <a:pt x="600379" y="50137"/>
                  <a:pt x="599534" y="48183"/>
                  <a:pt x="598424" y="46542"/>
                </a:cubicBezTo>
                <a:cubicBezTo>
                  <a:pt x="597315" y="44902"/>
                  <a:pt x="595879" y="43647"/>
                  <a:pt x="594118" y="42778"/>
                </a:cubicBezTo>
                <a:cubicBezTo>
                  <a:pt x="592356" y="41910"/>
                  <a:pt x="590317" y="41476"/>
                  <a:pt x="588001" y="41476"/>
                </a:cubicBezTo>
                <a:cubicBezTo>
                  <a:pt x="585009" y="41476"/>
                  <a:pt x="582018" y="42537"/>
                  <a:pt x="579026" y="44660"/>
                </a:cubicBezTo>
                <a:cubicBezTo>
                  <a:pt x="576034" y="46784"/>
                  <a:pt x="572897" y="49896"/>
                  <a:pt x="569616" y="53998"/>
                </a:cubicBezTo>
                <a:lnTo>
                  <a:pt x="569616" y="99527"/>
                </a:lnTo>
                <a:cubicBezTo>
                  <a:pt x="569616" y="99913"/>
                  <a:pt x="569519" y="100239"/>
                  <a:pt x="569326" y="100504"/>
                </a:cubicBezTo>
                <a:cubicBezTo>
                  <a:pt x="569133" y="100769"/>
                  <a:pt x="568820" y="100999"/>
                  <a:pt x="568385" y="101192"/>
                </a:cubicBezTo>
                <a:cubicBezTo>
                  <a:pt x="567951" y="101385"/>
                  <a:pt x="567348" y="101530"/>
                  <a:pt x="566576" y="101626"/>
                </a:cubicBezTo>
                <a:cubicBezTo>
                  <a:pt x="565804" y="101723"/>
                  <a:pt x="564814" y="101771"/>
                  <a:pt x="563608" y="101771"/>
                </a:cubicBezTo>
                <a:cubicBezTo>
                  <a:pt x="562450" y="101771"/>
                  <a:pt x="561485" y="101723"/>
                  <a:pt x="560713" y="101626"/>
                </a:cubicBezTo>
                <a:cubicBezTo>
                  <a:pt x="559941" y="101530"/>
                  <a:pt x="559325" y="101385"/>
                  <a:pt x="558867" y="101192"/>
                </a:cubicBezTo>
                <a:cubicBezTo>
                  <a:pt x="558409" y="100999"/>
                  <a:pt x="558095" y="100769"/>
                  <a:pt x="557926" y="100504"/>
                </a:cubicBezTo>
                <a:cubicBezTo>
                  <a:pt x="557757" y="100239"/>
                  <a:pt x="557673" y="99913"/>
                  <a:pt x="557673" y="99527"/>
                </a:cubicBezTo>
                <a:lnTo>
                  <a:pt x="557673" y="34382"/>
                </a:lnTo>
                <a:cubicBezTo>
                  <a:pt x="557673" y="33996"/>
                  <a:pt x="557745" y="33670"/>
                  <a:pt x="557890" y="33405"/>
                </a:cubicBezTo>
                <a:cubicBezTo>
                  <a:pt x="558035" y="33139"/>
                  <a:pt x="558324" y="32898"/>
                  <a:pt x="558758" y="32681"/>
                </a:cubicBezTo>
                <a:cubicBezTo>
                  <a:pt x="559193" y="32464"/>
                  <a:pt x="559748" y="32319"/>
                  <a:pt x="560423" y="32247"/>
                </a:cubicBezTo>
                <a:cubicBezTo>
                  <a:pt x="561099" y="32174"/>
                  <a:pt x="561992" y="32138"/>
                  <a:pt x="563101" y="32138"/>
                </a:cubicBezTo>
                <a:cubicBezTo>
                  <a:pt x="564163" y="32138"/>
                  <a:pt x="565044" y="32174"/>
                  <a:pt x="565743" y="32247"/>
                </a:cubicBezTo>
                <a:cubicBezTo>
                  <a:pt x="566443" y="32319"/>
                  <a:pt x="566986" y="32464"/>
                  <a:pt x="567372" y="32681"/>
                </a:cubicBezTo>
                <a:cubicBezTo>
                  <a:pt x="567758" y="32898"/>
                  <a:pt x="568036" y="33139"/>
                  <a:pt x="568204" y="33405"/>
                </a:cubicBezTo>
                <a:cubicBezTo>
                  <a:pt x="568373" y="33670"/>
                  <a:pt x="568458" y="33996"/>
                  <a:pt x="568458" y="34382"/>
                </a:cubicBezTo>
                <a:lnTo>
                  <a:pt x="568458" y="42996"/>
                </a:lnTo>
                <a:cubicBezTo>
                  <a:pt x="572125" y="38894"/>
                  <a:pt x="575781" y="35890"/>
                  <a:pt x="579424" y="33984"/>
                </a:cubicBezTo>
                <a:cubicBezTo>
                  <a:pt x="583067" y="32078"/>
                  <a:pt x="586747" y="31125"/>
                  <a:pt x="590462" y="31125"/>
                </a:cubicBezTo>
                <a:cubicBezTo>
                  <a:pt x="594805" y="31125"/>
                  <a:pt x="598461" y="31861"/>
                  <a:pt x="601428" y="33332"/>
                </a:cubicBezTo>
                <a:cubicBezTo>
                  <a:pt x="604396" y="34804"/>
                  <a:pt x="606797" y="36771"/>
                  <a:pt x="608630" y="39232"/>
                </a:cubicBezTo>
                <a:cubicBezTo>
                  <a:pt x="610464" y="41693"/>
                  <a:pt x="611779" y="44576"/>
                  <a:pt x="612575" y="47881"/>
                </a:cubicBezTo>
                <a:cubicBezTo>
                  <a:pt x="613372" y="51187"/>
                  <a:pt x="613770" y="55156"/>
                  <a:pt x="613770" y="59789"/>
                </a:cubicBezTo>
                <a:lnTo>
                  <a:pt x="613770" y="99527"/>
                </a:lnTo>
                <a:close/>
                <a:moveTo>
                  <a:pt x="682301" y="89683"/>
                </a:moveTo>
                <a:cubicBezTo>
                  <a:pt x="682301" y="90503"/>
                  <a:pt x="682277" y="91215"/>
                  <a:pt x="682229" y="91818"/>
                </a:cubicBezTo>
                <a:cubicBezTo>
                  <a:pt x="682181" y="92421"/>
                  <a:pt x="682096" y="92928"/>
                  <a:pt x="681976" y="93338"/>
                </a:cubicBezTo>
                <a:cubicBezTo>
                  <a:pt x="681855" y="93748"/>
                  <a:pt x="681710" y="94110"/>
                  <a:pt x="681541" y="94424"/>
                </a:cubicBezTo>
                <a:cubicBezTo>
                  <a:pt x="681373" y="94738"/>
                  <a:pt x="680986" y="95196"/>
                  <a:pt x="680383" y="95799"/>
                </a:cubicBezTo>
                <a:cubicBezTo>
                  <a:pt x="679780" y="96402"/>
                  <a:pt x="678755" y="97150"/>
                  <a:pt x="677307" y="98043"/>
                </a:cubicBezTo>
                <a:cubicBezTo>
                  <a:pt x="675859" y="98936"/>
                  <a:pt x="674231" y="99732"/>
                  <a:pt x="672421" y="100432"/>
                </a:cubicBezTo>
                <a:cubicBezTo>
                  <a:pt x="670612" y="101131"/>
                  <a:pt x="668645" y="101698"/>
                  <a:pt x="666522" y="102133"/>
                </a:cubicBezTo>
                <a:cubicBezTo>
                  <a:pt x="664399" y="102567"/>
                  <a:pt x="662203" y="102784"/>
                  <a:pt x="659935" y="102784"/>
                </a:cubicBezTo>
                <a:cubicBezTo>
                  <a:pt x="655254" y="102784"/>
                  <a:pt x="651104" y="102011"/>
                  <a:pt x="647485" y="100463"/>
                </a:cubicBezTo>
                <a:cubicBezTo>
                  <a:pt x="643866" y="98916"/>
                  <a:pt x="640838" y="96656"/>
                  <a:pt x="638401" y="93682"/>
                </a:cubicBezTo>
                <a:cubicBezTo>
                  <a:pt x="635964" y="90708"/>
                  <a:pt x="634106" y="87057"/>
                  <a:pt x="632828" y="82729"/>
                </a:cubicBezTo>
                <a:cubicBezTo>
                  <a:pt x="631549" y="78402"/>
                  <a:pt x="630909" y="73409"/>
                  <a:pt x="630909" y="67753"/>
                </a:cubicBezTo>
                <a:cubicBezTo>
                  <a:pt x="630909" y="61321"/>
                  <a:pt x="631694" y="55797"/>
                  <a:pt x="633262" y="51179"/>
                </a:cubicBezTo>
                <a:cubicBezTo>
                  <a:pt x="634830" y="46562"/>
                  <a:pt x="636978" y="42778"/>
                  <a:pt x="639704" y="39829"/>
                </a:cubicBezTo>
                <a:cubicBezTo>
                  <a:pt x="642430" y="36879"/>
                  <a:pt x="645639" y="34691"/>
                  <a:pt x="649331" y="33265"/>
                </a:cubicBezTo>
                <a:cubicBezTo>
                  <a:pt x="653022" y="31838"/>
                  <a:pt x="657016" y="31125"/>
                  <a:pt x="661310" y="31125"/>
                </a:cubicBezTo>
                <a:cubicBezTo>
                  <a:pt x="663385" y="31125"/>
                  <a:pt x="665400" y="31318"/>
                  <a:pt x="667354" y="31704"/>
                </a:cubicBezTo>
                <a:cubicBezTo>
                  <a:pt x="669309" y="32090"/>
                  <a:pt x="671106" y="32597"/>
                  <a:pt x="672747" y="33224"/>
                </a:cubicBezTo>
                <a:cubicBezTo>
                  <a:pt x="674388" y="33851"/>
                  <a:pt x="675847" y="34575"/>
                  <a:pt x="677126" y="35395"/>
                </a:cubicBezTo>
                <a:cubicBezTo>
                  <a:pt x="678405" y="36216"/>
                  <a:pt x="679334" y="36915"/>
                  <a:pt x="679913" y="37495"/>
                </a:cubicBezTo>
                <a:cubicBezTo>
                  <a:pt x="680492" y="38074"/>
                  <a:pt x="680890" y="38532"/>
                  <a:pt x="681107" y="38870"/>
                </a:cubicBezTo>
                <a:cubicBezTo>
                  <a:pt x="681324" y="39208"/>
                  <a:pt x="681505" y="39606"/>
                  <a:pt x="681650" y="40064"/>
                </a:cubicBezTo>
                <a:cubicBezTo>
                  <a:pt x="681795" y="40523"/>
                  <a:pt x="681891" y="41041"/>
                  <a:pt x="681940" y="41620"/>
                </a:cubicBezTo>
                <a:cubicBezTo>
                  <a:pt x="681988" y="42199"/>
                  <a:pt x="682012" y="42923"/>
                  <a:pt x="682012" y="43792"/>
                </a:cubicBezTo>
                <a:cubicBezTo>
                  <a:pt x="682012" y="45674"/>
                  <a:pt x="681795" y="46989"/>
                  <a:pt x="681360" y="47737"/>
                </a:cubicBezTo>
                <a:cubicBezTo>
                  <a:pt x="680926" y="48485"/>
                  <a:pt x="680395" y="48859"/>
                  <a:pt x="679768" y="48859"/>
                </a:cubicBezTo>
                <a:cubicBezTo>
                  <a:pt x="679044" y="48859"/>
                  <a:pt x="678212" y="48461"/>
                  <a:pt x="677271" y="47664"/>
                </a:cubicBezTo>
                <a:cubicBezTo>
                  <a:pt x="676330" y="46868"/>
                  <a:pt x="675136" y="45987"/>
                  <a:pt x="673688" y="45022"/>
                </a:cubicBezTo>
                <a:cubicBezTo>
                  <a:pt x="672240" y="44057"/>
                  <a:pt x="670491" y="43177"/>
                  <a:pt x="668440" y="42380"/>
                </a:cubicBezTo>
                <a:cubicBezTo>
                  <a:pt x="666389" y="41584"/>
                  <a:pt x="663964" y="41186"/>
                  <a:pt x="661166" y="41186"/>
                </a:cubicBezTo>
                <a:cubicBezTo>
                  <a:pt x="655423" y="41186"/>
                  <a:pt x="651020" y="43401"/>
                  <a:pt x="647956" y="47829"/>
                </a:cubicBezTo>
                <a:cubicBezTo>
                  <a:pt x="644891" y="52257"/>
                  <a:pt x="643359" y="58680"/>
                  <a:pt x="643359" y="67099"/>
                </a:cubicBezTo>
                <a:cubicBezTo>
                  <a:pt x="643359" y="71310"/>
                  <a:pt x="643757" y="75000"/>
                  <a:pt x="644554" y="78169"/>
                </a:cubicBezTo>
                <a:cubicBezTo>
                  <a:pt x="645350" y="81339"/>
                  <a:pt x="646520" y="83989"/>
                  <a:pt x="648064" y="86118"/>
                </a:cubicBezTo>
                <a:cubicBezTo>
                  <a:pt x="649608" y="88247"/>
                  <a:pt x="651502" y="89832"/>
                  <a:pt x="653746" y="90873"/>
                </a:cubicBezTo>
                <a:cubicBezTo>
                  <a:pt x="655990" y="91913"/>
                  <a:pt x="658560" y="92433"/>
                  <a:pt x="661455" y="92433"/>
                </a:cubicBezTo>
                <a:cubicBezTo>
                  <a:pt x="664206" y="92433"/>
                  <a:pt x="666618" y="91999"/>
                  <a:pt x="668693" y="91130"/>
                </a:cubicBezTo>
                <a:cubicBezTo>
                  <a:pt x="670768" y="90262"/>
                  <a:pt x="672566" y="89309"/>
                  <a:pt x="674086" y="88271"/>
                </a:cubicBezTo>
                <a:cubicBezTo>
                  <a:pt x="675606" y="87234"/>
                  <a:pt x="676885" y="86293"/>
                  <a:pt x="677922" y="85448"/>
                </a:cubicBezTo>
                <a:cubicBezTo>
                  <a:pt x="678960" y="84604"/>
                  <a:pt x="679768" y="84182"/>
                  <a:pt x="680347" y="84182"/>
                </a:cubicBezTo>
                <a:cubicBezTo>
                  <a:pt x="680685" y="84182"/>
                  <a:pt x="680974" y="84278"/>
                  <a:pt x="681216" y="84471"/>
                </a:cubicBezTo>
                <a:cubicBezTo>
                  <a:pt x="681457" y="84664"/>
                  <a:pt x="681662" y="84990"/>
                  <a:pt x="681831" y="85448"/>
                </a:cubicBezTo>
                <a:cubicBezTo>
                  <a:pt x="682000" y="85907"/>
                  <a:pt x="682120" y="86486"/>
                  <a:pt x="682193" y="87186"/>
                </a:cubicBezTo>
                <a:cubicBezTo>
                  <a:pt x="682265" y="87885"/>
                  <a:pt x="682301" y="88718"/>
                  <a:pt x="682301" y="89683"/>
                </a:cubicBezTo>
                <a:close/>
                <a:moveTo>
                  <a:pt x="732022" y="94822"/>
                </a:moveTo>
                <a:cubicBezTo>
                  <a:pt x="732022" y="96221"/>
                  <a:pt x="731926" y="97331"/>
                  <a:pt x="731733" y="98152"/>
                </a:cubicBezTo>
                <a:cubicBezTo>
                  <a:pt x="731540" y="98972"/>
                  <a:pt x="731250" y="99575"/>
                  <a:pt x="730864" y="99961"/>
                </a:cubicBezTo>
                <a:cubicBezTo>
                  <a:pt x="730478" y="100347"/>
                  <a:pt x="729899" y="100709"/>
                  <a:pt x="729127" y="101047"/>
                </a:cubicBezTo>
                <a:cubicBezTo>
                  <a:pt x="728355" y="101385"/>
                  <a:pt x="727474" y="101662"/>
                  <a:pt x="726485" y="101879"/>
                </a:cubicBezTo>
                <a:cubicBezTo>
                  <a:pt x="725496" y="102097"/>
                  <a:pt x="724446" y="102277"/>
                  <a:pt x="723336" y="102422"/>
                </a:cubicBezTo>
                <a:cubicBezTo>
                  <a:pt x="722226" y="102567"/>
                  <a:pt x="721116" y="102639"/>
                  <a:pt x="720007" y="102639"/>
                </a:cubicBezTo>
                <a:cubicBezTo>
                  <a:pt x="716629" y="102639"/>
                  <a:pt x="713733" y="102192"/>
                  <a:pt x="711321" y="101298"/>
                </a:cubicBezTo>
                <a:cubicBezTo>
                  <a:pt x="708908" y="100402"/>
                  <a:pt x="706929" y="99047"/>
                  <a:pt x="705385" y="97233"/>
                </a:cubicBezTo>
                <a:cubicBezTo>
                  <a:pt x="703841" y="95419"/>
                  <a:pt x="702719" y="93122"/>
                  <a:pt x="702019" y="90341"/>
                </a:cubicBezTo>
                <a:cubicBezTo>
                  <a:pt x="701320" y="87560"/>
                  <a:pt x="700970" y="84283"/>
                  <a:pt x="700970" y="80510"/>
                </a:cubicBezTo>
                <a:lnTo>
                  <a:pt x="700970" y="42344"/>
                </a:lnTo>
                <a:lnTo>
                  <a:pt x="691849" y="42344"/>
                </a:lnTo>
                <a:cubicBezTo>
                  <a:pt x="691126" y="42344"/>
                  <a:pt x="690547" y="41958"/>
                  <a:pt x="690112" y="41186"/>
                </a:cubicBezTo>
                <a:cubicBezTo>
                  <a:pt x="689678" y="40414"/>
                  <a:pt x="689461" y="39159"/>
                  <a:pt x="689461" y="37422"/>
                </a:cubicBezTo>
                <a:cubicBezTo>
                  <a:pt x="689461" y="36505"/>
                  <a:pt x="689521" y="35733"/>
                  <a:pt x="689642" y="35106"/>
                </a:cubicBezTo>
                <a:cubicBezTo>
                  <a:pt x="689762" y="34479"/>
                  <a:pt x="689919" y="33960"/>
                  <a:pt x="690112" y="33550"/>
                </a:cubicBezTo>
                <a:cubicBezTo>
                  <a:pt x="690305" y="33139"/>
                  <a:pt x="690559" y="32850"/>
                  <a:pt x="690872" y="32681"/>
                </a:cubicBezTo>
                <a:cubicBezTo>
                  <a:pt x="691186" y="32512"/>
                  <a:pt x="691536" y="32428"/>
                  <a:pt x="691922" y="32428"/>
                </a:cubicBezTo>
                <a:lnTo>
                  <a:pt x="700970" y="32428"/>
                </a:lnTo>
                <a:lnTo>
                  <a:pt x="700970" y="16938"/>
                </a:lnTo>
                <a:cubicBezTo>
                  <a:pt x="700970" y="16600"/>
                  <a:pt x="701054" y="16286"/>
                  <a:pt x="701223" y="15997"/>
                </a:cubicBezTo>
                <a:cubicBezTo>
                  <a:pt x="701392" y="15707"/>
                  <a:pt x="701706" y="15454"/>
                  <a:pt x="702164" y="15237"/>
                </a:cubicBezTo>
                <a:cubicBezTo>
                  <a:pt x="702622" y="15020"/>
                  <a:pt x="703238" y="14863"/>
                  <a:pt x="704010" y="14766"/>
                </a:cubicBezTo>
                <a:cubicBezTo>
                  <a:pt x="704782" y="14670"/>
                  <a:pt x="705747" y="14621"/>
                  <a:pt x="706905" y="14621"/>
                </a:cubicBezTo>
                <a:cubicBezTo>
                  <a:pt x="708112" y="14621"/>
                  <a:pt x="709101" y="14670"/>
                  <a:pt x="709873" y="14766"/>
                </a:cubicBezTo>
                <a:cubicBezTo>
                  <a:pt x="710645" y="14863"/>
                  <a:pt x="711248" y="15020"/>
                  <a:pt x="711682" y="15237"/>
                </a:cubicBezTo>
                <a:cubicBezTo>
                  <a:pt x="712117" y="15454"/>
                  <a:pt x="712430" y="15707"/>
                  <a:pt x="712623" y="15997"/>
                </a:cubicBezTo>
                <a:cubicBezTo>
                  <a:pt x="712816" y="16286"/>
                  <a:pt x="712913" y="16600"/>
                  <a:pt x="712913" y="16938"/>
                </a:cubicBezTo>
                <a:lnTo>
                  <a:pt x="712913" y="32428"/>
                </a:lnTo>
                <a:lnTo>
                  <a:pt x="729633" y="32428"/>
                </a:lnTo>
                <a:cubicBezTo>
                  <a:pt x="730020" y="32428"/>
                  <a:pt x="730357" y="32512"/>
                  <a:pt x="730647" y="32681"/>
                </a:cubicBezTo>
                <a:cubicBezTo>
                  <a:pt x="730936" y="32850"/>
                  <a:pt x="731190" y="33139"/>
                  <a:pt x="731407" y="33550"/>
                </a:cubicBezTo>
                <a:cubicBezTo>
                  <a:pt x="731624" y="33960"/>
                  <a:pt x="731781" y="34479"/>
                  <a:pt x="731877" y="35106"/>
                </a:cubicBezTo>
                <a:cubicBezTo>
                  <a:pt x="731974" y="35733"/>
                  <a:pt x="732022" y="36505"/>
                  <a:pt x="732022" y="37422"/>
                </a:cubicBezTo>
                <a:cubicBezTo>
                  <a:pt x="732022" y="39159"/>
                  <a:pt x="731805" y="40414"/>
                  <a:pt x="731371" y="41186"/>
                </a:cubicBezTo>
                <a:cubicBezTo>
                  <a:pt x="730936" y="41958"/>
                  <a:pt x="730357" y="42344"/>
                  <a:pt x="729633" y="42344"/>
                </a:cubicBezTo>
                <a:lnTo>
                  <a:pt x="712913" y="42344"/>
                </a:lnTo>
                <a:lnTo>
                  <a:pt x="712913" y="78787"/>
                </a:lnTo>
                <a:cubicBezTo>
                  <a:pt x="712913" y="83287"/>
                  <a:pt x="713576" y="86686"/>
                  <a:pt x="714903" y="88986"/>
                </a:cubicBezTo>
                <a:cubicBezTo>
                  <a:pt x="716231" y="91284"/>
                  <a:pt x="718607" y="92433"/>
                  <a:pt x="722033" y="92433"/>
                </a:cubicBezTo>
                <a:cubicBezTo>
                  <a:pt x="723143" y="92433"/>
                  <a:pt x="724132" y="92325"/>
                  <a:pt x="725001" y="92108"/>
                </a:cubicBezTo>
                <a:cubicBezTo>
                  <a:pt x="725870" y="91890"/>
                  <a:pt x="726642" y="91661"/>
                  <a:pt x="727317" y="91420"/>
                </a:cubicBezTo>
                <a:cubicBezTo>
                  <a:pt x="727993" y="91179"/>
                  <a:pt x="728572" y="90950"/>
                  <a:pt x="729054" y="90732"/>
                </a:cubicBezTo>
                <a:cubicBezTo>
                  <a:pt x="729537" y="90515"/>
                  <a:pt x="729971" y="90407"/>
                  <a:pt x="730357" y="90407"/>
                </a:cubicBezTo>
                <a:cubicBezTo>
                  <a:pt x="730599" y="90407"/>
                  <a:pt x="730828" y="90467"/>
                  <a:pt x="731045" y="90588"/>
                </a:cubicBezTo>
                <a:cubicBezTo>
                  <a:pt x="731262" y="90708"/>
                  <a:pt x="731431" y="90937"/>
                  <a:pt x="731552" y="91275"/>
                </a:cubicBezTo>
                <a:cubicBezTo>
                  <a:pt x="731672" y="91613"/>
                  <a:pt x="731781" y="92071"/>
                  <a:pt x="731877" y="92651"/>
                </a:cubicBezTo>
                <a:cubicBezTo>
                  <a:pt x="731974" y="93230"/>
                  <a:pt x="732022" y="93953"/>
                  <a:pt x="732022" y="94822"/>
                </a:cubicBezTo>
                <a:close/>
                <a:moveTo>
                  <a:pt x="759721" y="99527"/>
                </a:moveTo>
                <a:cubicBezTo>
                  <a:pt x="759721" y="99913"/>
                  <a:pt x="759625" y="100239"/>
                  <a:pt x="759432" y="100504"/>
                </a:cubicBezTo>
                <a:cubicBezTo>
                  <a:pt x="759239" y="100769"/>
                  <a:pt x="758925" y="100999"/>
                  <a:pt x="758491" y="101192"/>
                </a:cubicBezTo>
                <a:cubicBezTo>
                  <a:pt x="758056" y="101385"/>
                  <a:pt x="757453" y="101530"/>
                  <a:pt x="756681" y="101626"/>
                </a:cubicBezTo>
                <a:cubicBezTo>
                  <a:pt x="755909" y="101723"/>
                  <a:pt x="754920" y="101771"/>
                  <a:pt x="753713" y="101771"/>
                </a:cubicBezTo>
                <a:cubicBezTo>
                  <a:pt x="752555" y="101771"/>
                  <a:pt x="751590" y="101723"/>
                  <a:pt x="750818" y="101626"/>
                </a:cubicBezTo>
                <a:cubicBezTo>
                  <a:pt x="750046" y="101530"/>
                  <a:pt x="749431" y="101385"/>
                  <a:pt x="748972" y="101192"/>
                </a:cubicBezTo>
                <a:cubicBezTo>
                  <a:pt x="748514" y="100999"/>
                  <a:pt x="748200" y="100769"/>
                  <a:pt x="748031" y="100504"/>
                </a:cubicBezTo>
                <a:cubicBezTo>
                  <a:pt x="747862" y="100239"/>
                  <a:pt x="747778" y="99913"/>
                  <a:pt x="747778" y="99527"/>
                </a:cubicBezTo>
                <a:lnTo>
                  <a:pt x="747778" y="34382"/>
                </a:lnTo>
                <a:cubicBezTo>
                  <a:pt x="747778" y="34044"/>
                  <a:pt x="747862" y="33731"/>
                  <a:pt x="748031" y="33441"/>
                </a:cubicBezTo>
                <a:cubicBezTo>
                  <a:pt x="748200" y="33152"/>
                  <a:pt x="748514" y="32910"/>
                  <a:pt x="748972" y="32717"/>
                </a:cubicBezTo>
                <a:cubicBezTo>
                  <a:pt x="749431" y="32524"/>
                  <a:pt x="750046" y="32379"/>
                  <a:pt x="750818" y="32283"/>
                </a:cubicBezTo>
                <a:cubicBezTo>
                  <a:pt x="751590" y="32186"/>
                  <a:pt x="752555" y="32138"/>
                  <a:pt x="753713" y="32138"/>
                </a:cubicBezTo>
                <a:cubicBezTo>
                  <a:pt x="754920" y="32138"/>
                  <a:pt x="755909" y="32186"/>
                  <a:pt x="756681" y="32283"/>
                </a:cubicBezTo>
                <a:cubicBezTo>
                  <a:pt x="757453" y="32379"/>
                  <a:pt x="758056" y="32524"/>
                  <a:pt x="758491" y="32717"/>
                </a:cubicBezTo>
                <a:cubicBezTo>
                  <a:pt x="758925" y="32910"/>
                  <a:pt x="759239" y="33152"/>
                  <a:pt x="759432" y="33441"/>
                </a:cubicBezTo>
                <a:cubicBezTo>
                  <a:pt x="759625" y="33731"/>
                  <a:pt x="759721" y="34044"/>
                  <a:pt x="759721" y="34382"/>
                </a:cubicBezTo>
                <a:lnTo>
                  <a:pt x="759721" y="99527"/>
                </a:lnTo>
                <a:moveTo>
                  <a:pt x="761096" y="12305"/>
                </a:moveTo>
                <a:cubicBezTo>
                  <a:pt x="761096" y="15104"/>
                  <a:pt x="760566" y="17010"/>
                  <a:pt x="759504" y="18023"/>
                </a:cubicBezTo>
                <a:cubicBezTo>
                  <a:pt x="758442" y="19037"/>
                  <a:pt x="756488" y="19543"/>
                  <a:pt x="753641" y="19543"/>
                </a:cubicBezTo>
                <a:cubicBezTo>
                  <a:pt x="750842" y="19543"/>
                  <a:pt x="748924" y="19049"/>
                  <a:pt x="747886" y="18060"/>
                </a:cubicBezTo>
                <a:cubicBezTo>
                  <a:pt x="746849" y="17070"/>
                  <a:pt x="746330" y="15200"/>
                  <a:pt x="746330" y="12450"/>
                </a:cubicBezTo>
                <a:cubicBezTo>
                  <a:pt x="746330" y="9651"/>
                  <a:pt x="746861" y="7745"/>
                  <a:pt x="747923" y="6732"/>
                </a:cubicBezTo>
                <a:cubicBezTo>
                  <a:pt x="748984" y="5718"/>
                  <a:pt x="750939" y="5212"/>
                  <a:pt x="753786" y="5212"/>
                </a:cubicBezTo>
                <a:cubicBezTo>
                  <a:pt x="756584" y="5212"/>
                  <a:pt x="758503" y="5706"/>
                  <a:pt x="759540" y="6695"/>
                </a:cubicBezTo>
                <a:cubicBezTo>
                  <a:pt x="760578" y="7685"/>
                  <a:pt x="761096" y="9555"/>
                  <a:pt x="761096" y="12305"/>
                </a:cubicBezTo>
                <a:close/>
                <a:moveTo>
                  <a:pt x="842280" y="66267"/>
                </a:moveTo>
                <a:cubicBezTo>
                  <a:pt x="842280" y="71579"/>
                  <a:pt x="841580" y="76470"/>
                  <a:pt x="840181" y="80938"/>
                </a:cubicBezTo>
                <a:cubicBezTo>
                  <a:pt x="838781" y="85406"/>
                  <a:pt x="836694" y="89259"/>
                  <a:pt x="833919" y="92497"/>
                </a:cubicBezTo>
                <a:cubicBezTo>
                  <a:pt x="831145" y="95733"/>
                  <a:pt x="827670" y="98256"/>
                  <a:pt x="823496" y="100068"/>
                </a:cubicBezTo>
                <a:cubicBezTo>
                  <a:pt x="819322" y="101879"/>
                  <a:pt x="814485" y="102784"/>
                  <a:pt x="808983" y="102784"/>
                </a:cubicBezTo>
                <a:cubicBezTo>
                  <a:pt x="803627" y="102784"/>
                  <a:pt x="798958" y="101987"/>
                  <a:pt x="794977" y="100393"/>
                </a:cubicBezTo>
                <a:cubicBezTo>
                  <a:pt x="790996" y="98799"/>
                  <a:pt x="787679" y="96481"/>
                  <a:pt x="785025" y="93438"/>
                </a:cubicBezTo>
                <a:cubicBezTo>
                  <a:pt x="782371" y="90395"/>
                  <a:pt x="780392" y="86699"/>
                  <a:pt x="779089" y="82352"/>
                </a:cubicBezTo>
                <a:cubicBezTo>
                  <a:pt x="777786" y="78004"/>
                  <a:pt x="777135" y="73077"/>
                  <a:pt x="777135" y="67570"/>
                </a:cubicBezTo>
                <a:cubicBezTo>
                  <a:pt x="777135" y="62257"/>
                  <a:pt x="777822" y="57367"/>
                  <a:pt x="779198" y="52899"/>
                </a:cubicBezTo>
                <a:cubicBezTo>
                  <a:pt x="780573" y="48430"/>
                  <a:pt x="782648" y="44578"/>
                  <a:pt x="785423" y="41342"/>
                </a:cubicBezTo>
                <a:cubicBezTo>
                  <a:pt x="788197" y="38104"/>
                  <a:pt x="791660" y="35592"/>
                  <a:pt x="795810" y="33805"/>
                </a:cubicBezTo>
                <a:cubicBezTo>
                  <a:pt x="799960" y="32018"/>
                  <a:pt x="804809" y="31125"/>
                  <a:pt x="810359" y="31125"/>
                </a:cubicBezTo>
                <a:cubicBezTo>
                  <a:pt x="815715" y="31125"/>
                  <a:pt x="820384" y="31922"/>
                  <a:pt x="824365" y="33516"/>
                </a:cubicBezTo>
                <a:cubicBezTo>
                  <a:pt x="828346" y="35110"/>
                  <a:pt x="831663" y="37428"/>
                  <a:pt x="834318" y="40471"/>
                </a:cubicBezTo>
                <a:cubicBezTo>
                  <a:pt x="836972" y="43514"/>
                  <a:pt x="838962" y="47210"/>
                  <a:pt x="840289" y="51557"/>
                </a:cubicBezTo>
                <a:cubicBezTo>
                  <a:pt x="841616" y="55905"/>
                  <a:pt x="842280" y="60808"/>
                  <a:pt x="842280" y="66267"/>
                </a:cubicBezTo>
                <a:moveTo>
                  <a:pt x="829685" y="67063"/>
                </a:moveTo>
                <a:cubicBezTo>
                  <a:pt x="829685" y="63536"/>
                  <a:pt x="829359" y="60202"/>
                  <a:pt x="828708" y="57061"/>
                </a:cubicBezTo>
                <a:cubicBezTo>
                  <a:pt x="828056" y="53919"/>
                  <a:pt x="826983" y="51165"/>
                  <a:pt x="825487" y="48798"/>
                </a:cubicBezTo>
                <a:cubicBezTo>
                  <a:pt x="823991" y="46430"/>
                  <a:pt x="821964" y="44558"/>
                  <a:pt x="819407" y="43181"/>
                </a:cubicBezTo>
                <a:cubicBezTo>
                  <a:pt x="816849" y="41803"/>
                  <a:pt x="813664" y="41114"/>
                  <a:pt x="809852" y="41114"/>
                </a:cubicBezTo>
                <a:cubicBezTo>
                  <a:pt x="806329" y="41114"/>
                  <a:pt x="803301" y="41742"/>
                  <a:pt x="800768" y="42998"/>
                </a:cubicBezTo>
                <a:cubicBezTo>
                  <a:pt x="798235" y="44254"/>
                  <a:pt x="796147" y="46030"/>
                  <a:pt x="794507" y="48327"/>
                </a:cubicBezTo>
                <a:cubicBezTo>
                  <a:pt x="792866" y="50622"/>
                  <a:pt x="791648" y="53340"/>
                  <a:pt x="790851" y="56482"/>
                </a:cubicBezTo>
                <a:cubicBezTo>
                  <a:pt x="790055" y="59621"/>
                  <a:pt x="789657" y="63052"/>
                  <a:pt x="789657" y="66774"/>
                </a:cubicBezTo>
                <a:cubicBezTo>
                  <a:pt x="789657" y="70349"/>
                  <a:pt x="789983" y="73707"/>
                  <a:pt x="790634" y="76848"/>
                </a:cubicBezTo>
                <a:cubicBezTo>
                  <a:pt x="791286" y="79989"/>
                  <a:pt x="792371" y="82732"/>
                  <a:pt x="793892" y="85075"/>
                </a:cubicBezTo>
                <a:cubicBezTo>
                  <a:pt x="795412" y="87419"/>
                  <a:pt x="797450" y="89279"/>
                  <a:pt x="800008" y="90658"/>
                </a:cubicBezTo>
                <a:cubicBezTo>
                  <a:pt x="802565" y="92034"/>
                  <a:pt x="805750" y="92723"/>
                  <a:pt x="809562" y="92723"/>
                </a:cubicBezTo>
                <a:cubicBezTo>
                  <a:pt x="813037" y="92723"/>
                  <a:pt x="816053" y="92095"/>
                  <a:pt x="818610" y="90839"/>
                </a:cubicBezTo>
                <a:cubicBezTo>
                  <a:pt x="821168" y="89583"/>
                  <a:pt x="823267" y="87819"/>
                  <a:pt x="824908" y="85548"/>
                </a:cubicBezTo>
                <a:cubicBezTo>
                  <a:pt x="826548" y="83275"/>
                  <a:pt x="827755" y="80569"/>
                  <a:pt x="828527" y="77430"/>
                </a:cubicBezTo>
                <a:cubicBezTo>
                  <a:pt x="829299" y="74289"/>
                  <a:pt x="829685" y="70833"/>
                  <a:pt x="829685" y="67063"/>
                </a:cubicBezTo>
                <a:close/>
                <a:moveTo>
                  <a:pt x="915886" y="99527"/>
                </a:moveTo>
                <a:cubicBezTo>
                  <a:pt x="915886" y="99913"/>
                  <a:pt x="915789" y="100239"/>
                  <a:pt x="915596" y="100504"/>
                </a:cubicBezTo>
                <a:cubicBezTo>
                  <a:pt x="915403" y="100769"/>
                  <a:pt x="915089" y="100999"/>
                  <a:pt x="914655" y="101192"/>
                </a:cubicBezTo>
                <a:cubicBezTo>
                  <a:pt x="914221" y="101385"/>
                  <a:pt x="913618" y="101530"/>
                  <a:pt x="912846" y="101626"/>
                </a:cubicBezTo>
                <a:cubicBezTo>
                  <a:pt x="912074" y="101723"/>
                  <a:pt x="911108" y="101771"/>
                  <a:pt x="909950" y="101771"/>
                </a:cubicBezTo>
                <a:cubicBezTo>
                  <a:pt x="908744" y="101771"/>
                  <a:pt x="907755" y="101723"/>
                  <a:pt x="906983" y="101626"/>
                </a:cubicBezTo>
                <a:cubicBezTo>
                  <a:pt x="906210" y="101530"/>
                  <a:pt x="905607" y="101385"/>
                  <a:pt x="905173" y="101192"/>
                </a:cubicBezTo>
                <a:cubicBezTo>
                  <a:pt x="904739" y="100999"/>
                  <a:pt x="904425" y="100769"/>
                  <a:pt x="904232" y="100504"/>
                </a:cubicBezTo>
                <a:cubicBezTo>
                  <a:pt x="904039" y="100239"/>
                  <a:pt x="903942" y="99913"/>
                  <a:pt x="903942" y="99527"/>
                </a:cubicBezTo>
                <a:lnTo>
                  <a:pt x="903942" y="61381"/>
                </a:lnTo>
                <a:cubicBezTo>
                  <a:pt x="903942" y="57665"/>
                  <a:pt x="903653" y="54673"/>
                  <a:pt x="903074" y="52405"/>
                </a:cubicBezTo>
                <a:cubicBezTo>
                  <a:pt x="902495" y="50137"/>
                  <a:pt x="901650" y="48183"/>
                  <a:pt x="900540" y="46542"/>
                </a:cubicBezTo>
                <a:cubicBezTo>
                  <a:pt x="899431" y="44902"/>
                  <a:pt x="897995" y="43647"/>
                  <a:pt x="896234" y="42778"/>
                </a:cubicBezTo>
                <a:cubicBezTo>
                  <a:pt x="894472" y="41910"/>
                  <a:pt x="892434" y="41476"/>
                  <a:pt x="890117" y="41476"/>
                </a:cubicBezTo>
                <a:cubicBezTo>
                  <a:pt x="887125" y="41476"/>
                  <a:pt x="884134" y="42537"/>
                  <a:pt x="881142" y="44660"/>
                </a:cubicBezTo>
                <a:cubicBezTo>
                  <a:pt x="878150" y="46784"/>
                  <a:pt x="875013" y="49896"/>
                  <a:pt x="871732" y="53998"/>
                </a:cubicBezTo>
                <a:lnTo>
                  <a:pt x="871732" y="99527"/>
                </a:lnTo>
                <a:cubicBezTo>
                  <a:pt x="871732" y="99913"/>
                  <a:pt x="871635" y="100239"/>
                  <a:pt x="871442" y="100504"/>
                </a:cubicBezTo>
                <a:cubicBezTo>
                  <a:pt x="871249" y="100769"/>
                  <a:pt x="870936" y="100999"/>
                  <a:pt x="870501" y="101192"/>
                </a:cubicBezTo>
                <a:cubicBezTo>
                  <a:pt x="870067" y="101385"/>
                  <a:pt x="869464" y="101530"/>
                  <a:pt x="868692" y="101626"/>
                </a:cubicBezTo>
                <a:cubicBezTo>
                  <a:pt x="867920" y="101723"/>
                  <a:pt x="866931" y="101771"/>
                  <a:pt x="865724" y="101771"/>
                </a:cubicBezTo>
                <a:cubicBezTo>
                  <a:pt x="864566" y="101771"/>
                  <a:pt x="863601" y="101723"/>
                  <a:pt x="862829" y="101626"/>
                </a:cubicBezTo>
                <a:cubicBezTo>
                  <a:pt x="862057" y="101530"/>
                  <a:pt x="861441" y="101385"/>
                  <a:pt x="860983" y="101192"/>
                </a:cubicBezTo>
                <a:cubicBezTo>
                  <a:pt x="860525" y="100999"/>
                  <a:pt x="860211" y="100769"/>
                  <a:pt x="860042" y="100504"/>
                </a:cubicBezTo>
                <a:cubicBezTo>
                  <a:pt x="859873" y="100239"/>
                  <a:pt x="859789" y="99913"/>
                  <a:pt x="859789" y="99527"/>
                </a:cubicBezTo>
                <a:lnTo>
                  <a:pt x="859789" y="34382"/>
                </a:lnTo>
                <a:cubicBezTo>
                  <a:pt x="859789" y="33996"/>
                  <a:pt x="859861" y="33670"/>
                  <a:pt x="860006" y="33405"/>
                </a:cubicBezTo>
                <a:cubicBezTo>
                  <a:pt x="860151" y="33139"/>
                  <a:pt x="860440" y="32898"/>
                  <a:pt x="860874" y="32681"/>
                </a:cubicBezTo>
                <a:cubicBezTo>
                  <a:pt x="861309" y="32464"/>
                  <a:pt x="861864" y="32319"/>
                  <a:pt x="862539" y="32247"/>
                </a:cubicBezTo>
                <a:cubicBezTo>
                  <a:pt x="863215" y="32174"/>
                  <a:pt x="864108" y="32138"/>
                  <a:pt x="865217" y="32138"/>
                </a:cubicBezTo>
                <a:cubicBezTo>
                  <a:pt x="866279" y="32138"/>
                  <a:pt x="867160" y="32174"/>
                  <a:pt x="867859" y="32247"/>
                </a:cubicBezTo>
                <a:cubicBezTo>
                  <a:pt x="868559" y="32319"/>
                  <a:pt x="869102" y="32464"/>
                  <a:pt x="869488" y="32681"/>
                </a:cubicBezTo>
                <a:cubicBezTo>
                  <a:pt x="869874" y="32898"/>
                  <a:pt x="870152" y="33139"/>
                  <a:pt x="870320" y="33405"/>
                </a:cubicBezTo>
                <a:cubicBezTo>
                  <a:pt x="870489" y="33670"/>
                  <a:pt x="870574" y="33996"/>
                  <a:pt x="870574" y="34382"/>
                </a:cubicBezTo>
                <a:lnTo>
                  <a:pt x="870574" y="42996"/>
                </a:lnTo>
                <a:cubicBezTo>
                  <a:pt x="874241" y="38894"/>
                  <a:pt x="877897" y="35890"/>
                  <a:pt x="881540" y="33984"/>
                </a:cubicBezTo>
                <a:cubicBezTo>
                  <a:pt x="885183" y="32078"/>
                  <a:pt x="888863" y="31125"/>
                  <a:pt x="892578" y="31125"/>
                </a:cubicBezTo>
                <a:cubicBezTo>
                  <a:pt x="896921" y="31125"/>
                  <a:pt x="900577" y="31861"/>
                  <a:pt x="903544" y="33332"/>
                </a:cubicBezTo>
                <a:cubicBezTo>
                  <a:pt x="906512" y="34804"/>
                  <a:pt x="908913" y="36771"/>
                  <a:pt x="910746" y="39232"/>
                </a:cubicBezTo>
                <a:cubicBezTo>
                  <a:pt x="912580" y="41693"/>
                  <a:pt x="913895" y="44576"/>
                  <a:pt x="914691" y="47881"/>
                </a:cubicBezTo>
                <a:cubicBezTo>
                  <a:pt x="915488" y="51187"/>
                  <a:pt x="915886" y="55156"/>
                  <a:pt x="915886" y="59789"/>
                </a:cubicBezTo>
                <a:lnTo>
                  <a:pt x="915886" y="99527"/>
                </a:lnTo>
                <a:close/>
                <a:moveTo>
                  <a:pt x="1079806" y="45708"/>
                </a:moveTo>
                <a:cubicBezTo>
                  <a:pt x="1079806" y="48992"/>
                  <a:pt x="1079601" y="52349"/>
                  <a:pt x="1079191" y="55778"/>
                </a:cubicBezTo>
                <a:cubicBezTo>
                  <a:pt x="1078781" y="59207"/>
                  <a:pt x="1078117" y="62540"/>
                  <a:pt x="1077200" y="65776"/>
                </a:cubicBezTo>
                <a:cubicBezTo>
                  <a:pt x="1076283" y="69012"/>
                  <a:pt x="1075077" y="72067"/>
                  <a:pt x="1073581" y="74942"/>
                </a:cubicBezTo>
                <a:cubicBezTo>
                  <a:pt x="1072085" y="77814"/>
                  <a:pt x="1070251" y="80338"/>
                  <a:pt x="1068080" y="82512"/>
                </a:cubicBezTo>
                <a:cubicBezTo>
                  <a:pt x="1065908" y="84685"/>
                  <a:pt x="1063387" y="86388"/>
                  <a:pt x="1060516" y="87620"/>
                </a:cubicBezTo>
                <a:cubicBezTo>
                  <a:pt x="1057645" y="88850"/>
                  <a:pt x="1054351" y="89466"/>
                  <a:pt x="1050636" y="89466"/>
                </a:cubicBezTo>
                <a:cubicBezTo>
                  <a:pt x="1048657" y="89466"/>
                  <a:pt x="1046823" y="89236"/>
                  <a:pt x="1045134" y="88778"/>
                </a:cubicBezTo>
                <a:cubicBezTo>
                  <a:pt x="1043445" y="88318"/>
                  <a:pt x="1041950" y="87654"/>
                  <a:pt x="1040647" y="86785"/>
                </a:cubicBezTo>
                <a:cubicBezTo>
                  <a:pt x="1039344" y="85915"/>
                  <a:pt x="1038246" y="84792"/>
                  <a:pt x="1037353" y="83415"/>
                </a:cubicBezTo>
                <a:cubicBezTo>
                  <a:pt x="1036461" y="82037"/>
                  <a:pt x="1035845" y="80454"/>
                  <a:pt x="1035507" y="78667"/>
                </a:cubicBezTo>
                <a:cubicBezTo>
                  <a:pt x="1033577" y="80600"/>
                  <a:pt x="1031707" y="82255"/>
                  <a:pt x="1029898" y="83632"/>
                </a:cubicBezTo>
                <a:cubicBezTo>
                  <a:pt x="1028088" y="85009"/>
                  <a:pt x="1026315" y="86132"/>
                  <a:pt x="1024578" y="87002"/>
                </a:cubicBezTo>
                <a:cubicBezTo>
                  <a:pt x="1022840" y="87871"/>
                  <a:pt x="1021139" y="88499"/>
                  <a:pt x="1019475" y="88887"/>
                </a:cubicBezTo>
                <a:cubicBezTo>
                  <a:pt x="1017810" y="89273"/>
                  <a:pt x="1016181" y="89466"/>
                  <a:pt x="1014589" y="89466"/>
                </a:cubicBezTo>
                <a:cubicBezTo>
                  <a:pt x="1012514" y="89466"/>
                  <a:pt x="1010680" y="89261"/>
                  <a:pt x="1009088" y="88850"/>
                </a:cubicBezTo>
                <a:cubicBezTo>
                  <a:pt x="1007495" y="88439"/>
                  <a:pt x="1006084" y="87835"/>
                  <a:pt x="1004853" y="87039"/>
                </a:cubicBezTo>
                <a:cubicBezTo>
                  <a:pt x="1003623" y="86241"/>
                  <a:pt x="1002573" y="85262"/>
                  <a:pt x="1001705" y="84103"/>
                </a:cubicBezTo>
                <a:cubicBezTo>
                  <a:pt x="1000836" y="82943"/>
                  <a:pt x="1000112" y="81638"/>
                  <a:pt x="999533" y="80189"/>
                </a:cubicBezTo>
                <a:cubicBezTo>
                  <a:pt x="998954" y="78740"/>
                  <a:pt x="998544" y="77146"/>
                  <a:pt x="998303" y="75407"/>
                </a:cubicBezTo>
                <a:cubicBezTo>
                  <a:pt x="998061" y="73667"/>
                  <a:pt x="997941" y="71782"/>
                  <a:pt x="997941" y="69753"/>
                </a:cubicBezTo>
                <a:cubicBezTo>
                  <a:pt x="997941" y="67675"/>
                  <a:pt x="998109" y="65295"/>
                  <a:pt x="998447" y="62614"/>
                </a:cubicBezTo>
                <a:cubicBezTo>
                  <a:pt x="998785" y="59933"/>
                  <a:pt x="999340" y="57167"/>
                  <a:pt x="1000112" y="54317"/>
                </a:cubicBezTo>
                <a:cubicBezTo>
                  <a:pt x="1000884" y="51465"/>
                  <a:pt x="1001946" y="48675"/>
                  <a:pt x="1003297" y="45945"/>
                </a:cubicBezTo>
                <a:cubicBezTo>
                  <a:pt x="1004648" y="43216"/>
                  <a:pt x="1006325" y="40776"/>
                  <a:pt x="1008328" y="38625"/>
                </a:cubicBezTo>
                <a:cubicBezTo>
                  <a:pt x="1010330" y="36475"/>
                  <a:pt x="1012707" y="34736"/>
                  <a:pt x="1015457" y="33407"/>
                </a:cubicBezTo>
                <a:cubicBezTo>
                  <a:pt x="1018208" y="32079"/>
                  <a:pt x="1021417" y="31414"/>
                  <a:pt x="1025084" y="31414"/>
                </a:cubicBezTo>
                <a:cubicBezTo>
                  <a:pt x="1026628" y="31414"/>
                  <a:pt x="1028112" y="31596"/>
                  <a:pt x="1029536" y="31959"/>
                </a:cubicBezTo>
                <a:cubicBezTo>
                  <a:pt x="1030959" y="32321"/>
                  <a:pt x="1032323" y="32889"/>
                  <a:pt x="1033626" y="33663"/>
                </a:cubicBezTo>
                <a:cubicBezTo>
                  <a:pt x="1034928" y="34435"/>
                  <a:pt x="1036183" y="35401"/>
                  <a:pt x="1037389" y="36560"/>
                </a:cubicBezTo>
                <a:cubicBezTo>
                  <a:pt x="1038596" y="37720"/>
                  <a:pt x="1039826" y="39097"/>
                  <a:pt x="1041081" y="40691"/>
                </a:cubicBezTo>
                <a:lnTo>
                  <a:pt x="1042311" y="34312"/>
                </a:lnTo>
                <a:cubicBezTo>
                  <a:pt x="1042505" y="33636"/>
                  <a:pt x="1042939" y="33130"/>
                  <a:pt x="1043614" y="32792"/>
                </a:cubicBezTo>
                <a:cubicBezTo>
                  <a:pt x="1044290" y="32453"/>
                  <a:pt x="1045545" y="32283"/>
                  <a:pt x="1047378" y="32283"/>
                </a:cubicBezTo>
                <a:cubicBezTo>
                  <a:pt x="1048247" y="32283"/>
                  <a:pt x="1048983" y="32331"/>
                  <a:pt x="1049586" y="32428"/>
                </a:cubicBezTo>
                <a:cubicBezTo>
                  <a:pt x="1050189" y="32524"/>
                  <a:pt x="1050660" y="32657"/>
                  <a:pt x="1050997" y="32826"/>
                </a:cubicBezTo>
                <a:cubicBezTo>
                  <a:pt x="1051335" y="32995"/>
                  <a:pt x="1051564" y="33201"/>
                  <a:pt x="1051685" y="33443"/>
                </a:cubicBezTo>
                <a:cubicBezTo>
                  <a:pt x="1051806" y="33685"/>
                  <a:pt x="1051818" y="33974"/>
                  <a:pt x="1051721" y="34312"/>
                </a:cubicBezTo>
                <a:lnTo>
                  <a:pt x="1045279" y="67651"/>
                </a:lnTo>
                <a:cubicBezTo>
                  <a:pt x="1044507" y="71858"/>
                  <a:pt x="1044700" y="74966"/>
                  <a:pt x="1045858" y="76973"/>
                </a:cubicBezTo>
                <a:cubicBezTo>
                  <a:pt x="1047016" y="78980"/>
                  <a:pt x="1049212" y="79983"/>
                  <a:pt x="1052445" y="79983"/>
                </a:cubicBezTo>
                <a:cubicBezTo>
                  <a:pt x="1054424" y="79983"/>
                  <a:pt x="1056209" y="79489"/>
                  <a:pt x="1057802" y="78500"/>
                </a:cubicBezTo>
                <a:cubicBezTo>
                  <a:pt x="1059394" y="77509"/>
                  <a:pt x="1060793" y="76168"/>
                  <a:pt x="1062000" y="74478"/>
                </a:cubicBezTo>
                <a:cubicBezTo>
                  <a:pt x="1063206" y="72786"/>
                  <a:pt x="1064219" y="70817"/>
                  <a:pt x="1065040" y="68572"/>
                </a:cubicBezTo>
                <a:cubicBezTo>
                  <a:pt x="1065860" y="66325"/>
                  <a:pt x="1066536" y="63957"/>
                  <a:pt x="1067067" y="61469"/>
                </a:cubicBezTo>
                <a:cubicBezTo>
                  <a:pt x="1067597" y="58981"/>
                  <a:pt x="1067983" y="56433"/>
                  <a:pt x="1068225" y="53824"/>
                </a:cubicBezTo>
                <a:cubicBezTo>
                  <a:pt x="1068466" y="51215"/>
                  <a:pt x="1068587" y="48703"/>
                  <a:pt x="1068587" y="46287"/>
                </a:cubicBezTo>
                <a:cubicBezTo>
                  <a:pt x="1068587" y="42084"/>
                  <a:pt x="1068020" y="38087"/>
                  <a:pt x="1066886" y="34296"/>
                </a:cubicBezTo>
                <a:cubicBezTo>
                  <a:pt x="1065752" y="30503"/>
                  <a:pt x="1063809" y="27170"/>
                  <a:pt x="1061059" y="24296"/>
                </a:cubicBezTo>
                <a:cubicBezTo>
                  <a:pt x="1058308" y="21422"/>
                  <a:pt x="1054629" y="19127"/>
                  <a:pt x="1050020" y="17413"/>
                </a:cubicBezTo>
                <a:cubicBezTo>
                  <a:pt x="1045412" y="15697"/>
                  <a:pt x="1039633" y="14839"/>
                  <a:pt x="1032685" y="14839"/>
                </a:cubicBezTo>
                <a:cubicBezTo>
                  <a:pt x="1026990" y="14839"/>
                  <a:pt x="1021924" y="15467"/>
                  <a:pt x="1017484" y="16723"/>
                </a:cubicBezTo>
                <a:cubicBezTo>
                  <a:pt x="1013045" y="17977"/>
                  <a:pt x="1009136" y="19679"/>
                  <a:pt x="1005758" y="21828"/>
                </a:cubicBezTo>
                <a:cubicBezTo>
                  <a:pt x="1002380" y="23977"/>
                  <a:pt x="999485" y="26452"/>
                  <a:pt x="997072" y="29254"/>
                </a:cubicBezTo>
                <a:cubicBezTo>
                  <a:pt x="994659" y="32054"/>
                  <a:pt x="992620" y="35036"/>
                  <a:pt x="990956" y="38200"/>
                </a:cubicBezTo>
                <a:cubicBezTo>
                  <a:pt x="989291" y="41364"/>
                  <a:pt x="987952" y="44600"/>
                  <a:pt x="986938" y="47909"/>
                </a:cubicBezTo>
                <a:cubicBezTo>
                  <a:pt x="985925" y="51216"/>
                  <a:pt x="985153" y="54403"/>
                  <a:pt x="984622" y="57470"/>
                </a:cubicBezTo>
                <a:cubicBezTo>
                  <a:pt x="984091" y="60536"/>
                  <a:pt x="983741" y="63421"/>
                  <a:pt x="983573" y="66127"/>
                </a:cubicBezTo>
                <a:cubicBezTo>
                  <a:pt x="983404" y="68830"/>
                  <a:pt x="983319" y="71124"/>
                  <a:pt x="983319" y="73008"/>
                </a:cubicBezTo>
                <a:cubicBezTo>
                  <a:pt x="983319" y="78367"/>
                  <a:pt x="983934" y="83269"/>
                  <a:pt x="985165" y="87713"/>
                </a:cubicBezTo>
                <a:cubicBezTo>
                  <a:pt x="986395" y="92155"/>
                  <a:pt x="988531" y="95994"/>
                  <a:pt x="991571" y="99231"/>
                </a:cubicBezTo>
                <a:cubicBezTo>
                  <a:pt x="994611" y="102465"/>
                  <a:pt x="998689" y="104976"/>
                  <a:pt x="1003804" y="106763"/>
                </a:cubicBezTo>
                <a:cubicBezTo>
                  <a:pt x="1008919" y="108550"/>
                  <a:pt x="1015361" y="109443"/>
                  <a:pt x="1023130" y="109443"/>
                </a:cubicBezTo>
                <a:cubicBezTo>
                  <a:pt x="1026653" y="109443"/>
                  <a:pt x="1029837" y="109242"/>
                  <a:pt x="1032685" y="108839"/>
                </a:cubicBezTo>
                <a:cubicBezTo>
                  <a:pt x="1035532" y="108437"/>
                  <a:pt x="1038005" y="108011"/>
                  <a:pt x="1040104" y="107561"/>
                </a:cubicBezTo>
                <a:cubicBezTo>
                  <a:pt x="1042203" y="107112"/>
                  <a:pt x="1043904" y="106686"/>
                  <a:pt x="1045207" y="106283"/>
                </a:cubicBezTo>
                <a:cubicBezTo>
                  <a:pt x="1046510" y="105881"/>
                  <a:pt x="1047402" y="105679"/>
                  <a:pt x="1047885" y="105679"/>
                </a:cubicBezTo>
                <a:cubicBezTo>
                  <a:pt x="1048175" y="105679"/>
                  <a:pt x="1048428" y="105764"/>
                  <a:pt x="1048645" y="105933"/>
                </a:cubicBezTo>
                <a:cubicBezTo>
                  <a:pt x="1048862" y="106102"/>
                  <a:pt x="1049031" y="106367"/>
                  <a:pt x="1049152" y="106729"/>
                </a:cubicBezTo>
                <a:cubicBezTo>
                  <a:pt x="1049272" y="107091"/>
                  <a:pt x="1049357" y="107549"/>
                  <a:pt x="1049405" y="108104"/>
                </a:cubicBezTo>
                <a:cubicBezTo>
                  <a:pt x="1049453" y="108659"/>
                  <a:pt x="1049477" y="109347"/>
                  <a:pt x="1049477" y="110167"/>
                </a:cubicBezTo>
                <a:cubicBezTo>
                  <a:pt x="1049477" y="110843"/>
                  <a:pt x="1049465" y="111398"/>
                  <a:pt x="1049441" y="111832"/>
                </a:cubicBezTo>
                <a:cubicBezTo>
                  <a:pt x="1049417" y="112266"/>
                  <a:pt x="1049357" y="112664"/>
                  <a:pt x="1049260" y="113026"/>
                </a:cubicBezTo>
                <a:cubicBezTo>
                  <a:pt x="1049164" y="113388"/>
                  <a:pt x="1049031" y="113714"/>
                  <a:pt x="1048862" y="114004"/>
                </a:cubicBezTo>
                <a:cubicBezTo>
                  <a:pt x="1048693" y="114293"/>
                  <a:pt x="1048464" y="114558"/>
                  <a:pt x="1048175" y="114800"/>
                </a:cubicBezTo>
                <a:cubicBezTo>
                  <a:pt x="1047885" y="115041"/>
                  <a:pt x="1047053" y="115398"/>
                  <a:pt x="1045677" y="115872"/>
                </a:cubicBezTo>
                <a:cubicBezTo>
                  <a:pt x="1044302" y="116345"/>
                  <a:pt x="1042444" y="116819"/>
                  <a:pt x="1040104" y="117292"/>
                </a:cubicBezTo>
                <a:cubicBezTo>
                  <a:pt x="1037763" y="117766"/>
                  <a:pt x="1035025" y="118169"/>
                  <a:pt x="1031888" y="118500"/>
                </a:cubicBezTo>
                <a:cubicBezTo>
                  <a:pt x="1028752" y="118832"/>
                  <a:pt x="1025301" y="118998"/>
                  <a:pt x="1021538" y="118998"/>
                </a:cubicBezTo>
                <a:cubicBezTo>
                  <a:pt x="1012514" y="118998"/>
                  <a:pt x="1004877" y="117936"/>
                  <a:pt x="998628" y="115811"/>
                </a:cubicBezTo>
                <a:cubicBezTo>
                  <a:pt x="992379" y="113686"/>
                  <a:pt x="987288" y="110644"/>
                  <a:pt x="983355" y="106684"/>
                </a:cubicBezTo>
                <a:cubicBezTo>
                  <a:pt x="979423" y="102725"/>
                  <a:pt x="976588" y="97970"/>
                  <a:pt x="974850" y="92418"/>
                </a:cubicBezTo>
                <a:cubicBezTo>
                  <a:pt x="973113" y="86864"/>
                  <a:pt x="972245" y="80658"/>
                  <a:pt x="972245" y="73801"/>
                </a:cubicBezTo>
                <a:cubicBezTo>
                  <a:pt x="972245" y="71291"/>
                  <a:pt x="972377" y="68406"/>
                  <a:pt x="972643" y="65147"/>
                </a:cubicBezTo>
                <a:cubicBezTo>
                  <a:pt x="972908" y="61887"/>
                  <a:pt x="973415" y="58410"/>
                  <a:pt x="974163" y="54717"/>
                </a:cubicBezTo>
                <a:cubicBezTo>
                  <a:pt x="974911" y="51023"/>
                  <a:pt x="975960" y="47256"/>
                  <a:pt x="977311" y="43419"/>
                </a:cubicBezTo>
                <a:cubicBezTo>
                  <a:pt x="978663" y="39579"/>
                  <a:pt x="980412" y="35825"/>
                  <a:pt x="982559" y="32156"/>
                </a:cubicBezTo>
                <a:cubicBezTo>
                  <a:pt x="984707" y="28486"/>
                  <a:pt x="987312" y="25021"/>
                  <a:pt x="990377" y="21762"/>
                </a:cubicBezTo>
                <a:cubicBezTo>
                  <a:pt x="993441" y="18502"/>
                  <a:pt x="997060" y="15653"/>
                  <a:pt x="1001234" y="13214"/>
                </a:cubicBezTo>
                <a:cubicBezTo>
                  <a:pt x="1005408" y="10776"/>
                  <a:pt x="1010185" y="8857"/>
                  <a:pt x="1015566" y="7458"/>
                </a:cubicBezTo>
                <a:cubicBezTo>
                  <a:pt x="1020946" y="6057"/>
                  <a:pt x="1027039" y="5356"/>
                  <a:pt x="1033843" y="5356"/>
                </a:cubicBezTo>
                <a:cubicBezTo>
                  <a:pt x="1041757" y="5356"/>
                  <a:pt x="1048597" y="6310"/>
                  <a:pt x="1054363" y="8218"/>
                </a:cubicBezTo>
                <a:cubicBezTo>
                  <a:pt x="1060130" y="10125"/>
                  <a:pt x="1064895" y="12818"/>
                  <a:pt x="1068659" y="16295"/>
                </a:cubicBezTo>
                <a:cubicBezTo>
                  <a:pt x="1072423" y="19773"/>
                  <a:pt x="1075222" y="24011"/>
                  <a:pt x="1077055" y="29010"/>
                </a:cubicBezTo>
                <a:cubicBezTo>
                  <a:pt x="1078889" y="34009"/>
                  <a:pt x="1079806" y="39575"/>
                  <a:pt x="1079806" y="45708"/>
                </a:cubicBezTo>
                <a:moveTo>
                  <a:pt x="1037824" y="50401"/>
                </a:moveTo>
                <a:cubicBezTo>
                  <a:pt x="1035990" y="47305"/>
                  <a:pt x="1034108" y="44936"/>
                  <a:pt x="1032178" y="43292"/>
                </a:cubicBezTo>
                <a:cubicBezTo>
                  <a:pt x="1030248" y="41647"/>
                  <a:pt x="1028052" y="40824"/>
                  <a:pt x="1025591" y="40824"/>
                </a:cubicBezTo>
                <a:cubicBezTo>
                  <a:pt x="1023564" y="40824"/>
                  <a:pt x="1021731" y="41320"/>
                  <a:pt x="1020090" y="42310"/>
                </a:cubicBezTo>
                <a:cubicBezTo>
                  <a:pt x="1018449" y="43301"/>
                  <a:pt x="1017026" y="44582"/>
                  <a:pt x="1015819" y="46153"/>
                </a:cubicBezTo>
                <a:cubicBezTo>
                  <a:pt x="1014613" y="47725"/>
                  <a:pt x="1013587" y="49502"/>
                  <a:pt x="1012743" y="51485"/>
                </a:cubicBezTo>
                <a:cubicBezTo>
                  <a:pt x="1011898" y="53466"/>
                  <a:pt x="1011211" y="55497"/>
                  <a:pt x="1010680" y="57576"/>
                </a:cubicBezTo>
                <a:cubicBezTo>
                  <a:pt x="1010149" y="59654"/>
                  <a:pt x="1009775" y="61673"/>
                  <a:pt x="1009558" y="63632"/>
                </a:cubicBezTo>
                <a:cubicBezTo>
                  <a:pt x="1009341" y="65589"/>
                  <a:pt x="1009232" y="67317"/>
                  <a:pt x="1009232" y="68816"/>
                </a:cubicBezTo>
                <a:cubicBezTo>
                  <a:pt x="1009232" y="72393"/>
                  <a:pt x="1009872" y="75149"/>
                  <a:pt x="1011151" y="77084"/>
                </a:cubicBezTo>
                <a:cubicBezTo>
                  <a:pt x="1012429" y="79017"/>
                  <a:pt x="1014589" y="79983"/>
                  <a:pt x="1017629" y="79983"/>
                </a:cubicBezTo>
                <a:cubicBezTo>
                  <a:pt x="1018787" y="79983"/>
                  <a:pt x="1019969" y="79778"/>
                  <a:pt x="1021176" y="79368"/>
                </a:cubicBezTo>
                <a:cubicBezTo>
                  <a:pt x="1022382" y="78957"/>
                  <a:pt x="1023661" y="78328"/>
                  <a:pt x="1025012" y="77482"/>
                </a:cubicBezTo>
                <a:cubicBezTo>
                  <a:pt x="1026363" y="76634"/>
                  <a:pt x="1027799" y="75521"/>
                  <a:pt x="1029319" y="74143"/>
                </a:cubicBezTo>
                <a:cubicBezTo>
                  <a:pt x="1030839" y="72765"/>
                  <a:pt x="1032516" y="71132"/>
                  <a:pt x="1034349" y="69246"/>
                </a:cubicBezTo>
                <a:lnTo>
                  <a:pt x="1037824" y="50401"/>
                </a:lnTo>
                <a:moveTo>
                  <a:pt x="959939" y="7673"/>
                </a:moveTo>
                <a:lnTo>
                  <a:pt x="959939" y="7673"/>
                </a:lnTo>
                <a:close/>
                <a:moveTo>
                  <a:pt x="1139197" y="7600"/>
                </a:moveTo>
                <a:cubicBezTo>
                  <a:pt x="1139197" y="8517"/>
                  <a:pt x="1139148" y="9253"/>
                  <a:pt x="1139052" y="9808"/>
                </a:cubicBezTo>
                <a:cubicBezTo>
                  <a:pt x="1138955" y="10363"/>
                  <a:pt x="1138847" y="10809"/>
                  <a:pt x="1138726" y="11147"/>
                </a:cubicBezTo>
                <a:cubicBezTo>
                  <a:pt x="1138606" y="11485"/>
                  <a:pt x="1138449" y="11714"/>
                  <a:pt x="1138256" y="11835"/>
                </a:cubicBezTo>
                <a:cubicBezTo>
                  <a:pt x="1138063" y="11955"/>
                  <a:pt x="1137821" y="12016"/>
                  <a:pt x="1137532" y="12016"/>
                </a:cubicBezTo>
                <a:cubicBezTo>
                  <a:pt x="1137194" y="12016"/>
                  <a:pt x="1136772" y="11907"/>
                  <a:pt x="1136265" y="11690"/>
                </a:cubicBezTo>
                <a:cubicBezTo>
                  <a:pt x="1135758" y="11473"/>
                  <a:pt x="1135143" y="11231"/>
                  <a:pt x="1134419" y="10966"/>
                </a:cubicBezTo>
                <a:cubicBezTo>
                  <a:pt x="1133696" y="10701"/>
                  <a:pt x="1132839" y="10459"/>
                  <a:pt x="1131850" y="10242"/>
                </a:cubicBezTo>
                <a:cubicBezTo>
                  <a:pt x="1130861" y="10025"/>
                  <a:pt x="1129714" y="9917"/>
                  <a:pt x="1128412" y="9917"/>
                </a:cubicBezTo>
                <a:cubicBezTo>
                  <a:pt x="1126626" y="9917"/>
                  <a:pt x="1125106" y="10205"/>
                  <a:pt x="1123851" y="10783"/>
                </a:cubicBezTo>
                <a:cubicBezTo>
                  <a:pt x="1122597" y="11360"/>
                  <a:pt x="1121583" y="12262"/>
                  <a:pt x="1120811" y="13488"/>
                </a:cubicBezTo>
                <a:cubicBezTo>
                  <a:pt x="1120039" y="14714"/>
                  <a:pt x="1119484" y="16301"/>
                  <a:pt x="1119147" y="18250"/>
                </a:cubicBezTo>
                <a:cubicBezTo>
                  <a:pt x="1118809" y="20198"/>
                  <a:pt x="1118640" y="22567"/>
                  <a:pt x="1118640" y="25357"/>
                </a:cubicBezTo>
                <a:lnTo>
                  <a:pt x="1118640" y="32428"/>
                </a:lnTo>
                <a:lnTo>
                  <a:pt x="1133189" y="32428"/>
                </a:lnTo>
                <a:cubicBezTo>
                  <a:pt x="1133575" y="32428"/>
                  <a:pt x="1133901" y="32512"/>
                  <a:pt x="1134166" y="32681"/>
                </a:cubicBezTo>
                <a:cubicBezTo>
                  <a:pt x="1134431" y="32850"/>
                  <a:pt x="1134673" y="33139"/>
                  <a:pt x="1134890" y="33550"/>
                </a:cubicBezTo>
                <a:cubicBezTo>
                  <a:pt x="1135107" y="33960"/>
                  <a:pt x="1135276" y="34479"/>
                  <a:pt x="1135397" y="35106"/>
                </a:cubicBezTo>
                <a:cubicBezTo>
                  <a:pt x="1135517" y="35733"/>
                  <a:pt x="1135577" y="36505"/>
                  <a:pt x="1135577" y="37422"/>
                </a:cubicBezTo>
                <a:cubicBezTo>
                  <a:pt x="1135577" y="39159"/>
                  <a:pt x="1135360" y="40414"/>
                  <a:pt x="1134926" y="41186"/>
                </a:cubicBezTo>
                <a:cubicBezTo>
                  <a:pt x="1134492" y="41958"/>
                  <a:pt x="1133913" y="42344"/>
                  <a:pt x="1133189" y="42344"/>
                </a:cubicBezTo>
                <a:lnTo>
                  <a:pt x="1118640" y="42344"/>
                </a:lnTo>
                <a:lnTo>
                  <a:pt x="1118640" y="99525"/>
                </a:lnTo>
                <a:cubicBezTo>
                  <a:pt x="1118640" y="99911"/>
                  <a:pt x="1118543" y="100237"/>
                  <a:pt x="1118350" y="100504"/>
                </a:cubicBezTo>
                <a:cubicBezTo>
                  <a:pt x="1118157" y="100769"/>
                  <a:pt x="1117832" y="100999"/>
                  <a:pt x="1117373" y="101192"/>
                </a:cubicBezTo>
                <a:cubicBezTo>
                  <a:pt x="1116915" y="101385"/>
                  <a:pt x="1116299" y="101530"/>
                  <a:pt x="1115527" y="101626"/>
                </a:cubicBezTo>
                <a:cubicBezTo>
                  <a:pt x="1114755" y="101723"/>
                  <a:pt x="1113790" y="101771"/>
                  <a:pt x="1112632" y="101771"/>
                </a:cubicBezTo>
                <a:cubicBezTo>
                  <a:pt x="1111474" y="101771"/>
                  <a:pt x="1110509" y="101723"/>
                  <a:pt x="1109737" y="101626"/>
                </a:cubicBezTo>
                <a:cubicBezTo>
                  <a:pt x="1108965" y="101530"/>
                  <a:pt x="1108349" y="101385"/>
                  <a:pt x="1107891" y="101192"/>
                </a:cubicBezTo>
                <a:cubicBezTo>
                  <a:pt x="1107432" y="100999"/>
                  <a:pt x="1107107" y="100769"/>
                  <a:pt x="1106914" y="100504"/>
                </a:cubicBezTo>
                <a:cubicBezTo>
                  <a:pt x="1106721" y="100237"/>
                  <a:pt x="1106624" y="99911"/>
                  <a:pt x="1106624" y="99525"/>
                </a:cubicBezTo>
                <a:lnTo>
                  <a:pt x="1106624" y="42344"/>
                </a:lnTo>
                <a:lnTo>
                  <a:pt x="1097432" y="42344"/>
                </a:lnTo>
                <a:cubicBezTo>
                  <a:pt x="1096659" y="42344"/>
                  <a:pt x="1096080" y="41958"/>
                  <a:pt x="1095694" y="41186"/>
                </a:cubicBezTo>
                <a:cubicBezTo>
                  <a:pt x="1095308" y="40414"/>
                  <a:pt x="1095115" y="39159"/>
                  <a:pt x="1095115" y="37422"/>
                </a:cubicBezTo>
                <a:cubicBezTo>
                  <a:pt x="1095115" y="36505"/>
                  <a:pt x="1095164" y="35733"/>
                  <a:pt x="1095260" y="35106"/>
                </a:cubicBezTo>
                <a:cubicBezTo>
                  <a:pt x="1095357" y="34479"/>
                  <a:pt x="1095501" y="33960"/>
                  <a:pt x="1095694" y="33550"/>
                </a:cubicBezTo>
                <a:cubicBezTo>
                  <a:pt x="1095887" y="33139"/>
                  <a:pt x="1096129" y="32850"/>
                  <a:pt x="1096418" y="32681"/>
                </a:cubicBezTo>
                <a:cubicBezTo>
                  <a:pt x="1096708" y="32512"/>
                  <a:pt x="1097045" y="32428"/>
                  <a:pt x="1097432" y="32428"/>
                </a:cubicBezTo>
                <a:lnTo>
                  <a:pt x="1106624" y="32428"/>
                </a:lnTo>
                <a:lnTo>
                  <a:pt x="1106624" y="25712"/>
                </a:lnTo>
                <a:cubicBezTo>
                  <a:pt x="1106624" y="21185"/>
                  <a:pt x="1107046" y="17297"/>
                  <a:pt x="1107891" y="14047"/>
                </a:cubicBezTo>
                <a:cubicBezTo>
                  <a:pt x="1108735" y="10797"/>
                  <a:pt x="1110026" y="8137"/>
                  <a:pt x="1111763" y="6067"/>
                </a:cubicBezTo>
                <a:cubicBezTo>
                  <a:pt x="1113501" y="3996"/>
                  <a:pt x="1115684" y="2468"/>
                  <a:pt x="1118314" y="1482"/>
                </a:cubicBezTo>
                <a:cubicBezTo>
                  <a:pt x="1120944" y="494"/>
                  <a:pt x="1124044" y="0"/>
                  <a:pt x="1127615" y="0"/>
                </a:cubicBezTo>
                <a:cubicBezTo>
                  <a:pt x="1129304" y="0"/>
                  <a:pt x="1130945" y="157"/>
                  <a:pt x="1132537" y="470"/>
                </a:cubicBezTo>
                <a:cubicBezTo>
                  <a:pt x="1134130" y="784"/>
                  <a:pt x="1135360" y="1122"/>
                  <a:pt x="1136229" y="1484"/>
                </a:cubicBezTo>
                <a:cubicBezTo>
                  <a:pt x="1137098" y="1846"/>
                  <a:pt x="1137677" y="2172"/>
                  <a:pt x="1137966" y="2461"/>
                </a:cubicBezTo>
                <a:cubicBezTo>
                  <a:pt x="1138256" y="2751"/>
                  <a:pt x="1138497" y="3125"/>
                  <a:pt x="1138690" y="3583"/>
                </a:cubicBezTo>
                <a:cubicBezTo>
                  <a:pt x="1138883" y="4041"/>
                  <a:pt x="1139016" y="4596"/>
                  <a:pt x="1139088" y="5248"/>
                </a:cubicBezTo>
                <a:cubicBezTo>
                  <a:pt x="1139160" y="5899"/>
                  <a:pt x="1139197" y="6683"/>
                  <a:pt x="1139197" y="7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CFGoffunction@main">
            <a:extLst xmlns:a="http://schemas.openxmlformats.org/drawingml/2006/main">
              <a:ext uri="{FF2B5EF4-FFF2-40B4-BE49-F238E27FC236}">
                <a16:creationId xmlns:a16="http://schemas.microsoft.com/office/drawing/2014/main" id="{6F4935B0-A759-4C82-9F6D-327EDB87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957" y="320674"/>
            <a:ext cx="1382918" cy="118998"/>
          </a:xfrm>
          <a:custGeom xmlns:a="http://schemas.openxmlformats.org/drawingml/2006/main">
            <a:pathLst>
              <a:path w="1382918" h="118998">
                <a:moveTo>
                  <a:pt x="67968" y="88018"/>
                </a:moveTo>
                <a:cubicBezTo>
                  <a:pt x="67968" y="88790"/>
                  <a:pt x="67944" y="89466"/>
                  <a:pt x="67895" y="90045"/>
                </a:cubicBezTo>
                <a:cubicBezTo>
                  <a:pt x="67847" y="90624"/>
                  <a:pt x="67763" y="91130"/>
                  <a:pt x="67642" y="91565"/>
                </a:cubicBezTo>
                <a:cubicBezTo>
                  <a:pt x="67521" y="91999"/>
                  <a:pt x="67365" y="92385"/>
                  <a:pt x="67172" y="92723"/>
                </a:cubicBezTo>
                <a:cubicBezTo>
                  <a:pt x="66979" y="93061"/>
                  <a:pt x="66641" y="93473"/>
                  <a:pt x="66158" y="93960"/>
                </a:cubicBezTo>
                <a:cubicBezTo>
                  <a:pt x="65676" y="94446"/>
                  <a:pt x="64662" y="95187"/>
                  <a:pt x="63118" y="96184"/>
                </a:cubicBezTo>
                <a:cubicBezTo>
                  <a:pt x="61574" y="97180"/>
                  <a:pt x="59656" y="98153"/>
                  <a:pt x="57364" y="99102"/>
                </a:cubicBezTo>
                <a:cubicBezTo>
                  <a:pt x="55072" y="100050"/>
                  <a:pt x="52442" y="100852"/>
                  <a:pt x="49474" y="101508"/>
                </a:cubicBezTo>
                <a:cubicBezTo>
                  <a:pt x="46506" y="102166"/>
                  <a:pt x="43261" y="102495"/>
                  <a:pt x="39738" y="102495"/>
                </a:cubicBezTo>
                <a:cubicBezTo>
                  <a:pt x="33658" y="102495"/>
                  <a:pt x="28169" y="101481"/>
                  <a:pt x="23271" y="99455"/>
                </a:cubicBezTo>
                <a:cubicBezTo>
                  <a:pt x="18373" y="97428"/>
                  <a:pt x="14199" y="94436"/>
                  <a:pt x="10749" y="90479"/>
                </a:cubicBezTo>
                <a:cubicBezTo>
                  <a:pt x="7299" y="86522"/>
                  <a:pt x="4645" y="81636"/>
                  <a:pt x="2787" y="75821"/>
                </a:cubicBezTo>
                <a:cubicBezTo>
                  <a:pt x="929" y="70007"/>
                  <a:pt x="0" y="63311"/>
                  <a:pt x="0" y="55735"/>
                </a:cubicBezTo>
                <a:cubicBezTo>
                  <a:pt x="0" y="47966"/>
                  <a:pt x="1001" y="41041"/>
                  <a:pt x="3004" y="34961"/>
                </a:cubicBezTo>
                <a:cubicBezTo>
                  <a:pt x="5007" y="28881"/>
                  <a:pt x="7817" y="23730"/>
                  <a:pt x="11437" y="19507"/>
                </a:cubicBezTo>
                <a:cubicBezTo>
                  <a:pt x="15056" y="15285"/>
                  <a:pt x="19387" y="12064"/>
                  <a:pt x="24429" y="9844"/>
                </a:cubicBezTo>
                <a:cubicBezTo>
                  <a:pt x="29472" y="7624"/>
                  <a:pt x="35058" y="6514"/>
                  <a:pt x="41186" y="6514"/>
                </a:cubicBezTo>
                <a:cubicBezTo>
                  <a:pt x="43888" y="6514"/>
                  <a:pt x="46518" y="6770"/>
                  <a:pt x="49076" y="7281"/>
                </a:cubicBezTo>
                <a:cubicBezTo>
                  <a:pt x="51633" y="7793"/>
                  <a:pt x="53998" y="8437"/>
                  <a:pt x="56169" y="9215"/>
                </a:cubicBezTo>
                <a:cubicBezTo>
                  <a:pt x="58341" y="9993"/>
                  <a:pt x="60271" y="10894"/>
                  <a:pt x="61960" y="11916"/>
                </a:cubicBezTo>
                <a:cubicBezTo>
                  <a:pt x="63649" y="12937"/>
                  <a:pt x="64819" y="13776"/>
                  <a:pt x="65471" y="14434"/>
                </a:cubicBezTo>
                <a:cubicBezTo>
                  <a:pt x="66122" y="15090"/>
                  <a:pt x="66544" y="15587"/>
                  <a:pt x="66737" y="15924"/>
                </a:cubicBezTo>
                <a:cubicBezTo>
                  <a:pt x="66930" y="16262"/>
                  <a:pt x="67087" y="16660"/>
                  <a:pt x="67208" y="17119"/>
                </a:cubicBezTo>
                <a:cubicBezTo>
                  <a:pt x="67328" y="17577"/>
                  <a:pt x="67425" y="18120"/>
                  <a:pt x="67497" y="18747"/>
                </a:cubicBezTo>
                <a:cubicBezTo>
                  <a:pt x="67570" y="19375"/>
                  <a:pt x="67606" y="20123"/>
                  <a:pt x="67606" y="20991"/>
                </a:cubicBezTo>
                <a:cubicBezTo>
                  <a:pt x="67606" y="21956"/>
                  <a:pt x="67558" y="22777"/>
                  <a:pt x="67461" y="23452"/>
                </a:cubicBezTo>
                <a:cubicBezTo>
                  <a:pt x="67365" y="24128"/>
                  <a:pt x="67220" y="24695"/>
                  <a:pt x="67027" y="25153"/>
                </a:cubicBezTo>
                <a:cubicBezTo>
                  <a:pt x="66834" y="25612"/>
                  <a:pt x="66605" y="25949"/>
                  <a:pt x="66339" y="26167"/>
                </a:cubicBezTo>
                <a:cubicBezTo>
                  <a:pt x="66074" y="26384"/>
                  <a:pt x="65748" y="26492"/>
                  <a:pt x="65362" y="26492"/>
                </a:cubicBezTo>
                <a:cubicBezTo>
                  <a:pt x="64686" y="26492"/>
                  <a:pt x="63745" y="26018"/>
                  <a:pt x="62539" y="25069"/>
                </a:cubicBezTo>
                <a:cubicBezTo>
                  <a:pt x="61333" y="24121"/>
                  <a:pt x="59776" y="23075"/>
                  <a:pt x="57870" y="21932"/>
                </a:cubicBezTo>
                <a:cubicBezTo>
                  <a:pt x="55964" y="20789"/>
                  <a:pt x="53648" y="19743"/>
                  <a:pt x="50922" y="18795"/>
                </a:cubicBezTo>
                <a:cubicBezTo>
                  <a:pt x="48195" y="17846"/>
                  <a:pt x="44926" y="17372"/>
                  <a:pt x="41114" y="17372"/>
                </a:cubicBezTo>
                <a:cubicBezTo>
                  <a:pt x="36964" y="17372"/>
                  <a:pt x="33188" y="18204"/>
                  <a:pt x="29786" y="19869"/>
                </a:cubicBezTo>
                <a:cubicBezTo>
                  <a:pt x="26384" y="21534"/>
                  <a:pt x="23476" y="23983"/>
                  <a:pt x="21064" y="27216"/>
                </a:cubicBezTo>
                <a:cubicBezTo>
                  <a:pt x="18651" y="30449"/>
                  <a:pt x="16781" y="34394"/>
                  <a:pt x="15454" y="39051"/>
                </a:cubicBezTo>
                <a:cubicBezTo>
                  <a:pt x="14127" y="43707"/>
                  <a:pt x="13463" y="49028"/>
                  <a:pt x="13463" y="55011"/>
                </a:cubicBezTo>
                <a:cubicBezTo>
                  <a:pt x="13463" y="60947"/>
                  <a:pt x="14103" y="66194"/>
                  <a:pt x="15381" y="70755"/>
                </a:cubicBezTo>
                <a:cubicBezTo>
                  <a:pt x="16660" y="75315"/>
                  <a:pt x="18494" y="79127"/>
                  <a:pt x="20883" y="82191"/>
                </a:cubicBezTo>
                <a:cubicBezTo>
                  <a:pt x="23271" y="85255"/>
                  <a:pt x="26203" y="87572"/>
                  <a:pt x="29677" y="89140"/>
                </a:cubicBezTo>
                <a:cubicBezTo>
                  <a:pt x="33152" y="90708"/>
                  <a:pt x="37084" y="91492"/>
                  <a:pt x="41476" y="91492"/>
                </a:cubicBezTo>
                <a:cubicBezTo>
                  <a:pt x="45191" y="91492"/>
                  <a:pt x="48436" y="91030"/>
                  <a:pt x="51211" y="90106"/>
                </a:cubicBezTo>
                <a:cubicBezTo>
                  <a:pt x="53986" y="89181"/>
                  <a:pt x="56350" y="88148"/>
                  <a:pt x="58305" y="87005"/>
                </a:cubicBezTo>
                <a:cubicBezTo>
                  <a:pt x="60259" y="85862"/>
                  <a:pt x="61864" y="84828"/>
                  <a:pt x="63118" y="83903"/>
                </a:cubicBezTo>
                <a:cubicBezTo>
                  <a:pt x="64373" y="82979"/>
                  <a:pt x="65362" y="82517"/>
                  <a:pt x="66086" y="82517"/>
                </a:cubicBezTo>
                <a:cubicBezTo>
                  <a:pt x="66424" y="82517"/>
                  <a:pt x="66713" y="82589"/>
                  <a:pt x="66954" y="82734"/>
                </a:cubicBezTo>
                <a:cubicBezTo>
                  <a:pt x="67196" y="82879"/>
                  <a:pt x="67389" y="83156"/>
                  <a:pt x="67534" y="83566"/>
                </a:cubicBezTo>
                <a:cubicBezTo>
                  <a:pt x="67678" y="83977"/>
                  <a:pt x="67787" y="84544"/>
                  <a:pt x="67859" y="85267"/>
                </a:cubicBezTo>
                <a:cubicBezTo>
                  <a:pt x="67932" y="85991"/>
                  <a:pt x="67968" y="86908"/>
                  <a:pt x="67968" y="88018"/>
                </a:cubicBezTo>
                <a:close/>
                <a:moveTo>
                  <a:pt x="133632" y="13029"/>
                </a:moveTo>
                <a:cubicBezTo>
                  <a:pt x="133632" y="13946"/>
                  <a:pt x="133584" y="14742"/>
                  <a:pt x="133487" y="15418"/>
                </a:cubicBezTo>
                <a:cubicBezTo>
                  <a:pt x="133391" y="16093"/>
                  <a:pt x="133222" y="16636"/>
                  <a:pt x="132981" y="17046"/>
                </a:cubicBezTo>
                <a:cubicBezTo>
                  <a:pt x="132739" y="17456"/>
                  <a:pt x="132462" y="17758"/>
                  <a:pt x="132148" y="17951"/>
                </a:cubicBezTo>
                <a:cubicBezTo>
                  <a:pt x="131835" y="18144"/>
                  <a:pt x="131509" y="18241"/>
                  <a:pt x="131171" y="18241"/>
                </a:cubicBezTo>
                <a:lnTo>
                  <a:pt x="96861" y="18241"/>
                </a:lnTo>
                <a:lnTo>
                  <a:pt x="96861" y="50017"/>
                </a:lnTo>
                <a:lnTo>
                  <a:pt x="129289" y="50017"/>
                </a:lnTo>
                <a:cubicBezTo>
                  <a:pt x="129627" y="50017"/>
                  <a:pt x="129953" y="50101"/>
                  <a:pt x="130266" y="50270"/>
                </a:cubicBezTo>
                <a:cubicBezTo>
                  <a:pt x="130580" y="50439"/>
                  <a:pt x="130857" y="50717"/>
                  <a:pt x="131099" y="51103"/>
                </a:cubicBezTo>
                <a:cubicBezTo>
                  <a:pt x="131340" y="51489"/>
                  <a:pt x="131509" y="52007"/>
                  <a:pt x="131605" y="52659"/>
                </a:cubicBezTo>
                <a:cubicBezTo>
                  <a:pt x="131702" y="53310"/>
                  <a:pt x="131750" y="54143"/>
                  <a:pt x="131750" y="55156"/>
                </a:cubicBezTo>
                <a:cubicBezTo>
                  <a:pt x="131750" y="56073"/>
                  <a:pt x="131702" y="56857"/>
                  <a:pt x="131605" y="57508"/>
                </a:cubicBezTo>
                <a:cubicBezTo>
                  <a:pt x="131509" y="58160"/>
                  <a:pt x="131340" y="58691"/>
                  <a:pt x="131099" y="59101"/>
                </a:cubicBezTo>
                <a:cubicBezTo>
                  <a:pt x="130857" y="59511"/>
                  <a:pt x="130580" y="59825"/>
                  <a:pt x="130266" y="60042"/>
                </a:cubicBezTo>
                <a:cubicBezTo>
                  <a:pt x="129953" y="60259"/>
                  <a:pt x="129627" y="60368"/>
                  <a:pt x="129289" y="60368"/>
                </a:cubicBezTo>
                <a:lnTo>
                  <a:pt x="96861" y="60368"/>
                </a:lnTo>
                <a:lnTo>
                  <a:pt x="96861" y="99450"/>
                </a:lnTo>
                <a:cubicBezTo>
                  <a:pt x="96861" y="99789"/>
                  <a:pt x="96765" y="100116"/>
                  <a:pt x="96572" y="100429"/>
                </a:cubicBezTo>
                <a:cubicBezTo>
                  <a:pt x="96379" y="100743"/>
                  <a:pt x="96041" y="100985"/>
                  <a:pt x="95558" y="101156"/>
                </a:cubicBezTo>
                <a:cubicBezTo>
                  <a:pt x="95076" y="101324"/>
                  <a:pt x="94449" y="101469"/>
                  <a:pt x="93677" y="101590"/>
                </a:cubicBezTo>
                <a:cubicBezTo>
                  <a:pt x="92904" y="101710"/>
                  <a:pt x="91891" y="101771"/>
                  <a:pt x="90636" y="101771"/>
                </a:cubicBezTo>
                <a:cubicBezTo>
                  <a:pt x="89478" y="101771"/>
                  <a:pt x="88489" y="101710"/>
                  <a:pt x="87669" y="101590"/>
                </a:cubicBezTo>
                <a:cubicBezTo>
                  <a:pt x="86848" y="101469"/>
                  <a:pt x="86197" y="101324"/>
                  <a:pt x="85714" y="101156"/>
                </a:cubicBezTo>
                <a:cubicBezTo>
                  <a:pt x="85232" y="100987"/>
                  <a:pt x="84894" y="100745"/>
                  <a:pt x="84701" y="100432"/>
                </a:cubicBezTo>
                <a:cubicBezTo>
                  <a:pt x="84508" y="100118"/>
                  <a:pt x="84411" y="99792"/>
                  <a:pt x="84411" y="99455"/>
                </a:cubicBezTo>
                <a:lnTo>
                  <a:pt x="84411" y="12739"/>
                </a:lnTo>
                <a:cubicBezTo>
                  <a:pt x="84411" y="10857"/>
                  <a:pt x="84906" y="9543"/>
                  <a:pt x="85895" y="8795"/>
                </a:cubicBezTo>
                <a:cubicBezTo>
                  <a:pt x="86885" y="8047"/>
                  <a:pt x="87934" y="7673"/>
                  <a:pt x="89044" y="7673"/>
                </a:cubicBezTo>
                <a:lnTo>
                  <a:pt x="131171" y="7673"/>
                </a:lnTo>
                <a:cubicBezTo>
                  <a:pt x="131509" y="7673"/>
                  <a:pt x="131835" y="7769"/>
                  <a:pt x="132148" y="7962"/>
                </a:cubicBezTo>
                <a:cubicBezTo>
                  <a:pt x="132462" y="8155"/>
                  <a:pt x="132739" y="8469"/>
                  <a:pt x="132981" y="8903"/>
                </a:cubicBezTo>
                <a:cubicBezTo>
                  <a:pt x="133222" y="9337"/>
                  <a:pt x="133391" y="9904"/>
                  <a:pt x="133487" y="10604"/>
                </a:cubicBezTo>
                <a:cubicBezTo>
                  <a:pt x="133584" y="11304"/>
                  <a:pt x="133632" y="12112"/>
                  <a:pt x="133632" y="13029"/>
                </a:cubicBezTo>
                <a:close/>
                <a:moveTo>
                  <a:pt x="222781" y="20412"/>
                </a:moveTo>
                <a:cubicBezTo>
                  <a:pt x="222781" y="21329"/>
                  <a:pt x="222733" y="22137"/>
                  <a:pt x="222636" y="22837"/>
                </a:cubicBezTo>
                <a:cubicBezTo>
                  <a:pt x="222540" y="23537"/>
                  <a:pt x="222395" y="24116"/>
                  <a:pt x="222202" y="24574"/>
                </a:cubicBezTo>
                <a:cubicBezTo>
                  <a:pt x="222009" y="25033"/>
                  <a:pt x="221768" y="25358"/>
                  <a:pt x="221478" y="25551"/>
                </a:cubicBezTo>
                <a:cubicBezTo>
                  <a:pt x="221189" y="25744"/>
                  <a:pt x="220875" y="25841"/>
                  <a:pt x="220537" y="25841"/>
                </a:cubicBezTo>
                <a:cubicBezTo>
                  <a:pt x="219958" y="25841"/>
                  <a:pt x="218993" y="25382"/>
                  <a:pt x="217642" y="24466"/>
                </a:cubicBezTo>
                <a:cubicBezTo>
                  <a:pt x="216291" y="23549"/>
                  <a:pt x="214481" y="22535"/>
                  <a:pt x="212213" y="21425"/>
                </a:cubicBezTo>
                <a:cubicBezTo>
                  <a:pt x="209945" y="20316"/>
                  <a:pt x="207231" y="19302"/>
                  <a:pt x="204070" y="18385"/>
                </a:cubicBezTo>
                <a:cubicBezTo>
                  <a:pt x="200909" y="17468"/>
                  <a:pt x="197157" y="17010"/>
                  <a:pt x="192814" y="17010"/>
                </a:cubicBezTo>
                <a:cubicBezTo>
                  <a:pt x="187651" y="17010"/>
                  <a:pt x="183019" y="17951"/>
                  <a:pt x="178917" y="19833"/>
                </a:cubicBezTo>
                <a:cubicBezTo>
                  <a:pt x="174815" y="21715"/>
                  <a:pt x="171341" y="24321"/>
                  <a:pt x="168494" y="27650"/>
                </a:cubicBezTo>
                <a:cubicBezTo>
                  <a:pt x="165647" y="30980"/>
                  <a:pt x="163463" y="34937"/>
                  <a:pt x="161943" y="39521"/>
                </a:cubicBezTo>
                <a:cubicBezTo>
                  <a:pt x="160423" y="44106"/>
                  <a:pt x="159663" y="49076"/>
                  <a:pt x="159663" y="54432"/>
                </a:cubicBezTo>
                <a:cubicBezTo>
                  <a:pt x="159663" y="60416"/>
                  <a:pt x="160495" y="65724"/>
                  <a:pt x="162160" y="70356"/>
                </a:cubicBezTo>
                <a:cubicBezTo>
                  <a:pt x="163825" y="74989"/>
                  <a:pt x="166129" y="78898"/>
                  <a:pt x="169073" y="82083"/>
                </a:cubicBezTo>
                <a:cubicBezTo>
                  <a:pt x="172016" y="85267"/>
                  <a:pt x="175527" y="87680"/>
                  <a:pt x="179604" y="89321"/>
                </a:cubicBezTo>
                <a:cubicBezTo>
                  <a:pt x="183682" y="90962"/>
                  <a:pt x="188158" y="91782"/>
                  <a:pt x="193032" y="91782"/>
                </a:cubicBezTo>
                <a:cubicBezTo>
                  <a:pt x="195927" y="91782"/>
                  <a:pt x="198858" y="91432"/>
                  <a:pt x="201826" y="90732"/>
                </a:cubicBezTo>
                <a:cubicBezTo>
                  <a:pt x="204794" y="90033"/>
                  <a:pt x="207556" y="88983"/>
                  <a:pt x="210114" y="87584"/>
                </a:cubicBezTo>
                <a:lnTo>
                  <a:pt x="210114" y="60295"/>
                </a:lnTo>
                <a:lnTo>
                  <a:pt x="188399" y="60295"/>
                </a:lnTo>
                <a:cubicBezTo>
                  <a:pt x="187579" y="60295"/>
                  <a:pt x="186963" y="59885"/>
                  <a:pt x="186553" y="59065"/>
                </a:cubicBezTo>
                <a:cubicBezTo>
                  <a:pt x="186143" y="58244"/>
                  <a:pt x="185938" y="56966"/>
                  <a:pt x="185938" y="55228"/>
                </a:cubicBezTo>
                <a:cubicBezTo>
                  <a:pt x="185938" y="54312"/>
                  <a:pt x="185986" y="53527"/>
                  <a:pt x="186083" y="52876"/>
                </a:cubicBezTo>
                <a:cubicBezTo>
                  <a:pt x="186179" y="52224"/>
                  <a:pt x="186336" y="51694"/>
                  <a:pt x="186553" y="51284"/>
                </a:cubicBezTo>
                <a:cubicBezTo>
                  <a:pt x="186770" y="50873"/>
                  <a:pt x="187024" y="50572"/>
                  <a:pt x="187313" y="50379"/>
                </a:cubicBezTo>
                <a:cubicBezTo>
                  <a:pt x="187603" y="50186"/>
                  <a:pt x="187965" y="50089"/>
                  <a:pt x="188399" y="50089"/>
                </a:cubicBezTo>
                <a:lnTo>
                  <a:pt x="218148" y="50089"/>
                </a:lnTo>
                <a:cubicBezTo>
                  <a:pt x="218679" y="50089"/>
                  <a:pt x="219210" y="50186"/>
                  <a:pt x="219741" y="50379"/>
                </a:cubicBezTo>
                <a:cubicBezTo>
                  <a:pt x="220272" y="50572"/>
                  <a:pt x="220754" y="50861"/>
                  <a:pt x="221189" y="51247"/>
                </a:cubicBezTo>
                <a:cubicBezTo>
                  <a:pt x="221623" y="51633"/>
                  <a:pt x="221961" y="52164"/>
                  <a:pt x="222202" y="52840"/>
                </a:cubicBezTo>
                <a:cubicBezTo>
                  <a:pt x="222443" y="53515"/>
                  <a:pt x="222564" y="54287"/>
                  <a:pt x="222564" y="55156"/>
                </a:cubicBezTo>
                <a:lnTo>
                  <a:pt x="222564" y="90841"/>
                </a:lnTo>
                <a:cubicBezTo>
                  <a:pt x="222564" y="92096"/>
                  <a:pt x="222347" y="93181"/>
                  <a:pt x="221912" y="94098"/>
                </a:cubicBezTo>
                <a:cubicBezTo>
                  <a:pt x="221478" y="95015"/>
                  <a:pt x="220561" y="95823"/>
                  <a:pt x="219162" y="96523"/>
                </a:cubicBezTo>
                <a:cubicBezTo>
                  <a:pt x="217762" y="97223"/>
                  <a:pt x="215953" y="97983"/>
                  <a:pt x="213733" y="98803"/>
                </a:cubicBezTo>
                <a:cubicBezTo>
                  <a:pt x="211513" y="99623"/>
                  <a:pt x="209221" y="100323"/>
                  <a:pt x="206857" y="100902"/>
                </a:cubicBezTo>
                <a:cubicBezTo>
                  <a:pt x="204492" y="101481"/>
                  <a:pt x="202104" y="101916"/>
                  <a:pt x="199691" y="102205"/>
                </a:cubicBezTo>
                <a:cubicBezTo>
                  <a:pt x="197278" y="102495"/>
                  <a:pt x="194889" y="102639"/>
                  <a:pt x="192525" y="102639"/>
                </a:cubicBezTo>
                <a:cubicBezTo>
                  <a:pt x="185287" y="102639"/>
                  <a:pt x="178820" y="101517"/>
                  <a:pt x="173126" y="99274"/>
                </a:cubicBezTo>
                <a:cubicBezTo>
                  <a:pt x="167432" y="97030"/>
                  <a:pt x="162619" y="93833"/>
                  <a:pt x="158686" y="89683"/>
                </a:cubicBezTo>
                <a:cubicBezTo>
                  <a:pt x="154753" y="85533"/>
                  <a:pt x="151749" y="80563"/>
                  <a:pt x="149674" y="74772"/>
                </a:cubicBezTo>
                <a:cubicBezTo>
                  <a:pt x="147599" y="68981"/>
                  <a:pt x="146562" y="62515"/>
                  <a:pt x="146562" y="55373"/>
                </a:cubicBezTo>
                <a:cubicBezTo>
                  <a:pt x="146562" y="47942"/>
                  <a:pt x="147683" y="41210"/>
                  <a:pt x="149927" y="35178"/>
                </a:cubicBezTo>
                <a:cubicBezTo>
                  <a:pt x="152171" y="29146"/>
                  <a:pt x="155332" y="24007"/>
                  <a:pt x="159410" y="19761"/>
                </a:cubicBezTo>
                <a:cubicBezTo>
                  <a:pt x="163487" y="15514"/>
                  <a:pt x="168385" y="12221"/>
                  <a:pt x="174103" y="9880"/>
                </a:cubicBezTo>
                <a:cubicBezTo>
                  <a:pt x="179822" y="7540"/>
                  <a:pt x="186155" y="6370"/>
                  <a:pt x="193104" y="6370"/>
                </a:cubicBezTo>
                <a:cubicBezTo>
                  <a:pt x="196675" y="6370"/>
                  <a:pt x="200029" y="6683"/>
                  <a:pt x="203165" y="7311"/>
                </a:cubicBezTo>
                <a:cubicBezTo>
                  <a:pt x="206302" y="7938"/>
                  <a:pt x="209089" y="8674"/>
                  <a:pt x="211525" y="9518"/>
                </a:cubicBezTo>
                <a:cubicBezTo>
                  <a:pt x="213962" y="10363"/>
                  <a:pt x="216013" y="11280"/>
                  <a:pt x="217678" y="12269"/>
                </a:cubicBezTo>
                <a:cubicBezTo>
                  <a:pt x="219343" y="13258"/>
                  <a:pt x="220489" y="14066"/>
                  <a:pt x="221116" y="14694"/>
                </a:cubicBezTo>
                <a:cubicBezTo>
                  <a:pt x="221744" y="15321"/>
                  <a:pt x="222178" y="16045"/>
                  <a:pt x="222419" y="16865"/>
                </a:cubicBezTo>
                <a:cubicBezTo>
                  <a:pt x="222660" y="17686"/>
                  <a:pt x="222781" y="18868"/>
                  <a:pt x="222781" y="20412"/>
                </a:cubicBezTo>
                <a:close/>
                <a:moveTo>
                  <a:pt x="338572" y="66267"/>
                </a:moveTo>
                <a:cubicBezTo>
                  <a:pt x="338572" y="71579"/>
                  <a:pt x="337873" y="76470"/>
                  <a:pt x="336473" y="80938"/>
                </a:cubicBezTo>
                <a:cubicBezTo>
                  <a:pt x="335074" y="85406"/>
                  <a:pt x="332987" y="89259"/>
                  <a:pt x="330212" y="92497"/>
                </a:cubicBezTo>
                <a:cubicBezTo>
                  <a:pt x="327437" y="95733"/>
                  <a:pt x="323963" y="98256"/>
                  <a:pt x="319789" y="100068"/>
                </a:cubicBezTo>
                <a:cubicBezTo>
                  <a:pt x="315615" y="101879"/>
                  <a:pt x="310777" y="102784"/>
                  <a:pt x="305276" y="102784"/>
                </a:cubicBezTo>
                <a:cubicBezTo>
                  <a:pt x="299920" y="102784"/>
                  <a:pt x="295251" y="101987"/>
                  <a:pt x="291270" y="100393"/>
                </a:cubicBezTo>
                <a:cubicBezTo>
                  <a:pt x="287289" y="98799"/>
                  <a:pt x="283971" y="96481"/>
                  <a:pt x="281317" y="93438"/>
                </a:cubicBezTo>
                <a:cubicBezTo>
                  <a:pt x="278663" y="90395"/>
                  <a:pt x="276685" y="86699"/>
                  <a:pt x="275382" y="82352"/>
                </a:cubicBezTo>
                <a:cubicBezTo>
                  <a:pt x="274079" y="78004"/>
                  <a:pt x="273428" y="73077"/>
                  <a:pt x="273428" y="67570"/>
                </a:cubicBezTo>
                <a:cubicBezTo>
                  <a:pt x="273428" y="62257"/>
                  <a:pt x="274115" y="57367"/>
                  <a:pt x="275490" y="52899"/>
                </a:cubicBezTo>
                <a:cubicBezTo>
                  <a:pt x="276866" y="48430"/>
                  <a:pt x="278941" y="44578"/>
                  <a:pt x="281715" y="41342"/>
                </a:cubicBezTo>
                <a:cubicBezTo>
                  <a:pt x="284490" y="38104"/>
                  <a:pt x="287952" y="35592"/>
                  <a:pt x="292102" y="33805"/>
                </a:cubicBezTo>
                <a:cubicBezTo>
                  <a:pt x="296252" y="32018"/>
                  <a:pt x="301102" y="31125"/>
                  <a:pt x="306651" y="31125"/>
                </a:cubicBezTo>
                <a:cubicBezTo>
                  <a:pt x="312008" y="31125"/>
                  <a:pt x="316677" y="31922"/>
                  <a:pt x="320658" y="33516"/>
                </a:cubicBezTo>
                <a:cubicBezTo>
                  <a:pt x="324639" y="35110"/>
                  <a:pt x="327956" y="37428"/>
                  <a:pt x="330610" y="40471"/>
                </a:cubicBezTo>
                <a:cubicBezTo>
                  <a:pt x="333264" y="43514"/>
                  <a:pt x="335255" y="47210"/>
                  <a:pt x="336582" y="51557"/>
                </a:cubicBezTo>
                <a:cubicBezTo>
                  <a:pt x="337909" y="55905"/>
                  <a:pt x="338572" y="60808"/>
                  <a:pt x="338572" y="66267"/>
                </a:cubicBezTo>
                <a:moveTo>
                  <a:pt x="325978" y="67063"/>
                </a:moveTo>
                <a:cubicBezTo>
                  <a:pt x="325978" y="63536"/>
                  <a:pt x="325652" y="60202"/>
                  <a:pt x="325001" y="57061"/>
                </a:cubicBezTo>
                <a:cubicBezTo>
                  <a:pt x="324349" y="53919"/>
                  <a:pt x="323275" y="51165"/>
                  <a:pt x="321780" y="48798"/>
                </a:cubicBezTo>
                <a:cubicBezTo>
                  <a:pt x="320284" y="46430"/>
                  <a:pt x="318257" y="44558"/>
                  <a:pt x="315699" y="43181"/>
                </a:cubicBezTo>
                <a:cubicBezTo>
                  <a:pt x="313142" y="41803"/>
                  <a:pt x="309957" y="41114"/>
                  <a:pt x="306145" y="41114"/>
                </a:cubicBezTo>
                <a:cubicBezTo>
                  <a:pt x="302622" y="41114"/>
                  <a:pt x="299594" y="41742"/>
                  <a:pt x="297061" y="42998"/>
                </a:cubicBezTo>
                <a:cubicBezTo>
                  <a:pt x="294527" y="44254"/>
                  <a:pt x="292440" y="46030"/>
                  <a:pt x="290800" y="48327"/>
                </a:cubicBezTo>
                <a:cubicBezTo>
                  <a:pt x="289159" y="50622"/>
                  <a:pt x="287940" y="53340"/>
                  <a:pt x="287144" y="56482"/>
                </a:cubicBezTo>
                <a:cubicBezTo>
                  <a:pt x="286348" y="59621"/>
                  <a:pt x="285950" y="63052"/>
                  <a:pt x="285950" y="66774"/>
                </a:cubicBezTo>
                <a:cubicBezTo>
                  <a:pt x="285950" y="70349"/>
                  <a:pt x="286276" y="73707"/>
                  <a:pt x="286927" y="76848"/>
                </a:cubicBezTo>
                <a:cubicBezTo>
                  <a:pt x="287578" y="79989"/>
                  <a:pt x="288664" y="82732"/>
                  <a:pt x="290184" y="85075"/>
                </a:cubicBezTo>
                <a:cubicBezTo>
                  <a:pt x="291704" y="87419"/>
                  <a:pt x="293743" y="89279"/>
                  <a:pt x="296301" y="90658"/>
                </a:cubicBezTo>
                <a:cubicBezTo>
                  <a:pt x="298858" y="92034"/>
                  <a:pt x="302043" y="92723"/>
                  <a:pt x="305855" y="92723"/>
                </a:cubicBezTo>
                <a:cubicBezTo>
                  <a:pt x="309330" y="92723"/>
                  <a:pt x="312346" y="92095"/>
                  <a:pt x="314903" y="90839"/>
                </a:cubicBezTo>
                <a:cubicBezTo>
                  <a:pt x="317461" y="89583"/>
                  <a:pt x="319560" y="87819"/>
                  <a:pt x="321200" y="85548"/>
                </a:cubicBezTo>
                <a:cubicBezTo>
                  <a:pt x="322841" y="83275"/>
                  <a:pt x="324048" y="80569"/>
                  <a:pt x="324820" y="77430"/>
                </a:cubicBezTo>
                <a:cubicBezTo>
                  <a:pt x="325592" y="74289"/>
                  <a:pt x="325978" y="70833"/>
                  <a:pt x="325978" y="67063"/>
                </a:cubicBezTo>
                <a:close/>
                <a:moveTo>
                  <a:pt x="391766" y="7600"/>
                </a:moveTo>
                <a:cubicBezTo>
                  <a:pt x="391766" y="8517"/>
                  <a:pt x="391717" y="9253"/>
                  <a:pt x="391621" y="9808"/>
                </a:cubicBezTo>
                <a:cubicBezTo>
                  <a:pt x="391524" y="10363"/>
                  <a:pt x="391416" y="10809"/>
                  <a:pt x="391295" y="11147"/>
                </a:cubicBezTo>
                <a:cubicBezTo>
                  <a:pt x="391174" y="11485"/>
                  <a:pt x="391018" y="11714"/>
                  <a:pt x="390825" y="11835"/>
                </a:cubicBezTo>
                <a:cubicBezTo>
                  <a:pt x="390632" y="11955"/>
                  <a:pt x="390390" y="12016"/>
                  <a:pt x="390101" y="12016"/>
                </a:cubicBezTo>
                <a:cubicBezTo>
                  <a:pt x="389763" y="12016"/>
                  <a:pt x="389341" y="11907"/>
                  <a:pt x="388834" y="11690"/>
                </a:cubicBezTo>
                <a:cubicBezTo>
                  <a:pt x="388327" y="11473"/>
                  <a:pt x="387712" y="11231"/>
                  <a:pt x="386988" y="10966"/>
                </a:cubicBezTo>
                <a:cubicBezTo>
                  <a:pt x="386264" y="10701"/>
                  <a:pt x="385408" y="10459"/>
                  <a:pt x="384419" y="10242"/>
                </a:cubicBezTo>
                <a:cubicBezTo>
                  <a:pt x="383429" y="10025"/>
                  <a:pt x="382283" y="9917"/>
                  <a:pt x="380980" y="9917"/>
                </a:cubicBezTo>
                <a:cubicBezTo>
                  <a:pt x="379195" y="9917"/>
                  <a:pt x="377675" y="10205"/>
                  <a:pt x="376420" y="10783"/>
                </a:cubicBezTo>
                <a:cubicBezTo>
                  <a:pt x="375166" y="11360"/>
                  <a:pt x="374152" y="12262"/>
                  <a:pt x="373380" y="13488"/>
                </a:cubicBezTo>
                <a:cubicBezTo>
                  <a:pt x="372608" y="14714"/>
                  <a:pt x="372053" y="16301"/>
                  <a:pt x="371715" y="18250"/>
                </a:cubicBezTo>
                <a:cubicBezTo>
                  <a:pt x="371378" y="20198"/>
                  <a:pt x="371209" y="22567"/>
                  <a:pt x="371209" y="25357"/>
                </a:cubicBezTo>
                <a:lnTo>
                  <a:pt x="371209" y="32428"/>
                </a:lnTo>
                <a:lnTo>
                  <a:pt x="385758" y="32428"/>
                </a:lnTo>
                <a:cubicBezTo>
                  <a:pt x="386144" y="32428"/>
                  <a:pt x="386469" y="32512"/>
                  <a:pt x="386735" y="32681"/>
                </a:cubicBezTo>
                <a:cubicBezTo>
                  <a:pt x="387000" y="32850"/>
                  <a:pt x="387242" y="33139"/>
                  <a:pt x="387459" y="33550"/>
                </a:cubicBezTo>
                <a:cubicBezTo>
                  <a:pt x="387676" y="33960"/>
                  <a:pt x="387845" y="34479"/>
                  <a:pt x="387965" y="35106"/>
                </a:cubicBezTo>
                <a:cubicBezTo>
                  <a:pt x="388086" y="35733"/>
                  <a:pt x="388146" y="36505"/>
                  <a:pt x="388146" y="37422"/>
                </a:cubicBezTo>
                <a:cubicBezTo>
                  <a:pt x="388146" y="39159"/>
                  <a:pt x="387929" y="40414"/>
                  <a:pt x="387495" y="41186"/>
                </a:cubicBezTo>
                <a:cubicBezTo>
                  <a:pt x="387061" y="41958"/>
                  <a:pt x="386482" y="42344"/>
                  <a:pt x="385758" y="42344"/>
                </a:cubicBezTo>
                <a:lnTo>
                  <a:pt x="371209" y="42344"/>
                </a:lnTo>
                <a:lnTo>
                  <a:pt x="371209" y="99525"/>
                </a:lnTo>
                <a:cubicBezTo>
                  <a:pt x="371209" y="99911"/>
                  <a:pt x="371112" y="100237"/>
                  <a:pt x="370919" y="100504"/>
                </a:cubicBezTo>
                <a:cubicBezTo>
                  <a:pt x="370726" y="100769"/>
                  <a:pt x="370400" y="100999"/>
                  <a:pt x="369942" y="101192"/>
                </a:cubicBezTo>
                <a:cubicBezTo>
                  <a:pt x="369484" y="101385"/>
                  <a:pt x="368868" y="101530"/>
                  <a:pt x="368096" y="101626"/>
                </a:cubicBezTo>
                <a:cubicBezTo>
                  <a:pt x="367324" y="101723"/>
                  <a:pt x="366359" y="101771"/>
                  <a:pt x="365201" y="101771"/>
                </a:cubicBezTo>
                <a:cubicBezTo>
                  <a:pt x="364043" y="101771"/>
                  <a:pt x="363078" y="101723"/>
                  <a:pt x="362306" y="101626"/>
                </a:cubicBezTo>
                <a:cubicBezTo>
                  <a:pt x="361533" y="101530"/>
                  <a:pt x="360918" y="101385"/>
                  <a:pt x="360460" y="101192"/>
                </a:cubicBezTo>
                <a:cubicBezTo>
                  <a:pt x="360001" y="100999"/>
                  <a:pt x="359676" y="100769"/>
                  <a:pt x="359483" y="100504"/>
                </a:cubicBezTo>
                <a:cubicBezTo>
                  <a:pt x="359290" y="100237"/>
                  <a:pt x="359193" y="99911"/>
                  <a:pt x="359193" y="99525"/>
                </a:cubicBezTo>
                <a:lnTo>
                  <a:pt x="359193" y="42344"/>
                </a:lnTo>
                <a:lnTo>
                  <a:pt x="350000" y="42344"/>
                </a:lnTo>
                <a:cubicBezTo>
                  <a:pt x="349228" y="42344"/>
                  <a:pt x="348649" y="41958"/>
                  <a:pt x="348263" y="41186"/>
                </a:cubicBezTo>
                <a:cubicBezTo>
                  <a:pt x="347877" y="40414"/>
                  <a:pt x="347684" y="39159"/>
                  <a:pt x="347684" y="37422"/>
                </a:cubicBezTo>
                <a:cubicBezTo>
                  <a:pt x="347684" y="36505"/>
                  <a:pt x="347732" y="35733"/>
                  <a:pt x="347829" y="35106"/>
                </a:cubicBezTo>
                <a:cubicBezTo>
                  <a:pt x="347925" y="34479"/>
                  <a:pt x="348070" y="33960"/>
                  <a:pt x="348263" y="33550"/>
                </a:cubicBezTo>
                <a:cubicBezTo>
                  <a:pt x="348456" y="33139"/>
                  <a:pt x="348698" y="32850"/>
                  <a:pt x="348987" y="32681"/>
                </a:cubicBezTo>
                <a:cubicBezTo>
                  <a:pt x="349277" y="32512"/>
                  <a:pt x="349614" y="32428"/>
                  <a:pt x="350000" y="32428"/>
                </a:cubicBezTo>
                <a:lnTo>
                  <a:pt x="359193" y="32428"/>
                </a:lnTo>
                <a:lnTo>
                  <a:pt x="359193" y="25712"/>
                </a:lnTo>
                <a:cubicBezTo>
                  <a:pt x="359193" y="21185"/>
                  <a:pt x="359615" y="17297"/>
                  <a:pt x="360460" y="14047"/>
                </a:cubicBezTo>
                <a:cubicBezTo>
                  <a:pt x="361304" y="10797"/>
                  <a:pt x="362595" y="8137"/>
                  <a:pt x="364332" y="6067"/>
                </a:cubicBezTo>
                <a:cubicBezTo>
                  <a:pt x="366069" y="3996"/>
                  <a:pt x="368253" y="2468"/>
                  <a:pt x="370883" y="1482"/>
                </a:cubicBezTo>
                <a:cubicBezTo>
                  <a:pt x="373513" y="494"/>
                  <a:pt x="376613" y="0"/>
                  <a:pt x="380184" y="0"/>
                </a:cubicBezTo>
                <a:cubicBezTo>
                  <a:pt x="381873" y="0"/>
                  <a:pt x="383514" y="157"/>
                  <a:pt x="385106" y="470"/>
                </a:cubicBezTo>
                <a:cubicBezTo>
                  <a:pt x="386699" y="784"/>
                  <a:pt x="387929" y="1122"/>
                  <a:pt x="388798" y="1484"/>
                </a:cubicBezTo>
                <a:cubicBezTo>
                  <a:pt x="389666" y="1846"/>
                  <a:pt x="390245" y="2172"/>
                  <a:pt x="390535" y="2461"/>
                </a:cubicBezTo>
                <a:cubicBezTo>
                  <a:pt x="390825" y="2751"/>
                  <a:pt x="391066" y="3125"/>
                  <a:pt x="391259" y="3583"/>
                </a:cubicBezTo>
                <a:cubicBezTo>
                  <a:pt x="391452" y="4041"/>
                  <a:pt x="391585" y="4596"/>
                  <a:pt x="391657" y="5248"/>
                </a:cubicBezTo>
                <a:cubicBezTo>
                  <a:pt x="391729" y="5899"/>
                  <a:pt x="391766" y="6683"/>
                  <a:pt x="391766" y="7600"/>
                </a:cubicBezTo>
                <a:close/>
                <a:moveTo>
                  <a:pt x="470377" y="7600"/>
                </a:moveTo>
                <a:cubicBezTo>
                  <a:pt x="470377" y="8517"/>
                  <a:pt x="470329" y="9253"/>
                  <a:pt x="470233" y="9808"/>
                </a:cubicBezTo>
                <a:cubicBezTo>
                  <a:pt x="470136" y="10363"/>
                  <a:pt x="470027" y="10809"/>
                  <a:pt x="469907" y="11147"/>
                </a:cubicBezTo>
                <a:cubicBezTo>
                  <a:pt x="469786" y="11485"/>
                  <a:pt x="469629" y="11714"/>
                  <a:pt x="469436" y="11835"/>
                </a:cubicBezTo>
                <a:cubicBezTo>
                  <a:pt x="469243" y="11955"/>
                  <a:pt x="469002" y="12016"/>
                  <a:pt x="468713" y="12016"/>
                </a:cubicBezTo>
                <a:cubicBezTo>
                  <a:pt x="468375" y="12016"/>
                  <a:pt x="467953" y="11907"/>
                  <a:pt x="467446" y="11690"/>
                </a:cubicBezTo>
                <a:cubicBezTo>
                  <a:pt x="466939" y="11473"/>
                  <a:pt x="466324" y="11231"/>
                  <a:pt x="465600" y="10966"/>
                </a:cubicBezTo>
                <a:cubicBezTo>
                  <a:pt x="464876" y="10701"/>
                  <a:pt x="464020" y="10459"/>
                  <a:pt x="463030" y="10242"/>
                </a:cubicBezTo>
                <a:cubicBezTo>
                  <a:pt x="462041" y="10025"/>
                  <a:pt x="460895" y="9917"/>
                  <a:pt x="459592" y="9917"/>
                </a:cubicBezTo>
                <a:cubicBezTo>
                  <a:pt x="457807" y="9917"/>
                  <a:pt x="456287" y="10205"/>
                  <a:pt x="455032" y="10783"/>
                </a:cubicBezTo>
                <a:cubicBezTo>
                  <a:pt x="453777" y="11360"/>
                  <a:pt x="452764" y="12262"/>
                  <a:pt x="451992" y="13488"/>
                </a:cubicBezTo>
                <a:cubicBezTo>
                  <a:pt x="451220" y="14714"/>
                  <a:pt x="450665" y="16301"/>
                  <a:pt x="450327" y="18250"/>
                </a:cubicBezTo>
                <a:cubicBezTo>
                  <a:pt x="449989" y="20198"/>
                  <a:pt x="449821" y="22567"/>
                  <a:pt x="449821" y="25357"/>
                </a:cubicBezTo>
                <a:lnTo>
                  <a:pt x="449821" y="32428"/>
                </a:lnTo>
                <a:lnTo>
                  <a:pt x="464370" y="32428"/>
                </a:lnTo>
                <a:cubicBezTo>
                  <a:pt x="464756" y="32428"/>
                  <a:pt x="465081" y="32512"/>
                  <a:pt x="465347" y="32681"/>
                </a:cubicBezTo>
                <a:cubicBezTo>
                  <a:pt x="465612" y="32850"/>
                  <a:pt x="465853" y="33139"/>
                  <a:pt x="466071" y="33550"/>
                </a:cubicBezTo>
                <a:cubicBezTo>
                  <a:pt x="466288" y="33960"/>
                  <a:pt x="466457" y="34479"/>
                  <a:pt x="466577" y="35106"/>
                </a:cubicBezTo>
                <a:cubicBezTo>
                  <a:pt x="466698" y="35733"/>
                  <a:pt x="466758" y="36505"/>
                  <a:pt x="466758" y="37422"/>
                </a:cubicBezTo>
                <a:cubicBezTo>
                  <a:pt x="466758" y="39159"/>
                  <a:pt x="466541" y="40414"/>
                  <a:pt x="466107" y="41186"/>
                </a:cubicBezTo>
                <a:cubicBezTo>
                  <a:pt x="465672" y="41958"/>
                  <a:pt x="465093" y="42344"/>
                  <a:pt x="464370" y="42344"/>
                </a:cubicBezTo>
                <a:lnTo>
                  <a:pt x="449821" y="42344"/>
                </a:lnTo>
                <a:lnTo>
                  <a:pt x="449821" y="99525"/>
                </a:lnTo>
                <a:cubicBezTo>
                  <a:pt x="449821" y="99911"/>
                  <a:pt x="449724" y="100237"/>
                  <a:pt x="449531" y="100504"/>
                </a:cubicBezTo>
                <a:cubicBezTo>
                  <a:pt x="449338" y="100769"/>
                  <a:pt x="449012" y="100999"/>
                  <a:pt x="448554" y="101192"/>
                </a:cubicBezTo>
                <a:cubicBezTo>
                  <a:pt x="448095" y="101385"/>
                  <a:pt x="447480" y="101530"/>
                  <a:pt x="446708" y="101626"/>
                </a:cubicBezTo>
                <a:cubicBezTo>
                  <a:pt x="445936" y="101723"/>
                  <a:pt x="444971" y="101771"/>
                  <a:pt x="443813" y="101771"/>
                </a:cubicBezTo>
                <a:cubicBezTo>
                  <a:pt x="442655" y="101771"/>
                  <a:pt x="441689" y="101723"/>
                  <a:pt x="440917" y="101626"/>
                </a:cubicBezTo>
                <a:cubicBezTo>
                  <a:pt x="440145" y="101530"/>
                  <a:pt x="439530" y="101385"/>
                  <a:pt x="439072" y="101192"/>
                </a:cubicBezTo>
                <a:cubicBezTo>
                  <a:pt x="438613" y="100999"/>
                  <a:pt x="438287" y="100769"/>
                  <a:pt x="438094" y="100504"/>
                </a:cubicBezTo>
                <a:cubicBezTo>
                  <a:pt x="437901" y="100237"/>
                  <a:pt x="437805" y="99911"/>
                  <a:pt x="437805" y="99525"/>
                </a:cubicBezTo>
                <a:lnTo>
                  <a:pt x="437805" y="42344"/>
                </a:lnTo>
                <a:lnTo>
                  <a:pt x="428612" y="42344"/>
                </a:lnTo>
                <a:cubicBezTo>
                  <a:pt x="427840" y="42344"/>
                  <a:pt x="427261" y="41958"/>
                  <a:pt x="426875" y="41186"/>
                </a:cubicBezTo>
                <a:cubicBezTo>
                  <a:pt x="426489" y="40414"/>
                  <a:pt x="426296" y="39159"/>
                  <a:pt x="426296" y="37422"/>
                </a:cubicBezTo>
                <a:cubicBezTo>
                  <a:pt x="426296" y="36505"/>
                  <a:pt x="426344" y="35733"/>
                  <a:pt x="426441" y="35106"/>
                </a:cubicBezTo>
                <a:cubicBezTo>
                  <a:pt x="426537" y="34479"/>
                  <a:pt x="426682" y="33960"/>
                  <a:pt x="426875" y="33550"/>
                </a:cubicBezTo>
                <a:cubicBezTo>
                  <a:pt x="427068" y="33139"/>
                  <a:pt x="427309" y="32850"/>
                  <a:pt x="427599" y="32681"/>
                </a:cubicBezTo>
                <a:cubicBezTo>
                  <a:pt x="427888" y="32512"/>
                  <a:pt x="428226" y="32428"/>
                  <a:pt x="428612" y="32428"/>
                </a:cubicBezTo>
                <a:lnTo>
                  <a:pt x="437805" y="32428"/>
                </a:lnTo>
                <a:lnTo>
                  <a:pt x="437805" y="25712"/>
                </a:lnTo>
                <a:cubicBezTo>
                  <a:pt x="437805" y="21185"/>
                  <a:pt x="438227" y="17297"/>
                  <a:pt x="439072" y="14047"/>
                </a:cubicBezTo>
                <a:cubicBezTo>
                  <a:pt x="439916" y="10797"/>
                  <a:pt x="441207" y="8137"/>
                  <a:pt x="442944" y="6067"/>
                </a:cubicBezTo>
                <a:cubicBezTo>
                  <a:pt x="444681" y="3996"/>
                  <a:pt x="446865" y="2468"/>
                  <a:pt x="449495" y="1482"/>
                </a:cubicBezTo>
                <a:cubicBezTo>
                  <a:pt x="452125" y="494"/>
                  <a:pt x="455225" y="0"/>
                  <a:pt x="458796" y="0"/>
                </a:cubicBezTo>
                <a:cubicBezTo>
                  <a:pt x="460485" y="0"/>
                  <a:pt x="462126" y="157"/>
                  <a:pt x="463718" y="470"/>
                </a:cubicBezTo>
                <a:cubicBezTo>
                  <a:pt x="465311" y="784"/>
                  <a:pt x="466541" y="1122"/>
                  <a:pt x="467410" y="1484"/>
                </a:cubicBezTo>
                <a:cubicBezTo>
                  <a:pt x="468278" y="1846"/>
                  <a:pt x="468857" y="2172"/>
                  <a:pt x="469147" y="2461"/>
                </a:cubicBezTo>
                <a:cubicBezTo>
                  <a:pt x="469436" y="2751"/>
                  <a:pt x="469678" y="3125"/>
                  <a:pt x="469871" y="3583"/>
                </a:cubicBezTo>
                <a:cubicBezTo>
                  <a:pt x="470064" y="4041"/>
                  <a:pt x="470196" y="4596"/>
                  <a:pt x="470269" y="5248"/>
                </a:cubicBezTo>
                <a:cubicBezTo>
                  <a:pt x="470341" y="5899"/>
                  <a:pt x="470377" y="6683"/>
                  <a:pt x="470377" y="7600"/>
                </a:cubicBezTo>
                <a:close/>
                <a:moveTo>
                  <a:pt x="535684" y="99527"/>
                </a:moveTo>
                <a:cubicBezTo>
                  <a:pt x="535684" y="99913"/>
                  <a:pt x="535599" y="100239"/>
                  <a:pt x="535430" y="100504"/>
                </a:cubicBezTo>
                <a:cubicBezTo>
                  <a:pt x="535262" y="100769"/>
                  <a:pt x="534960" y="100999"/>
                  <a:pt x="534526" y="101192"/>
                </a:cubicBezTo>
                <a:cubicBezTo>
                  <a:pt x="534091" y="101385"/>
                  <a:pt x="533524" y="101530"/>
                  <a:pt x="532825" y="101626"/>
                </a:cubicBezTo>
                <a:cubicBezTo>
                  <a:pt x="532125" y="101723"/>
                  <a:pt x="531268" y="101771"/>
                  <a:pt x="530255" y="101771"/>
                </a:cubicBezTo>
                <a:cubicBezTo>
                  <a:pt x="529145" y="101771"/>
                  <a:pt x="528240" y="101723"/>
                  <a:pt x="527541" y="101626"/>
                </a:cubicBezTo>
                <a:cubicBezTo>
                  <a:pt x="526841" y="101530"/>
                  <a:pt x="526286" y="101385"/>
                  <a:pt x="525876" y="101192"/>
                </a:cubicBezTo>
                <a:cubicBezTo>
                  <a:pt x="525466" y="100999"/>
                  <a:pt x="525188" y="100769"/>
                  <a:pt x="525043" y="100504"/>
                </a:cubicBezTo>
                <a:cubicBezTo>
                  <a:pt x="524899" y="100239"/>
                  <a:pt x="524826" y="99913"/>
                  <a:pt x="524826" y="99527"/>
                </a:cubicBezTo>
                <a:lnTo>
                  <a:pt x="524826" y="90913"/>
                </a:lnTo>
                <a:cubicBezTo>
                  <a:pt x="521111" y="95041"/>
                  <a:pt x="517443" y="98051"/>
                  <a:pt x="513824" y="99945"/>
                </a:cubicBezTo>
                <a:cubicBezTo>
                  <a:pt x="510205" y="101838"/>
                  <a:pt x="506538" y="102784"/>
                  <a:pt x="502822" y="102784"/>
                </a:cubicBezTo>
                <a:cubicBezTo>
                  <a:pt x="498479" y="102784"/>
                  <a:pt x="494823" y="102060"/>
                  <a:pt x="491856" y="100610"/>
                </a:cubicBezTo>
                <a:cubicBezTo>
                  <a:pt x="488888" y="99161"/>
                  <a:pt x="486487" y="97193"/>
                  <a:pt x="484654" y="94707"/>
                </a:cubicBezTo>
                <a:cubicBezTo>
                  <a:pt x="482820" y="92218"/>
                  <a:pt x="481505" y="89320"/>
                  <a:pt x="480709" y="86012"/>
                </a:cubicBezTo>
                <a:cubicBezTo>
                  <a:pt x="479913" y="82702"/>
                  <a:pt x="479514" y="78680"/>
                  <a:pt x="479514" y="73946"/>
                </a:cubicBezTo>
                <a:lnTo>
                  <a:pt x="479514" y="34384"/>
                </a:lnTo>
                <a:cubicBezTo>
                  <a:pt x="479514" y="33998"/>
                  <a:pt x="479599" y="33673"/>
                  <a:pt x="479768" y="33407"/>
                </a:cubicBezTo>
                <a:cubicBezTo>
                  <a:pt x="479937" y="33140"/>
                  <a:pt x="480262" y="32898"/>
                  <a:pt x="480745" y="32681"/>
                </a:cubicBezTo>
                <a:cubicBezTo>
                  <a:pt x="481228" y="32464"/>
                  <a:pt x="481855" y="32319"/>
                  <a:pt x="482627" y="32247"/>
                </a:cubicBezTo>
                <a:cubicBezTo>
                  <a:pt x="483399" y="32174"/>
                  <a:pt x="484364" y="32138"/>
                  <a:pt x="485522" y="32138"/>
                </a:cubicBezTo>
                <a:cubicBezTo>
                  <a:pt x="486680" y="32138"/>
                  <a:pt x="487645" y="32174"/>
                  <a:pt x="488418" y="32247"/>
                </a:cubicBezTo>
                <a:cubicBezTo>
                  <a:pt x="489190" y="32319"/>
                  <a:pt x="489805" y="32464"/>
                  <a:pt x="490263" y="32681"/>
                </a:cubicBezTo>
                <a:cubicBezTo>
                  <a:pt x="490722" y="32898"/>
                  <a:pt x="491048" y="33140"/>
                  <a:pt x="491241" y="33407"/>
                </a:cubicBezTo>
                <a:cubicBezTo>
                  <a:pt x="491434" y="33673"/>
                  <a:pt x="491530" y="33998"/>
                  <a:pt x="491530" y="34384"/>
                </a:cubicBezTo>
                <a:lnTo>
                  <a:pt x="491530" y="72358"/>
                </a:lnTo>
                <a:cubicBezTo>
                  <a:pt x="491530" y="76175"/>
                  <a:pt x="491808" y="79231"/>
                  <a:pt x="492362" y="81526"/>
                </a:cubicBezTo>
                <a:cubicBezTo>
                  <a:pt x="492917" y="83821"/>
                  <a:pt x="493762" y="85779"/>
                  <a:pt x="494896" y="87398"/>
                </a:cubicBezTo>
                <a:cubicBezTo>
                  <a:pt x="496030" y="89016"/>
                  <a:pt x="497465" y="90272"/>
                  <a:pt x="499203" y="91167"/>
                </a:cubicBezTo>
                <a:cubicBezTo>
                  <a:pt x="500940" y="92059"/>
                  <a:pt x="502967" y="92506"/>
                  <a:pt x="505283" y="92506"/>
                </a:cubicBezTo>
                <a:cubicBezTo>
                  <a:pt x="508275" y="92506"/>
                  <a:pt x="511254" y="91438"/>
                  <a:pt x="514222" y="89303"/>
                </a:cubicBezTo>
                <a:cubicBezTo>
                  <a:pt x="517190" y="87167"/>
                  <a:pt x="520339" y="84037"/>
                  <a:pt x="523668" y="79911"/>
                </a:cubicBezTo>
                <a:lnTo>
                  <a:pt x="523668" y="34382"/>
                </a:lnTo>
                <a:cubicBezTo>
                  <a:pt x="523668" y="33996"/>
                  <a:pt x="523753" y="33670"/>
                  <a:pt x="523922" y="33405"/>
                </a:cubicBezTo>
                <a:cubicBezTo>
                  <a:pt x="524090" y="33139"/>
                  <a:pt x="524416" y="32898"/>
                  <a:pt x="524899" y="32681"/>
                </a:cubicBezTo>
                <a:cubicBezTo>
                  <a:pt x="525381" y="32464"/>
                  <a:pt x="525997" y="32319"/>
                  <a:pt x="526744" y="32247"/>
                </a:cubicBezTo>
                <a:cubicBezTo>
                  <a:pt x="527492" y="32174"/>
                  <a:pt x="528470" y="32138"/>
                  <a:pt x="529676" y="32138"/>
                </a:cubicBezTo>
                <a:cubicBezTo>
                  <a:pt x="530834" y="32138"/>
                  <a:pt x="531799" y="32174"/>
                  <a:pt x="532571" y="32247"/>
                </a:cubicBezTo>
                <a:cubicBezTo>
                  <a:pt x="533343" y="32319"/>
                  <a:pt x="533947" y="32464"/>
                  <a:pt x="534381" y="32681"/>
                </a:cubicBezTo>
                <a:cubicBezTo>
                  <a:pt x="534815" y="32898"/>
                  <a:pt x="535141" y="33139"/>
                  <a:pt x="535358" y="33405"/>
                </a:cubicBezTo>
                <a:cubicBezTo>
                  <a:pt x="535575" y="33670"/>
                  <a:pt x="535684" y="33996"/>
                  <a:pt x="535684" y="34382"/>
                </a:cubicBezTo>
                <a:lnTo>
                  <a:pt x="535684" y="99527"/>
                </a:lnTo>
                <a:close/>
                <a:moveTo>
                  <a:pt x="613770" y="99527"/>
                </a:moveTo>
                <a:cubicBezTo>
                  <a:pt x="613770" y="99913"/>
                  <a:pt x="613674" y="100239"/>
                  <a:pt x="613481" y="100504"/>
                </a:cubicBezTo>
                <a:cubicBezTo>
                  <a:pt x="613288" y="100769"/>
                  <a:pt x="612974" y="100999"/>
                  <a:pt x="612540" y="101192"/>
                </a:cubicBezTo>
                <a:cubicBezTo>
                  <a:pt x="612106" y="101385"/>
                  <a:pt x="611502" y="101530"/>
                  <a:pt x="610730" y="101626"/>
                </a:cubicBezTo>
                <a:cubicBezTo>
                  <a:pt x="609958" y="101723"/>
                  <a:pt x="608993" y="101771"/>
                  <a:pt x="607835" y="101771"/>
                </a:cubicBezTo>
                <a:cubicBezTo>
                  <a:pt x="606629" y="101771"/>
                  <a:pt x="605639" y="101723"/>
                  <a:pt x="604867" y="101626"/>
                </a:cubicBezTo>
                <a:cubicBezTo>
                  <a:pt x="604095" y="101530"/>
                  <a:pt x="603492" y="101385"/>
                  <a:pt x="603058" y="101192"/>
                </a:cubicBezTo>
                <a:cubicBezTo>
                  <a:pt x="602623" y="100999"/>
                  <a:pt x="602310" y="100769"/>
                  <a:pt x="602117" y="100504"/>
                </a:cubicBezTo>
                <a:cubicBezTo>
                  <a:pt x="601924" y="100239"/>
                  <a:pt x="601827" y="99913"/>
                  <a:pt x="601827" y="99527"/>
                </a:cubicBezTo>
                <a:lnTo>
                  <a:pt x="601827" y="61381"/>
                </a:lnTo>
                <a:cubicBezTo>
                  <a:pt x="601827" y="57665"/>
                  <a:pt x="601538" y="54673"/>
                  <a:pt x="600959" y="52405"/>
                </a:cubicBezTo>
                <a:cubicBezTo>
                  <a:pt x="600380" y="50137"/>
                  <a:pt x="599535" y="48183"/>
                  <a:pt x="598425" y="46542"/>
                </a:cubicBezTo>
                <a:cubicBezTo>
                  <a:pt x="597315" y="44902"/>
                  <a:pt x="595880" y="43647"/>
                  <a:pt x="594118" y="42778"/>
                </a:cubicBezTo>
                <a:cubicBezTo>
                  <a:pt x="592357" y="41910"/>
                  <a:pt x="590318" y="41476"/>
                  <a:pt x="588002" y="41476"/>
                </a:cubicBezTo>
                <a:cubicBezTo>
                  <a:pt x="585010" y="41476"/>
                  <a:pt x="582018" y="42537"/>
                  <a:pt x="579027" y="44660"/>
                </a:cubicBezTo>
                <a:cubicBezTo>
                  <a:pt x="576035" y="46784"/>
                  <a:pt x="572898" y="49896"/>
                  <a:pt x="569617" y="53998"/>
                </a:cubicBezTo>
                <a:lnTo>
                  <a:pt x="569617" y="99527"/>
                </a:lnTo>
                <a:cubicBezTo>
                  <a:pt x="569617" y="99913"/>
                  <a:pt x="569520" y="100239"/>
                  <a:pt x="569327" y="100504"/>
                </a:cubicBezTo>
                <a:cubicBezTo>
                  <a:pt x="569134" y="100769"/>
                  <a:pt x="568821" y="100999"/>
                  <a:pt x="568386" y="101192"/>
                </a:cubicBezTo>
                <a:cubicBezTo>
                  <a:pt x="567952" y="101385"/>
                  <a:pt x="567349" y="101530"/>
                  <a:pt x="566577" y="101626"/>
                </a:cubicBezTo>
                <a:cubicBezTo>
                  <a:pt x="565805" y="101723"/>
                  <a:pt x="564815" y="101771"/>
                  <a:pt x="563609" y="101771"/>
                </a:cubicBezTo>
                <a:cubicBezTo>
                  <a:pt x="562451" y="101771"/>
                  <a:pt x="561486" y="101723"/>
                  <a:pt x="560714" y="101626"/>
                </a:cubicBezTo>
                <a:cubicBezTo>
                  <a:pt x="559942" y="101530"/>
                  <a:pt x="559326" y="101385"/>
                  <a:pt x="558868" y="101192"/>
                </a:cubicBezTo>
                <a:cubicBezTo>
                  <a:pt x="558409" y="100999"/>
                  <a:pt x="558096" y="100769"/>
                  <a:pt x="557927" y="100504"/>
                </a:cubicBezTo>
                <a:cubicBezTo>
                  <a:pt x="557758" y="100239"/>
                  <a:pt x="557674" y="99913"/>
                  <a:pt x="557674" y="99527"/>
                </a:cubicBezTo>
                <a:lnTo>
                  <a:pt x="557674" y="34382"/>
                </a:lnTo>
                <a:cubicBezTo>
                  <a:pt x="557674" y="33996"/>
                  <a:pt x="557746" y="33670"/>
                  <a:pt x="557891" y="33405"/>
                </a:cubicBezTo>
                <a:cubicBezTo>
                  <a:pt x="558035" y="33139"/>
                  <a:pt x="558325" y="32898"/>
                  <a:pt x="558759" y="32681"/>
                </a:cubicBezTo>
                <a:cubicBezTo>
                  <a:pt x="559194" y="32464"/>
                  <a:pt x="559748" y="32319"/>
                  <a:pt x="560424" y="32247"/>
                </a:cubicBezTo>
                <a:cubicBezTo>
                  <a:pt x="561100" y="32174"/>
                  <a:pt x="561992" y="32138"/>
                  <a:pt x="563102" y="32138"/>
                </a:cubicBezTo>
                <a:cubicBezTo>
                  <a:pt x="564164" y="32138"/>
                  <a:pt x="565045" y="32174"/>
                  <a:pt x="565744" y="32247"/>
                </a:cubicBezTo>
                <a:cubicBezTo>
                  <a:pt x="566444" y="32319"/>
                  <a:pt x="566987" y="32464"/>
                  <a:pt x="567373" y="32681"/>
                </a:cubicBezTo>
                <a:cubicBezTo>
                  <a:pt x="567759" y="32898"/>
                  <a:pt x="568036" y="33139"/>
                  <a:pt x="568205" y="33405"/>
                </a:cubicBezTo>
                <a:cubicBezTo>
                  <a:pt x="568374" y="33670"/>
                  <a:pt x="568459" y="33996"/>
                  <a:pt x="568459" y="34382"/>
                </a:cubicBezTo>
                <a:lnTo>
                  <a:pt x="568459" y="42996"/>
                </a:lnTo>
                <a:cubicBezTo>
                  <a:pt x="572126" y="38894"/>
                  <a:pt x="575781" y="35890"/>
                  <a:pt x="579425" y="33984"/>
                </a:cubicBezTo>
                <a:cubicBezTo>
                  <a:pt x="583068" y="32078"/>
                  <a:pt x="586747" y="31125"/>
                  <a:pt x="590463" y="31125"/>
                </a:cubicBezTo>
                <a:cubicBezTo>
                  <a:pt x="594806" y="31125"/>
                  <a:pt x="598461" y="31861"/>
                  <a:pt x="601429" y="33332"/>
                </a:cubicBezTo>
                <a:cubicBezTo>
                  <a:pt x="604397" y="34804"/>
                  <a:pt x="606798" y="36771"/>
                  <a:pt x="608631" y="39232"/>
                </a:cubicBezTo>
                <a:cubicBezTo>
                  <a:pt x="610465" y="41693"/>
                  <a:pt x="611780" y="44576"/>
                  <a:pt x="612576" y="47881"/>
                </a:cubicBezTo>
                <a:cubicBezTo>
                  <a:pt x="613372" y="51187"/>
                  <a:pt x="613770" y="55156"/>
                  <a:pt x="613770" y="59789"/>
                </a:cubicBezTo>
                <a:lnTo>
                  <a:pt x="613770" y="99527"/>
                </a:lnTo>
                <a:close/>
                <a:moveTo>
                  <a:pt x="682302" y="89683"/>
                </a:moveTo>
                <a:cubicBezTo>
                  <a:pt x="682302" y="90503"/>
                  <a:pt x="682278" y="91215"/>
                  <a:pt x="682230" y="91818"/>
                </a:cubicBezTo>
                <a:cubicBezTo>
                  <a:pt x="682181" y="92421"/>
                  <a:pt x="682097" y="92928"/>
                  <a:pt x="681976" y="93338"/>
                </a:cubicBezTo>
                <a:cubicBezTo>
                  <a:pt x="681856" y="93748"/>
                  <a:pt x="681711" y="94110"/>
                  <a:pt x="681542" y="94424"/>
                </a:cubicBezTo>
                <a:cubicBezTo>
                  <a:pt x="681373" y="94738"/>
                  <a:pt x="680987" y="95196"/>
                  <a:pt x="680384" y="95799"/>
                </a:cubicBezTo>
                <a:cubicBezTo>
                  <a:pt x="679781" y="96402"/>
                  <a:pt x="678755" y="97150"/>
                  <a:pt x="677308" y="98043"/>
                </a:cubicBezTo>
                <a:cubicBezTo>
                  <a:pt x="675860" y="98936"/>
                  <a:pt x="674231" y="99732"/>
                  <a:pt x="672422" y="100432"/>
                </a:cubicBezTo>
                <a:cubicBezTo>
                  <a:pt x="670612" y="101131"/>
                  <a:pt x="668646" y="101698"/>
                  <a:pt x="666522" y="102133"/>
                </a:cubicBezTo>
                <a:cubicBezTo>
                  <a:pt x="664399" y="102567"/>
                  <a:pt x="662204" y="102784"/>
                  <a:pt x="659936" y="102784"/>
                </a:cubicBezTo>
                <a:cubicBezTo>
                  <a:pt x="655255" y="102784"/>
                  <a:pt x="651105" y="102011"/>
                  <a:pt x="647486" y="100463"/>
                </a:cubicBezTo>
                <a:cubicBezTo>
                  <a:pt x="643867" y="98916"/>
                  <a:pt x="640839" y="96656"/>
                  <a:pt x="638402" y="93682"/>
                </a:cubicBezTo>
                <a:cubicBezTo>
                  <a:pt x="635965" y="90708"/>
                  <a:pt x="634107" y="87057"/>
                  <a:pt x="632828" y="82729"/>
                </a:cubicBezTo>
                <a:cubicBezTo>
                  <a:pt x="631549" y="78402"/>
                  <a:pt x="630910" y="73409"/>
                  <a:pt x="630910" y="67753"/>
                </a:cubicBezTo>
                <a:cubicBezTo>
                  <a:pt x="630910" y="61321"/>
                  <a:pt x="631694" y="55797"/>
                  <a:pt x="633262" y="51179"/>
                </a:cubicBezTo>
                <a:cubicBezTo>
                  <a:pt x="634831" y="46562"/>
                  <a:pt x="636978" y="42778"/>
                  <a:pt x="639705" y="39829"/>
                </a:cubicBezTo>
                <a:cubicBezTo>
                  <a:pt x="642431" y="36879"/>
                  <a:pt x="645640" y="34691"/>
                  <a:pt x="649331" y="33265"/>
                </a:cubicBezTo>
                <a:cubicBezTo>
                  <a:pt x="653023" y="31838"/>
                  <a:pt x="657016" y="31125"/>
                  <a:pt x="661311" y="31125"/>
                </a:cubicBezTo>
                <a:cubicBezTo>
                  <a:pt x="663386" y="31125"/>
                  <a:pt x="665401" y="31318"/>
                  <a:pt x="667355" y="31704"/>
                </a:cubicBezTo>
                <a:cubicBezTo>
                  <a:pt x="669309" y="32090"/>
                  <a:pt x="671107" y="32597"/>
                  <a:pt x="672747" y="33224"/>
                </a:cubicBezTo>
                <a:cubicBezTo>
                  <a:pt x="674388" y="33851"/>
                  <a:pt x="675848" y="34575"/>
                  <a:pt x="677127" y="35395"/>
                </a:cubicBezTo>
                <a:cubicBezTo>
                  <a:pt x="678405" y="36216"/>
                  <a:pt x="679334" y="36915"/>
                  <a:pt x="679913" y="37495"/>
                </a:cubicBezTo>
                <a:cubicBezTo>
                  <a:pt x="680492" y="38074"/>
                  <a:pt x="680891" y="38532"/>
                  <a:pt x="681108" y="38870"/>
                </a:cubicBezTo>
                <a:cubicBezTo>
                  <a:pt x="681325" y="39208"/>
                  <a:pt x="681506" y="39606"/>
                  <a:pt x="681651" y="40064"/>
                </a:cubicBezTo>
                <a:cubicBezTo>
                  <a:pt x="681795" y="40523"/>
                  <a:pt x="681892" y="41041"/>
                  <a:pt x="681940" y="41620"/>
                </a:cubicBezTo>
                <a:cubicBezTo>
                  <a:pt x="681988" y="42199"/>
                  <a:pt x="682012" y="42923"/>
                  <a:pt x="682012" y="43792"/>
                </a:cubicBezTo>
                <a:cubicBezTo>
                  <a:pt x="682012" y="45674"/>
                  <a:pt x="681795" y="46989"/>
                  <a:pt x="681361" y="47737"/>
                </a:cubicBezTo>
                <a:cubicBezTo>
                  <a:pt x="680927" y="48485"/>
                  <a:pt x="680396" y="48859"/>
                  <a:pt x="679769" y="48859"/>
                </a:cubicBezTo>
                <a:cubicBezTo>
                  <a:pt x="679045" y="48859"/>
                  <a:pt x="678212" y="48461"/>
                  <a:pt x="677271" y="47664"/>
                </a:cubicBezTo>
                <a:cubicBezTo>
                  <a:pt x="676330" y="46868"/>
                  <a:pt x="675136" y="45987"/>
                  <a:pt x="673688" y="45022"/>
                </a:cubicBezTo>
                <a:cubicBezTo>
                  <a:pt x="672241" y="44057"/>
                  <a:pt x="670492" y="43177"/>
                  <a:pt x="668441" y="42380"/>
                </a:cubicBezTo>
                <a:cubicBezTo>
                  <a:pt x="666390" y="41584"/>
                  <a:pt x="663965" y="41186"/>
                  <a:pt x="661166" y="41186"/>
                </a:cubicBezTo>
                <a:cubicBezTo>
                  <a:pt x="655424" y="41186"/>
                  <a:pt x="651020" y="43401"/>
                  <a:pt x="647956" y="47829"/>
                </a:cubicBezTo>
                <a:cubicBezTo>
                  <a:pt x="644892" y="52257"/>
                  <a:pt x="643360" y="58680"/>
                  <a:pt x="643360" y="67099"/>
                </a:cubicBezTo>
                <a:cubicBezTo>
                  <a:pt x="643360" y="71310"/>
                  <a:pt x="643758" y="75000"/>
                  <a:pt x="644554" y="78169"/>
                </a:cubicBezTo>
                <a:cubicBezTo>
                  <a:pt x="645350" y="81339"/>
                  <a:pt x="646521" y="83989"/>
                  <a:pt x="648065" y="86118"/>
                </a:cubicBezTo>
                <a:cubicBezTo>
                  <a:pt x="649609" y="88247"/>
                  <a:pt x="651503" y="89832"/>
                  <a:pt x="653747" y="90873"/>
                </a:cubicBezTo>
                <a:cubicBezTo>
                  <a:pt x="655991" y="91913"/>
                  <a:pt x="658560" y="92433"/>
                  <a:pt x="661456" y="92433"/>
                </a:cubicBezTo>
                <a:cubicBezTo>
                  <a:pt x="664206" y="92433"/>
                  <a:pt x="666619" y="91999"/>
                  <a:pt x="668694" y="91130"/>
                </a:cubicBezTo>
                <a:cubicBezTo>
                  <a:pt x="670769" y="90262"/>
                  <a:pt x="672566" y="89309"/>
                  <a:pt x="674087" y="88271"/>
                </a:cubicBezTo>
                <a:cubicBezTo>
                  <a:pt x="675607" y="87234"/>
                  <a:pt x="676885" y="86293"/>
                  <a:pt x="677923" y="85448"/>
                </a:cubicBezTo>
                <a:cubicBezTo>
                  <a:pt x="678960" y="84604"/>
                  <a:pt x="679769" y="84182"/>
                  <a:pt x="680348" y="84182"/>
                </a:cubicBezTo>
                <a:cubicBezTo>
                  <a:pt x="680685" y="84182"/>
                  <a:pt x="680975" y="84278"/>
                  <a:pt x="681216" y="84471"/>
                </a:cubicBezTo>
                <a:cubicBezTo>
                  <a:pt x="681458" y="84664"/>
                  <a:pt x="681663" y="84990"/>
                  <a:pt x="681832" y="85448"/>
                </a:cubicBezTo>
                <a:cubicBezTo>
                  <a:pt x="682000" y="85907"/>
                  <a:pt x="682121" y="86486"/>
                  <a:pt x="682193" y="87186"/>
                </a:cubicBezTo>
                <a:cubicBezTo>
                  <a:pt x="682266" y="87885"/>
                  <a:pt x="682302" y="88718"/>
                  <a:pt x="682302" y="89683"/>
                </a:cubicBezTo>
                <a:close/>
                <a:moveTo>
                  <a:pt x="732022" y="94822"/>
                </a:moveTo>
                <a:cubicBezTo>
                  <a:pt x="732022" y="96221"/>
                  <a:pt x="731925" y="97331"/>
                  <a:pt x="731732" y="98152"/>
                </a:cubicBezTo>
                <a:cubicBezTo>
                  <a:pt x="731539" y="98972"/>
                  <a:pt x="731250" y="99575"/>
                  <a:pt x="730864" y="99961"/>
                </a:cubicBezTo>
                <a:cubicBezTo>
                  <a:pt x="730478" y="100347"/>
                  <a:pt x="729899" y="100709"/>
                  <a:pt x="729127" y="101047"/>
                </a:cubicBezTo>
                <a:cubicBezTo>
                  <a:pt x="728354" y="101385"/>
                  <a:pt x="727474" y="101662"/>
                  <a:pt x="726485" y="101879"/>
                </a:cubicBezTo>
                <a:cubicBezTo>
                  <a:pt x="725495" y="102097"/>
                  <a:pt x="724446" y="102277"/>
                  <a:pt x="723336" y="102422"/>
                </a:cubicBezTo>
                <a:cubicBezTo>
                  <a:pt x="722226" y="102567"/>
                  <a:pt x="721116" y="102639"/>
                  <a:pt x="720006" y="102639"/>
                </a:cubicBezTo>
                <a:cubicBezTo>
                  <a:pt x="716628" y="102639"/>
                  <a:pt x="713733" y="102192"/>
                  <a:pt x="711320" y="101298"/>
                </a:cubicBezTo>
                <a:cubicBezTo>
                  <a:pt x="708907" y="100402"/>
                  <a:pt x="706929" y="99047"/>
                  <a:pt x="705385" y="97233"/>
                </a:cubicBezTo>
                <a:cubicBezTo>
                  <a:pt x="703841" y="95419"/>
                  <a:pt x="702719" y="93122"/>
                  <a:pt x="702019" y="90341"/>
                </a:cubicBezTo>
                <a:cubicBezTo>
                  <a:pt x="701319" y="87560"/>
                  <a:pt x="700969" y="84283"/>
                  <a:pt x="700969" y="80510"/>
                </a:cubicBezTo>
                <a:lnTo>
                  <a:pt x="700969" y="42344"/>
                </a:lnTo>
                <a:lnTo>
                  <a:pt x="691849" y="42344"/>
                </a:lnTo>
                <a:cubicBezTo>
                  <a:pt x="691125" y="42344"/>
                  <a:pt x="690546" y="41958"/>
                  <a:pt x="690112" y="41186"/>
                </a:cubicBezTo>
                <a:cubicBezTo>
                  <a:pt x="689678" y="40414"/>
                  <a:pt x="689461" y="39159"/>
                  <a:pt x="689461" y="37422"/>
                </a:cubicBezTo>
                <a:cubicBezTo>
                  <a:pt x="689461" y="36505"/>
                  <a:pt x="689521" y="35733"/>
                  <a:pt x="689641" y="35106"/>
                </a:cubicBezTo>
                <a:cubicBezTo>
                  <a:pt x="689762" y="34479"/>
                  <a:pt x="689919" y="33960"/>
                  <a:pt x="690112" y="33550"/>
                </a:cubicBezTo>
                <a:cubicBezTo>
                  <a:pt x="690305" y="33139"/>
                  <a:pt x="690558" y="32850"/>
                  <a:pt x="690872" y="32681"/>
                </a:cubicBezTo>
                <a:cubicBezTo>
                  <a:pt x="691186" y="32512"/>
                  <a:pt x="691535" y="32428"/>
                  <a:pt x="691922" y="32428"/>
                </a:cubicBezTo>
                <a:lnTo>
                  <a:pt x="700969" y="32428"/>
                </a:lnTo>
                <a:lnTo>
                  <a:pt x="700969" y="16938"/>
                </a:lnTo>
                <a:cubicBezTo>
                  <a:pt x="700969" y="16600"/>
                  <a:pt x="701054" y="16286"/>
                  <a:pt x="701223" y="15997"/>
                </a:cubicBezTo>
                <a:cubicBezTo>
                  <a:pt x="701392" y="15707"/>
                  <a:pt x="701705" y="15454"/>
                  <a:pt x="702164" y="15237"/>
                </a:cubicBezTo>
                <a:cubicBezTo>
                  <a:pt x="702622" y="15020"/>
                  <a:pt x="703237" y="14863"/>
                  <a:pt x="704010" y="14766"/>
                </a:cubicBezTo>
                <a:cubicBezTo>
                  <a:pt x="704782" y="14670"/>
                  <a:pt x="705747" y="14621"/>
                  <a:pt x="706905" y="14621"/>
                </a:cubicBezTo>
                <a:cubicBezTo>
                  <a:pt x="708111" y="14621"/>
                  <a:pt x="709100" y="14670"/>
                  <a:pt x="709873" y="14766"/>
                </a:cubicBezTo>
                <a:cubicBezTo>
                  <a:pt x="710645" y="14863"/>
                  <a:pt x="711248" y="15020"/>
                  <a:pt x="711682" y="15237"/>
                </a:cubicBezTo>
                <a:cubicBezTo>
                  <a:pt x="712116" y="15454"/>
                  <a:pt x="712430" y="15707"/>
                  <a:pt x="712623" y="15997"/>
                </a:cubicBezTo>
                <a:cubicBezTo>
                  <a:pt x="712816" y="16286"/>
                  <a:pt x="712913" y="16600"/>
                  <a:pt x="712913" y="16938"/>
                </a:cubicBezTo>
                <a:lnTo>
                  <a:pt x="712913" y="32428"/>
                </a:lnTo>
                <a:lnTo>
                  <a:pt x="729633" y="32428"/>
                </a:lnTo>
                <a:cubicBezTo>
                  <a:pt x="730019" y="32428"/>
                  <a:pt x="730357" y="32512"/>
                  <a:pt x="730647" y="32681"/>
                </a:cubicBezTo>
                <a:cubicBezTo>
                  <a:pt x="730936" y="32850"/>
                  <a:pt x="731189" y="33139"/>
                  <a:pt x="731407" y="33550"/>
                </a:cubicBezTo>
                <a:cubicBezTo>
                  <a:pt x="731624" y="33960"/>
                  <a:pt x="731781" y="34479"/>
                  <a:pt x="731877" y="35106"/>
                </a:cubicBezTo>
                <a:cubicBezTo>
                  <a:pt x="731974" y="35733"/>
                  <a:pt x="732022" y="36505"/>
                  <a:pt x="732022" y="37422"/>
                </a:cubicBezTo>
                <a:cubicBezTo>
                  <a:pt x="732022" y="39159"/>
                  <a:pt x="731805" y="40414"/>
                  <a:pt x="731370" y="41186"/>
                </a:cubicBezTo>
                <a:cubicBezTo>
                  <a:pt x="730936" y="41958"/>
                  <a:pt x="730357" y="42344"/>
                  <a:pt x="729633" y="42344"/>
                </a:cubicBezTo>
                <a:lnTo>
                  <a:pt x="712913" y="42344"/>
                </a:lnTo>
                <a:lnTo>
                  <a:pt x="712913" y="78787"/>
                </a:lnTo>
                <a:cubicBezTo>
                  <a:pt x="712913" y="83287"/>
                  <a:pt x="713576" y="86686"/>
                  <a:pt x="714903" y="88986"/>
                </a:cubicBezTo>
                <a:cubicBezTo>
                  <a:pt x="716230" y="91284"/>
                  <a:pt x="718607" y="92433"/>
                  <a:pt x="722033" y="92433"/>
                </a:cubicBezTo>
                <a:cubicBezTo>
                  <a:pt x="723143" y="92433"/>
                  <a:pt x="724132" y="92325"/>
                  <a:pt x="725001" y="92108"/>
                </a:cubicBezTo>
                <a:cubicBezTo>
                  <a:pt x="725869" y="91890"/>
                  <a:pt x="726641" y="91661"/>
                  <a:pt x="727317" y="91420"/>
                </a:cubicBezTo>
                <a:cubicBezTo>
                  <a:pt x="727993" y="91179"/>
                  <a:pt x="728572" y="90950"/>
                  <a:pt x="729054" y="90732"/>
                </a:cubicBezTo>
                <a:cubicBezTo>
                  <a:pt x="729537" y="90515"/>
                  <a:pt x="729971" y="90407"/>
                  <a:pt x="730357" y="90407"/>
                </a:cubicBezTo>
                <a:cubicBezTo>
                  <a:pt x="730598" y="90407"/>
                  <a:pt x="730828" y="90467"/>
                  <a:pt x="731045" y="90588"/>
                </a:cubicBezTo>
                <a:cubicBezTo>
                  <a:pt x="731262" y="90708"/>
                  <a:pt x="731431" y="90937"/>
                  <a:pt x="731551" y="91275"/>
                </a:cubicBezTo>
                <a:cubicBezTo>
                  <a:pt x="731672" y="91613"/>
                  <a:pt x="731781" y="92071"/>
                  <a:pt x="731877" y="92651"/>
                </a:cubicBezTo>
                <a:cubicBezTo>
                  <a:pt x="731974" y="93230"/>
                  <a:pt x="732022" y="93953"/>
                  <a:pt x="732022" y="94822"/>
                </a:cubicBezTo>
                <a:close/>
                <a:moveTo>
                  <a:pt x="759721" y="99527"/>
                </a:moveTo>
                <a:cubicBezTo>
                  <a:pt x="759721" y="99913"/>
                  <a:pt x="759624" y="100239"/>
                  <a:pt x="759431" y="100504"/>
                </a:cubicBezTo>
                <a:cubicBezTo>
                  <a:pt x="759238" y="100769"/>
                  <a:pt x="758924" y="100999"/>
                  <a:pt x="758490" y="101192"/>
                </a:cubicBezTo>
                <a:cubicBezTo>
                  <a:pt x="758056" y="101385"/>
                  <a:pt x="757452" y="101530"/>
                  <a:pt x="756680" y="101626"/>
                </a:cubicBezTo>
                <a:cubicBezTo>
                  <a:pt x="755908" y="101723"/>
                  <a:pt x="754919" y="101771"/>
                  <a:pt x="753713" y="101771"/>
                </a:cubicBezTo>
                <a:cubicBezTo>
                  <a:pt x="752555" y="101771"/>
                  <a:pt x="751589" y="101723"/>
                  <a:pt x="750817" y="101626"/>
                </a:cubicBezTo>
                <a:cubicBezTo>
                  <a:pt x="750045" y="101530"/>
                  <a:pt x="749430" y="101385"/>
                  <a:pt x="748972" y="101192"/>
                </a:cubicBezTo>
                <a:cubicBezTo>
                  <a:pt x="748513" y="100999"/>
                  <a:pt x="748200" y="100769"/>
                  <a:pt x="748031" y="100504"/>
                </a:cubicBezTo>
                <a:cubicBezTo>
                  <a:pt x="747862" y="100239"/>
                  <a:pt x="747777" y="99913"/>
                  <a:pt x="747777" y="99527"/>
                </a:cubicBezTo>
                <a:lnTo>
                  <a:pt x="747777" y="34382"/>
                </a:lnTo>
                <a:cubicBezTo>
                  <a:pt x="747777" y="34044"/>
                  <a:pt x="747862" y="33731"/>
                  <a:pt x="748031" y="33441"/>
                </a:cubicBezTo>
                <a:cubicBezTo>
                  <a:pt x="748200" y="33152"/>
                  <a:pt x="748513" y="32910"/>
                  <a:pt x="748972" y="32717"/>
                </a:cubicBezTo>
                <a:cubicBezTo>
                  <a:pt x="749430" y="32524"/>
                  <a:pt x="750045" y="32379"/>
                  <a:pt x="750817" y="32283"/>
                </a:cubicBezTo>
                <a:cubicBezTo>
                  <a:pt x="751589" y="32186"/>
                  <a:pt x="752555" y="32138"/>
                  <a:pt x="753713" y="32138"/>
                </a:cubicBezTo>
                <a:cubicBezTo>
                  <a:pt x="754919" y="32138"/>
                  <a:pt x="755908" y="32186"/>
                  <a:pt x="756680" y="32283"/>
                </a:cubicBezTo>
                <a:cubicBezTo>
                  <a:pt x="757452" y="32379"/>
                  <a:pt x="758056" y="32524"/>
                  <a:pt x="758490" y="32717"/>
                </a:cubicBezTo>
                <a:cubicBezTo>
                  <a:pt x="758924" y="32910"/>
                  <a:pt x="759238" y="33152"/>
                  <a:pt x="759431" y="33441"/>
                </a:cubicBezTo>
                <a:cubicBezTo>
                  <a:pt x="759624" y="33731"/>
                  <a:pt x="759721" y="34044"/>
                  <a:pt x="759721" y="34382"/>
                </a:cubicBezTo>
                <a:lnTo>
                  <a:pt x="759721" y="99527"/>
                </a:lnTo>
                <a:moveTo>
                  <a:pt x="761096" y="12305"/>
                </a:moveTo>
                <a:cubicBezTo>
                  <a:pt x="761096" y="15104"/>
                  <a:pt x="760565" y="17010"/>
                  <a:pt x="759503" y="18023"/>
                </a:cubicBezTo>
                <a:cubicBezTo>
                  <a:pt x="758442" y="19037"/>
                  <a:pt x="756487" y="19543"/>
                  <a:pt x="753640" y="19543"/>
                </a:cubicBezTo>
                <a:cubicBezTo>
                  <a:pt x="750841" y="19543"/>
                  <a:pt x="748923" y="19049"/>
                  <a:pt x="747886" y="18060"/>
                </a:cubicBezTo>
                <a:cubicBezTo>
                  <a:pt x="746848" y="17070"/>
                  <a:pt x="746330" y="15200"/>
                  <a:pt x="746330" y="12450"/>
                </a:cubicBezTo>
                <a:cubicBezTo>
                  <a:pt x="746330" y="9651"/>
                  <a:pt x="746860" y="7745"/>
                  <a:pt x="747922" y="6732"/>
                </a:cubicBezTo>
                <a:cubicBezTo>
                  <a:pt x="748984" y="5718"/>
                  <a:pt x="750938" y="5212"/>
                  <a:pt x="753785" y="5212"/>
                </a:cubicBezTo>
                <a:cubicBezTo>
                  <a:pt x="756584" y="5212"/>
                  <a:pt x="758502" y="5706"/>
                  <a:pt x="759540" y="6695"/>
                </a:cubicBezTo>
                <a:cubicBezTo>
                  <a:pt x="760577" y="7685"/>
                  <a:pt x="761096" y="9555"/>
                  <a:pt x="761096" y="12305"/>
                </a:cubicBezTo>
                <a:close/>
                <a:moveTo>
                  <a:pt x="842280" y="66267"/>
                </a:moveTo>
                <a:cubicBezTo>
                  <a:pt x="842280" y="71579"/>
                  <a:pt x="841580" y="76470"/>
                  <a:pt x="840181" y="80938"/>
                </a:cubicBezTo>
                <a:cubicBezTo>
                  <a:pt x="838781" y="85406"/>
                  <a:pt x="836694" y="89259"/>
                  <a:pt x="833919" y="92497"/>
                </a:cubicBezTo>
                <a:cubicBezTo>
                  <a:pt x="831145" y="95733"/>
                  <a:pt x="827670" y="98256"/>
                  <a:pt x="823496" y="100068"/>
                </a:cubicBezTo>
                <a:cubicBezTo>
                  <a:pt x="819322" y="101879"/>
                  <a:pt x="814485" y="102784"/>
                  <a:pt x="808983" y="102784"/>
                </a:cubicBezTo>
                <a:cubicBezTo>
                  <a:pt x="803627" y="102784"/>
                  <a:pt x="798958" y="101987"/>
                  <a:pt x="794977" y="100393"/>
                </a:cubicBezTo>
                <a:cubicBezTo>
                  <a:pt x="790996" y="98799"/>
                  <a:pt x="787679" y="96481"/>
                  <a:pt x="785025" y="93438"/>
                </a:cubicBezTo>
                <a:cubicBezTo>
                  <a:pt x="782371" y="90395"/>
                  <a:pt x="780392" y="86699"/>
                  <a:pt x="779089" y="82352"/>
                </a:cubicBezTo>
                <a:cubicBezTo>
                  <a:pt x="777786" y="78004"/>
                  <a:pt x="777135" y="73077"/>
                  <a:pt x="777135" y="67570"/>
                </a:cubicBezTo>
                <a:cubicBezTo>
                  <a:pt x="777135" y="62257"/>
                  <a:pt x="777822" y="57367"/>
                  <a:pt x="779198" y="52899"/>
                </a:cubicBezTo>
                <a:cubicBezTo>
                  <a:pt x="780573" y="48430"/>
                  <a:pt x="782648" y="44578"/>
                  <a:pt x="785423" y="41342"/>
                </a:cubicBezTo>
                <a:cubicBezTo>
                  <a:pt x="788197" y="38104"/>
                  <a:pt x="791660" y="35592"/>
                  <a:pt x="795810" y="33805"/>
                </a:cubicBezTo>
                <a:cubicBezTo>
                  <a:pt x="799960" y="32018"/>
                  <a:pt x="804809" y="31125"/>
                  <a:pt x="810359" y="31125"/>
                </a:cubicBezTo>
                <a:cubicBezTo>
                  <a:pt x="815715" y="31125"/>
                  <a:pt x="820384" y="31922"/>
                  <a:pt x="824365" y="33516"/>
                </a:cubicBezTo>
                <a:cubicBezTo>
                  <a:pt x="828346" y="35110"/>
                  <a:pt x="831663" y="37428"/>
                  <a:pt x="834318" y="40471"/>
                </a:cubicBezTo>
                <a:cubicBezTo>
                  <a:pt x="836972" y="43514"/>
                  <a:pt x="838962" y="47210"/>
                  <a:pt x="840289" y="51557"/>
                </a:cubicBezTo>
                <a:cubicBezTo>
                  <a:pt x="841616" y="55905"/>
                  <a:pt x="842280" y="60808"/>
                  <a:pt x="842280" y="66267"/>
                </a:cubicBezTo>
                <a:moveTo>
                  <a:pt x="829685" y="67063"/>
                </a:moveTo>
                <a:cubicBezTo>
                  <a:pt x="829685" y="63536"/>
                  <a:pt x="829359" y="60202"/>
                  <a:pt x="828708" y="57061"/>
                </a:cubicBezTo>
                <a:cubicBezTo>
                  <a:pt x="828056" y="53919"/>
                  <a:pt x="826983" y="51165"/>
                  <a:pt x="825487" y="48798"/>
                </a:cubicBezTo>
                <a:cubicBezTo>
                  <a:pt x="823991" y="46430"/>
                  <a:pt x="821964" y="44558"/>
                  <a:pt x="819407" y="43181"/>
                </a:cubicBezTo>
                <a:cubicBezTo>
                  <a:pt x="816849" y="41803"/>
                  <a:pt x="813664" y="41114"/>
                  <a:pt x="809852" y="41114"/>
                </a:cubicBezTo>
                <a:cubicBezTo>
                  <a:pt x="806329" y="41114"/>
                  <a:pt x="803301" y="41742"/>
                  <a:pt x="800768" y="42998"/>
                </a:cubicBezTo>
                <a:cubicBezTo>
                  <a:pt x="798235" y="44254"/>
                  <a:pt x="796147" y="46030"/>
                  <a:pt x="794507" y="48327"/>
                </a:cubicBezTo>
                <a:cubicBezTo>
                  <a:pt x="792866" y="50622"/>
                  <a:pt x="791648" y="53340"/>
                  <a:pt x="790851" y="56482"/>
                </a:cubicBezTo>
                <a:cubicBezTo>
                  <a:pt x="790055" y="59621"/>
                  <a:pt x="789657" y="63052"/>
                  <a:pt x="789657" y="66774"/>
                </a:cubicBezTo>
                <a:cubicBezTo>
                  <a:pt x="789657" y="70349"/>
                  <a:pt x="789983" y="73707"/>
                  <a:pt x="790634" y="76848"/>
                </a:cubicBezTo>
                <a:cubicBezTo>
                  <a:pt x="791286" y="79989"/>
                  <a:pt x="792371" y="82732"/>
                  <a:pt x="793892" y="85075"/>
                </a:cubicBezTo>
                <a:cubicBezTo>
                  <a:pt x="795412" y="87419"/>
                  <a:pt x="797450" y="89279"/>
                  <a:pt x="800008" y="90658"/>
                </a:cubicBezTo>
                <a:cubicBezTo>
                  <a:pt x="802565" y="92034"/>
                  <a:pt x="805750" y="92723"/>
                  <a:pt x="809562" y="92723"/>
                </a:cubicBezTo>
                <a:cubicBezTo>
                  <a:pt x="813037" y="92723"/>
                  <a:pt x="816053" y="92095"/>
                  <a:pt x="818610" y="90839"/>
                </a:cubicBezTo>
                <a:cubicBezTo>
                  <a:pt x="821168" y="89583"/>
                  <a:pt x="823267" y="87819"/>
                  <a:pt x="824908" y="85548"/>
                </a:cubicBezTo>
                <a:cubicBezTo>
                  <a:pt x="826548" y="83275"/>
                  <a:pt x="827755" y="80569"/>
                  <a:pt x="828527" y="77430"/>
                </a:cubicBezTo>
                <a:cubicBezTo>
                  <a:pt x="829299" y="74289"/>
                  <a:pt x="829685" y="70833"/>
                  <a:pt x="829685" y="67063"/>
                </a:cubicBezTo>
                <a:close/>
                <a:moveTo>
                  <a:pt x="915885" y="99527"/>
                </a:moveTo>
                <a:cubicBezTo>
                  <a:pt x="915885" y="99913"/>
                  <a:pt x="915789" y="100239"/>
                  <a:pt x="915596" y="100504"/>
                </a:cubicBezTo>
                <a:cubicBezTo>
                  <a:pt x="915403" y="100769"/>
                  <a:pt x="915089" y="100999"/>
                  <a:pt x="914655" y="101192"/>
                </a:cubicBezTo>
                <a:cubicBezTo>
                  <a:pt x="914221" y="101385"/>
                  <a:pt x="913617" y="101530"/>
                  <a:pt x="912845" y="101626"/>
                </a:cubicBezTo>
                <a:cubicBezTo>
                  <a:pt x="912073" y="101723"/>
                  <a:pt x="911108" y="101771"/>
                  <a:pt x="909950" y="101771"/>
                </a:cubicBezTo>
                <a:cubicBezTo>
                  <a:pt x="908744" y="101771"/>
                  <a:pt x="907754" y="101723"/>
                  <a:pt x="906982" y="101626"/>
                </a:cubicBezTo>
                <a:cubicBezTo>
                  <a:pt x="906210" y="101530"/>
                  <a:pt x="905607" y="101385"/>
                  <a:pt x="905173" y="101192"/>
                </a:cubicBezTo>
                <a:cubicBezTo>
                  <a:pt x="904738" y="100999"/>
                  <a:pt x="904425" y="100769"/>
                  <a:pt x="904232" y="100504"/>
                </a:cubicBezTo>
                <a:cubicBezTo>
                  <a:pt x="904039" y="100239"/>
                  <a:pt x="903942" y="99913"/>
                  <a:pt x="903942" y="99527"/>
                </a:cubicBezTo>
                <a:lnTo>
                  <a:pt x="903942" y="61381"/>
                </a:lnTo>
                <a:cubicBezTo>
                  <a:pt x="903942" y="57665"/>
                  <a:pt x="903653" y="54673"/>
                  <a:pt x="903074" y="52405"/>
                </a:cubicBezTo>
                <a:cubicBezTo>
                  <a:pt x="902495" y="50137"/>
                  <a:pt x="901650" y="48183"/>
                  <a:pt x="900540" y="46542"/>
                </a:cubicBezTo>
                <a:cubicBezTo>
                  <a:pt x="899430" y="44902"/>
                  <a:pt x="897995" y="43647"/>
                  <a:pt x="896233" y="42778"/>
                </a:cubicBezTo>
                <a:cubicBezTo>
                  <a:pt x="894472" y="41910"/>
                  <a:pt x="892433" y="41476"/>
                  <a:pt x="890117" y="41476"/>
                </a:cubicBezTo>
                <a:cubicBezTo>
                  <a:pt x="887125" y="41476"/>
                  <a:pt x="884133" y="42537"/>
                  <a:pt x="881141" y="44660"/>
                </a:cubicBezTo>
                <a:cubicBezTo>
                  <a:pt x="878150" y="46784"/>
                  <a:pt x="875013" y="49896"/>
                  <a:pt x="871732" y="53998"/>
                </a:cubicBezTo>
                <a:lnTo>
                  <a:pt x="871732" y="99527"/>
                </a:lnTo>
                <a:cubicBezTo>
                  <a:pt x="871732" y="99913"/>
                  <a:pt x="871635" y="100239"/>
                  <a:pt x="871442" y="100504"/>
                </a:cubicBezTo>
                <a:cubicBezTo>
                  <a:pt x="871249" y="100769"/>
                  <a:pt x="870935" y="100999"/>
                  <a:pt x="870501" y="101192"/>
                </a:cubicBezTo>
                <a:cubicBezTo>
                  <a:pt x="870067" y="101385"/>
                  <a:pt x="869464" y="101530"/>
                  <a:pt x="868692" y="101626"/>
                </a:cubicBezTo>
                <a:cubicBezTo>
                  <a:pt x="867919" y="101723"/>
                  <a:pt x="866930" y="101771"/>
                  <a:pt x="865724" y="101771"/>
                </a:cubicBezTo>
                <a:cubicBezTo>
                  <a:pt x="864566" y="101771"/>
                  <a:pt x="863601" y="101723"/>
                  <a:pt x="862829" y="101626"/>
                </a:cubicBezTo>
                <a:cubicBezTo>
                  <a:pt x="862056" y="101530"/>
                  <a:pt x="861441" y="101385"/>
                  <a:pt x="860983" y="101192"/>
                </a:cubicBezTo>
                <a:cubicBezTo>
                  <a:pt x="860524" y="100999"/>
                  <a:pt x="860211" y="100769"/>
                  <a:pt x="860042" y="100504"/>
                </a:cubicBezTo>
                <a:cubicBezTo>
                  <a:pt x="859873" y="100239"/>
                  <a:pt x="859788" y="99913"/>
                  <a:pt x="859788" y="99527"/>
                </a:cubicBezTo>
                <a:lnTo>
                  <a:pt x="859788" y="34382"/>
                </a:lnTo>
                <a:cubicBezTo>
                  <a:pt x="859788" y="33996"/>
                  <a:pt x="859861" y="33670"/>
                  <a:pt x="860006" y="33405"/>
                </a:cubicBezTo>
                <a:cubicBezTo>
                  <a:pt x="860150" y="33139"/>
                  <a:pt x="860440" y="32898"/>
                  <a:pt x="860874" y="32681"/>
                </a:cubicBezTo>
                <a:cubicBezTo>
                  <a:pt x="861308" y="32464"/>
                  <a:pt x="861863" y="32319"/>
                  <a:pt x="862539" y="32247"/>
                </a:cubicBezTo>
                <a:cubicBezTo>
                  <a:pt x="863215" y="32174"/>
                  <a:pt x="864107" y="32138"/>
                  <a:pt x="865217" y="32138"/>
                </a:cubicBezTo>
                <a:cubicBezTo>
                  <a:pt x="866279" y="32138"/>
                  <a:pt x="867159" y="32174"/>
                  <a:pt x="867859" y="32247"/>
                </a:cubicBezTo>
                <a:cubicBezTo>
                  <a:pt x="868559" y="32319"/>
                  <a:pt x="869102" y="32464"/>
                  <a:pt x="869488" y="32681"/>
                </a:cubicBezTo>
                <a:cubicBezTo>
                  <a:pt x="869874" y="32898"/>
                  <a:pt x="870151" y="33139"/>
                  <a:pt x="870320" y="33405"/>
                </a:cubicBezTo>
                <a:cubicBezTo>
                  <a:pt x="870489" y="33670"/>
                  <a:pt x="870574" y="33996"/>
                  <a:pt x="870574" y="34382"/>
                </a:cubicBezTo>
                <a:lnTo>
                  <a:pt x="870574" y="42996"/>
                </a:lnTo>
                <a:cubicBezTo>
                  <a:pt x="874241" y="38894"/>
                  <a:pt x="877896" y="35890"/>
                  <a:pt x="881540" y="33984"/>
                </a:cubicBezTo>
                <a:cubicBezTo>
                  <a:pt x="885183" y="32078"/>
                  <a:pt x="888862" y="31125"/>
                  <a:pt x="892578" y="31125"/>
                </a:cubicBezTo>
                <a:cubicBezTo>
                  <a:pt x="896921" y="31125"/>
                  <a:pt x="900576" y="31861"/>
                  <a:pt x="903544" y="33332"/>
                </a:cubicBezTo>
                <a:cubicBezTo>
                  <a:pt x="906512" y="34804"/>
                  <a:pt x="908912" y="36771"/>
                  <a:pt x="910746" y="39232"/>
                </a:cubicBezTo>
                <a:cubicBezTo>
                  <a:pt x="912580" y="41693"/>
                  <a:pt x="913895" y="44576"/>
                  <a:pt x="914691" y="47881"/>
                </a:cubicBezTo>
                <a:cubicBezTo>
                  <a:pt x="915487" y="51187"/>
                  <a:pt x="915885" y="55156"/>
                  <a:pt x="915885" y="59789"/>
                </a:cubicBezTo>
                <a:lnTo>
                  <a:pt x="915885" y="99527"/>
                </a:lnTo>
                <a:close/>
                <a:moveTo>
                  <a:pt x="1079805" y="45708"/>
                </a:moveTo>
                <a:cubicBezTo>
                  <a:pt x="1079805" y="48992"/>
                  <a:pt x="1079600" y="52349"/>
                  <a:pt x="1079190" y="55778"/>
                </a:cubicBezTo>
                <a:cubicBezTo>
                  <a:pt x="1078780" y="59207"/>
                  <a:pt x="1078116" y="62540"/>
                  <a:pt x="1077200" y="65776"/>
                </a:cubicBezTo>
                <a:cubicBezTo>
                  <a:pt x="1076283" y="69012"/>
                  <a:pt x="1075076" y="72067"/>
                  <a:pt x="1073580" y="74942"/>
                </a:cubicBezTo>
                <a:cubicBezTo>
                  <a:pt x="1072085" y="77814"/>
                  <a:pt x="1070251" y="80338"/>
                  <a:pt x="1068079" y="82512"/>
                </a:cubicBezTo>
                <a:cubicBezTo>
                  <a:pt x="1065908" y="84685"/>
                  <a:pt x="1063386" y="86388"/>
                  <a:pt x="1060515" y="87620"/>
                </a:cubicBezTo>
                <a:cubicBezTo>
                  <a:pt x="1057644" y="88850"/>
                  <a:pt x="1054351" y="89466"/>
                  <a:pt x="1050635" y="89466"/>
                </a:cubicBezTo>
                <a:cubicBezTo>
                  <a:pt x="1048657" y="89466"/>
                  <a:pt x="1046823" y="89236"/>
                  <a:pt x="1045134" y="88778"/>
                </a:cubicBezTo>
                <a:cubicBezTo>
                  <a:pt x="1043445" y="88318"/>
                  <a:pt x="1041949" y="87654"/>
                  <a:pt x="1040646" y="86785"/>
                </a:cubicBezTo>
                <a:cubicBezTo>
                  <a:pt x="1039343" y="85915"/>
                  <a:pt x="1038245" y="84792"/>
                  <a:pt x="1037353" y="83415"/>
                </a:cubicBezTo>
                <a:cubicBezTo>
                  <a:pt x="1036460" y="82037"/>
                  <a:pt x="1035845" y="80454"/>
                  <a:pt x="1035507" y="78667"/>
                </a:cubicBezTo>
                <a:cubicBezTo>
                  <a:pt x="1033577" y="80600"/>
                  <a:pt x="1031707" y="82255"/>
                  <a:pt x="1029897" y="83632"/>
                </a:cubicBezTo>
                <a:cubicBezTo>
                  <a:pt x="1028088" y="85009"/>
                  <a:pt x="1026314" y="86132"/>
                  <a:pt x="1024577" y="87002"/>
                </a:cubicBezTo>
                <a:cubicBezTo>
                  <a:pt x="1022840" y="87871"/>
                  <a:pt x="1021139" y="88499"/>
                  <a:pt x="1019474" y="88887"/>
                </a:cubicBezTo>
                <a:cubicBezTo>
                  <a:pt x="1017809" y="89273"/>
                  <a:pt x="1016181" y="89466"/>
                  <a:pt x="1014588" y="89466"/>
                </a:cubicBezTo>
                <a:cubicBezTo>
                  <a:pt x="1012513" y="89466"/>
                  <a:pt x="1010679" y="89261"/>
                  <a:pt x="1009087" y="88850"/>
                </a:cubicBezTo>
                <a:cubicBezTo>
                  <a:pt x="1007495" y="88439"/>
                  <a:pt x="1006083" y="87835"/>
                  <a:pt x="1004853" y="87039"/>
                </a:cubicBezTo>
                <a:cubicBezTo>
                  <a:pt x="1003622" y="86241"/>
                  <a:pt x="1002573" y="85262"/>
                  <a:pt x="1001704" y="84103"/>
                </a:cubicBezTo>
                <a:cubicBezTo>
                  <a:pt x="1000835" y="82943"/>
                  <a:pt x="1000112" y="81638"/>
                  <a:pt x="999532" y="80189"/>
                </a:cubicBezTo>
                <a:cubicBezTo>
                  <a:pt x="998953" y="78740"/>
                  <a:pt x="998543" y="77146"/>
                  <a:pt x="998302" y="75407"/>
                </a:cubicBezTo>
                <a:cubicBezTo>
                  <a:pt x="998061" y="73667"/>
                  <a:pt x="997940" y="71782"/>
                  <a:pt x="997940" y="69753"/>
                </a:cubicBezTo>
                <a:cubicBezTo>
                  <a:pt x="997940" y="67675"/>
                  <a:pt x="998109" y="65295"/>
                  <a:pt x="998447" y="62614"/>
                </a:cubicBezTo>
                <a:cubicBezTo>
                  <a:pt x="998784" y="59933"/>
                  <a:pt x="999339" y="57167"/>
                  <a:pt x="1000112" y="54317"/>
                </a:cubicBezTo>
                <a:cubicBezTo>
                  <a:pt x="1000884" y="51465"/>
                  <a:pt x="1001945" y="48675"/>
                  <a:pt x="1003296" y="45945"/>
                </a:cubicBezTo>
                <a:cubicBezTo>
                  <a:pt x="1004648" y="43216"/>
                  <a:pt x="1006324" y="40776"/>
                  <a:pt x="1008327" y="38625"/>
                </a:cubicBezTo>
                <a:cubicBezTo>
                  <a:pt x="1010330" y="36475"/>
                  <a:pt x="1012706" y="34736"/>
                  <a:pt x="1015457" y="33407"/>
                </a:cubicBezTo>
                <a:cubicBezTo>
                  <a:pt x="1018207" y="32079"/>
                  <a:pt x="1021416" y="31414"/>
                  <a:pt x="1025084" y="31414"/>
                </a:cubicBezTo>
                <a:cubicBezTo>
                  <a:pt x="1026628" y="31414"/>
                  <a:pt x="1028112" y="31596"/>
                  <a:pt x="1029535" y="31959"/>
                </a:cubicBezTo>
                <a:cubicBezTo>
                  <a:pt x="1030959" y="32321"/>
                  <a:pt x="1032322" y="32889"/>
                  <a:pt x="1033625" y="33663"/>
                </a:cubicBezTo>
                <a:cubicBezTo>
                  <a:pt x="1034928" y="34435"/>
                  <a:pt x="1036182" y="35401"/>
                  <a:pt x="1037389" y="36560"/>
                </a:cubicBezTo>
                <a:cubicBezTo>
                  <a:pt x="1038595" y="37720"/>
                  <a:pt x="1039826" y="39097"/>
                  <a:pt x="1041080" y="40691"/>
                </a:cubicBezTo>
                <a:lnTo>
                  <a:pt x="1042311" y="34312"/>
                </a:lnTo>
                <a:cubicBezTo>
                  <a:pt x="1042504" y="33636"/>
                  <a:pt x="1042938" y="33130"/>
                  <a:pt x="1043614" y="32792"/>
                </a:cubicBezTo>
                <a:cubicBezTo>
                  <a:pt x="1044289" y="32453"/>
                  <a:pt x="1045544" y="32283"/>
                  <a:pt x="1047378" y="32283"/>
                </a:cubicBezTo>
                <a:cubicBezTo>
                  <a:pt x="1048246" y="32283"/>
                  <a:pt x="1048982" y="32331"/>
                  <a:pt x="1049585" y="32428"/>
                </a:cubicBezTo>
                <a:cubicBezTo>
                  <a:pt x="1050189" y="32524"/>
                  <a:pt x="1050659" y="32657"/>
                  <a:pt x="1050997" y="32826"/>
                </a:cubicBezTo>
                <a:cubicBezTo>
                  <a:pt x="1051335" y="32995"/>
                  <a:pt x="1051564" y="33201"/>
                  <a:pt x="1051685" y="33443"/>
                </a:cubicBezTo>
                <a:cubicBezTo>
                  <a:pt x="1051805" y="33685"/>
                  <a:pt x="1051817" y="33974"/>
                  <a:pt x="1051721" y="34312"/>
                </a:cubicBezTo>
                <a:lnTo>
                  <a:pt x="1045279" y="67651"/>
                </a:lnTo>
                <a:cubicBezTo>
                  <a:pt x="1044507" y="71858"/>
                  <a:pt x="1044700" y="74966"/>
                  <a:pt x="1045858" y="76973"/>
                </a:cubicBezTo>
                <a:cubicBezTo>
                  <a:pt x="1047016" y="78980"/>
                  <a:pt x="1049211" y="79983"/>
                  <a:pt x="1052445" y="79983"/>
                </a:cubicBezTo>
                <a:cubicBezTo>
                  <a:pt x="1054423" y="79983"/>
                  <a:pt x="1056208" y="79489"/>
                  <a:pt x="1057801" y="78500"/>
                </a:cubicBezTo>
                <a:cubicBezTo>
                  <a:pt x="1059393" y="77509"/>
                  <a:pt x="1060793" y="76168"/>
                  <a:pt x="1061999" y="74478"/>
                </a:cubicBezTo>
                <a:cubicBezTo>
                  <a:pt x="1063206" y="72786"/>
                  <a:pt x="1064219" y="70817"/>
                  <a:pt x="1065039" y="68572"/>
                </a:cubicBezTo>
                <a:cubicBezTo>
                  <a:pt x="1065860" y="66325"/>
                  <a:pt x="1066535" y="63957"/>
                  <a:pt x="1067066" y="61469"/>
                </a:cubicBezTo>
                <a:cubicBezTo>
                  <a:pt x="1067597" y="58981"/>
                  <a:pt x="1067983" y="56433"/>
                  <a:pt x="1068224" y="53824"/>
                </a:cubicBezTo>
                <a:cubicBezTo>
                  <a:pt x="1068465" y="51215"/>
                  <a:pt x="1068586" y="48703"/>
                  <a:pt x="1068586" y="46287"/>
                </a:cubicBezTo>
                <a:cubicBezTo>
                  <a:pt x="1068586" y="42084"/>
                  <a:pt x="1068019" y="38087"/>
                  <a:pt x="1066885" y="34296"/>
                </a:cubicBezTo>
                <a:cubicBezTo>
                  <a:pt x="1065751" y="30503"/>
                  <a:pt x="1063809" y="27170"/>
                  <a:pt x="1061058" y="24296"/>
                </a:cubicBezTo>
                <a:cubicBezTo>
                  <a:pt x="1058308" y="21422"/>
                  <a:pt x="1054628" y="19127"/>
                  <a:pt x="1050020" y="17413"/>
                </a:cubicBezTo>
                <a:cubicBezTo>
                  <a:pt x="1045411" y="15697"/>
                  <a:pt x="1039633" y="14839"/>
                  <a:pt x="1032684" y="14839"/>
                </a:cubicBezTo>
                <a:cubicBezTo>
                  <a:pt x="1026990" y="14839"/>
                  <a:pt x="1021923" y="15467"/>
                  <a:pt x="1017483" y="16723"/>
                </a:cubicBezTo>
                <a:cubicBezTo>
                  <a:pt x="1013044" y="17977"/>
                  <a:pt x="1009135" y="19679"/>
                  <a:pt x="1005757" y="21828"/>
                </a:cubicBezTo>
                <a:cubicBezTo>
                  <a:pt x="1002380" y="23977"/>
                  <a:pt x="999484" y="26452"/>
                  <a:pt x="997071" y="29254"/>
                </a:cubicBezTo>
                <a:cubicBezTo>
                  <a:pt x="994659" y="32054"/>
                  <a:pt x="992620" y="35036"/>
                  <a:pt x="990955" y="38200"/>
                </a:cubicBezTo>
                <a:cubicBezTo>
                  <a:pt x="989290" y="41364"/>
                  <a:pt x="987951" y="44600"/>
                  <a:pt x="986938" y="47909"/>
                </a:cubicBezTo>
                <a:cubicBezTo>
                  <a:pt x="985924" y="51216"/>
                  <a:pt x="985152" y="54403"/>
                  <a:pt x="984622" y="57470"/>
                </a:cubicBezTo>
                <a:cubicBezTo>
                  <a:pt x="984091" y="60536"/>
                  <a:pt x="983741" y="63421"/>
                  <a:pt x="983572" y="66127"/>
                </a:cubicBezTo>
                <a:cubicBezTo>
                  <a:pt x="983403" y="68830"/>
                  <a:pt x="983319" y="71124"/>
                  <a:pt x="983319" y="73008"/>
                </a:cubicBezTo>
                <a:cubicBezTo>
                  <a:pt x="983319" y="78367"/>
                  <a:pt x="983934" y="83269"/>
                  <a:pt x="985164" y="87713"/>
                </a:cubicBezTo>
                <a:cubicBezTo>
                  <a:pt x="986395" y="92155"/>
                  <a:pt x="988530" y="95994"/>
                  <a:pt x="991570" y="99231"/>
                </a:cubicBezTo>
                <a:cubicBezTo>
                  <a:pt x="994610" y="102465"/>
                  <a:pt x="998688" y="104976"/>
                  <a:pt x="1003803" y="106763"/>
                </a:cubicBezTo>
                <a:cubicBezTo>
                  <a:pt x="1008918" y="108550"/>
                  <a:pt x="1015360" y="109443"/>
                  <a:pt x="1023129" y="109443"/>
                </a:cubicBezTo>
                <a:cubicBezTo>
                  <a:pt x="1026652" y="109443"/>
                  <a:pt x="1029837" y="109242"/>
                  <a:pt x="1032684" y="108839"/>
                </a:cubicBezTo>
                <a:cubicBezTo>
                  <a:pt x="1035531" y="108437"/>
                  <a:pt x="1038004" y="108011"/>
                  <a:pt x="1040103" y="107561"/>
                </a:cubicBezTo>
                <a:cubicBezTo>
                  <a:pt x="1042202" y="107112"/>
                  <a:pt x="1043903" y="106686"/>
                  <a:pt x="1045206" y="106283"/>
                </a:cubicBezTo>
                <a:cubicBezTo>
                  <a:pt x="1046509" y="105881"/>
                  <a:pt x="1047402" y="105679"/>
                  <a:pt x="1047884" y="105679"/>
                </a:cubicBezTo>
                <a:cubicBezTo>
                  <a:pt x="1048174" y="105679"/>
                  <a:pt x="1048427" y="105764"/>
                  <a:pt x="1048644" y="105933"/>
                </a:cubicBezTo>
                <a:cubicBezTo>
                  <a:pt x="1048862" y="106102"/>
                  <a:pt x="1049031" y="106367"/>
                  <a:pt x="1049151" y="106729"/>
                </a:cubicBezTo>
                <a:cubicBezTo>
                  <a:pt x="1049272" y="107091"/>
                  <a:pt x="1049356" y="107549"/>
                  <a:pt x="1049404" y="108104"/>
                </a:cubicBezTo>
                <a:cubicBezTo>
                  <a:pt x="1049453" y="108659"/>
                  <a:pt x="1049477" y="109347"/>
                  <a:pt x="1049477" y="110167"/>
                </a:cubicBezTo>
                <a:cubicBezTo>
                  <a:pt x="1049477" y="110843"/>
                  <a:pt x="1049465" y="111398"/>
                  <a:pt x="1049441" y="111832"/>
                </a:cubicBezTo>
                <a:cubicBezTo>
                  <a:pt x="1049417" y="112266"/>
                  <a:pt x="1049356" y="112664"/>
                  <a:pt x="1049260" y="113026"/>
                </a:cubicBezTo>
                <a:cubicBezTo>
                  <a:pt x="1049163" y="113388"/>
                  <a:pt x="1049031" y="113714"/>
                  <a:pt x="1048862" y="114004"/>
                </a:cubicBezTo>
                <a:cubicBezTo>
                  <a:pt x="1048693" y="114293"/>
                  <a:pt x="1048463" y="114558"/>
                  <a:pt x="1048174" y="114800"/>
                </a:cubicBezTo>
                <a:cubicBezTo>
                  <a:pt x="1047884" y="115041"/>
                  <a:pt x="1047052" y="115398"/>
                  <a:pt x="1045677" y="115872"/>
                </a:cubicBezTo>
                <a:cubicBezTo>
                  <a:pt x="1044301" y="116345"/>
                  <a:pt x="1042444" y="116819"/>
                  <a:pt x="1040103" y="117292"/>
                </a:cubicBezTo>
                <a:cubicBezTo>
                  <a:pt x="1037763" y="117766"/>
                  <a:pt x="1035024" y="118169"/>
                  <a:pt x="1031888" y="118500"/>
                </a:cubicBezTo>
                <a:cubicBezTo>
                  <a:pt x="1028751" y="118832"/>
                  <a:pt x="1025301" y="118998"/>
                  <a:pt x="1021537" y="118998"/>
                </a:cubicBezTo>
                <a:cubicBezTo>
                  <a:pt x="1012513" y="118998"/>
                  <a:pt x="1004877" y="117936"/>
                  <a:pt x="998628" y="115811"/>
                </a:cubicBezTo>
                <a:cubicBezTo>
                  <a:pt x="992379" y="113686"/>
                  <a:pt x="987288" y="110644"/>
                  <a:pt x="983355" y="106684"/>
                </a:cubicBezTo>
                <a:cubicBezTo>
                  <a:pt x="979422" y="102725"/>
                  <a:pt x="976587" y="97970"/>
                  <a:pt x="974850" y="92418"/>
                </a:cubicBezTo>
                <a:cubicBezTo>
                  <a:pt x="973113" y="86864"/>
                  <a:pt x="972244" y="80658"/>
                  <a:pt x="972244" y="73801"/>
                </a:cubicBezTo>
                <a:cubicBezTo>
                  <a:pt x="972244" y="71291"/>
                  <a:pt x="972377" y="68406"/>
                  <a:pt x="972642" y="65147"/>
                </a:cubicBezTo>
                <a:cubicBezTo>
                  <a:pt x="972907" y="61887"/>
                  <a:pt x="973414" y="58410"/>
                  <a:pt x="974162" y="54717"/>
                </a:cubicBezTo>
                <a:cubicBezTo>
                  <a:pt x="974910" y="51023"/>
                  <a:pt x="975960" y="47256"/>
                  <a:pt x="977311" y="43419"/>
                </a:cubicBezTo>
                <a:cubicBezTo>
                  <a:pt x="978662" y="39579"/>
                  <a:pt x="980411" y="35825"/>
                  <a:pt x="982559" y="32156"/>
                </a:cubicBezTo>
                <a:cubicBezTo>
                  <a:pt x="984706" y="28486"/>
                  <a:pt x="987312" y="25021"/>
                  <a:pt x="990376" y="21762"/>
                </a:cubicBezTo>
                <a:cubicBezTo>
                  <a:pt x="993440" y="18502"/>
                  <a:pt x="997059" y="15653"/>
                  <a:pt x="1001233" y="13214"/>
                </a:cubicBezTo>
                <a:cubicBezTo>
                  <a:pt x="1005408" y="10776"/>
                  <a:pt x="1010185" y="8857"/>
                  <a:pt x="1015565" y="7458"/>
                </a:cubicBezTo>
                <a:cubicBezTo>
                  <a:pt x="1020946" y="6057"/>
                  <a:pt x="1027038" y="5356"/>
                  <a:pt x="1033842" y="5356"/>
                </a:cubicBezTo>
                <a:cubicBezTo>
                  <a:pt x="1041756" y="5356"/>
                  <a:pt x="1048596" y="6310"/>
                  <a:pt x="1054363" y="8218"/>
                </a:cubicBezTo>
                <a:cubicBezTo>
                  <a:pt x="1060129" y="10125"/>
                  <a:pt x="1064894" y="12818"/>
                  <a:pt x="1068658" y="16295"/>
                </a:cubicBezTo>
                <a:cubicBezTo>
                  <a:pt x="1072422" y="19773"/>
                  <a:pt x="1075221" y="24011"/>
                  <a:pt x="1077055" y="29010"/>
                </a:cubicBezTo>
                <a:cubicBezTo>
                  <a:pt x="1078889" y="34009"/>
                  <a:pt x="1079805" y="39575"/>
                  <a:pt x="1079805" y="45708"/>
                </a:cubicBezTo>
                <a:moveTo>
                  <a:pt x="1037823" y="50401"/>
                </a:moveTo>
                <a:cubicBezTo>
                  <a:pt x="1035989" y="47305"/>
                  <a:pt x="1034107" y="44936"/>
                  <a:pt x="1032177" y="43292"/>
                </a:cubicBezTo>
                <a:cubicBezTo>
                  <a:pt x="1030247" y="41647"/>
                  <a:pt x="1028051" y="40824"/>
                  <a:pt x="1025590" y="40824"/>
                </a:cubicBezTo>
                <a:cubicBezTo>
                  <a:pt x="1023564" y="40824"/>
                  <a:pt x="1021730" y="41320"/>
                  <a:pt x="1020089" y="42310"/>
                </a:cubicBezTo>
                <a:cubicBezTo>
                  <a:pt x="1018449" y="43301"/>
                  <a:pt x="1017025" y="44582"/>
                  <a:pt x="1015819" y="46153"/>
                </a:cubicBezTo>
                <a:cubicBezTo>
                  <a:pt x="1014612" y="47725"/>
                  <a:pt x="1013587" y="49502"/>
                  <a:pt x="1012742" y="51485"/>
                </a:cubicBezTo>
                <a:cubicBezTo>
                  <a:pt x="1011898" y="53466"/>
                  <a:pt x="1011210" y="55497"/>
                  <a:pt x="1010679" y="57576"/>
                </a:cubicBezTo>
                <a:cubicBezTo>
                  <a:pt x="1010149" y="59654"/>
                  <a:pt x="1009775" y="61673"/>
                  <a:pt x="1009558" y="63632"/>
                </a:cubicBezTo>
                <a:cubicBezTo>
                  <a:pt x="1009340" y="65589"/>
                  <a:pt x="1009232" y="67317"/>
                  <a:pt x="1009232" y="68816"/>
                </a:cubicBezTo>
                <a:cubicBezTo>
                  <a:pt x="1009232" y="72393"/>
                  <a:pt x="1009871" y="75149"/>
                  <a:pt x="1011150" y="77084"/>
                </a:cubicBezTo>
                <a:cubicBezTo>
                  <a:pt x="1012429" y="79017"/>
                  <a:pt x="1014588" y="79983"/>
                  <a:pt x="1017628" y="79983"/>
                </a:cubicBezTo>
                <a:cubicBezTo>
                  <a:pt x="1018786" y="79983"/>
                  <a:pt x="1019969" y="79778"/>
                  <a:pt x="1021175" y="79368"/>
                </a:cubicBezTo>
                <a:cubicBezTo>
                  <a:pt x="1022381" y="78957"/>
                  <a:pt x="1023660" y="78328"/>
                  <a:pt x="1025011" y="77482"/>
                </a:cubicBezTo>
                <a:cubicBezTo>
                  <a:pt x="1026362" y="76634"/>
                  <a:pt x="1027798" y="75521"/>
                  <a:pt x="1029318" y="74143"/>
                </a:cubicBezTo>
                <a:cubicBezTo>
                  <a:pt x="1030838" y="72765"/>
                  <a:pt x="1032515" y="71132"/>
                  <a:pt x="1034349" y="69246"/>
                </a:cubicBezTo>
                <a:lnTo>
                  <a:pt x="1037823" y="50401"/>
                </a:lnTo>
                <a:moveTo>
                  <a:pt x="959939" y="7673"/>
                </a:moveTo>
                <a:lnTo>
                  <a:pt x="959939" y="7673"/>
                </a:lnTo>
                <a:close/>
                <a:moveTo>
                  <a:pt x="1200143" y="99527"/>
                </a:moveTo>
                <a:cubicBezTo>
                  <a:pt x="1200143" y="99913"/>
                  <a:pt x="1200046" y="100239"/>
                  <a:pt x="1199853" y="100504"/>
                </a:cubicBezTo>
                <a:cubicBezTo>
                  <a:pt x="1199660" y="100769"/>
                  <a:pt x="1199347" y="100999"/>
                  <a:pt x="1198912" y="101192"/>
                </a:cubicBezTo>
                <a:cubicBezTo>
                  <a:pt x="1198478" y="101385"/>
                  <a:pt x="1197875" y="101530"/>
                  <a:pt x="1197103" y="101626"/>
                </a:cubicBezTo>
                <a:cubicBezTo>
                  <a:pt x="1196331" y="101723"/>
                  <a:pt x="1195365" y="101771"/>
                  <a:pt x="1194207" y="101771"/>
                </a:cubicBezTo>
                <a:cubicBezTo>
                  <a:pt x="1193001" y="101771"/>
                  <a:pt x="1192012" y="101723"/>
                  <a:pt x="1191240" y="101626"/>
                </a:cubicBezTo>
                <a:cubicBezTo>
                  <a:pt x="1190468" y="101530"/>
                  <a:pt x="1189852" y="101385"/>
                  <a:pt x="1189394" y="101192"/>
                </a:cubicBezTo>
                <a:cubicBezTo>
                  <a:pt x="1188935" y="100999"/>
                  <a:pt x="1188610" y="100769"/>
                  <a:pt x="1188417" y="100504"/>
                </a:cubicBezTo>
                <a:cubicBezTo>
                  <a:pt x="1188224" y="100239"/>
                  <a:pt x="1188127" y="99913"/>
                  <a:pt x="1188127" y="99527"/>
                </a:cubicBezTo>
                <a:lnTo>
                  <a:pt x="1188127" y="59933"/>
                </a:lnTo>
                <a:cubicBezTo>
                  <a:pt x="1188127" y="57183"/>
                  <a:pt x="1187886" y="54673"/>
                  <a:pt x="1187403" y="52405"/>
                </a:cubicBezTo>
                <a:cubicBezTo>
                  <a:pt x="1186921" y="50137"/>
                  <a:pt x="1186149" y="48183"/>
                  <a:pt x="1185087" y="46542"/>
                </a:cubicBezTo>
                <a:cubicBezTo>
                  <a:pt x="1184025" y="44902"/>
                  <a:pt x="1182674" y="43647"/>
                  <a:pt x="1181034" y="42778"/>
                </a:cubicBezTo>
                <a:cubicBezTo>
                  <a:pt x="1179393" y="41910"/>
                  <a:pt x="1177463" y="41476"/>
                  <a:pt x="1175243" y="41476"/>
                </a:cubicBezTo>
                <a:cubicBezTo>
                  <a:pt x="1172492" y="41476"/>
                  <a:pt x="1169730" y="42537"/>
                  <a:pt x="1166955" y="44660"/>
                </a:cubicBezTo>
                <a:cubicBezTo>
                  <a:pt x="1164180" y="46784"/>
                  <a:pt x="1161128" y="49896"/>
                  <a:pt x="1157799" y="53998"/>
                </a:cubicBezTo>
                <a:lnTo>
                  <a:pt x="1157799" y="99527"/>
                </a:lnTo>
                <a:cubicBezTo>
                  <a:pt x="1157799" y="99913"/>
                  <a:pt x="1157702" y="100239"/>
                  <a:pt x="1157509" y="100504"/>
                </a:cubicBezTo>
                <a:cubicBezTo>
                  <a:pt x="1157316" y="100769"/>
                  <a:pt x="1156990" y="100999"/>
                  <a:pt x="1156532" y="101192"/>
                </a:cubicBezTo>
                <a:cubicBezTo>
                  <a:pt x="1156073" y="101385"/>
                  <a:pt x="1155458" y="101530"/>
                  <a:pt x="1154686" y="101626"/>
                </a:cubicBezTo>
                <a:cubicBezTo>
                  <a:pt x="1153914" y="101723"/>
                  <a:pt x="1152949" y="101771"/>
                  <a:pt x="1151791" y="101771"/>
                </a:cubicBezTo>
                <a:cubicBezTo>
                  <a:pt x="1150681" y="101771"/>
                  <a:pt x="1149728" y="101723"/>
                  <a:pt x="1148932" y="101626"/>
                </a:cubicBezTo>
                <a:cubicBezTo>
                  <a:pt x="1148135" y="101530"/>
                  <a:pt x="1147508" y="101385"/>
                  <a:pt x="1147050" y="101192"/>
                </a:cubicBezTo>
                <a:cubicBezTo>
                  <a:pt x="1146591" y="100999"/>
                  <a:pt x="1146278" y="100769"/>
                  <a:pt x="1146109" y="100504"/>
                </a:cubicBezTo>
                <a:cubicBezTo>
                  <a:pt x="1145940" y="100239"/>
                  <a:pt x="1145855" y="99913"/>
                  <a:pt x="1145855" y="99527"/>
                </a:cubicBezTo>
                <a:lnTo>
                  <a:pt x="1145855" y="59933"/>
                </a:lnTo>
                <a:cubicBezTo>
                  <a:pt x="1145855" y="57183"/>
                  <a:pt x="1145590" y="54673"/>
                  <a:pt x="1145059" y="52405"/>
                </a:cubicBezTo>
                <a:cubicBezTo>
                  <a:pt x="1144528" y="50137"/>
                  <a:pt x="1143732" y="48183"/>
                  <a:pt x="1142670" y="46542"/>
                </a:cubicBezTo>
                <a:cubicBezTo>
                  <a:pt x="1141609" y="44902"/>
                  <a:pt x="1140270" y="43647"/>
                  <a:pt x="1138653" y="42778"/>
                </a:cubicBezTo>
                <a:cubicBezTo>
                  <a:pt x="1137037" y="41910"/>
                  <a:pt x="1135118" y="41476"/>
                  <a:pt x="1132899" y="41476"/>
                </a:cubicBezTo>
                <a:cubicBezTo>
                  <a:pt x="1130148" y="41476"/>
                  <a:pt x="1127373" y="42537"/>
                  <a:pt x="1124575" y="44660"/>
                </a:cubicBezTo>
                <a:cubicBezTo>
                  <a:pt x="1121776" y="46784"/>
                  <a:pt x="1118736" y="49896"/>
                  <a:pt x="1115454" y="53998"/>
                </a:cubicBezTo>
                <a:lnTo>
                  <a:pt x="1115454" y="99527"/>
                </a:lnTo>
                <a:cubicBezTo>
                  <a:pt x="1115454" y="99913"/>
                  <a:pt x="1115358" y="100239"/>
                  <a:pt x="1115165" y="100504"/>
                </a:cubicBezTo>
                <a:cubicBezTo>
                  <a:pt x="1114972" y="100769"/>
                  <a:pt x="1114658" y="100999"/>
                  <a:pt x="1114224" y="101192"/>
                </a:cubicBezTo>
                <a:cubicBezTo>
                  <a:pt x="1113790" y="101385"/>
                  <a:pt x="1113186" y="101530"/>
                  <a:pt x="1112414" y="101626"/>
                </a:cubicBezTo>
                <a:cubicBezTo>
                  <a:pt x="1111642" y="101723"/>
                  <a:pt x="1110653" y="101771"/>
                  <a:pt x="1109447" y="101771"/>
                </a:cubicBezTo>
                <a:cubicBezTo>
                  <a:pt x="1108288" y="101771"/>
                  <a:pt x="1107323" y="101723"/>
                  <a:pt x="1106551" y="101626"/>
                </a:cubicBezTo>
                <a:cubicBezTo>
                  <a:pt x="1105779" y="101530"/>
                  <a:pt x="1105164" y="101385"/>
                  <a:pt x="1104705" y="101192"/>
                </a:cubicBezTo>
                <a:cubicBezTo>
                  <a:pt x="1104247" y="100999"/>
                  <a:pt x="1103933" y="100769"/>
                  <a:pt x="1103765" y="100504"/>
                </a:cubicBezTo>
                <a:cubicBezTo>
                  <a:pt x="1103596" y="100239"/>
                  <a:pt x="1103511" y="99913"/>
                  <a:pt x="1103511" y="99527"/>
                </a:cubicBezTo>
                <a:lnTo>
                  <a:pt x="1103511" y="34382"/>
                </a:lnTo>
                <a:cubicBezTo>
                  <a:pt x="1103511" y="33996"/>
                  <a:pt x="1103584" y="33670"/>
                  <a:pt x="1103728" y="33405"/>
                </a:cubicBezTo>
                <a:cubicBezTo>
                  <a:pt x="1103873" y="33139"/>
                  <a:pt x="1104163" y="32898"/>
                  <a:pt x="1104597" y="32681"/>
                </a:cubicBezTo>
                <a:cubicBezTo>
                  <a:pt x="1105031" y="32464"/>
                  <a:pt x="1105586" y="32319"/>
                  <a:pt x="1106262" y="32247"/>
                </a:cubicBezTo>
                <a:cubicBezTo>
                  <a:pt x="1106937" y="32174"/>
                  <a:pt x="1107830" y="32138"/>
                  <a:pt x="1108940" y="32138"/>
                </a:cubicBezTo>
                <a:cubicBezTo>
                  <a:pt x="1110002" y="32138"/>
                  <a:pt x="1110882" y="32174"/>
                  <a:pt x="1111582" y="32247"/>
                </a:cubicBezTo>
                <a:cubicBezTo>
                  <a:pt x="1112282" y="32319"/>
                  <a:pt x="1112824" y="32464"/>
                  <a:pt x="1113211" y="32681"/>
                </a:cubicBezTo>
                <a:cubicBezTo>
                  <a:pt x="1113597" y="32898"/>
                  <a:pt x="1113874" y="33139"/>
                  <a:pt x="1114043" y="33405"/>
                </a:cubicBezTo>
                <a:cubicBezTo>
                  <a:pt x="1114212" y="33670"/>
                  <a:pt x="1114296" y="33996"/>
                  <a:pt x="1114296" y="34382"/>
                </a:cubicBezTo>
                <a:lnTo>
                  <a:pt x="1114296" y="42996"/>
                </a:lnTo>
                <a:cubicBezTo>
                  <a:pt x="1117964" y="38894"/>
                  <a:pt x="1121523" y="35890"/>
                  <a:pt x="1124973" y="33984"/>
                </a:cubicBezTo>
                <a:cubicBezTo>
                  <a:pt x="1128423" y="32078"/>
                  <a:pt x="1131910" y="31125"/>
                  <a:pt x="1135432" y="31125"/>
                </a:cubicBezTo>
                <a:cubicBezTo>
                  <a:pt x="1138134" y="31125"/>
                  <a:pt x="1140559" y="31438"/>
                  <a:pt x="1142707" y="32066"/>
                </a:cubicBezTo>
                <a:cubicBezTo>
                  <a:pt x="1144854" y="32693"/>
                  <a:pt x="1146748" y="33574"/>
                  <a:pt x="1148389" y="34708"/>
                </a:cubicBezTo>
                <a:cubicBezTo>
                  <a:pt x="1150029" y="35842"/>
                  <a:pt x="1151429" y="37193"/>
                  <a:pt x="1152587" y="38761"/>
                </a:cubicBezTo>
                <a:cubicBezTo>
                  <a:pt x="1153745" y="40330"/>
                  <a:pt x="1154710" y="42079"/>
                  <a:pt x="1155482" y="44009"/>
                </a:cubicBezTo>
                <a:cubicBezTo>
                  <a:pt x="1157654" y="41644"/>
                  <a:pt x="1159717" y="39642"/>
                  <a:pt x="1161671" y="38001"/>
                </a:cubicBezTo>
                <a:cubicBezTo>
                  <a:pt x="1163625" y="36361"/>
                  <a:pt x="1165507" y="35033"/>
                  <a:pt x="1167317" y="34020"/>
                </a:cubicBezTo>
                <a:cubicBezTo>
                  <a:pt x="1169127" y="33007"/>
                  <a:pt x="1170888" y="32271"/>
                  <a:pt x="1172601" y="31812"/>
                </a:cubicBezTo>
                <a:cubicBezTo>
                  <a:pt x="1174314" y="31354"/>
                  <a:pt x="1176039" y="31125"/>
                  <a:pt x="1177776" y="31125"/>
                </a:cubicBezTo>
                <a:cubicBezTo>
                  <a:pt x="1181975" y="31125"/>
                  <a:pt x="1185497" y="31861"/>
                  <a:pt x="1188344" y="33332"/>
                </a:cubicBezTo>
                <a:cubicBezTo>
                  <a:pt x="1191191" y="34804"/>
                  <a:pt x="1193496" y="36771"/>
                  <a:pt x="1195257" y="39232"/>
                </a:cubicBezTo>
                <a:cubicBezTo>
                  <a:pt x="1197018" y="41693"/>
                  <a:pt x="1198273" y="44576"/>
                  <a:pt x="1199021" y="47881"/>
                </a:cubicBezTo>
                <a:cubicBezTo>
                  <a:pt x="1199769" y="51187"/>
                  <a:pt x="1200143" y="54673"/>
                  <a:pt x="1200143" y="58341"/>
                </a:cubicBezTo>
                <a:lnTo>
                  <a:pt x="1200143" y="99527"/>
                </a:lnTo>
                <a:close/>
                <a:moveTo>
                  <a:pt x="1271001" y="99599"/>
                </a:moveTo>
                <a:cubicBezTo>
                  <a:pt x="1271001" y="100178"/>
                  <a:pt x="1270808" y="100613"/>
                  <a:pt x="1270422" y="100902"/>
                </a:cubicBezTo>
                <a:cubicBezTo>
                  <a:pt x="1270036" y="101192"/>
                  <a:pt x="1269505" y="101409"/>
                  <a:pt x="1268830" y="101554"/>
                </a:cubicBezTo>
                <a:cubicBezTo>
                  <a:pt x="1268154" y="101698"/>
                  <a:pt x="1267165" y="101771"/>
                  <a:pt x="1265862" y="101771"/>
                </a:cubicBezTo>
                <a:cubicBezTo>
                  <a:pt x="1264607" y="101771"/>
                  <a:pt x="1263606" y="101698"/>
                  <a:pt x="1262858" y="101554"/>
                </a:cubicBezTo>
                <a:cubicBezTo>
                  <a:pt x="1262110" y="101409"/>
                  <a:pt x="1261567" y="101192"/>
                  <a:pt x="1261229" y="100902"/>
                </a:cubicBezTo>
                <a:cubicBezTo>
                  <a:pt x="1260892" y="100613"/>
                  <a:pt x="1260723" y="100178"/>
                  <a:pt x="1260723" y="99599"/>
                </a:cubicBezTo>
                <a:lnTo>
                  <a:pt x="1260723" y="93085"/>
                </a:lnTo>
                <a:cubicBezTo>
                  <a:pt x="1257876" y="96125"/>
                  <a:pt x="1254703" y="98501"/>
                  <a:pt x="1251204" y="100215"/>
                </a:cubicBezTo>
                <a:cubicBezTo>
                  <a:pt x="1247706" y="101928"/>
                  <a:pt x="1244002" y="102784"/>
                  <a:pt x="1240094" y="102784"/>
                </a:cubicBezTo>
                <a:cubicBezTo>
                  <a:pt x="1236667" y="102784"/>
                  <a:pt x="1233567" y="102336"/>
                  <a:pt x="1230792" y="101441"/>
                </a:cubicBezTo>
                <a:cubicBezTo>
                  <a:pt x="1228018" y="100545"/>
                  <a:pt x="1225653" y="99249"/>
                  <a:pt x="1223699" y="97554"/>
                </a:cubicBezTo>
                <a:cubicBezTo>
                  <a:pt x="1221744" y="95860"/>
                  <a:pt x="1220224" y="93778"/>
                  <a:pt x="1219139" y="91309"/>
                </a:cubicBezTo>
                <a:cubicBezTo>
                  <a:pt x="1218053" y="88839"/>
                  <a:pt x="1217510" y="86030"/>
                  <a:pt x="1217510" y="82881"/>
                </a:cubicBezTo>
                <a:cubicBezTo>
                  <a:pt x="1217510" y="79202"/>
                  <a:pt x="1218258" y="76006"/>
                  <a:pt x="1219754" y="73295"/>
                </a:cubicBezTo>
                <a:cubicBezTo>
                  <a:pt x="1221250" y="70582"/>
                  <a:pt x="1223397" y="68330"/>
                  <a:pt x="1226196" y="66538"/>
                </a:cubicBezTo>
                <a:cubicBezTo>
                  <a:pt x="1228995" y="64747"/>
                  <a:pt x="1232421" y="63403"/>
                  <a:pt x="1236474" y="62507"/>
                </a:cubicBezTo>
                <a:cubicBezTo>
                  <a:pt x="1240528" y="61612"/>
                  <a:pt x="1245088" y="61164"/>
                  <a:pt x="1250155" y="61164"/>
                </a:cubicBezTo>
                <a:lnTo>
                  <a:pt x="1259130" y="61164"/>
                </a:lnTo>
                <a:lnTo>
                  <a:pt x="1259130" y="56115"/>
                </a:lnTo>
                <a:cubicBezTo>
                  <a:pt x="1259130" y="53615"/>
                  <a:pt x="1258865" y="51403"/>
                  <a:pt x="1258334" y="49481"/>
                </a:cubicBezTo>
                <a:cubicBezTo>
                  <a:pt x="1257803" y="47557"/>
                  <a:pt x="1256947" y="45957"/>
                  <a:pt x="1255765" y="44683"/>
                </a:cubicBezTo>
                <a:cubicBezTo>
                  <a:pt x="1254582" y="43409"/>
                  <a:pt x="1253050" y="42447"/>
                  <a:pt x="1251168" y="41799"/>
                </a:cubicBezTo>
                <a:cubicBezTo>
                  <a:pt x="1249286" y="41149"/>
                  <a:pt x="1246970" y="40824"/>
                  <a:pt x="1244219" y="40824"/>
                </a:cubicBezTo>
                <a:cubicBezTo>
                  <a:pt x="1241276" y="40824"/>
                  <a:pt x="1238634" y="41170"/>
                  <a:pt x="1236293" y="41862"/>
                </a:cubicBezTo>
                <a:cubicBezTo>
                  <a:pt x="1233953" y="42555"/>
                  <a:pt x="1231902" y="43318"/>
                  <a:pt x="1230141" y="44154"/>
                </a:cubicBezTo>
                <a:cubicBezTo>
                  <a:pt x="1228380" y="44989"/>
                  <a:pt x="1226908" y="45753"/>
                  <a:pt x="1225726" y="46445"/>
                </a:cubicBezTo>
                <a:cubicBezTo>
                  <a:pt x="1224543" y="47137"/>
                  <a:pt x="1223663" y="47483"/>
                  <a:pt x="1223084" y="47483"/>
                </a:cubicBezTo>
                <a:cubicBezTo>
                  <a:pt x="1222697" y="47483"/>
                  <a:pt x="1222360" y="47387"/>
                  <a:pt x="1222070" y="47194"/>
                </a:cubicBezTo>
                <a:cubicBezTo>
                  <a:pt x="1221781" y="47001"/>
                  <a:pt x="1221527" y="46711"/>
                  <a:pt x="1221310" y="46325"/>
                </a:cubicBezTo>
                <a:cubicBezTo>
                  <a:pt x="1221093" y="45939"/>
                  <a:pt x="1220936" y="45445"/>
                  <a:pt x="1220840" y="44841"/>
                </a:cubicBezTo>
                <a:cubicBezTo>
                  <a:pt x="1220743" y="44238"/>
                  <a:pt x="1220695" y="43575"/>
                  <a:pt x="1220695" y="42851"/>
                </a:cubicBezTo>
                <a:cubicBezTo>
                  <a:pt x="1220695" y="41644"/>
                  <a:pt x="1220779" y="40691"/>
                  <a:pt x="1220948" y="39992"/>
                </a:cubicBezTo>
                <a:cubicBezTo>
                  <a:pt x="1221117" y="39292"/>
                  <a:pt x="1221527" y="38629"/>
                  <a:pt x="1222179" y="38001"/>
                </a:cubicBezTo>
                <a:cubicBezTo>
                  <a:pt x="1222830" y="37374"/>
                  <a:pt x="1223952" y="36643"/>
                  <a:pt x="1225545" y="35809"/>
                </a:cubicBezTo>
                <a:cubicBezTo>
                  <a:pt x="1227137" y="34974"/>
                  <a:pt x="1228971" y="34211"/>
                  <a:pt x="1231046" y="33520"/>
                </a:cubicBezTo>
                <a:cubicBezTo>
                  <a:pt x="1233121" y="32830"/>
                  <a:pt x="1235389" y="32258"/>
                  <a:pt x="1237850" y="31806"/>
                </a:cubicBezTo>
                <a:cubicBezTo>
                  <a:pt x="1240311" y="31352"/>
                  <a:pt x="1242796" y="31125"/>
                  <a:pt x="1245305" y="31125"/>
                </a:cubicBezTo>
                <a:cubicBezTo>
                  <a:pt x="1249986" y="31125"/>
                  <a:pt x="1253967" y="31656"/>
                  <a:pt x="1257248" y="32717"/>
                </a:cubicBezTo>
                <a:cubicBezTo>
                  <a:pt x="1260530" y="33779"/>
                  <a:pt x="1263184" y="35335"/>
                  <a:pt x="1265211" y="37386"/>
                </a:cubicBezTo>
                <a:cubicBezTo>
                  <a:pt x="1267237" y="39437"/>
                  <a:pt x="1268709" y="41982"/>
                  <a:pt x="1269626" y="45022"/>
                </a:cubicBezTo>
                <a:cubicBezTo>
                  <a:pt x="1270543" y="48062"/>
                  <a:pt x="1271001" y="51609"/>
                  <a:pt x="1271001" y="55663"/>
                </a:cubicBezTo>
                <a:lnTo>
                  <a:pt x="1271001" y="99599"/>
                </a:lnTo>
                <a:moveTo>
                  <a:pt x="1259130" y="69777"/>
                </a:moveTo>
                <a:lnTo>
                  <a:pt x="1248924" y="69777"/>
                </a:lnTo>
                <a:cubicBezTo>
                  <a:pt x="1245643" y="69777"/>
                  <a:pt x="1242796" y="70057"/>
                  <a:pt x="1240383" y="70617"/>
                </a:cubicBezTo>
                <a:cubicBezTo>
                  <a:pt x="1237970" y="71175"/>
                  <a:pt x="1235968" y="71999"/>
                  <a:pt x="1234375" y="73091"/>
                </a:cubicBezTo>
                <a:cubicBezTo>
                  <a:pt x="1232783" y="74183"/>
                  <a:pt x="1231613" y="75494"/>
                  <a:pt x="1230865" y="77025"/>
                </a:cubicBezTo>
                <a:cubicBezTo>
                  <a:pt x="1230117" y="78554"/>
                  <a:pt x="1229743" y="80314"/>
                  <a:pt x="1229743" y="82304"/>
                </a:cubicBezTo>
                <a:cubicBezTo>
                  <a:pt x="1229743" y="85703"/>
                  <a:pt x="1230816" y="88410"/>
                  <a:pt x="1232964" y="90425"/>
                </a:cubicBezTo>
                <a:cubicBezTo>
                  <a:pt x="1235111" y="92439"/>
                  <a:pt x="1238115" y="93447"/>
                  <a:pt x="1241976" y="93447"/>
                </a:cubicBezTo>
                <a:cubicBezTo>
                  <a:pt x="1245112" y="93447"/>
                  <a:pt x="1248020" y="92646"/>
                  <a:pt x="1250698" y="91045"/>
                </a:cubicBezTo>
                <a:cubicBezTo>
                  <a:pt x="1253376" y="89442"/>
                  <a:pt x="1256187" y="86990"/>
                  <a:pt x="1259130" y="83689"/>
                </a:cubicBezTo>
                <a:lnTo>
                  <a:pt x="1259130" y="69777"/>
                </a:lnTo>
                <a:close/>
                <a:moveTo>
                  <a:pt x="1304847" y="99527"/>
                </a:moveTo>
                <a:cubicBezTo>
                  <a:pt x="1304847" y="99913"/>
                  <a:pt x="1304750" y="100239"/>
                  <a:pt x="1304557" y="100504"/>
                </a:cubicBezTo>
                <a:cubicBezTo>
                  <a:pt x="1304364" y="100769"/>
                  <a:pt x="1304050" y="100999"/>
                  <a:pt x="1303616" y="101192"/>
                </a:cubicBezTo>
                <a:cubicBezTo>
                  <a:pt x="1303182" y="101385"/>
                  <a:pt x="1302579" y="101530"/>
                  <a:pt x="1301807" y="101626"/>
                </a:cubicBezTo>
                <a:cubicBezTo>
                  <a:pt x="1301034" y="101723"/>
                  <a:pt x="1300045" y="101771"/>
                  <a:pt x="1298839" y="101771"/>
                </a:cubicBezTo>
                <a:cubicBezTo>
                  <a:pt x="1297681" y="101771"/>
                  <a:pt x="1296716" y="101723"/>
                  <a:pt x="1295943" y="101626"/>
                </a:cubicBezTo>
                <a:cubicBezTo>
                  <a:pt x="1295171" y="101530"/>
                  <a:pt x="1294556" y="101385"/>
                  <a:pt x="1294098" y="101192"/>
                </a:cubicBezTo>
                <a:cubicBezTo>
                  <a:pt x="1293639" y="100999"/>
                  <a:pt x="1293326" y="100769"/>
                  <a:pt x="1293157" y="100504"/>
                </a:cubicBezTo>
                <a:cubicBezTo>
                  <a:pt x="1292988" y="100239"/>
                  <a:pt x="1292903" y="99913"/>
                  <a:pt x="1292903" y="99527"/>
                </a:cubicBezTo>
                <a:lnTo>
                  <a:pt x="1292903" y="34382"/>
                </a:lnTo>
                <a:cubicBezTo>
                  <a:pt x="1292903" y="34044"/>
                  <a:pt x="1292988" y="33731"/>
                  <a:pt x="1293157" y="33441"/>
                </a:cubicBezTo>
                <a:cubicBezTo>
                  <a:pt x="1293326" y="33152"/>
                  <a:pt x="1293639" y="32910"/>
                  <a:pt x="1294098" y="32717"/>
                </a:cubicBezTo>
                <a:cubicBezTo>
                  <a:pt x="1294556" y="32524"/>
                  <a:pt x="1295171" y="32379"/>
                  <a:pt x="1295943" y="32283"/>
                </a:cubicBezTo>
                <a:cubicBezTo>
                  <a:pt x="1296716" y="32186"/>
                  <a:pt x="1297681" y="32138"/>
                  <a:pt x="1298839" y="32138"/>
                </a:cubicBezTo>
                <a:cubicBezTo>
                  <a:pt x="1300045" y="32138"/>
                  <a:pt x="1301034" y="32186"/>
                  <a:pt x="1301807" y="32283"/>
                </a:cubicBezTo>
                <a:cubicBezTo>
                  <a:pt x="1302579" y="32379"/>
                  <a:pt x="1303182" y="32524"/>
                  <a:pt x="1303616" y="32717"/>
                </a:cubicBezTo>
                <a:cubicBezTo>
                  <a:pt x="1304050" y="32910"/>
                  <a:pt x="1304364" y="33152"/>
                  <a:pt x="1304557" y="33441"/>
                </a:cubicBezTo>
                <a:cubicBezTo>
                  <a:pt x="1304750" y="33731"/>
                  <a:pt x="1304847" y="34044"/>
                  <a:pt x="1304847" y="34382"/>
                </a:cubicBezTo>
                <a:lnTo>
                  <a:pt x="1304847" y="99527"/>
                </a:lnTo>
                <a:moveTo>
                  <a:pt x="1306222" y="12305"/>
                </a:moveTo>
                <a:cubicBezTo>
                  <a:pt x="1306222" y="15104"/>
                  <a:pt x="1305691" y="17010"/>
                  <a:pt x="1304629" y="18023"/>
                </a:cubicBezTo>
                <a:cubicBezTo>
                  <a:pt x="1303568" y="19037"/>
                  <a:pt x="1301614" y="19543"/>
                  <a:pt x="1298766" y="19543"/>
                </a:cubicBezTo>
                <a:cubicBezTo>
                  <a:pt x="1295968" y="19543"/>
                  <a:pt x="1294049" y="19049"/>
                  <a:pt x="1293012" y="18060"/>
                </a:cubicBezTo>
                <a:cubicBezTo>
                  <a:pt x="1291974" y="17070"/>
                  <a:pt x="1291456" y="15200"/>
                  <a:pt x="1291456" y="12450"/>
                </a:cubicBezTo>
                <a:cubicBezTo>
                  <a:pt x="1291456" y="9651"/>
                  <a:pt x="1291987" y="7745"/>
                  <a:pt x="1293048" y="6732"/>
                </a:cubicBezTo>
                <a:cubicBezTo>
                  <a:pt x="1294110" y="5718"/>
                  <a:pt x="1296064" y="5212"/>
                  <a:pt x="1298911" y="5212"/>
                </a:cubicBezTo>
                <a:cubicBezTo>
                  <a:pt x="1301710" y="5212"/>
                  <a:pt x="1303628" y="5706"/>
                  <a:pt x="1304666" y="6695"/>
                </a:cubicBezTo>
                <a:cubicBezTo>
                  <a:pt x="1305703" y="7685"/>
                  <a:pt x="1306222" y="9555"/>
                  <a:pt x="1306222" y="12305"/>
                </a:cubicBezTo>
                <a:close/>
                <a:moveTo>
                  <a:pt x="1382918" y="99527"/>
                </a:moveTo>
                <a:cubicBezTo>
                  <a:pt x="1382918" y="99913"/>
                  <a:pt x="1382822" y="100239"/>
                  <a:pt x="1382629" y="100504"/>
                </a:cubicBezTo>
                <a:cubicBezTo>
                  <a:pt x="1382436" y="100769"/>
                  <a:pt x="1382122" y="100999"/>
                  <a:pt x="1381688" y="101192"/>
                </a:cubicBezTo>
                <a:cubicBezTo>
                  <a:pt x="1381253" y="101385"/>
                  <a:pt x="1380650" y="101530"/>
                  <a:pt x="1379878" y="101626"/>
                </a:cubicBezTo>
                <a:cubicBezTo>
                  <a:pt x="1379106" y="101723"/>
                  <a:pt x="1378141" y="101771"/>
                  <a:pt x="1376983" y="101771"/>
                </a:cubicBezTo>
                <a:cubicBezTo>
                  <a:pt x="1375776" y="101771"/>
                  <a:pt x="1374787" y="101723"/>
                  <a:pt x="1374015" y="101626"/>
                </a:cubicBezTo>
                <a:cubicBezTo>
                  <a:pt x="1373243" y="101530"/>
                  <a:pt x="1372640" y="101385"/>
                  <a:pt x="1372205" y="101192"/>
                </a:cubicBezTo>
                <a:cubicBezTo>
                  <a:pt x="1371771" y="100999"/>
                  <a:pt x="1371457" y="100769"/>
                  <a:pt x="1371264" y="100504"/>
                </a:cubicBezTo>
                <a:cubicBezTo>
                  <a:pt x="1371071" y="100239"/>
                  <a:pt x="1370975" y="99913"/>
                  <a:pt x="1370975" y="99527"/>
                </a:cubicBezTo>
                <a:lnTo>
                  <a:pt x="1370975" y="61381"/>
                </a:lnTo>
                <a:cubicBezTo>
                  <a:pt x="1370975" y="57665"/>
                  <a:pt x="1370685" y="54673"/>
                  <a:pt x="1370106" y="52405"/>
                </a:cubicBezTo>
                <a:cubicBezTo>
                  <a:pt x="1369527" y="50137"/>
                  <a:pt x="1368683" y="48183"/>
                  <a:pt x="1367573" y="46542"/>
                </a:cubicBezTo>
                <a:cubicBezTo>
                  <a:pt x="1366463" y="44902"/>
                  <a:pt x="1365027" y="43647"/>
                  <a:pt x="1363266" y="42778"/>
                </a:cubicBezTo>
                <a:cubicBezTo>
                  <a:pt x="1361505" y="41910"/>
                  <a:pt x="1359466" y="41476"/>
                  <a:pt x="1357150" y="41476"/>
                </a:cubicBezTo>
                <a:cubicBezTo>
                  <a:pt x="1354158" y="41476"/>
                  <a:pt x="1351166" y="42537"/>
                  <a:pt x="1348174" y="44660"/>
                </a:cubicBezTo>
                <a:cubicBezTo>
                  <a:pt x="1345182" y="46784"/>
                  <a:pt x="1342046" y="49896"/>
                  <a:pt x="1338764" y="53998"/>
                </a:cubicBezTo>
                <a:lnTo>
                  <a:pt x="1338764" y="99527"/>
                </a:lnTo>
                <a:cubicBezTo>
                  <a:pt x="1338764" y="99913"/>
                  <a:pt x="1338668" y="100239"/>
                  <a:pt x="1338475" y="100504"/>
                </a:cubicBezTo>
                <a:cubicBezTo>
                  <a:pt x="1338282" y="100769"/>
                  <a:pt x="1337968" y="100999"/>
                  <a:pt x="1337534" y="101192"/>
                </a:cubicBezTo>
                <a:cubicBezTo>
                  <a:pt x="1337099" y="101385"/>
                  <a:pt x="1336496" y="101530"/>
                  <a:pt x="1335724" y="101626"/>
                </a:cubicBezTo>
                <a:cubicBezTo>
                  <a:pt x="1334952" y="101723"/>
                  <a:pt x="1333963" y="101771"/>
                  <a:pt x="1332756" y="101771"/>
                </a:cubicBezTo>
                <a:cubicBezTo>
                  <a:pt x="1331598" y="101771"/>
                  <a:pt x="1330633" y="101723"/>
                  <a:pt x="1329861" y="101626"/>
                </a:cubicBezTo>
                <a:cubicBezTo>
                  <a:pt x="1329089" y="101530"/>
                  <a:pt x="1328474" y="101385"/>
                  <a:pt x="1328015" y="101192"/>
                </a:cubicBezTo>
                <a:cubicBezTo>
                  <a:pt x="1327557" y="100999"/>
                  <a:pt x="1327243" y="100769"/>
                  <a:pt x="1327074" y="100504"/>
                </a:cubicBezTo>
                <a:cubicBezTo>
                  <a:pt x="1326906" y="100239"/>
                  <a:pt x="1326821" y="99913"/>
                  <a:pt x="1326821" y="99527"/>
                </a:cubicBezTo>
                <a:lnTo>
                  <a:pt x="1326821" y="34382"/>
                </a:lnTo>
                <a:cubicBezTo>
                  <a:pt x="1326821" y="33996"/>
                  <a:pt x="1326893" y="33670"/>
                  <a:pt x="1327038" y="33405"/>
                </a:cubicBezTo>
                <a:cubicBezTo>
                  <a:pt x="1327183" y="33139"/>
                  <a:pt x="1327473" y="32898"/>
                  <a:pt x="1327907" y="32681"/>
                </a:cubicBezTo>
                <a:cubicBezTo>
                  <a:pt x="1328341" y="32464"/>
                  <a:pt x="1328896" y="32319"/>
                  <a:pt x="1329572" y="32247"/>
                </a:cubicBezTo>
                <a:cubicBezTo>
                  <a:pt x="1330247" y="32174"/>
                  <a:pt x="1331140" y="32138"/>
                  <a:pt x="1332250" y="32138"/>
                </a:cubicBezTo>
                <a:cubicBezTo>
                  <a:pt x="1333311" y="32138"/>
                  <a:pt x="1334192" y="32174"/>
                  <a:pt x="1334892" y="32247"/>
                </a:cubicBezTo>
                <a:cubicBezTo>
                  <a:pt x="1335592" y="32319"/>
                  <a:pt x="1336134" y="32464"/>
                  <a:pt x="1336520" y="32681"/>
                </a:cubicBezTo>
                <a:cubicBezTo>
                  <a:pt x="1336906" y="32898"/>
                  <a:pt x="1337184" y="33139"/>
                  <a:pt x="1337353" y="33405"/>
                </a:cubicBezTo>
                <a:cubicBezTo>
                  <a:pt x="1337522" y="33670"/>
                  <a:pt x="1337606" y="33996"/>
                  <a:pt x="1337606" y="34382"/>
                </a:cubicBezTo>
                <a:lnTo>
                  <a:pt x="1337606" y="42996"/>
                </a:lnTo>
                <a:cubicBezTo>
                  <a:pt x="1341274" y="38894"/>
                  <a:pt x="1344929" y="35890"/>
                  <a:pt x="1348572" y="33984"/>
                </a:cubicBezTo>
                <a:cubicBezTo>
                  <a:pt x="1352216" y="32078"/>
                  <a:pt x="1355895" y="31125"/>
                  <a:pt x="1359611" y="31125"/>
                </a:cubicBezTo>
                <a:cubicBezTo>
                  <a:pt x="1363954" y="31125"/>
                  <a:pt x="1367609" y="31861"/>
                  <a:pt x="1370577" y="33332"/>
                </a:cubicBezTo>
                <a:cubicBezTo>
                  <a:pt x="1373544" y="34804"/>
                  <a:pt x="1375945" y="36771"/>
                  <a:pt x="1377779" y="39232"/>
                </a:cubicBezTo>
                <a:cubicBezTo>
                  <a:pt x="1379613" y="41693"/>
                  <a:pt x="1380928" y="44576"/>
                  <a:pt x="1381724" y="47881"/>
                </a:cubicBezTo>
                <a:cubicBezTo>
                  <a:pt x="1382520" y="51187"/>
                  <a:pt x="1382918" y="55156"/>
                  <a:pt x="1382918" y="59789"/>
                </a:cubicBezTo>
                <a:lnTo>
                  <a:pt x="1382918" y="99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2A936-CBE3-49E1-AC41-5C80162D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737" y="1641538"/>
            <a:ext cx="735274" cy="272763"/>
          </a:xfrm>
          <a:custGeom xmlns:a="http://schemas.openxmlformats.org/drawingml/2006/main">
            <a:pathLst>
              <a:path w="735274" h="272763">
                <a:moveTo>
                  <a:pt x="28166" y="272763"/>
                </a:moveTo>
                <a:cubicBezTo>
                  <a:pt x="12353" y="272763"/>
                  <a:pt x="0" y="260410"/>
                  <a:pt x="0" y="244597"/>
                </a:cubicBezTo>
                <a:lnTo>
                  <a:pt x="0" y="28166"/>
                </a:lnTo>
                <a:cubicBezTo>
                  <a:pt x="0" y="12353"/>
                  <a:pt x="12353" y="0"/>
                  <a:pt x="28166" y="0"/>
                </a:cubicBezTo>
                <a:lnTo>
                  <a:pt x="707109" y="0"/>
                </a:lnTo>
                <a:cubicBezTo>
                  <a:pt x="722427" y="0"/>
                  <a:pt x="735274" y="12353"/>
                  <a:pt x="735274" y="28166"/>
                </a:cubicBezTo>
                <a:lnTo>
                  <a:pt x="735274" y="244597"/>
                </a:lnTo>
                <a:cubicBezTo>
                  <a:pt x="735274" y="260410"/>
                  <a:pt x="722427" y="272763"/>
                  <a:pt x="707109" y="272763"/>
                </a:cubicBezTo>
                <a:lnTo>
                  <a:pt x="28166" y="272763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3A45D-3AF7-4A13-93F9-386CD9A4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737" y="1641538"/>
            <a:ext cx="735274" cy="272763"/>
          </a:xfrm>
          <a:custGeom xmlns:a="http://schemas.openxmlformats.org/drawingml/2006/main">
            <a:pathLst>
              <a:path w="735274" h="272763" fill="none">
                <a:moveTo>
                  <a:pt x="28166" y="272763"/>
                </a:moveTo>
                <a:lnTo>
                  <a:pt x="707109" y="272763"/>
                </a:lnTo>
                <a:cubicBezTo>
                  <a:pt x="722427" y="272763"/>
                  <a:pt x="735274" y="260410"/>
                  <a:pt x="735274" y="244597"/>
                </a:cubicBezTo>
                <a:lnTo>
                  <a:pt x="735274" y="28166"/>
                </a:lnTo>
                <a:cubicBezTo>
                  <a:pt x="735274" y="12353"/>
                  <a:pt x="722427" y="0"/>
                  <a:pt x="707109" y="0"/>
                </a:cubicBezTo>
                <a:lnTo>
                  <a:pt x="28166" y="0"/>
                </a:lnTo>
                <a:cubicBezTo>
                  <a:pt x="12353" y="0"/>
                  <a:pt x="0" y="12353"/>
                  <a:pt x="0" y="28166"/>
                </a:cubicBezTo>
                <a:lnTo>
                  <a:pt x="0" y="244597"/>
                </a:lnTo>
                <a:cubicBezTo>
                  <a:pt x="0" y="260410"/>
                  <a:pt x="12353" y="272763"/>
                  <a:pt x="28166" y="2727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56" name="Text entry">
            <a:extLst xmlns:a="http://schemas.openxmlformats.org/drawingml/2006/main">
              <a:ext uri="{FF2B5EF4-FFF2-40B4-BE49-F238E27FC236}">
                <a16:creationId xmlns:a16="http://schemas.microsoft.com/office/drawing/2014/main" id="{3EFDA399-7499-4396-97E3-86548ABB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002" y="1735677"/>
            <a:ext cx="310941" cy="113063"/>
          </a:xfrm>
          <a:custGeom xmlns:a="http://schemas.openxmlformats.org/drawingml/2006/main">
            <a:pathLst>
              <a:path w="310941" h="113063">
                <a:moveTo>
                  <a:pt x="59933" y="49510"/>
                </a:moveTo>
                <a:cubicBezTo>
                  <a:pt x="59933" y="51392"/>
                  <a:pt x="59463" y="52731"/>
                  <a:pt x="58522" y="53527"/>
                </a:cubicBezTo>
                <a:cubicBezTo>
                  <a:pt x="57581" y="54324"/>
                  <a:pt x="56507" y="54722"/>
                  <a:pt x="55301" y="54722"/>
                </a:cubicBezTo>
                <a:lnTo>
                  <a:pt x="12595" y="54722"/>
                </a:lnTo>
                <a:cubicBezTo>
                  <a:pt x="12595" y="58351"/>
                  <a:pt x="12957" y="61618"/>
                  <a:pt x="13680" y="64523"/>
                </a:cubicBezTo>
                <a:cubicBezTo>
                  <a:pt x="14404" y="67427"/>
                  <a:pt x="15611" y="69920"/>
                  <a:pt x="17300" y="72001"/>
                </a:cubicBezTo>
                <a:cubicBezTo>
                  <a:pt x="18989" y="74082"/>
                  <a:pt x="21184" y="75680"/>
                  <a:pt x="23886" y="76794"/>
                </a:cubicBezTo>
                <a:cubicBezTo>
                  <a:pt x="26589" y="77907"/>
                  <a:pt x="29894" y="78463"/>
                  <a:pt x="33803" y="78463"/>
                </a:cubicBezTo>
                <a:cubicBezTo>
                  <a:pt x="36891" y="78463"/>
                  <a:pt x="39642" y="78210"/>
                  <a:pt x="42055" y="77703"/>
                </a:cubicBezTo>
                <a:cubicBezTo>
                  <a:pt x="44467" y="77197"/>
                  <a:pt x="46554" y="76630"/>
                  <a:pt x="48316" y="76002"/>
                </a:cubicBezTo>
                <a:cubicBezTo>
                  <a:pt x="50077" y="75375"/>
                  <a:pt x="51525" y="74808"/>
                  <a:pt x="52659" y="74301"/>
                </a:cubicBezTo>
                <a:cubicBezTo>
                  <a:pt x="53793" y="73795"/>
                  <a:pt x="54649" y="73541"/>
                  <a:pt x="55228" y="73541"/>
                </a:cubicBezTo>
                <a:cubicBezTo>
                  <a:pt x="55566" y="73541"/>
                  <a:pt x="55868" y="73626"/>
                  <a:pt x="56133" y="73795"/>
                </a:cubicBezTo>
                <a:cubicBezTo>
                  <a:pt x="56399" y="73964"/>
                  <a:pt x="56604" y="74217"/>
                  <a:pt x="56748" y="74555"/>
                </a:cubicBezTo>
                <a:cubicBezTo>
                  <a:pt x="56893" y="74892"/>
                  <a:pt x="57002" y="75363"/>
                  <a:pt x="57074" y="75966"/>
                </a:cubicBezTo>
                <a:cubicBezTo>
                  <a:pt x="57147" y="76569"/>
                  <a:pt x="57183" y="77305"/>
                  <a:pt x="57183" y="78174"/>
                </a:cubicBezTo>
                <a:cubicBezTo>
                  <a:pt x="57183" y="78801"/>
                  <a:pt x="57159" y="79344"/>
                  <a:pt x="57110" y="79802"/>
                </a:cubicBezTo>
                <a:cubicBezTo>
                  <a:pt x="57062" y="80261"/>
                  <a:pt x="57002" y="80671"/>
                  <a:pt x="56929" y="81033"/>
                </a:cubicBezTo>
                <a:cubicBezTo>
                  <a:pt x="56857" y="81395"/>
                  <a:pt x="56736" y="81721"/>
                  <a:pt x="56567" y="82010"/>
                </a:cubicBezTo>
                <a:cubicBezTo>
                  <a:pt x="56399" y="82300"/>
                  <a:pt x="56181" y="82577"/>
                  <a:pt x="55916" y="82843"/>
                </a:cubicBezTo>
                <a:cubicBezTo>
                  <a:pt x="55651" y="83108"/>
                  <a:pt x="54866" y="83542"/>
                  <a:pt x="53564" y="84145"/>
                </a:cubicBezTo>
                <a:cubicBezTo>
                  <a:pt x="52261" y="84749"/>
                  <a:pt x="50572" y="85340"/>
                  <a:pt x="48497" y="85919"/>
                </a:cubicBezTo>
                <a:cubicBezTo>
                  <a:pt x="46422" y="86498"/>
                  <a:pt x="44021" y="87017"/>
                  <a:pt x="41295" y="87475"/>
                </a:cubicBezTo>
                <a:cubicBezTo>
                  <a:pt x="38568" y="87934"/>
                  <a:pt x="35661" y="88163"/>
                  <a:pt x="32572" y="88163"/>
                </a:cubicBezTo>
                <a:cubicBezTo>
                  <a:pt x="27216" y="88163"/>
                  <a:pt x="22523" y="87414"/>
                  <a:pt x="18494" y="85917"/>
                </a:cubicBezTo>
                <a:cubicBezTo>
                  <a:pt x="14465" y="84419"/>
                  <a:pt x="11075" y="82197"/>
                  <a:pt x="8324" y="79251"/>
                </a:cubicBezTo>
                <a:cubicBezTo>
                  <a:pt x="5574" y="76304"/>
                  <a:pt x="3499" y="72609"/>
                  <a:pt x="2099" y="68165"/>
                </a:cubicBezTo>
                <a:cubicBezTo>
                  <a:pt x="700" y="63721"/>
                  <a:pt x="0" y="58552"/>
                  <a:pt x="0" y="52659"/>
                </a:cubicBezTo>
                <a:cubicBezTo>
                  <a:pt x="0" y="47055"/>
                  <a:pt x="724" y="42019"/>
                  <a:pt x="2171" y="37551"/>
                </a:cubicBezTo>
                <a:cubicBezTo>
                  <a:pt x="3619" y="33083"/>
                  <a:pt x="5706" y="29291"/>
                  <a:pt x="8433" y="26176"/>
                </a:cubicBezTo>
                <a:cubicBezTo>
                  <a:pt x="11159" y="23060"/>
                  <a:pt x="14453" y="20669"/>
                  <a:pt x="18313" y="19003"/>
                </a:cubicBezTo>
                <a:cubicBezTo>
                  <a:pt x="22173" y="17337"/>
                  <a:pt x="26492" y="16503"/>
                  <a:pt x="31270" y="16503"/>
                </a:cubicBezTo>
                <a:cubicBezTo>
                  <a:pt x="36385" y="16503"/>
                  <a:pt x="40740" y="17324"/>
                  <a:pt x="44335" y="18964"/>
                </a:cubicBezTo>
                <a:cubicBezTo>
                  <a:pt x="47930" y="20605"/>
                  <a:pt x="50885" y="22813"/>
                  <a:pt x="53202" y="25587"/>
                </a:cubicBezTo>
                <a:cubicBezTo>
                  <a:pt x="55518" y="28362"/>
                  <a:pt x="57219" y="31619"/>
                  <a:pt x="58305" y="35359"/>
                </a:cubicBezTo>
                <a:cubicBezTo>
                  <a:pt x="59390" y="39099"/>
                  <a:pt x="59933" y="43092"/>
                  <a:pt x="59933" y="47339"/>
                </a:cubicBezTo>
                <a:lnTo>
                  <a:pt x="59933" y="49510"/>
                </a:lnTo>
                <a:moveTo>
                  <a:pt x="47918" y="45963"/>
                </a:moveTo>
                <a:cubicBezTo>
                  <a:pt x="48062" y="39690"/>
                  <a:pt x="46675" y="34768"/>
                  <a:pt x="43756" y="31197"/>
                </a:cubicBezTo>
                <a:cubicBezTo>
                  <a:pt x="40836" y="27626"/>
                  <a:pt x="36505" y="25841"/>
                  <a:pt x="30763" y="25841"/>
                </a:cubicBezTo>
                <a:cubicBezTo>
                  <a:pt x="27819" y="25841"/>
                  <a:pt x="25238" y="26396"/>
                  <a:pt x="23018" y="27506"/>
                </a:cubicBezTo>
                <a:cubicBezTo>
                  <a:pt x="20798" y="28615"/>
                  <a:pt x="18940" y="30087"/>
                  <a:pt x="17444" y="31921"/>
                </a:cubicBezTo>
                <a:cubicBezTo>
                  <a:pt x="15948" y="33755"/>
                  <a:pt x="14790" y="35890"/>
                  <a:pt x="13970" y="38327"/>
                </a:cubicBezTo>
                <a:cubicBezTo>
                  <a:pt x="13150" y="40764"/>
                  <a:pt x="12691" y="43309"/>
                  <a:pt x="12595" y="45963"/>
                </a:cubicBezTo>
                <a:lnTo>
                  <a:pt x="47918" y="45963"/>
                </a:lnTo>
                <a:close/>
                <a:moveTo>
                  <a:pt x="134278" y="84906"/>
                </a:moveTo>
                <a:cubicBezTo>
                  <a:pt x="134278" y="85292"/>
                  <a:pt x="134182" y="85617"/>
                  <a:pt x="133989" y="85883"/>
                </a:cubicBezTo>
                <a:cubicBezTo>
                  <a:pt x="133796" y="86148"/>
                  <a:pt x="133482" y="86377"/>
                  <a:pt x="133048" y="86570"/>
                </a:cubicBezTo>
                <a:cubicBezTo>
                  <a:pt x="132613" y="86763"/>
                  <a:pt x="132010" y="86908"/>
                  <a:pt x="131238" y="87005"/>
                </a:cubicBezTo>
                <a:cubicBezTo>
                  <a:pt x="130466" y="87101"/>
                  <a:pt x="129501" y="87149"/>
                  <a:pt x="128343" y="87149"/>
                </a:cubicBezTo>
                <a:cubicBezTo>
                  <a:pt x="127136" y="87149"/>
                  <a:pt x="126147" y="87101"/>
                  <a:pt x="125375" y="87005"/>
                </a:cubicBezTo>
                <a:cubicBezTo>
                  <a:pt x="124603" y="86908"/>
                  <a:pt x="124000" y="86763"/>
                  <a:pt x="123565" y="86570"/>
                </a:cubicBezTo>
                <a:cubicBezTo>
                  <a:pt x="123131" y="86377"/>
                  <a:pt x="122817" y="86148"/>
                  <a:pt x="122624" y="85883"/>
                </a:cubicBezTo>
                <a:cubicBezTo>
                  <a:pt x="122431" y="85617"/>
                  <a:pt x="122335" y="85292"/>
                  <a:pt x="122335" y="84906"/>
                </a:cubicBezTo>
                <a:lnTo>
                  <a:pt x="122335" y="46760"/>
                </a:lnTo>
                <a:cubicBezTo>
                  <a:pt x="122335" y="43044"/>
                  <a:pt x="122045" y="40052"/>
                  <a:pt x="121466" y="37784"/>
                </a:cubicBezTo>
                <a:cubicBezTo>
                  <a:pt x="120887" y="35516"/>
                  <a:pt x="120043" y="33562"/>
                  <a:pt x="118933" y="31921"/>
                </a:cubicBezTo>
                <a:cubicBezTo>
                  <a:pt x="117823" y="30280"/>
                  <a:pt x="116387" y="29026"/>
                  <a:pt x="114626" y="28157"/>
                </a:cubicBezTo>
                <a:cubicBezTo>
                  <a:pt x="112865" y="27288"/>
                  <a:pt x="110826" y="26854"/>
                  <a:pt x="108510" y="26854"/>
                </a:cubicBezTo>
                <a:cubicBezTo>
                  <a:pt x="105518" y="26854"/>
                  <a:pt x="102526" y="27916"/>
                  <a:pt x="99534" y="30039"/>
                </a:cubicBezTo>
                <a:cubicBezTo>
                  <a:pt x="96542" y="32162"/>
                  <a:pt x="93406" y="35275"/>
                  <a:pt x="90124" y="39376"/>
                </a:cubicBezTo>
                <a:lnTo>
                  <a:pt x="90124" y="84906"/>
                </a:lnTo>
                <a:cubicBezTo>
                  <a:pt x="90124" y="85292"/>
                  <a:pt x="90028" y="85617"/>
                  <a:pt x="89835" y="85883"/>
                </a:cubicBezTo>
                <a:cubicBezTo>
                  <a:pt x="89642" y="86148"/>
                  <a:pt x="89328" y="86377"/>
                  <a:pt x="88894" y="86570"/>
                </a:cubicBezTo>
                <a:cubicBezTo>
                  <a:pt x="88459" y="86763"/>
                  <a:pt x="87856" y="86908"/>
                  <a:pt x="87084" y="87005"/>
                </a:cubicBezTo>
                <a:cubicBezTo>
                  <a:pt x="86312" y="87101"/>
                  <a:pt x="85323" y="87149"/>
                  <a:pt x="84117" y="87149"/>
                </a:cubicBezTo>
                <a:cubicBezTo>
                  <a:pt x="82958" y="87149"/>
                  <a:pt x="81993" y="87101"/>
                  <a:pt x="81221" y="87005"/>
                </a:cubicBezTo>
                <a:cubicBezTo>
                  <a:pt x="80449" y="86908"/>
                  <a:pt x="79834" y="86763"/>
                  <a:pt x="79375" y="86570"/>
                </a:cubicBezTo>
                <a:cubicBezTo>
                  <a:pt x="78917" y="86377"/>
                  <a:pt x="78603" y="86148"/>
                  <a:pt x="78434" y="85883"/>
                </a:cubicBezTo>
                <a:cubicBezTo>
                  <a:pt x="78266" y="85617"/>
                  <a:pt x="78181" y="85292"/>
                  <a:pt x="78181" y="84906"/>
                </a:cubicBezTo>
                <a:lnTo>
                  <a:pt x="78181" y="19761"/>
                </a:lnTo>
                <a:cubicBezTo>
                  <a:pt x="78181" y="19375"/>
                  <a:pt x="78253" y="19049"/>
                  <a:pt x="78398" y="18783"/>
                </a:cubicBezTo>
                <a:cubicBezTo>
                  <a:pt x="78543" y="18518"/>
                  <a:pt x="78833" y="18277"/>
                  <a:pt x="79267" y="18060"/>
                </a:cubicBezTo>
                <a:cubicBezTo>
                  <a:pt x="79701" y="17842"/>
                  <a:pt x="80256" y="17698"/>
                  <a:pt x="80932" y="17625"/>
                </a:cubicBezTo>
                <a:cubicBezTo>
                  <a:pt x="81607" y="17553"/>
                  <a:pt x="82500" y="17517"/>
                  <a:pt x="83610" y="17517"/>
                </a:cubicBezTo>
                <a:cubicBezTo>
                  <a:pt x="84671" y="17517"/>
                  <a:pt x="85552" y="17553"/>
                  <a:pt x="86252" y="17625"/>
                </a:cubicBezTo>
                <a:cubicBezTo>
                  <a:pt x="86952" y="17698"/>
                  <a:pt x="87494" y="17842"/>
                  <a:pt x="87880" y="18060"/>
                </a:cubicBezTo>
                <a:cubicBezTo>
                  <a:pt x="88266" y="18277"/>
                  <a:pt x="88544" y="18518"/>
                  <a:pt x="88713" y="18783"/>
                </a:cubicBezTo>
                <a:cubicBezTo>
                  <a:pt x="88882" y="19049"/>
                  <a:pt x="88966" y="19375"/>
                  <a:pt x="88966" y="19761"/>
                </a:cubicBezTo>
                <a:lnTo>
                  <a:pt x="88966" y="28374"/>
                </a:lnTo>
                <a:cubicBezTo>
                  <a:pt x="92634" y="24273"/>
                  <a:pt x="96289" y="21269"/>
                  <a:pt x="99932" y="19363"/>
                </a:cubicBezTo>
                <a:cubicBezTo>
                  <a:pt x="103576" y="17456"/>
                  <a:pt x="107255" y="16503"/>
                  <a:pt x="110971" y="16503"/>
                </a:cubicBezTo>
                <a:cubicBezTo>
                  <a:pt x="115314" y="16503"/>
                  <a:pt x="118969" y="17239"/>
                  <a:pt x="121937" y="18711"/>
                </a:cubicBezTo>
                <a:cubicBezTo>
                  <a:pt x="124904" y="20183"/>
                  <a:pt x="127305" y="22149"/>
                  <a:pt x="129139" y="24610"/>
                </a:cubicBezTo>
                <a:cubicBezTo>
                  <a:pt x="130973" y="27071"/>
                  <a:pt x="132288" y="29955"/>
                  <a:pt x="133084" y="33260"/>
                </a:cubicBezTo>
                <a:cubicBezTo>
                  <a:pt x="133880" y="36566"/>
                  <a:pt x="134278" y="40535"/>
                  <a:pt x="134278" y="45167"/>
                </a:cubicBezTo>
                <a:lnTo>
                  <a:pt x="134278" y="84906"/>
                </a:lnTo>
                <a:close/>
                <a:moveTo>
                  <a:pt x="189898" y="80201"/>
                </a:moveTo>
                <a:cubicBezTo>
                  <a:pt x="189898" y="81600"/>
                  <a:pt x="189802" y="82710"/>
                  <a:pt x="189609" y="83530"/>
                </a:cubicBezTo>
                <a:cubicBezTo>
                  <a:pt x="189416" y="84351"/>
                  <a:pt x="189126" y="84954"/>
                  <a:pt x="188740" y="85340"/>
                </a:cubicBezTo>
                <a:cubicBezTo>
                  <a:pt x="188354" y="85726"/>
                  <a:pt x="187775" y="86088"/>
                  <a:pt x="187003" y="86426"/>
                </a:cubicBezTo>
                <a:cubicBezTo>
                  <a:pt x="186231" y="86763"/>
                  <a:pt x="185350" y="87041"/>
                  <a:pt x="184361" y="87258"/>
                </a:cubicBezTo>
                <a:cubicBezTo>
                  <a:pt x="183372" y="87475"/>
                  <a:pt x="182322" y="87656"/>
                  <a:pt x="181212" y="87801"/>
                </a:cubicBezTo>
                <a:cubicBezTo>
                  <a:pt x="180102" y="87946"/>
                  <a:pt x="178992" y="88018"/>
                  <a:pt x="177883" y="88018"/>
                </a:cubicBezTo>
                <a:cubicBezTo>
                  <a:pt x="174505" y="88018"/>
                  <a:pt x="171609" y="87571"/>
                  <a:pt x="169197" y="86677"/>
                </a:cubicBezTo>
                <a:cubicBezTo>
                  <a:pt x="166784" y="85781"/>
                  <a:pt x="164805" y="84426"/>
                  <a:pt x="163261" y="82612"/>
                </a:cubicBezTo>
                <a:cubicBezTo>
                  <a:pt x="161717" y="80798"/>
                  <a:pt x="160595" y="78500"/>
                  <a:pt x="159895" y="75720"/>
                </a:cubicBezTo>
                <a:cubicBezTo>
                  <a:pt x="159196" y="72939"/>
                  <a:pt x="158846" y="69662"/>
                  <a:pt x="158846" y="65889"/>
                </a:cubicBezTo>
                <a:lnTo>
                  <a:pt x="158846" y="27723"/>
                </a:lnTo>
                <a:lnTo>
                  <a:pt x="149725" y="27723"/>
                </a:lnTo>
                <a:cubicBezTo>
                  <a:pt x="149002" y="27723"/>
                  <a:pt x="148423" y="27337"/>
                  <a:pt x="147988" y="26565"/>
                </a:cubicBezTo>
                <a:cubicBezTo>
                  <a:pt x="147554" y="25793"/>
                  <a:pt x="147337" y="24538"/>
                  <a:pt x="147337" y="22801"/>
                </a:cubicBezTo>
                <a:cubicBezTo>
                  <a:pt x="147337" y="21884"/>
                  <a:pt x="147397" y="21112"/>
                  <a:pt x="147518" y="20484"/>
                </a:cubicBezTo>
                <a:cubicBezTo>
                  <a:pt x="147638" y="19857"/>
                  <a:pt x="147795" y="19338"/>
                  <a:pt x="147988" y="18928"/>
                </a:cubicBezTo>
                <a:cubicBezTo>
                  <a:pt x="148181" y="18518"/>
                  <a:pt x="148435" y="18229"/>
                  <a:pt x="148748" y="18060"/>
                </a:cubicBezTo>
                <a:cubicBezTo>
                  <a:pt x="149062" y="17891"/>
                  <a:pt x="149412" y="17806"/>
                  <a:pt x="149798" y="17806"/>
                </a:cubicBezTo>
                <a:lnTo>
                  <a:pt x="158846" y="17806"/>
                </a:lnTo>
                <a:lnTo>
                  <a:pt x="158846" y="2316"/>
                </a:lnTo>
                <a:cubicBezTo>
                  <a:pt x="158846" y="1978"/>
                  <a:pt x="158930" y="1665"/>
                  <a:pt x="159099" y="1375"/>
                </a:cubicBezTo>
                <a:cubicBezTo>
                  <a:pt x="159268" y="1086"/>
                  <a:pt x="159582" y="832"/>
                  <a:pt x="160040" y="615"/>
                </a:cubicBezTo>
                <a:cubicBezTo>
                  <a:pt x="160499" y="398"/>
                  <a:pt x="161114" y="241"/>
                  <a:pt x="161886" y="145"/>
                </a:cubicBezTo>
                <a:cubicBezTo>
                  <a:pt x="162658" y="48"/>
                  <a:pt x="163623" y="0"/>
                  <a:pt x="164781" y="0"/>
                </a:cubicBezTo>
                <a:cubicBezTo>
                  <a:pt x="165988" y="0"/>
                  <a:pt x="166977" y="48"/>
                  <a:pt x="167749" y="145"/>
                </a:cubicBezTo>
                <a:cubicBezTo>
                  <a:pt x="168521" y="241"/>
                  <a:pt x="169124" y="398"/>
                  <a:pt x="169558" y="615"/>
                </a:cubicBezTo>
                <a:cubicBezTo>
                  <a:pt x="169993" y="832"/>
                  <a:pt x="170306" y="1086"/>
                  <a:pt x="170499" y="1375"/>
                </a:cubicBezTo>
                <a:cubicBezTo>
                  <a:pt x="170692" y="1665"/>
                  <a:pt x="170789" y="1978"/>
                  <a:pt x="170789" y="2316"/>
                </a:cubicBezTo>
                <a:lnTo>
                  <a:pt x="170789" y="17806"/>
                </a:lnTo>
                <a:lnTo>
                  <a:pt x="187510" y="17806"/>
                </a:lnTo>
                <a:cubicBezTo>
                  <a:pt x="187896" y="17806"/>
                  <a:pt x="188233" y="17891"/>
                  <a:pt x="188523" y="18060"/>
                </a:cubicBezTo>
                <a:cubicBezTo>
                  <a:pt x="188812" y="18229"/>
                  <a:pt x="189066" y="18518"/>
                  <a:pt x="189283" y="18928"/>
                </a:cubicBezTo>
                <a:cubicBezTo>
                  <a:pt x="189500" y="19338"/>
                  <a:pt x="189657" y="19857"/>
                  <a:pt x="189753" y="20484"/>
                </a:cubicBezTo>
                <a:cubicBezTo>
                  <a:pt x="189850" y="21112"/>
                  <a:pt x="189898" y="21884"/>
                  <a:pt x="189898" y="22801"/>
                </a:cubicBezTo>
                <a:cubicBezTo>
                  <a:pt x="189898" y="24538"/>
                  <a:pt x="189681" y="25793"/>
                  <a:pt x="189247" y="26565"/>
                </a:cubicBezTo>
                <a:cubicBezTo>
                  <a:pt x="188812" y="27337"/>
                  <a:pt x="188233" y="27723"/>
                  <a:pt x="187510" y="27723"/>
                </a:cubicBezTo>
                <a:lnTo>
                  <a:pt x="170789" y="27723"/>
                </a:lnTo>
                <a:lnTo>
                  <a:pt x="170789" y="64165"/>
                </a:lnTo>
                <a:cubicBezTo>
                  <a:pt x="170789" y="68665"/>
                  <a:pt x="171452" y="72065"/>
                  <a:pt x="172780" y="74365"/>
                </a:cubicBezTo>
                <a:cubicBezTo>
                  <a:pt x="174107" y="76663"/>
                  <a:pt x="176483" y="77812"/>
                  <a:pt x="179909" y="77812"/>
                </a:cubicBezTo>
                <a:cubicBezTo>
                  <a:pt x="181019" y="77812"/>
                  <a:pt x="182008" y="77703"/>
                  <a:pt x="182877" y="77486"/>
                </a:cubicBezTo>
                <a:cubicBezTo>
                  <a:pt x="183746" y="77269"/>
                  <a:pt x="184518" y="77040"/>
                  <a:pt x="185193" y="76799"/>
                </a:cubicBezTo>
                <a:cubicBezTo>
                  <a:pt x="185869" y="76557"/>
                  <a:pt x="186448" y="76328"/>
                  <a:pt x="186930" y="76111"/>
                </a:cubicBezTo>
                <a:cubicBezTo>
                  <a:pt x="187413" y="75894"/>
                  <a:pt x="187847" y="75785"/>
                  <a:pt x="188233" y="75785"/>
                </a:cubicBezTo>
                <a:cubicBezTo>
                  <a:pt x="188475" y="75785"/>
                  <a:pt x="188704" y="75846"/>
                  <a:pt x="188921" y="75966"/>
                </a:cubicBezTo>
                <a:cubicBezTo>
                  <a:pt x="189138" y="76087"/>
                  <a:pt x="189307" y="76316"/>
                  <a:pt x="189428" y="76654"/>
                </a:cubicBezTo>
                <a:cubicBezTo>
                  <a:pt x="189548" y="76992"/>
                  <a:pt x="189657" y="77450"/>
                  <a:pt x="189753" y="78029"/>
                </a:cubicBezTo>
                <a:cubicBezTo>
                  <a:pt x="189850" y="78608"/>
                  <a:pt x="189898" y="79332"/>
                  <a:pt x="189898" y="80201"/>
                </a:cubicBezTo>
                <a:close/>
                <a:moveTo>
                  <a:pt x="243771" y="24031"/>
                </a:moveTo>
                <a:cubicBezTo>
                  <a:pt x="243771" y="25093"/>
                  <a:pt x="243747" y="25986"/>
                  <a:pt x="243699" y="26709"/>
                </a:cubicBezTo>
                <a:cubicBezTo>
                  <a:pt x="243651" y="27433"/>
                  <a:pt x="243554" y="28000"/>
                  <a:pt x="243409" y="28410"/>
                </a:cubicBezTo>
                <a:cubicBezTo>
                  <a:pt x="243264" y="28821"/>
                  <a:pt x="243084" y="29134"/>
                  <a:pt x="242866" y="29351"/>
                </a:cubicBezTo>
                <a:cubicBezTo>
                  <a:pt x="242649" y="29569"/>
                  <a:pt x="242348" y="29677"/>
                  <a:pt x="241962" y="29677"/>
                </a:cubicBezTo>
                <a:cubicBezTo>
                  <a:pt x="241576" y="29677"/>
                  <a:pt x="241105" y="29569"/>
                  <a:pt x="240550" y="29351"/>
                </a:cubicBezTo>
                <a:cubicBezTo>
                  <a:pt x="239995" y="29134"/>
                  <a:pt x="239368" y="28917"/>
                  <a:pt x="238668" y="28700"/>
                </a:cubicBezTo>
                <a:cubicBezTo>
                  <a:pt x="237968" y="28483"/>
                  <a:pt x="237184" y="28278"/>
                  <a:pt x="236316" y="28085"/>
                </a:cubicBezTo>
                <a:cubicBezTo>
                  <a:pt x="235447" y="27892"/>
                  <a:pt x="234506" y="27795"/>
                  <a:pt x="233493" y="27795"/>
                </a:cubicBezTo>
                <a:cubicBezTo>
                  <a:pt x="232286" y="27795"/>
                  <a:pt x="231104" y="28036"/>
                  <a:pt x="229946" y="28519"/>
                </a:cubicBezTo>
                <a:cubicBezTo>
                  <a:pt x="228788" y="29002"/>
                  <a:pt x="227569" y="29798"/>
                  <a:pt x="226291" y="30908"/>
                </a:cubicBezTo>
                <a:cubicBezTo>
                  <a:pt x="225012" y="32018"/>
                  <a:pt x="223673" y="33489"/>
                  <a:pt x="222273" y="35323"/>
                </a:cubicBezTo>
                <a:cubicBezTo>
                  <a:pt x="220874" y="37157"/>
                  <a:pt x="219330" y="39401"/>
                  <a:pt x="217641" y="42055"/>
                </a:cubicBezTo>
                <a:lnTo>
                  <a:pt x="217641" y="84906"/>
                </a:lnTo>
                <a:cubicBezTo>
                  <a:pt x="217641" y="85292"/>
                  <a:pt x="217544" y="85617"/>
                  <a:pt x="217351" y="85883"/>
                </a:cubicBezTo>
                <a:cubicBezTo>
                  <a:pt x="217158" y="86148"/>
                  <a:pt x="216845" y="86377"/>
                  <a:pt x="216410" y="86570"/>
                </a:cubicBezTo>
                <a:cubicBezTo>
                  <a:pt x="215976" y="86763"/>
                  <a:pt x="215373" y="86908"/>
                  <a:pt x="214601" y="87005"/>
                </a:cubicBezTo>
                <a:cubicBezTo>
                  <a:pt x="213829" y="87101"/>
                  <a:pt x="212839" y="87149"/>
                  <a:pt x="211633" y="87149"/>
                </a:cubicBezTo>
                <a:cubicBezTo>
                  <a:pt x="210475" y="87149"/>
                  <a:pt x="209510" y="87101"/>
                  <a:pt x="208738" y="87005"/>
                </a:cubicBezTo>
                <a:cubicBezTo>
                  <a:pt x="207966" y="86908"/>
                  <a:pt x="207350" y="86763"/>
                  <a:pt x="206892" y="86570"/>
                </a:cubicBezTo>
                <a:cubicBezTo>
                  <a:pt x="206433" y="86377"/>
                  <a:pt x="206120" y="86148"/>
                  <a:pt x="205951" y="85883"/>
                </a:cubicBezTo>
                <a:cubicBezTo>
                  <a:pt x="205782" y="85617"/>
                  <a:pt x="205698" y="85292"/>
                  <a:pt x="205698" y="84906"/>
                </a:cubicBezTo>
                <a:lnTo>
                  <a:pt x="205698" y="19761"/>
                </a:lnTo>
                <a:cubicBezTo>
                  <a:pt x="205698" y="19375"/>
                  <a:pt x="205770" y="19049"/>
                  <a:pt x="205915" y="18783"/>
                </a:cubicBezTo>
                <a:cubicBezTo>
                  <a:pt x="206060" y="18518"/>
                  <a:pt x="206349" y="18277"/>
                  <a:pt x="206783" y="18060"/>
                </a:cubicBezTo>
                <a:cubicBezTo>
                  <a:pt x="207218" y="17842"/>
                  <a:pt x="207773" y="17698"/>
                  <a:pt x="208448" y="17625"/>
                </a:cubicBezTo>
                <a:cubicBezTo>
                  <a:pt x="209124" y="17553"/>
                  <a:pt x="210016" y="17517"/>
                  <a:pt x="211126" y="17517"/>
                </a:cubicBezTo>
                <a:cubicBezTo>
                  <a:pt x="212188" y="17517"/>
                  <a:pt x="213069" y="17553"/>
                  <a:pt x="213768" y="17625"/>
                </a:cubicBezTo>
                <a:cubicBezTo>
                  <a:pt x="214468" y="17698"/>
                  <a:pt x="215011" y="17842"/>
                  <a:pt x="215397" y="18060"/>
                </a:cubicBezTo>
                <a:cubicBezTo>
                  <a:pt x="215783" y="18277"/>
                  <a:pt x="216060" y="18518"/>
                  <a:pt x="216229" y="18783"/>
                </a:cubicBezTo>
                <a:cubicBezTo>
                  <a:pt x="216398" y="19049"/>
                  <a:pt x="216483" y="19375"/>
                  <a:pt x="216483" y="19761"/>
                </a:cubicBezTo>
                <a:lnTo>
                  <a:pt x="216483" y="29243"/>
                </a:lnTo>
                <a:cubicBezTo>
                  <a:pt x="218268" y="26637"/>
                  <a:pt x="219945" y="24514"/>
                  <a:pt x="221513" y="22873"/>
                </a:cubicBezTo>
                <a:cubicBezTo>
                  <a:pt x="223082" y="21232"/>
                  <a:pt x="224565" y="19942"/>
                  <a:pt x="225965" y="19001"/>
                </a:cubicBezTo>
                <a:cubicBezTo>
                  <a:pt x="227364" y="18060"/>
                  <a:pt x="228752" y="17408"/>
                  <a:pt x="230127" y="17046"/>
                </a:cubicBezTo>
                <a:cubicBezTo>
                  <a:pt x="231502" y="16684"/>
                  <a:pt x="232890" y="16503"/>
                  <a:pt x="234289" y="16503"/>
                </a:cubicBezTo>
                <a:cubicBezTo>
                  <a:pt x="234916" y="16503"/>
                  <a:pt x="235628" y="16540"/>
                  <a:pt x="236424" y="16612"/>
                </a:cubicBezTo>
                <a:cubicBezTo>
                  <a:pt x="237220" y="16684"/>
                  <a:pt x="238053" y="16817"/>
                  <a:pt x="238921" y="17010"/>
                </a:cubicBezTo>
                <a:cubicBezTo>
                  <a:pt x="239790" y="17203"/>
                  <a:pt x="240574" y="17420"/>
                  <a:pt x="241274" y="17662"/>
                </a:cubicBezTo>
                <a:cubicBezTo>
                  <a:pt x="241974" y="17903"/>
                  <a:pt x="242468" y="18144"/>
                  <a:pt x="242758" y="18385"/>
                </a:cubicBezTo>
                <a:cubicBezTo>
                  <a:pt x="243047" y="18627"/>
                  <a:pt x="243240" y="18856"/>
                  <a:pt x="243337" y="19073"/>
                </a:cubicBezTo>
                <a:cubicBezTo>
                  <a:pt x="243433" y="19290"/>
                  <a:pt x="243518" y="19568"/>
                  <a:pt x="243590" y="19905"/>
                </a:cubicBezTo>
                <a:cubicBezTo>
                  <a:pt x="243663" y="20243"/>
                  <a:pt x="243711" y="20738"/>
                  <a:pt x="243735" y="21389"/>
                </a:cubicBezTo>
                <a:cubicBezTo>
                  <a:pt x="243759" y="22041"/>
                  <a:pt x="243771" y="22921"/>
                  <a:pt x="243771" y="24031"/>
                </a:cubicBezTo>
                <a:close/>
                <a:moveTo>
                  <a:pt x="287127" y="86715"/>
                </a:moveTo>
                <a:lnTo>
                  <a:pt x="278441" y="110674"/>
                </a:lnTo>
                <a:cubicBezTo>
                  <a:pt x="278151" y="111446"/>
                  <a:pt x="277415" y="112037"/>
                  <a:pt x="276233" y="112447"/>
                </a:cubicBezTo>
                <a:cubicBezTo>
                  <a:pt x="275051" y="112857"/>
                  <a:pt x="273253" y="113063"/>
                  <a:pt x="270841" y="113063"/>
                </a:cubicBezTo>
                <a:cubicBezTo>
                  <a:pt x="269586" y="113063"/>
                  <a:pt x="268573" y="113002"/>
                  <a:pt x="267801" y="112882"/>
                </a:cubicBezTo>
                <a:cubicBezTo>
                  <a:pt x="267028" y="112761"/>
                  <a:pt x="266437" y="112556"/>
                  <a:pt x="266027" y="112266"/>
                </a:cubicBezTo>
                <a:cubicBezTo>
                  <a:pt x="265617" y="111977"/>
                  <a:pt x="265388" y="111591"/>
                  <a:pt x="265340" y="111108"/>
                </a:cubicBezTo>
                <a:cubicBezTo>
                  <a:pt x="265291" y="110626"/>
                  <a:pt x="265412" y="110047"/>
                  <a:pt x="265701" y="109371"/>
                </a:cubicBezTo>
                <a:lnTo>
                  <a:pt x="274677" y="86715"/>
                </a:lnTo>
                <a:cubicBezTo>
                  <a:pt x="274243" y="86522"/>
                  <a:pt x="273833" y="86208"/>
                  <a:pt x="273446" y="85774"/>
                </a:cubicBezTo>
                <a:cubicBezTo>
                  <a:pt x="273060" y="85340"/>
                  <a:pt x="272795" y="84881"/>
                  <a:pt x="272650" y="84399"/>
                </a:cubicBezTo>
                <a:lnTo>
                  <a:pt x="249415" y="22149"/>
                </a:lnTo>
                <a:cubicBezTo>
                  <a:pt x="249029" y="21136"/>
                  <a:pt x="248836" y="20340"/>
                  <a:pt x="248836" y="19761"/>
                </a:cubicBezTo>
                <a:cubicBezTo>
                  <a:pt x="248836" y="19182"/>
                  <a:pt x="249029" y="18723"/>
                  <a:pt x="249415" y="18385"/>
                </a:cubicBezTo>
                <a:cubicBezTo>
                  <a:pt x="249801" y="18048"/>
                  <a:pt x="250429" y="17818"/>
                  <a:pt x="251297" y="17698"/>
                </a:cubicBezTo>
                <a:cubicBezTo>
                  <a:pt x="252166" y="17577"/>
                  <a:pt x="253324" y="17517"/>
                  <a:pt x="254772" y="17517"/>
                </a:cubicBezTo>
                <a:cubicBezTo>
                  <a:pt x="256219" y="17517"/>
                  <a:pt x="257353" y="17553"/>
                  <a:pt x="258174" y="17625"/>
                </a:cubicBezTo>
                <a:cubicBezTo>
                  <a:pt x="258994" y="17698"/>
                  <a:pt x="259645" y="17830"/>
                  <a:pt x="260128" y="18023"/>
                </a:cubicBezTo>
                <a:cubicBezTo>
                  <a:pt x="260611" y="18216"/>
                  <a:pt x="260960" y="18494"/>
                  <a:pt x="261178" y="18856"/>
                </a:cubicBezTo>
                <a:cubicBezTo>
                  <a:pt x="261395" y="19218"/>
                  <a:pt x="261624" y="19712"/>
                  <a:pt x="261865" y="20340"/>
                </a:cubicBezTo>
                <a:lnTo>
                  <a:pt x="280468" y="72600"/>
                </a:lnTo>
                <a:lnTo>
                  <a:pt x="280685" y="72600"/>
                </a:lnTo>
                <a:lnTo>
                  <a:pt x="298636" y="20050"/>
                </a:lnTo>
                <a:cubicBezTo>
                  <a:pt x="298925" y="19133"/>
                  <a:pt x="299275" y="18542"/>
                  <a:pt x="299685" y="18277"/>
                </a:cubicBezTo>
                <a:cubicBezTo>
                  <a:pt x="300096" y="18011"/>
                  <a:pt x="300711" y="17818"/>
                  <a:pt x="301531" y="17698"/>
                </a:cubicBezTo>
                <a:cubicBezTo>
                  <a:pt x="302351" y="17577"/>
                  <a:pt x="303534" y="17517"/>
                  <a:pt x="305078" y="17517"/>
                </a:cubicBezTo>
                <a:cubicBezTo>
                  <a:pt x="306429" y="17517"/>
                  <a:pt x="307539" y="17577"/>
                  <a:pt x="308408" y="17698"/>
                </a:cubicBezTo>
                <a:cubicBezTo>
                  <a:pt x="309276" y="17818"/>
                  <a:pt x="309916" y="18048"/>
                  <a:pt x="310326" y="18385"/>
                </a:cubicBezTo>
                <a:cubicBezTo>
                  <a:pt x="310736" y="18723"/>
                  <a:pt x="310941" y="19182"/>
                  <a:pt x="310941" y="19761"/>
                </a:cubicBezTo>
                <a:cubicBezTo>
                  <a:pt x="310941" y="20340"/>
                  <a:pt x="310796" y="21064"/>
                  <a:pt x="310507" y="21932"/>
                </a:cubicBezTo>
                <a:lnTo>
                  <a:pt x="287127" y="86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…">
            <a:extLst xmlns:a="http://schemas.openxmlformats.org/drawingml/2006/main">
              <a:ext uri="{FF2B5EF4-FFF2-40B4-BE49-F238E27FC236}">
                <a16:creationId xmlns:a16="http://schemas.microsoft.com/office/drawing/2014/main" id="{EE3864D2-271C-4706-B561-99A846F5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132" y="2313439"/>
            <a:ext cx="117936" cy="22584"/>
          </a:xfrm>
          <a:custGeom xmlns:a="http://schemas.openxmlformats.org/drawingml/2006/main">
            <a:pathLst>
              <a:path w="117936" h="22584">
                <a:moveTo>
                  <a:pt x="51826" y="20267"/>
                </a:moveTo>
                <a:cubicBezTo>
                  <a:pt x="48931" y="18723"/>
                  <a:pt x="47483" y="15828"/>
                  <a:pt x="47483" y="11581"/>
                </a:cubicBezTo>
                <a:cubicBezTo>
                  <a:pt x="47483" y="7335"/>
                  <a:pt x="48931" y="4343"/>
                  <a:pt x="51826" y="2606"/>
                </a:cubicBezTo>
                <a:cubicBezTo>
                  <a:pt x="54722" y="869"/>
                  <a:pt x="57134" y="0"/>
                  <a:pt x="59065" y="0"/>
                </a:cubicBezTo>
                <a:cubicBezTo>
                  <a:pt x="60995" y="0"/>
                  <a:pt x="63408" y="965"/>
                  <a:pt x="66303" y="2895"/>
                </a:cubicBezTo>
                <a:cubicBezTo>
                  <a:pt x="69198" y="4826"/>
                  <a:pt x="70453" y="7914"/>
                  <a:pt x="70067" y="12160"/>
                </a:cubicBezTo>
                <a:cubicBezTo>
                  <a:pt x="69681" y="16407"/>
                  <a:pt x="68040" y="19206"/>
                  <a:pt x="65145" y="20557"/>
                </a:cubicBezTo>
                <a:cubicBezTo>
                  <a:pt x="62250" y="21908"/>
                  <a:pt x="60223" y="22584"/>
                  <a:pt x="59065" y="22584"/>
                </a:cubicBezTo>
                <a:cubicBezTo>
                  <a:pt x="57134" y="22584"/>
                  <a:pt x="54722" y="21811"/>
                  <a:pt x="51826" y="20267"/>
                </a:cubicBezTo>
                <a:moveTo>
                  <a:pt x="99310" y="20267"/>
                </a:moveTo>
                <a:cubicBezTo>
                  <a:pt x="96414" y="18723"/>
                  <a:pt x="94967" y="15828"/>
                  <a:pt x="94967" y="11581"/>
                </a:cubicBezTo>
                <a:cubicBezTo>
                  <a:pt x="94967" y="7335"/>
                  <a:pt x="96414" y="4343"/>
                  <a:pt x="99310" y="2606"/>
                </a:cubicBezTo>
                <a:cubicBezTo>
                  <a:pt x="102205" y="869"/>
                  <a:pt x="104618" y="0"/>
                  <a:pt x="106548" y="0"/>
                </a:cubicBezTo>
                <a:cubicBezTo>
                  <a:pt x="108478" y="0"/>
                  <a:pt x="110891" y="965"/>
                  <a:pt x="113786" y="2895"/>
                </a:cubicBezTo>
                <a:cubicBezTo>
                  <a:pt x="116682" y="4826"/>
                  <a:pt x="117936" y="7914"/>
                  <a:pt x="117550" y="12160"/>
                </a:cubicBezTo>
                <a:cubicBezTo>
                  <a:pt x="117164" y="16407"/>
                  <a:pt x="115524" y="19206"/>
                  <a:pt x="112628" y="20557"/>
                </a:cubicBezTo>
                <a:cubicBezTo>
                  <a:pt x="109733" y="21908"/>
                  <a:pt x="107706" y="22584"/>
                  <a:pt x="106548" y="22584"/>
                </a:cubicBezTo>
                <a:cubicBezTo>
                  <a:pt x="104618" y="22584"/>
                  <a:pt x="102205" y="21811"/>
                  <a:pt x="99310" y="20267"/>
                </a:cubicBezTo>
                <a:moveTo>
                  <a:pt x="4343" y="20267"/>
                </a:moveTo>
                <a:cubicBezTo>
                  <a:pt x="1448" y="18723"/>
                  <a:pt x="0" y="15828"/>
                  <a:pt x="0" y="11581"/>
                </a:cubicBezTo>
                <a:cubicBezTo>
                  <a:pt x="0" y="7335"/>
                  <a:pt x="1448" y="4343"/>
                  <a:pt x="4343" y="2606"/>
                </a:cubicBezTo>
                <a:cubicBezTo>
                  <a:pt x="7238" y="869"/>
                  <a:pt x="9651" y="0"/>
                  <a:pt x="11581" y="0"/>
                </a:cubicBezTo>
                <a:cubicBezTo>
                  <a:pt x="13512" y="0"/>
                  <a:pt x="15924" y="965"/>
                  <a:pt x="18820" y="2895"/>
                </a:cubicBezTo>
                <a:cubicBezTo>
                  <a:pt x="21715" y="4826"/>
                  <a:pt x="22970" y="7914"/>
                  <a:pt x="22584" y="12160"/>
                </a:cubicBezTo>
                <a:cubicBezTo>
                  <a:pt x="22198" y="16407"/>
                  <a:pt x="20557" y="19206"/>
                  <a:pt x="17662" y="20557"/>
                </a:cubicBezTo>
                <a:cubicBezTo>
                  <a:pt x="14766" y="21908"/>
                  <a:pt x="12739" y="22584"/>
                  <a:pt x="11581" y="22584"/>
                </a:cubicBezTo>
                <a:cubicBezTo>
                  <a:pt x="9651" y="22584"/>
                  <a:pt x="7238" y="21811"/>
                  <a:pt x="4343" y="20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F5B7B-6E22-4DBD-AF69-B55C6A2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906" y="2731602"/>
            <a:ext cx="735274" cy="273257"/>
          </a:xfrm>
          <a:custGeom xmlns:a="http://schemas.openxmlformats.org/drawingml/2006/main">
            <a:pathLst>
              <a:path w="735274" h="273257">
                <a:moveTo>
                  <a:pt x="28166" y="273257"/>
                </a:moveTo>
                <a:cubicBezTo>
                  <a:pt x="12848" y="273257"/>
                  <a:pt x="0" y="260410"/>
                  <a:pt x="0" y="244597"/>
                </a:cubicBezTo>
                <a:lnTo>
                  <a:pt x="0" y="28166"/>
                </a:lnTo>
                <a:cubicBezTo>
                  <a:pt x="0" y="12353"/>
                  <a:pt x="12848" y="0"/>
                  <a:pt x="28166" y="0"/>
                </a:cubicBezTo>
                <a:lnTo>
                  <a:pt x="707109" y="0"/>
                </a:lnTo>
                <a:cubicBezTo>
                  <a:pt x="722921" y="0"/>
                  <a:pt x="735274" y="12353"/>
                  <a:pt x="735274" y="28166"/>
                </a:cubicBezTo>
                <a:lnTo>
                  <a:pt x="735274" y="244597"/>
                </a:lnTo>
                <a:cubicBezTo>
                  <a:pt x="735274" y="260410"/>
                  <a:pt x="722921" y="273257"/>
                  <a:pt x="707109" y="273257"/>
                </a:cubicBezTo>
                <a:lnTo>
                  <a:pt x="28166" y="273257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4DE44-B7E7-4FEE-928E-9F067F76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906" y="2731602"/>
            <a:ext cx="735274" cy="273257"/>
          </a:xfrm>
          <a:custGeom xmlns:a="http://schemas.openxmlformats.org/drawingml/2006/main">
            <a:pathLst>
              <a:path w="735274" h="273257" fill="none">
                <a:moveTo>
                  <a:pt x="28166" y="273257"/>
                </a:moveTo>
                <a:lnTo>
                  <a:pt x="707109" y="273257"/>
                </a:lnTo>
                <a:cubicBezTo>
                  <a:pt x="722921" y="273257"/>
                  <a:pt x="735274" y="260410"/>
                  <a:pt x="735274" y="244597"/>
                </a:cubicBezTo>
                <a:lnTo>
                  <a:pt x="735274" y="28166"/>
                </a:lnTo>
                <a:cubicBezTo>
                  <a:pt x="735274" y="12353"/>
                  <a:pt x="722921" y="0"/>
                  <a:pt x="707109" y="0"/>
                </a:cubicBezTo>
                <a:lnTo>
                  <a:pt x="28166" y="0"/>
                </a:lnTo>
                <a:cubicBezTo>
                  <a:pt x="12848" y="0"/>
                  <a:pt x="0" y="12353"/>
                  <a:pt x="0" y="28166"/>
                </a:cubicBezTo>
                <a:lnTo>
                  <a:pt x="0" y="244597"/>
                </a:lnTo>
                <a:cubicBezTo>
                  <a:pt x="0" y="260410"/>
                  <a:pt x="12848" y="273257"/>
                  <a:pt x="28166" y="273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sq">
            <a:solidFill>
              <a:srgbClr val="305497"/>
            </a:solidFill>
            <a:miter/>
          </a:ln>
        </p:spPr>
      </p:sp>
      <p:sp>
        <p:nvSpPr>
          <p:cNvPr id="60" name="Text if.end">
            <a:extLst xmlns:a="http://schemas.openxmlformats.org/drawingml/2006/main">
              <a:ext uri="{FF2B5EF4-FFF2-40B4-BE49-F238E27FC236}">
                <a16:creationId xmlns:a16="http://schemas.microsoft.com/office/drawing/2014/main" id="{95CC18BB-6F77-4FFB-AD2C-994EDF10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219" y="2811614"/>
            <a:ext cx="325571" cy="102784"/>
          </a:xfrm>
          <a:custGeom xmlns:a="http://schemas.openxmlformats.org/drawingml/2006/main">
            <a:pathLst>
              <a:path w="325571" h="102784">
                <a:moveTo>
                  <a:pt x="13391" y="99527"/>
                </a:moveTo>
                <a:cubicBezTo>
                  <a:pt x="13391" y="99913"/>
                  <a:pt x="13294" y="100239"/>
                  <a:pt x="13101" y="100504"/>
                </a:cubicBezTo>
                <a:cubicBezTo>
                  <a:pt x="12908" y="100769"/>
                  <a:pt x="12595" y="100999"/>
                  <a:pt x="12160" y="101192"/>
                </a:cubicBezTo>
                <a:cubicBezTo>
                  <a:pt x="11726" y="101385"/>
                  <a:pt x="11123" y="101530"/>
                  <a:pt x="10351" y="101626"/>
                </a:cubicBezTo>
                <a:cubicBezTo>
                  <a:pt x="9579" y="101723"/>
                  <a:pt x="8589" y="101771"/>
                  <a:pt x="7383" y="101771"/>
                </a:cubicBezTo>
                <a:cubicBezTo>
                  <a:pt x="6225" y="101771"/>
                  <a:pt x="5260" y="101723"/>
                  <a:pt x="4488" y="101626"/>
                </a:cubicBezTo>
                <a:cubicBezTo>
                  <a:pt x="3716" y="101530"/>
                  <a:pt x="3100" y="101385"/>
                  <a:pt x="2642" y="101192"/>
                </a:cubicBezTo>
                <a:cubicBezTo>
                  <a:pt x="2184" y="100999"/>
                  <a:pt x="1870" y="100769"/>
                  <a:pt x="1701" y="100504"/>
                </a:cubicBezTo>
                <a:cubicBezTo>
                  <a:pt x="1532" y="100239"/>
                  <a:pt x="1448" y="99913"/>
                  <a:pt x="1448" y="99527"/>
                </a:cubicBezTo>
                <a:lnTo>
                  <a:pt x="1448" y="34382"/>
                </a:lnTo>
                <a:cubicBezTo>
                  <a:pt x="1448" y="34044"/>
                  <a:pt x="1532" y="33731"/>
                  <a:pt x="1701" y="33441"/>
                </a:cubicBezTo>
                <a:cubicBezTo>
                  <a:pt x="1870" y="33152"/>
                  <a:pt x="2184" y="32910"/>
                  <a:pt x="2642" y="32717"/>
                </a:cubicBezTo>
                <a:cubicBezTo>
                  <a:pt x="3100" y="32524"/>
                  <a:pt x="3716" y="32379"/>
                  <a:pt x="4488" y="32283"/>
                </a:cubicBezTo>
                <a:cubicBezTo>
                  <a:pt x="5260" y="32186"/>
                  <a:pt x="6225" y="32138"/>
                  <a:pt x="7383" y="32138"/>
                </a:cubicBezTo>
                <a:cubicBezTo>
                  <a:pt x="8589" y="32138"/>
                  <a:pt x="9579" y="32186"/>
                  <a:pt x="10351" y="32283"/>
                </a:cubicBezTo>
                <a:cubicBezTo>
                  <a:pt x="11123" y="32379"/>
                  <a:pt x="11726" y="32524"/>
                  <a:pt x="12160" y="32717"/>
                </a:cubicBezTo>
                <a:cubicBezTo>
                  <a:pt x="12595" y="32910"/>
                  <a:pt x="12908" y="33152"/>
                  <a:pt x="13101" y="33441"/>
                </a:cubicBezTo>
                <a:cubicBezTo>
                  <a:pt x="13294" y="33731"/>
                  <a:pt x="13391" y="34044"/>
                  <a:pt x="13391" y="34382"/>
                </a:cubicBezTo>
                <a:lnTo>
                  <a:pt x="13391" y="99527"/>
                </a:lnTo>
                <a:moveTo>
                  <a:pt x="14766" y="12305"/>
                </a:moveTo>
                <a:cubicBezTo>
                  <a:pt x="14766" y="15104"/>
                  <a:pt x="14235" y="17010"/>
                  <a:pt x="13174" y="18023"/>
                </a:cubicBezTo>
                <a:cubicBezTo>
                  <a:pt x="12112" y="19037"/>
                  <a:pt x="10158" y="19543"/>
                  <a:pt x="7311" y="19543"/>
                </a:cubicBezTo>
                <a:cubicBezTo>
                  <a:pt x="4512" y="19543"/>
                  <a:pt x="2594" y="19049"/>
                  <a:pt x="1556" y="18060"/>
                </a:cubicBezTo>
                <a:cubicBezTo>
                  <a:pt x="519" y="17070"/>
                  <a:pt x="0" y="15200"/>
                  <a:pt x="0" y="12450"/>
                </a:cubicBezTo>
                <a:cubicBezTo>
                  <a:pt x="0" y="9651"/>
                  <a:pt x="531" y="7745"/>
                  <a:pt x="1592" y="6732"/>
                </a:cubicBezTo>
                <a:cubicBezTo>
                  <a:pt x="2654" y="5718"/>
                  <a:pt x="4608" y="5212"/>
                  <a:pt x="7455" y="5212"/>
                </a:cubicBezTo>
                <a:cubicBezTo>
                  <a:pt x="10254" y="5212"/>
                  <a:pt x="12172" y="5706"/>
                  <a:pt x="13210" y="6695"/>
                </a:cubicBezTo>
                <a:cubicBezTo>
                  <a:pt x="14247" y="7685"/>
                  <a:pt x="14766" y="9555"/>
                  <a:pt x="14766" y="12305"/>
                </a:cubicBezTo>
                <a:close/>
                <a:moveTo>
                  <a:pt x="71109" y="7600"/>
                </a:moveTo>
                <a:cubicBezTo>
                  <a:pt x="71109" y="8517"/>
                  <a:pt x="71061" y="9253"/>
                  <a:pt x="70964" y="9808"/>
                </a:cubicBezTo>
                <a:cubicBezTo>
                  <a:pt x="70868" y="10363"/>
                  <a:pt x="70759" y="10809"/>
                  <a:pt x="70639" y="11147"/>
                </a:cubicBezTo>
                <a:cubicBezTo>
                  <a:pt x="70518" y="11485"/>
                  <a:pt x="70361" y="11714"/>
                  <a:pt x="70168" y="11835"/>
                </a:cubicBezTo>
                <a:cubicBezTo>
                  <a:pt x="69975" y="11955"/>
                  <a:pt x="69734" y="12016"/>
                  <a:pt x="69444" y="12016"/>
                </a:cubicBezTo>
                <a:cubicBezTo>
                  <a:pt x="69107" y="12016"/>
                  <a:pt x="68684" y="11907"/>
                  <a:pt x="68178" y="11690"/>
                </a:cubicBezTo>
                <a:cubicBezTo>
                  <a:pt x="67671" y="11473"/>
                  <a:pt x="67056" y="11231"/>
                  <a:pt x="66332" y="10966"/>
                </a:cubicBezTo>
                <a:cubicBezTo>
                  <a:pt x="65608" y="10701"/>
                  <a:pt x="64751" y="10459"/>
                  <a:pt x="63762" y="10242"/>
                </a:cubicBezTo>
                <a:cubicBezTo>
                  <a:pt x="62773" y="10025"/>
                  <a:pt x="61627" y="9917"/>
                  <a:pt x="60324" y="9917"/>
                </a:cubicBezTo>
                <a:cubicBezTo>
                  <a:pt x="58539" y="9917"/>
                  <a:pt x="57019" y="10205"/>
                  <a:pt x="55764" y="10783"/>
                </a:cubicBezTo>
                <a:cubicBezTo>
                  <a:pt x="54509" y="11360"/>
                  <a:pt x="53496" y="12262"/>
                  <a:pt x="52724" y="13488"/>
                </a:cubicBezTo>
                <a:cubicBezTo>
                  <a:pt x="51952" y="14714"/>
                  <a:pt x="51397" y="16301"/>
                  <a:pt x="51059" y="18250"/>
                </a:cubicBezTo>
                <a:cubicBezTo>
                  <a:pt x="50721" y="20198"/>
                  <a:pt x="50552" y="22567"/>
                  <a:pt x="50552" y="25357"/>
                </a:cubicBezTo>
                <a:lnTo>
                  <a:pt x="50552" y="32428"/>
                </a:lnTo>
                <a:lnTo>
                  <a:pt x="65101" y="32428"/>
                </a:lnTo>
                <a:cubicBezTo>
                  <a:pt x="65487" y="32428"/>
                  <a:pt x="65813" y="32512"/>
                  <a:pt x="66078" y="32681"/>
                </a:cubicBezTo>
                <a:cubicBezTo>
                  <a:pt x="66344" y="32850"/>
                  <a:pt x="66585" y="33139"/>
                  <a:pt x="66802" y="33550"/>
                </a:cubicBezTo>
                <a:cubicBezTo>
                  <a:pt x="67019" y="33960"/>
                  <a:pt x="67188" y="34479"/>
                  <a:pt x="67309" y="35106"/>
                </a:cubicBezTo>
                <a:cubicBezTo>
                  <a:pt x="67430" y="35733"/>
                  <a:pt x="67490" y="36505"/>
                  <a:pt x="67490" y="37422"/>
                </a:cubicBezTo>
                <a:cubicBezTo>
                  <a:pt x="67490" y="39159"/>
                  <a:pt x="67273" y="40414"/>
                  <a:pt x="66839" y="41186"/>
                </a:cubicBezTo>
                <a:cubicBezTo>
                  <a:pt x="66404" y="41958"/>
                  <a:pt x="65825" y="42344"/>
                  <a:pt x="65101" y="42344"/>
                </a:cubicBezTo>
                <a:lnTo>
                  <a:pt x="50552" y="42344"/>
                </a:lnTo>
                <a:lnTo>
                  <a:pt x="50552" y="99525"/>
                </a:lnTo>
                <a:cubicBezTo>
                  <a:pt x="50552" y="99911"/>
                  <a:pt x="50456" y="100237"/>
                  <a:pt x="50263" y="100504"/>
                </a:cubicBezTo>
                <a:cubicBezTo>
                  <a:pt x="50070" y="100769"/>
                  <a:pt x="49744" y="100999"/>
                  <a:pt x="49286" y="101192"/>
                </a:cubicBezTo>
                <a:cubicBezTo>
                  <a:pt x="48827" y="101385"/>
                  <a:pt x="48212" y="101530"/>
                  <a:pt x="47440" y="101626"/>
                </a:cubicBezTo>
                <a:cubicBezTo>
                  <a:pt x="46668" y="101723"/>
                  <a:pt x="45703" y="101771"/>
                  <a:pt x="44544" y="101771"/>
                </a:cubicBezTo>
                <a:cubicBezTo>
                  <a:pt x="43386" y="101771"/>
                  <a:pt x="42421" y="101723"/>
                  <a:pt x="41649" y="101626"/>
                </a:cubicBezTo>
                <a:cubicBezTo>
                  <a:pt x="40877" y="101530"/>
                  <a:pt x="40262" y="101385"/>
                  <a:pt x="39803" y="101192"/>
                </a:cubicBezTo>
                <a:cubicBezTo>
                  <a:pt x="39345" y="100999"/>
                  <a:pt x="39019" y="100769"/>
                  <a:pt x="38826" y="100504"/>
                </a:cubicBezTo>
                <a:cubicBezTo>
                  <a:pt x="38633" y="100237"/>
                  <a:pt x="38537" y="99911"/>
                  <a:pt x="38537" y="99525"/>
                </a:cubicBezTo>
                <a:lnTo>
                  <a:pt x="38537" y="42344"/>
                </a:lnTo>
                <a:lnTo>
                  <a:pt x="29344" y="42344"/>
                </a:lnTo>
                <a:cubicBezTo>
                  <a:pt x="28572" y="42344"/>
                  <a:pt x="27993" y="41958"/>
                  <a:pt x="27607" y="41186"/>
                </a:cubicBezTo>
                <a:cubicBezTo>
                  <a:pt x="27221" y="40414"/>
                  <a:pt x="27028" y="39159"/>
                  <a:pt x="27028" y="37422"/>
                </a:cubicBezTo>
                <a:cubicBezTo>
                  <a:pt x="27028" y="36505"/>
                  <a:pt x="27076" y="35733"/>
                  <a:pt x="27173" y="35106"/>
                </a:cubicBezTo>
                <a:cubicBezTo>
                  <a:pt x="27269" y="34479"/>
                  <a:pt x="27414" y="33960"/>
                  <a:pt x="27607" y="33550"/>
                </a:cubicBezTo>
                <a:cubicBezTo>
                  <a:pt x="27800" y="33139"/>
                  <a:pt x="28041" y="32850"/>
                  <a:pt x="28331" y="32681"/>
                </a:cubicBezTo>
                <a:cubicBezTo>
                  <a:pt x="28620" y="32512"/>
                  <a:pt x="28958" y="32428"/>
                  <a:pt x="29344" y="32428"/>
                </a:cubicBezTo>
                <a:lnTo>
                  <a:pt x="38537" y="32428"/>
                </a:lnTo>
                <a:lnTo>
                  <a:pt x="38537" y="25712"/>
                </a:lnTo>
                <a:cubicBezTo>
                  <a:pt x="38537" y="21185"/>
                  <a:pt x="38959" y="17297"/>
                  <a:pt x="39803" y="14047"/>
                </a:cubicBezTo>
                <a:cubicBezTo>
                  <a:pt x="40648" y="10797"/>
                  <a:pt x="41939" y="8137"/>
                  <a:pt x="43676" y="6067"/>
                </a:cubicBezTo>
                <a:cubicBezTo>
                  <a:pt x="45413" y="3996"/>
                  <a:pt x="47597" y="2468"/>
                  <a:pt x="50227" y="1482"/>
                </a:cubicBezTo>
                <a:cubicBezTo>
                  <a:pt x="52856" y="494"/>
                  <a:pt x="55957" y="0"/>
                  <a:pt x="59528" y="0"/>
                </a:cubicBezTo>
                <a:cubicBezTo>
                  <a:pt x="61217" y="0"/>
                  <a:pt x="62857" y="157"/>
                  <a:pt x="64450" y="470"/>
                </a:cubicBezTo>
                <a:cubicBezTo>
                  <a:pt x="66042" y="784"/>
                  <a:pt x="67273" y="1122"/>
                  <a:pt x="68141" y="1484"/>
                </a:cubicBezTo>
                <a:cubicBezTo>
                  <a:pt x="69010" y="1846"/>
                  <a:pt x="69589" y="2172"/>
                  <a:pt x="69879" y="2461"/>
                </a:cubicBezTo>
                <a:cubicBezTo>
                  <a:pt x="70168" y="2751"/>
                  <a:pt x="70409" y="3125"/>
                  <a:pt x="70602" y="3583"/>
                </a:cubicBezTo>
                <a:cubicBezTo>
                  <a:pt x="70795" y="4041"/>
                  <a:pt x="70928" y="4596"/>
                  <a:pt x="71001" y="5248"/>
                </a:cubicBezTo>
                <a:cubicBezTo>
                  <a:pt x="71073" y="5899"/>
                  <a:pt x="71109" y="6683"/>
                  <a:pt x="71109" y="7600"/>
                </a:cubicBezTo>
                <a:close/>
                <a:moveTo>
                  <a:pt x="96085" y="93483"/>
                </a:moveTo>
                <a:cubicBezTo>
                  <a:pt x="96085" y="96924"/>
                  <a:pt x="95518" y="99214"/>
                  <a:pt x="94384" y="100353"/>
                </a:cubicBezTo>
                <a:cubicBezTo>
                  <a:pt x="93250" y="101491"/>
                  <a:pt x="91187" y="102060"/>
                  <a:pt x="88195" y="102060"/>
                </a:cubicBezTo>
                <a:cubicBezTo>
                  <a:pt x="85300" y="102060"/>
                  <a:pt x="83297" y="101503"/>
                  <a:pt x="82187" y="100389"/>
                </a:cubicBezTo>
                <a:cubicBezTo>
                  <a:pt x="81077" y="99274"/>
                  <a:pt x="80523" y="97045"/>
                  <a:pt x="80523" y="93700"/>
                </a:cubicBezTo>
                <a:cubicBezTo>
                  <a:pt x="80523" y="90259"/>
                  <a:pt x="81090" y="87969"/>
                  <a:pt x="82224" y="86830"/>
                </a:cubicBezTo>
                <a:cubicBezTo>
                  <a:pt x="83358" y="85692"/>
                  <a:pt x="85420" y="85123"/>
                  <a:pt x="88412" y="85123"/>
                </a:cubicBezTo>
                <a:cubicBezTo>
                  <a:pt x="91308" y="85123"/>
                  <a:pt x="93310" y="85680"/>
                  <a:pt x="94420" y="86794"/>
                </a:cubicBezTo>
                <a:cubicBezTo>
                  <a:pt x="95530" y="87909"/>
                  <a:pt x="96085" y="90138"/>
                  <a:pt x="96085" y="93483"/>
                </a:cubicBezTo>
                <a:close/>
                <a:moveTo>
                  <a:pt x="173643" y="64132"/>
                </a:moveTo>
                <a:cubicBezTo>
                  <a:pt x="173643" y="66013"/>
                  <a:pt x="173173" y="67353"/>
                  <a:pt x="172232" y="68149"/>
                </a:cubicBezTo>
                <a:cubicBezTo>
                  <a:pt x="171291" y="68945"/>
                  <a:pt x="170217" y="69343"/>
                  <a:pt x="169011" y="69343"/>
                </a:cubicBezTo>
                <a:lnTo>
                  <a:pt x="126304" y="69343"/>
                </a:lnTo>
                <a:cubicBezTo>
                  <a:pt x="126304" y="72973"/>
                  <a:pt x="126666" y="76240"/>
                  <a:pt x="127390" y="79144"/>
                </a:cubicBezTo>
                <a:cubicBezTo>
                  <a:pt x="128114" y="82049"/>
                  <a:pt x="129320" y="84541"/>
                  <a:pt x="131009" y="86622"/>
                </a:cubicBezTo>
                <a:cubicBezTo>
                  <a:pt x="132698" y="88703"/>
                  <a:pt x="134894" y="90301"/>
                  <a:pt x="137596" y="91415"/>
                </a:cubicBezTo>
                <a:cubicBezTo>
                  <a:pt x="140299" y="92528"/>
                  <a:pt x="143604" y="93085"/>
                  <a:pt x="147513" y="93085"/>
                </a:cubicBezTo>
                <a:cubicBezTo>
                  <a:pt x="150601" y="93085"/>
                  <a:pt x="153352" y="92831"/>
                  <a:pt x="155764" y="92325"/>
                </a:cubicBezTo>
                <a:cubicBezTo>
                  <a:pt x="158177" y="91818"/>
                  <a:pt x="160264" y="91251"/>
                  <a:pt x="162026" y="90624"/>
                </a:cubicBezTo>
                <a:cubicBezTo>
                  <a:pt x="163787" y="89996"/>
                  <a:pt x="165235" y="89429"/>
                  <a:pt x="166369" y="88923"/>
                </a:cubicBezTo>
                <a:cubicBezTo>
                  <a:pt x="167503" y="88416"/>
                  <a:pt x="168359" y="88163"/>
                  <a:pt x="168938" y="88163"/>
                </a:cubicBezTo>
                <a:cubicBezTo>
                  <a:pt x="169276" y="88163"/>
                  <a:pt x="169578" y="88247"/>
                  <a:pt x="169843" y="88416"/>
                </a:cubicBezTo>
                <a:cubicBezTo>
                  <a:pt x="170108" y="88585"/>
                  <a:pt x="170313" y="88838"/>
                  <a:pt x="170458" y="89176"/>
                </a:cubicBezTo>
                <a:cubicBezTo>
                  <a:pt x="170603" y="89514"/>
                  <a:pt x="170712" y="89984"/>
                  <a:pt x="170784" y="90588"/>
                </a:cubicBezTo>
                <a:cubicBezTo>
                  <a:pt x="170856" y="91191"/>
                  <a:pt x="170893" y="91927"/>
                  <a:pt x="170893" y="92795"/>
                </a:cubicBezTo>
                <a:cubicBezTo>
                  <a:pt x="170893" y="93423"/>
                  <a:pt x="170868" y="93965"/>
                  <a:pt x="170820" y="94424"/>
                </a:cubicBezTo>
                <a:cubicBezTo>
                  <a:pt x="170772" y="94882"/>
                  <a:pt x="170712" y="95292"/>
                  <a:pt x="170639" y="95654"/>
                </a:cubicBezTo>
                <a:cubicBezTo>
                  <a:pt x="170567" y="96016"/>
                  <a:pt x="170446" y="96342"/>
                  <a:pt x="170277" y="96632"/>
                </a:cubicBezTo>
                <a:cubicBezTo>
                  <a:pt x="170108" y="96921"/>
                  <a:pt x="169891" y="97199"/>
                  <a:pt x="169626" y="97464"/>
                </a:cubicBezTo>
                <a:cubicBezTo>
                  <a:pt x="169360" y="97729"/>
                  <a:pt x="168576" y="98164"/>
                  <a:pt x="167273" y="98767"/>
                </a:cubicBezTo>
                <a:cubicBezTo>
                  <a:pt x="165970" y="99370"/>
                  <a:pt x="164282" y="99961"/>
                  <a:pt x="162207" y="100540"/>
                </a:cubicBezTo>
                <a:cubicBezTo>
                  <a:pt x="160132" y="101119"/>
                  <a:pt x="157731" y="101638"/>
                  <a:pt x="155004" y="102097"/>
                </a:cubicBezTo>
                <a:cubicBezTo>
                  <a:pt x="152278" y="102555"/>
                  <a:pt x="149371" y="102784"/>
                  <a:pt x="146282" y="102784"/>
                </a:cubicBezTo>
                <a:cubicBezTo>
                  <a:pt x="140926" y="102784"/>
                  <a:pt x="136233" y="102035"/>
                  <a:pt x="132204" y="100538"/>
                </a:cubicBezTo>
                <a:cubicBezTo>
                  <a:pt x="128174" y="99041"/>
                  <a:pt x="124784" y="96819"/>
                  <a:pt x="122034" y="93872"/>
                </a:cubicBezTo>
                <a:cubicBezTo>
                  <a:pt x="119283" y="90925"/>
                  <a:pt x="117208" y="87230"/>
                  <a:pt x="115809" y="82786"/>
                </a:cubicBezTo>
                <a:cubicBezTo>
                  <a:pt x="114410" y="78342"/>
                  <a:pt x="113710" y="73173"/>
                  <a:pt x="113710" y="67280"/>
                </a:cubicBezTo>
                <a:cubicBezTo>
                  <a:pt x="113710" y="61677"/>
                  <a:pt x="114434" y="56641"/>
                  <a:pt x="115881" y="52172"/>
                </a:cubicBezTo>
                <a:cubicBezTo>
                  <a:pt x="117329" y="47704"/>
                  <a:pt x="119416" y="43912"/>
                  <a:pt x="122142" y="40797"/>
                </a:cubicBezTo>
                <a:cubicBezTo>
                  <a:pt x="124869" y="37681"/>
                  <a:pt x="128162" y="35291"/>
                  <a:pt x="132023" y="33624"/>
                </a:cubicBezTo>
                <a:cubicBezTo>
                  <a:pt x="135883" y="31958"/>
                  <a:pt x="140202" y="31125"/>
                  <a:pt x="144979" y="31125"/>
                </a:cubicBezTo>
                <a:cubicBezTo>
                  <a:pt x="150094" y="31125"/>
                  <a:pt x="154449" y="31945"/>
                  <a:pt x="158045" y="33586"/>
                </a:cubicBezTo>
                <a:cubicBezTo>
                  <a:pt x="161640" y="35226"/>
                  <a:pt x="164595" y="37434"/>
                  <a:pt x="166911" y="40209"/>
                </a:cubicBezTo>
                <a:cubicBezTo>
                  <a:pt x="169228" y="42984"/>
                  <a:pt x="170929" y="46241"/>
                  <a:pt x="172014" y="49981"/>
                </a:cubicBezTo>
                <a:cubicBezTo>
                  <a:pt x="173100" y="53720"/>
                  <a:pt x="173643" y="57714"/>
                  <a:pt x="173643" y="61960"/>
                </a:cubicBezTo>
                <a:lnTo>
                  <a:pt x="173643" y="64132"/>
                </a:lnTo>
                <a:moveTo>
                  <a:pt x="161628" y="60585"/>
                </a:moveTo>
                <a:cubicBezTo>
                  <a:pt x="161772" y="54312"/>
                  <a:pt x="160385" y="49389"/>
                  <a:pt x="157465" y="45819"/>
                </a:cubicBezTo>
                <a:cubicBezTo>
                  <a:pt x="154546" y="42248"/>
                  <a:pt x="150215" y="40462"/>
                  <a:pt x="144473" y="40462"/>
                </a:cubicBezTo>
                <a:cubicBezTo>
                  <a:pt x="141529" y="40462"/>
                  <a:pt x="138947" y="41017"/>
                  <a:pt x="136728" y="42127"/>
                </a:cubicBezTo>
                <a:cubicBezTo>
                  <a:pt x="134508" y="43237"/>
                  <a:pt x="132650" y="44709"/>
                  <a:pt x="131154" y="46542"/>
                </a:cubicBezTo>
                <a:cubicBezTo>
                  <a:pt x="129658" y="48376"/>
                  <a:pt x="128500" y="50511"/>
                  <a:pt x="127680" y="52948"/>
                </a:cubicBezTo>
                <a:cubicBezTo>
                  <a:pt x="126859" y="55385"/>
                  <a:pt x="126401" y="57931"/>
                  <a:pt x="126304" y="60585"/>
                </a:cubicBezTo>
                <a:lnTo>
                  <a:pt x="161628" y="60585"/>
                </a:lnTo>
                <a:close/>
                <a:moveTo>
                  <a:pt x="248004" y="99527"/>
                </a:moveTo>
                <a:cubicBezTo>
                  <a:pt x="248004" y="99913"/>
                  <a:pt x="247907" y="100239"/>
                  <a:pt x="247714" y="100504"/>
                </a:cubicBezTo>
                <a:cubicBezTo>
                  <a:pt x="247521" y="100769"/>
                  <a:pt x="247207" y="100999"/>
                  <a:pt x="246773" y="101192"/>
                </a:cubicBezTo>
                <a:cubicBezTo>
                  <a:pt x="246339" y="101385"/>
                  <a:pt x="245736" y="101530"/>
                  <a:pt x="244964" y="101626"/>
                </a:cubicBezTo>
                <a:cubicBezTo>
                  <a:pt x="244191" y="101723"/>
                  <a:pt x="243226" y="101771"/>
                  <a:pt x="242068" y="101771"/>
                </a:cubicBezTo>
                <a:cubicBezTo>
                  <a:pt x="240862" y="101771"/>
                  <a:pt x="239873" y="101723"/>
                  <a:pt x="239100" y="101626"/>
                </a:cubicBezTo>
                <a:cubicBezTo>
                  <a:pt x="238328" y="101530"/>
                  <a:pt x="237725" y="101385"/>
                  <a:pt x="237291" y="101192"/>
                </a:cubicBezTo>
                <a:cubicBezTo>
                  <a:pt x="236857" y="100999"/>
                  <a:pt x="236543" y="100769"/>
                  <a:pt x="236350" y="100504"/>
                </a:cubicBezTo>
                <a:cubicBezTo>
                  <a:pt x="236157" y="100239"/>
                  <a:pt x="236060" y="99913"/>
                  <a:pt x="236060" y="99527"/>
                </a:cubicBezTo>
                <a:lnTo>
                  <a:pt x="236060" y="61381"/>
                </a:lnTo>
                <a:cubicBezTo>
                  <a:pt x="236060" y="57665"/>
                  <a:pt x="235771" y="54673"/>
                  <a:pt x="235192" y="52405"/>
                </a:cubicBezTo>
                <a:cubicBezTo>
                  <a:pt x="234613" y="50137"/>
                  <a:pt x="233768" y="48183"/>
                  <a:pt x="232658" y="46542"/>
                </a:cubicBezTo>
                <a:cubicBezTo>
                  <a:pt x="231548" y="44902"/>
                  <a:pt x="230113" y="43647"/>
                  <a:pt x="228352" y="42778"/>
                </a:cubicBezTo>
                <a:cubicBezTo>
                  <a:pt x="226590" y="41910"/>
                  <a:pt x="224551" y="41476"/>
                  <a:pt x="222235" y="41476"/>
                </a:cubicBezTo>
                <a:cubicBezTo>
                  <a:pt x="219243" y="41476"/>
                  <a:pt x="216251" y="42537"/>
                  <a:pt x="213260" y="44660"/>
                </a:cubicBezTo>
                <a:cubicBezTo>
                  <a:pt x="210268" y="46784"/>
                  <a:pt x="207131" y="49896"/>
                  <a:pt x="203850" y="53998"/>
                </a:cubicBezTo>
                <a:lnTo>
                  <a:pt x="203850" y="99527"/>
                </a:lnTo>
                <a:cubicBezTo>
                  <a:pt x="203850" y="99913"/>
                  <a:pt x="203753" y="100239"/>
                  <a:pt x="203560" y="100504"/>
                </a:cubicBezTo>
                <a:cubicBezTo>
                  <a:pt x="203367" y="100769"/>
                  <a:pt x="203054" y="100999"/>
                  <a:pt x="202619" y="101192"/>
                </a:cubicBezTo>
                <a:cubicBezTo>
                  <a:pt x="202185" y="101385"/>
                  <a:pt x="201582" y="101530"/>
                  <a:pt x="200810" y="101626"/>
                </a:cubicBezTo>
                <a:cubicBezTo>
                  <a:pt x="200038" y="101723"/>
                  <a:pt x="199048" y="101771"/>
                  <a:pt x="197842" y="101771"/>
                </a:cubicBezTo>
                <a:cubicBezTo>
                  <a:pt x="196684" y="101771"/>
                  <a:pt x="195719" y="101723"/>
                  <a:pt x="194947" y="101626"/>
                </a:cubicBezTo>
                <a:cubicBezTo>
                  <a:pt x="194175" y="101530"/>
                  <a:pt x="193559" y="101385"/>
                  <a:pt x="193101" y="101192"/>
                </a:cubicBezTo>
                <a:cubicBezTo>
                  <a:pt x="192643" y="100999"/>
                  <a:pt x="192329" y="100769"/>
                  <a:pt x="192160" y="100504"/>
                </a:cubicBezTo>
                <a:cubicBezTo>
                  <a:pt x="191991" y="100239"/>
                  <a:pt x="191907" y="99913"/>
                  <a:pt x="191907" y="99527"/>
                </a:cubicBezTo>
                <a:lnTo>
                  <a:pt x="191907" y="34382"/>
                </a:lnTo>
                <a:cubicBezTo>
                  <a:pt x="191907" y="33996"/>
                  <a:pt x="191979" y="33670"/>
                  <a:pt x="192124" y="33405"/>
                </a:cubicBezTo>
                <a:cubicBezTo>
                  <a:pt x="192269" y="33139"/>
                  <a:pt x="192558" y="32898"/>
                  <a:pt x="192992" y="32681"/>
                </a:cubicBezTo>
                <a:cubicBezTo>
                  <a:pt x="193427" y="32464"/>
                  <a:pt x="193982" y="32319"/>
                  <a:pt x="194657" y="32247"/>
                </a:cubicBezTo>
                <a:cubicBezTo>
                  <a:pt x="195333" y="32174"/>
                  <a:pt x="196225" y="32138"/>
                  <a:pt x="197335" y="32138"/>
                </a:cubicBezTo>
                <a:cubicBezTo>
                  <a:pt x="198397" y="32138"/>
                  <a:pt x="199278" y="32174"/>
                  <a:pt x="199977" y="32247"/>
                </a:cubicBezTo>
                <a:cubicBezTo>
                  <a:pt x="200677" y="32319"/>
                  <a:pt x="201220" y="32464"/>
                  <a:pt x="201606" y="32681"/>
                </a:cubicBezTo>
                <a:cubicBezTo>
                  <a:pt x="201992" y="32898"/>
                  <a:pt x="202269" y="33139"/>
                  <a:pt x="202438" y="33405"/>
                </a:cubicBezTo>
                <a:cubicBezTo>
                  <a:pt x="202607" y="33670"/>
                  <a:pt x="202692" y="33996"/>
                  <a:pt x="202692" y="34382"/>
                </a:cubicBezTo>
                <a:lnTo>
                  <a:pt x="202692" y="42996"/>
                </a:lnTo>
                <a:cubicBezTo>
                  <a:pt x="206359" y="38894"/>
                  <a:pt x="210014" y="35890"/>
                  <a:pt x="213658" y="33984"/>
                </a:cubicBezTo>
                <a:cubicBezTo>
                  <a:pt x="217301" y="32078"/>
                  <a:pt x="220981" y="31125"/>
                  <a:pt x="224696" y="31125"/>
                </a:cubicBezTo>
                <a:cubicBezTo>
                  <a:pt x="229039" y="31125"/>
                  <a:pt x="232695" y="31861"/>
                  <a:pt x="235662" y="33332"/>
                </a:cubicBezTo>
                <a:cubicBezTo>
                  <a:pt x="238630" y="34804"/>
                  <a:pt x="241031" y="36771"/>
                  <a:pt x="242864" y="39232"/>
                </a:cubicBezTo>
                <a:cubicBezTo>
                  <a:pt x="244698" y="41693"/>
                  <a:pt x="246013" y="44576"/>
                  <a:pt x="246809" y="47881"/>
                </a:cubicBezTo>
                <a:cubicBezTo>
                  <a:pt x="247605" y="51187"/>
                  <a:pt x="248004" y="55156"/>
                  <a:pt x="248004" y="59789"/>
                </a:cubicBezTo>
                <a:lnTo>
                  <a:pt x="248004" y="99527"/>
                </a:lnTo>
                <a:close/>
                <a:moveTo>
                  <a:pt x="325571" y="99525"/>
                </a:moveTo>
                <a:cubicBezTo>
                  <a:pt x="325571" y="99911"/>
                  <a:pt x="325486" y="100249"/>
                  <a:pt x="325317" y="100540"/>
                </a:cubicBezTo>
                <a:cubicBezTo>
                  <a:pt x="325148" y="100830"/>
                  <a:pt x="324859" y="101059"/>
                  <a:pt x="324449" y="101228"/>
                </a:cubicBezTo>
                <a:cubicBezTo>
                  <a:pt x="324039" y="101397"/>
                  <a:pt x="323496" y="101530"/>
                  <a:pt x="322820" y="101626"/>
                </a:cubicBezTo>
                <a:cubicBezTo>
                  <a:pt x="322145" y="101723"/>
                  <a:pt x="321324" y="101771"/>
                  <a:pt x="320359" y="101771"/>
                </a:cubicBezTo>
                <a:cubicBezTo>
                  <a:pt x="319346" y="101771"/>
                  <a:pt x="318501" y="101723"/>
                  <a:pt x="317826" y="101626"/>
                </a:cubicBezTo>
                <a:cubicBezTo>
                  <a:pt x="317150" y="101531"/>
                  <a:pt x="316595" y="101400"/>
                  <a:pt x="316161" y="101232"/>
                </a:cubicBezTo>
                <a:cubicBezTo>
                  <a:pt x="315727" y="101064"/>
                  <a:pt x="315413" y="100835"/>
                  <a:pt x="315220" y="100547"/>
                </a:cubicBezTo>
                <a:cubicBezTo>
                  <a:pt x="315027" y="100259"/>
                  <a:pt x="314930" y="99924"/>
                  <a:pt x="314930" y="99540"/>
                </a:cubicBezTo>
                <a:lnTo>
                  <a:pt x="314930" y="90974"/>
                </a:lnTo>
                <a:cubicBezTo>
                  <a:pt x="311504" y="94693"/>
                  <a:pt x="307945" y="97591"/>
                  <a:pt x="304254" y="99669"/>
                </a:cubicBezTo>
                <a:cubicBezTo>
                  <a:pt x="300562" y="101746"/>
                  <a:pt x="296521" y="102784"/>
                  <a:pt x="292130" y="102784"/>
                </a:cubicBezTo>
                <a:cubicBezTo>
                  <a:pt x="287352" y="102784"/>
                  <a:pt x="283275" y="101854"/>
                  <a:pt x="279897" y="99995"/>
                </a:cubicBezTo>
                <a:cubicBezTo>
                  <a:pt x="276519" y="98136"/>
                  <a:pt x="273780" y="95624"/>
                  <a:pt x="271681" y="92461"/>
                </a:cubicBezTo>
                <a:cubicBezTo>
                  <a:pt x="269582" y="89295"/>
                  <a:pt x="268050" y="85576"/>
                  <a:pt x="267085" y="81302"/>
                </a:cubicBezTo>
                <a:cubicBezTo>
                  <a:pt x="266120" y="77027"/>
                  <a:pt x="265637" y="72522"/>
                  <a:pt x="265637" y="67787"/>
                </a:cubicBezTo>
                <a:cubicBezTo>
                  <a:pt x="265637" y="62185"/>
                  <a:pt x="266241" y="57125"/>
                  <a:pt x="267447" y="52609"/>
                </a:cubicBezTo>
                <a:cubicBezTo>
                  <a:pt x="268653" y="48093"/>
                  <a:pt x="270439" y="44240"/>
                  <a:pt x="272803" y="41053"/>
                </a:cubicBezTo>
                <a:cubicBezTo>
                  <a:pt x="275168" y="37863"/>
                  <a:pt x="278099" y="35411"/>
                  <a:pt x="281598" y="33697"/>
                </a:cubicBezTo>
                <a:cubicBezTo>
                  <a:pt x="285096" y="31982"/>
                  <a:pt x="289138" y="31125"/>
                  <a:pt x="293722" y="31125"/>
                </a:cubicBezTo>
                <a:cubicBezTo>
                  <a:pt x="297534" y="31125"/>
                  <a:pt x="301021" y="31958"/>
                  <a:pt x="304181" y="33624"/>
                </a:cubicBezTo>
                <a:cubicBezTo>
                  <a:pt x="307342" y="35291"/>
                  <a:pt x="310467" y="37742"/>
                  <a:pt x="313555" y="40978"/>
                </a:cubicBezTo>
                <a:lnTo>
                  <a:pt x="313555" y="3045"/>
                </a:lnTo>
                <a:cubicBezTo>
                  <a:pt x="313555" y="2707"/>
                  <a:pt x="313639" y="2381"/>
                  <a:pt x="313808" y="2067"/>
                </a:cubicBezTo>
                <a:cubicBezTo>
                  <a:pt x="313977" y="1752"/>
                  <a:pt x="314303" y="1510"/>
                  <a:pt x="314786" y="1341"/>
                </a:cubicBezTo>
                <a:cubicBezTo>
                  <a:pt x="315268" y="1171"/>
                  <a:pt x="315883" y="1025"/>
                  <a:pt x="316631" y="905"/>
                </a:cubicBezTo>
                <a:cubicBezTo>
                  <a:pt x="317379" y="784"/>
                  <a:pt x="318332" y="724"/>
                  <a:pt x="319490" y="724"/>
                </a:cubicBezTo>
                <a:cubicBezTo>
                  <a:pt x="320697" y="724"/>
                  <a:pt x="321686" y="784"/>
                  <a:pt x="322458" y="905"/>
                </a:cubicBezTo>
                <a:cubicBezTo>
                  <a:pt x="323230" y="1025"/>
                  <a:pt x="323833" y="1170"/>
                  <a:pt x="324268" y="1339"/>
                </a:cubicBezTo>
                <a:cubicBezTo>
                  <a:pt x="324702" y="1508"/>
                  <a:pt x="325028" y="1750"/>
                  <a:pt x="325245" y="2065"/>
                </a:cubicBezTo>
                <a:cubicBezTo>
                  <a:pt x="325462" y="2379"/>
                  <a:pt x="325571" y="2705"/>
                  <a:pt x="325571" y="3042"/>
                </a:cubicBezTo>
                <a:lnTo>
                  <a:pt x="325571" y="99525"/>
                </a:lnTo>
                <a:moveTo>
                  <a:pt x="313555" y="53731"/>
                </a:moveTo>
                <a:cubicBezTo>
                  <a:pt x="310322" y="49718"/>
                  <a:pt x="307197" y="46661"/>
                  <a:pt x="304181" y="44559"/>
                </a:cubicBezTo>
                <a:cubicBezTo>
                  <a:pt x="301165" y="42455"/>
                  <a:pt x="298017" y="41403"/>
                  <a:pt x="294735" y="41403"/>
                </a:cubicBezTo>
                <a:cubicBezTo>
                  <a:pt x="291695" y="41403"/>
                  <a:pt x="289114" y="42129"/>
                  <a:pt x="286990" y="43579"/>
                </a:cubicBezTo>
                <a:cubicBezTo>
                  <a:pt x="284867" y="45028"/>
                  <a:pt x="283142" y="46937"/>
                  <a:pt x="281815" y="49304"/>
                </a:cubicBezTo>
                <a:cubicBezTo>
                  <a:pt x="280488" y="51672"/>
                  <a:pt x="279523" y="54354"/>
                  <a:pt x="278920" y="57350"/>
                </a:cubicBezTo>
                <a:cubicBezTo>
                  <a:pt x="278316" y="60346"/>
                  <a:pt x="278015" y="63391"/>
                  <a:pt x="278015" y="66484"/>
                </a:cubicBezTo>
                <a:cubicBezTo>
                  <a:pt x="278015" y="69770"/>
                  <a:pt x="278268" y="72983"/>
                  <a:pt x="278775" y="76125"/>
                </a:cubicBezTo>
                <a:cubicBezTo>
                  <a:pt x="279282" y="79266"/>
                  <a:pt x="280162" y="82056"/>
                  <a:pt x="281417" y="84496"/>
                </a:cubicBezTo>
                <a:cubicBezTo>
                  <a:pt x="282672" y="86936"/>
                  <a:pt x="284336" y="88893"/>
                  <a:pt x="286411" y="90368"/>
                </a:cubicBezTo>
                <a:cubicBezTo>
                  <a:pt x="288486" y="91841"/>
                  <a:pt x="291092" y="92578"/>
                  <a:pt x="294229" y="92578"/>
                </a:cubicBezTo>
                <a:cubicBezTo>
                  <a:pt x="295821" y="92578"/>
                  <a:pt x="297353" y="92361"/>
                  <a:pt x="298825" y="91927"/>
                </a:cubicBezTo>
                <a:cubicBezTo>
                  <a:pt x="300297" y="91491"/>
                  <a:pt x="301805" y="90766"/>
                  <a:pt x="303349" y="89751"/>
                </a:cubicBezTo>
                <a:cubicBezTo>
                  <a:pt x="304893" y="88736"/>
                  <a:pt x="306510" y="87419"/>
                  <a:pt x="308199" y="85799"/>
                </a:cubicBezTo>
                <a:cubicBezTo>
                  <a:pt x="309888" y="84179"/>
                  <a:pt x="311673" y="82185"/>
                  <a:pt x="313555" y="79816"/>
                </a:cubicBezTo>
                <a:lnTo>
                  <a:pt x="313555" y="53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E9131-3E40-49D0-BCAD-AD37C556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903" y="1817944"/>
            <a:ext cx="856832" cy="820266"/>
          </a:xfrm>
          <a:custGeom xmlns:a="http://schemas.openxmlformats.org/drawingml/2006/main">
            <a:pathLst>
              <a:path w="856832" h="820266" fill="none">
                <a:moveTo>
                  <a:pt x="0" y="820266"/>
                </a:moveTo>
                <a:lnTo>
                  <a:pt x="856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C55A11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2FF69-21DA-425E-BF10-32FECA8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581" y="1777919"/>
            <a:ext cx="71156" cy="69673"/>
          </a:xfrm>
          <a:custGeom xmlns:a="http://schemas.openxmlformats.org/drawingml/2006/main">
            <a:pathLst>
              <a:path w="71156" h="69673">
                <a:moveTo>
                  <a:pt x="0" y="21742"/>
                </a:moveTo>
                <a:lnTo>
                  <a:pt x="71156" y="0"/>
                </a:lnTo>
                <a:lnTo>
                  <a:pt x="45955" y="69673"/>
                </a:lnTo>
                <a:lnTo>
                  <a:pt x="0" y="21742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E4FD1-D37A-4058-B444-B70631A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728" y="2648093"/>
            <a:ext cx="1291177" cy="219891"/>
          </a:xfrm>
          <a:custGeom xmlns:a="http://schemas.openxmlformats.org/drawingml/2006/main">
            <a:pathLst>
              <a:path w="1291177" h="219891" fill="none">
                <a:moveTo>
                  <a:pt x="1291177" y="2198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C55A11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0A178-619C-40B0-8CED-49D020A9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903" y="2616962"/>
            <a:ext cx="70661" cy="65226"/>
          </a:xfrm>
          <a:custGeom xmlns:a="http://schemas.openxmlformats.org/drawingml/2006/main">
            <a:pathLst>
              <a:path w="70661" h="65226">
                <a:moveTo>
                  <a:pt x="59790" y="65226"/>
                </a:moveTo>
                <a:lnTo>
                  <a:pt x="0" y="21248"/>
                </a:lnTo>
                <a:lnTo>
                  <a:pt x="70661" y="0"/>
                </a:lnTo>
                <a:lnTo>
                  <a:pt x="59790" y="65226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call.func">
            <a:extLst xmlns:a="http://schemas.openxmlformats.org/drawingml/2006/main">
              <a:ext uri="{FF2B5EF4-FFF2-40B4-BE49-F238E27FC236}">
                <a16:creationId xmlns:a16="http://schemas.microsoft.com/office/drawing/2014/main" id="{C2EDEA27-D7B0-4E8A-9CCB-662D240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027" y="2110928"/>
            <a:ext cx="491341" cy="102784"/>
          </a:xfrm>
          <a:custGeom xmlns:a="http://schemas.openxmlformats.org/drawingml/2006/main">
            <a:pathLst>
              <a:path w="491341" h="102784">
                <a:moveTo>
                  <a:pt x="51392" y="89683"/>
                </a:moveTo>
                <a:cubicBezTo>
                  <a:pt x="51392" y="90503"/>
                  <a:pt x="51368" y="91215"/>
                  <a:pt x="51320" y="91818"/>
                </a:cubicBezTo>
                <a:cubicBezTo>
                  <a:pt x="51271" y="92421"/>
                  <a:pt x="51187" y="92928"/>
                  <a:pt x="51066" y="93338"/>
                </a:cubicBezTo>
                <a:cubicBezTo>
                  <a:pt x="50946" y="93748"/>
                  <a:pt x="50801" y="94110"/>
                  <a:pt x="50632" y="94424"/>
                </a:cubicBezTo>
                <a:cubicBezTo>
                  <a:pt x="50463" y="94738"/>
                  <a:pt x="50077" y="95196"/>
                  <a:pt x="49474" y="95799"/>
                </a:cubicBezTo>
                <a:cubicBezTo>
                  <a:pt x="48871" y="96402"/>
                  <a:pt x="47845" y="97150"/>
                  <a:pt x="46398" y="98043"/>
                </a:cubicBezTo>
                <a:cubicBezTo>
                  <a:pt x="44950" y="98936"/>
                  <a:pt x="43321" y="99732"/>
                  <a:pt x="41512" y="100432"/>
                </a:cubicBezTo>
                <a:cubicBezTo>
                  <a:pt x="39702" y="101131"/>
                  <a:pt x="37736" y="101698"/>
                  <a:pt x="35613" y="102133"/>
                </a:cubicBezTo>
                <a:cubicBezTo>
                  <a:pt x="33489" y="102567"/>
                  <a:pt x="31294" y="102784"/>
                  <a:pt x="29026" y="102784"/>
                </a:cubicBezTo>
                <a:cubicBezTo>
                  <a:pt x="24345" y="102784"/>
                  <a:pt x="20195" y="102011"/>
                  <a:pt x="16576" y="100463"/>
                </a:cubicBezTo>
                <a:cubicBezTo>
                  <a:pt x="12957" y="98916"/>
                  <a:pt x="9929" y="96656"/>
                  <a:pt x="7492" y="93682"/>
                </a:cubicBezTo>
                <a:cubicBezTo>
                  <a:pt x="5055" y="90708"/>
                  <a:pt x="3197" y="87057"/>
                  <a:pt x="1918" y="82729"/>
                </a:cubicBezTo>
                <a:cubicBezTo>
                  <a:pt x="639" y="78402"/>
                  <a:pt x="0" y="73409"/>
                  <a:pt x="0" y="67753"/>
                </a:cubicBezTo>
                <a:cubicBezTo>
                  <a:pt x="0" y="61321"/>
                  <a:pt x="784" y="55797"/>
                  <a:pt x="2352" y="51179"/>
                </a:cubicBezTo>
                <a:cubicBezTo>
                  <a:pt x="3921" y="46562"/>
                  <a:pt x="6068" y="42778"/>
                  <a:pt x="8795" y="39829"/>
                </a:cubicBezTo>
                <a:cubicBezTo>
                  <a:pt x="11521" y="36879"/>
                  <a:pt x="14730" y="34691"/>
                  <a:pt x="18422" y="33265"/>
                </a:cubicBezTo>
                <a:cubicBezTo>
                  <a:pt x="22113" y="31838"/>
                  <a:pt x="26106" y="31125"/>
                  <a:pt x="30401" y="31125"/>
                </a:cubicBezTo>
                <a:cubicBezTo>
                  <a:pt x="32476" y="31125"/>
                  <a:pt x="34491" y="31318"/>
                  <a:pt x="36445" y="31704"/>
                </a:cubicBezTo>
                <a:cubicBezTo>
                  <a:pt x="38399" y="32090"/>
                  <a:pt x="40197" y="32597"/>
                  <a:pt x="41837" y="33224"/>
                </a:cubicBezTo>
                <a:cubicBezTo>
                  <a:pt x="43478" y="33851"/>
                  <a:pt x="44938" y="34575"/>
                  <a:pt x="46217" y="35395"/>
                </a:cubicBezTo>
                <a:cubicBezTo>
                  <a:pt x="47495" y="36216"/>
                  <a:pt x="48424" y="36915"/>
                  <a:pt x="49003" y="37495"/>
                </a:cubicBezTo>
                <a:cubicBezTo>
                  <a:pt x="49583" y="38074"/>
                  <a:pt x="49981" y="38532"/>
                  <a:pt x="50198" y="38870"/>
                </a:cubicBezTo>
                <a:cubicBezTo>
                  <a:pt x="50415" y="39208"/>
                  <a:pt x="50596" y="39606"/>
                  <a:pt x="50741" y="40064"/>
                </a:cubicBezTo>
                <a:cubicBezTo>
                  <a:pt x="50885" y="40523"/>
                  <a:pt x="50982" y="41041"/>
                  <a:pt x="51030" y="41620"/>
                </a:cubicBezTo>
                <a:cubicBezTo>
                  <a:pt x="51078" y="42199"/>
                  <a:pt x="51103" y="42923"/>
                  <a:pt x="51103" y="43792"/>
                </a:cubicBezTo>
                <a:cubicBezTo>
                  <a:pt x="51103" y="45674"/>
                  <a:pt x="50885" y="46989"/>
                  <a:pt x="50451" y="47737"/>
                </a:cubicBezTo>
                <a:cubicBezTo>
                  <a:pt x="50017" y="48485"/>
                  <a:pt x="49486" y="48859"/>
                  <a:pt x="48859" y="48859"/>
                </a:cubicBezTo>
                <a:cubicBezTo>
                  <a:pt x="48135" y="48859"/>
                  <a:pt x="47302" y="48461"/>
                  <a:pt x="46361" y="47664"/>
                </a:cubicBezTo>
                <a:cubicBezTo>
                  <a:pt x="45420" y="46868"/>
                  <a:pt x="44226" y="45987"/>
                  <a:pt x="42778" y="45022"/>
                </a:cubicBezTo>
                <a:cubicBezTo>
                  <a:pt x="41331" y="44057"/>
                  <a:pt x="39582" y="43177"/>
                  <a:pt x="37531" y="42380"/>
                </a:cubicBezTo>
                <a:cubicBezTo>
                  <a:pt x="35480" y="41584"/>
                  <a:pt x="33055" y="41186"/>
                  <a:pt x="30256" y="41186"/>
                </a:cubicBezTo>
                <a:cubicBezTo>
                  <a:pt x="24514" y="41186"/>
                  <a:pt x="20110" y="43401"/>
                  <a:pt x="17046" y="47829"/>
                </a:cubicBezTo>
                <a:cubicBezTo>
                  <a:pt x="13982" y="52257"/>
                  <a:pt x="12450" y="58680"/>
                  <a:pt x="12450" y="67099"/>
                </a:cubicBezTo>
                <a:cubicBezTo>
                  <a:pt x="12450" y="71310"/>
                  <a:pt x="12848" y="75000"/>
                  <a:pt x="13644" y="78169"/>
                </a:cubicBezTo>
                <a:cubicBezTo>
                  <a:pt x="14440" y="81339"/>
                  <a:pt x="15611" y="83989"/>
                  <a:pt x="17155" y="86118"/>
                </a:cubicBezTo>
                <a:cubicBezTo>
                  <a:pt x="18699" y="88247"/>
                  <a:pt x="20593" y="89832"/>
                  <a:pt x="22837" y="90873"/>
                </a:cubicBezTo>
                <a:cubicBezTo>
                  <a:pt x="25081" y="91913"/>
                  <a:pt x="27650" y="92433"/>
                  <a:pt x="30546" y="92433"/>
                </a:cubicBezTo>
                <a:cubicBezTo>
                  <a:pt x="33296" y="92433"/>
                  <a:pt x="35709" y="91999"/>
                  <a:pt x="37784" y="91130"/>
                </a:cubicBezTo>
                <a:cubicBezTo>
                  <a:pt x="39859" y="90262"/>
                  <a:pt x="41657" y="89309"/>
                  <a:pt x="43177" y="88271"/>
                </a:cubicBezTo>
                <a:cubicBezTo>
                  <a:pt x="44697" y="87234"/>
                  <a:pt x="45975" y="86293"/>
                  <a:pt x="47013" y="85448"/>
                </a:cubicBezTo>
                <a:cubicBezTo>
                  <a:pt x="48050" y="84604"/>
                  <a:pt x="48859" y="84182"/>
                  <a:pt x="49438" y="84182"/>
                </a:cubicBezTo>
                <a:cubicBezTo>
                  <a:pt x="49776" y="84182"/>
                  <a:pt x="50065" y="84278"/>
                  <a:pt x="50306" y="84471"/>
                </a:cubicBezTo>
                <a:cubicBezTo>
                  <a:pt x="50548" y="84664"/>
                  <a:pt x="50753" y="84990"/>
                  <a:pt x="50922" y="85448"/>
                </a:cubicBezTo>
                <a:cubicBezTo>
                  <a:pt x="51090" y="85907"/>
                  <a:pt x="51211" y="86486"/>
                  <a:pt x="51284" y="87186"/>
                </a:cubicBezTo>
                <a:cubicBezTo>
                  <a:pt x="51356" y="87885"/>
                  <a:pt x="51392" y="88718"/>
                  <a:pt x="51392" y="89683"/>
                </a:cubicBezTo>
                <a:close/>
                <a:moveTo>
                  <a:pt x="116357" y="99599"/>
                </a:moveTo>
                <a:cubicBezTo>
                  <a:pt x="116357" y="100178"/>
                  <a:pt x="116164" y="100613"/>
                  <a:pt x="115778" y="100902"/>
                </a:cubicBezTo>
                <a:cubicBezTo>
                  <a:pt x="115392" y="101192"/>
                  <a:pt x="114861" y="101409"/>
                  <a:pt x="114185" y="101554"/>
                </a:cubicBezTo>
                <a:cubicBezTo>
                  <a:pt x="113510" y="101698"/>
                  <a:pt x="112520" y="101771"/>
                  <a:pt x="111217" y="101771"/>
                </a:cubicBezTo>
                <a:cubicBezTo>
                  <a:pt x="109963" y="101771"/>
                  <a:pt x="108962" y="101698"/>
                  <a:pt x="108214" y="101554"/>
                </a:cubicBezTo>
                <a:cubicBezTo>
                  <a:pt x="107466" y="101409"/>
                  <a:pt x="106923" y="101192"/>
                  <a:pt x="106585" y="100902"/>
                </a:cubicBezTo>
                <a:cubicBezTo>
                  <a:pt x="106247" y="100613"/>
                  <a:pt x="106078" y="100178"/>
                  <a:pt x="106078" y="99599"/>
                </a:cubicBezTo>
                <a:lnTo>
                  <a:pt x="106078" y="93085"/>
                </a:lnTo>
                <a:cubicBezTo>
                  <a:pt x="103231" y="96125"/>
                  <a:pt x="100058" y="98501"/>
                  <a:pt x="96560" y="100215"/>
                </a:cubicBezTo>
                <a:cubicBezTo>
                  <a:pt x="93061" y="101928"/>
                  <a:pt x="89358" y="102784"/>
                  <a:pt x="85449" y="102784"/>
                </a:cubicBezTo>
                <a:cubicBezTo>
                  <a:pt x="82023" y="102784"/>
                  <a:pt x="78922" y="102336"/>
                  <a:pt x="76148" y="101441"/>
                </a:cubicBezTo>
                <a:cubicBezTo>
                  <a:pt x="73373" y="100545"/>
                  <a:pt x="71009" y="99249"/>
                  <a:pt x="69054" y="97554"/>
                </a:cubicBezTo>
                <a:cubicBezTo>
                  <a:pt x="67100" y="95860"/>
                  <a:pt x="65580" y="93778"/>
                  <a:pt x="64494" y="91309"/>
                </a:cubicBezTo>
                <a:cubicBezTo>
                  <a:pt x="63408" y="88839"/>
                  <a:pt x="62865" y="86030"/>
                  <a:pt x="62865" y="82881"/>
                </a:cubicBezTo>
                <a:cubicBezTo>
                  <a:pt x="62865" y="79202"/>
                  <a:pt x="63613" y="76006"/>
                  <a:pt x="65109" y="73295"/>
                </a:cubicBezTo>
                <a:cubicBezTo>
                  <a:pt x="66605" y="70582"/>
                  <a:pt x="68753" y="68330"/>
                  <a:pt x="71551" y="66538"/>
                </a:cubicBezTo>
                <a:cubicBezTo>
                  <a:pt x="74350" y="64747"/>
                  <a:pt x="77776" y="63403"/>
                  <a:pt x="81830" y="62507"/>
                </a:cubicBezTo>
                <a:cubicBezTo>
                  <a:pt x="85883" y="61612"/>
                  <a:pt x="90443" y="61164"/>
                  <a:pt x="95510" y="61164"/>
                </a:cubicBezTo>
                <a:lnTo>
                  <a:pt x="104486" y="61164"/>
                </a:lnTo>
                <a:lnTo>
                  <a:pt x="104486" y="56115"/>
                </a:lnTo>
                <a:cubicBezTo>
                  <a:pt x="104486" y="53615"/>
                  <a:pt x="104220" y="51403"/>
                  <a:pt x="103690" y="49481"/>
                </a:cubicBezTo>
                <a:cubicBezTo>
                  <a:pt x="103159" y="47557"/>
                  <a:pt x="102302" y="45957"/>
                  <a:pt x="101120" y="44683"/>
                </a:cubicBezTo>
                <a:cubicBezTo>
                  <a:pt x="99938" y="43409"/>
                  <a:pt x="98406" y="42447"/>
                  <a:pt x="96524" y="41799"/>
                </a:cubicBezTo>
                <a:cubicBezTo>
                  <a:pt x="94642" y="41149"/>
                  <a:pt x="92325" y="40824"/>
                  <a:pt x="89575" y="40824"/>
                </a:cubicBezTo>
                <a:cubicBezTo>
                  <a:pt x="86631" y="40824"/>
                  <a:pt x="83989" y="41170"/>
                  <a:pt x="81649" y="41862"/>
                </a:cubicBezTo>
                <a:cubicBezTo>
                  <a:pt x="79309" y="42555"/>
                  <a:pt x="77258" y="43318"/>
                  <a:pt x="75496" y="44154"/>
                </a:cubicBezTo>
                <a:cubicBezTo>
                  <a:pt x="73735" y="44989"/>
                  <a:pt x="72263" y="45753"/>
                  <a:pt x="71081" y="46445"/>
                </a:cubicBezTo>
                <a:cubicBezTo>
                  <a:pt x="69899" y="47137"/>
                  <a:pt x="69018" y="47483"/>
                  <a:pt x="68439" y="47483"/>
                </a:cubicBezTo>
                <a:cubicBezTo>
                  <a:pt x="68053" y="47483"/>
                  <a:pt x="67715" y="47387"/>
                  <a:pt x="67426" y="47194"/>
                </a:cubicBezTo>
                <a:cubicBezTo>
                  <a:pt x="67136" y="47001"/>
                  <a:pt x="66883" y="46711"/>
                  <a:pt x="66666" y="46325"/>
                </a:cubicBezTo>
                <a:cubicBezTo>
                  <a:pt x="66448" y="45939"/>
                  <a:pt x="66292" y="45445"/>
                  <a:pt x="66195" y="44841"/>
                </a:cubicBezTo>
                <a:cubicBezTo>
                  <a:pt x="66099" y="44238"/>
                  <a:pt x="66050" y="43575"/>
                  <a:pt x="66050" y="42851"/>
                </a:cubicBezTo>
                <a:cubicBezTo>
                  <a:pt x="66050" y="41644"/>
                  <a:pt x="66135" y="40691"/>
                  <a:pt x="66304" y="39992"/>
                </a:cubicBezTo>
                <a:cubicBezTo>
                  <a:pt x="66473" y="39292"/>
                  <a:pt x="66883" y="38629"/>
                  <a:pt x="67534" y="38001"/>
                </a:cubicBezTo>
                <a:cubicBezTo>
                  <a:pt x="68186" y="37374"/>
                  <a:pt x="69308" y="36643"/>
                  <a:pt x="70900" y="35809"/>
                </a:cubicBezTo>
                <a:cubicBezTo>
                  <a:pt x="72492" y="34974"/>
                  <a:pt x="74326" y="34211"/>
                  <a:pt x="76401" y="33520"/>
                </a:cubicBezTo>
                <a:cubicBezTo>
                  <a:pt x="78476" y="32830"/>
                  <a:pt x="80744" y="32258"/>
                  <a:pt x="83205" y="31806"/>
                </a:cubicBezTo>
                <a:cubicBezTo>
                  <a:pt x="85666" y="31352"/>
                  <a:pt x="88151" y="31125"/>
                  <a:pt x="90661" y="31125"/>
                </a:cubicBezTo>
                <a:cubicBezTo>
                  <a:pt x="95341" y="31125"/>
                  <a:pt x="99322" y="31656"/>
                  <a:pt x="102604" y="32717"/>
                </a:cubicBezTo>
                <a:cubicBezTo>
                  <a:pt x="105885" y="33779"/>
                  <a:pt x="108539" y="35335"/>
                  <a:pt x="110566" y="37386"/>
                </a:cubicBezTo>
                <a:cubicBezTo>
                  <a:pt x="112593" y="39437"/>
                  <a:pt x="114065" y="41982"/>
                  <a:pt x="114981" y="45022"/>
                </a:cubicBezTo>
                <a:cubicBezTo>
                  <a:pt x="115898" y="48062"/>
                  <a:pt x="116357" y="51609"/>
                  <a:pt x="116357" y="55663"/>
                </a:cubicBezTo>
                <a:lnTo>
                  <a:pt x="116357" y="99599"/>
                </a:lnTo>
                <a:moveTo>
                  <a:pt x="104486" y="69777"/>
                </a:moveTo>
                <a:lnTo>
                  <a:pt x="94280" y="69777"/>
                </a:lnTo>
                <a:cubicBezTo>
                  <a:pt x="90998" y="69777"/>
                  <a:pt x="88151" y="70057"/>
                  <a:pt x="85739" y="70617"/>
                </a:cubicBezTo>
                <a:cubicBezTo>
                  <a:pt x="83326" y="71175"/>
                  <a:pt x="81323" y="71999"/>
                  <a:pt x="79731" y="73091"/>
                </a:cubicBezTo>
                <a:cubicBezTo>
                  <a:pt x="78138" y="74183"/>
                  <a:pt x="76968" y="75494"/>
                  <a:pt x="76220" y="77025"/>
                </a:cubicBezTo>
                <a:cubicBezTo>
                  <a:pt x="75472" y="78554"/>
                  <a:pt x="75098" y="80314"/>
                  <a:pt x="75098" y="82304"/>
                </a:cubicBezTo>
                <a:cubicBezTo>
                  <a:pt x="75098" y="85703"/>
                  <a:pt x="76172" y="88410"/>
                  <a:pt x="78319" y="90425"/>
                </a:cubicBezTo>
                <a:cubicBezTo>
                  <a:pt x="80467" y="92439"/>
                  <a:pt x="83471" y="93447"/>
                  <a:pt x="87331" y="93447"/>
                </a:cubicBezTo>
                <a:cubicBezTo>
                  <a:pt x="90468" y="93447"/>
                  <a:pt x="93375" y="92646"/>
                  <a:pt x="96053" y="91045"/>
                </a:cubicBezTo>
                <a:cubicBezTo>
                  <a:pt x="98731" y="89442"/>
                  <a:pt x="101542" y="86990"/>
                  <a:pt x="104486" y="83689"/>
                </a:cubicBezTo>
                <a:lnTo>
                  <a:pt x="104486" y="69777"/>
                </a:lnTo>
                <a:close/>
                <a:moveTo>
                  <a:pt x="150246" y="99525"/>
                </a:moveTo>
                <a:cubicBezTo>
                  <a:pt x="150246" y="99911"/>
                  <a:pt x="150150" y="100237"/>
                  <a:pt x="149957" y="100504"/>
                </a:cubicBezTo>
                <a:cubicBezTo>
                  <a:pt x="149764" y="100769"/>
                  <a:pt x="149450" y="100999"/>
                  <a:pt x="149016" y="101192"/>
                </a:cubicBezTo>
                <a:cubicBezTo>
                  <a:pt x="148581" y="101385"/>
                  <a:pt x="147978" y="101530"/>
                  <a:pt x="147206" y="101626"/>
                </a:cubicBezTo>
                <a:cubicBezTo>
                  <a:pt x="146434" y="101723"/>
                  <a:pt x="145445" y="101771"/>
                  <a:pt x="144238" y="101771"/>
                </a:cubicBezTo>
                <a:cubicBezTo>
                  <a:pt x="143080" y="101771"/>
                  <a:pt x="142115" y="101723"/>
                  <a:pt x="141343" y="101626"/>
                </a:cubicBezTo>
                <a:cubicBezTo>
                  <a:pt x="140571" y="101530"/>
                  <a:pt x="139956" y="101385"/>
                  <a:pt x="139497" y="101192"/>
                </a:cubicBezTo>
                <a:cubicBezTo>
                  <a:pt x="139039" y="100999"/>
                  <a:pt x="138725" y="100769"/>
                  <a:pt x="138556" y="100504"/>
                </a:cubicBezTo>
                <a:cubicBezTo>
                  <a:pt x="138387" y="100237"/>
                  <a:pt x="138303" y="99911"/>
                  <a:pt x="138303" y="99525"/>
                </a:cubicBezTo>
                <a:lnTo>
                  <a:pt x="138303" y="2753"/>
                </a:lnTo>
                <a:cubicBezTo>
                  <a:pt x="138303" y="2367"/>
                  <a:pt x="138387" y="2029"/>
                  <a:pt x="138556" y="1739"/>
                </a:cubicBezTo>
                <a:cubicBezTo>
                  <a:pt x="138725" y="1448"/>
                  <a:pt x="139039" y="1206"/>
                  <a:pt x="139497" y="1013"/>
                </a:cubicBezTo>
                <a:cubicBezTo>
                  <a:pt x="139956" y="820"/>
                  <a:pt x="140571" y="676"/>
                  <a:pt x="141343" y="579"/>
                </a:cubicBezTo>
                <a:cubicBezTo>
                  <a:pt x="142115" y="483"/>
                  <a:pt x="143080" y="434"/>
                  <a:pt x="144238" y="434"/>
                </a:cubicBezTo>
                <a:cubicBezTo>
                  <a:pt x="145445" y="434"/>
                  <a:pt x="146434" y="483"/>
                  <a:pt x="147206" y="579"/>
                </a:cubicBezTo>
                <a:cubicBezTo>
                  <a:pt x="147978" y="676"/>
                  <a:pt x="148581" y="820"/>
                  <a:pt x="149016" y="1013"/>
                </a:cubicBezTo>
                <a:cubicBezTo>
                  <a:pt x="149450" y="1206"/>
                  <a:pt x="149764" y="1448"/>
                  <a:pt x="149957" y="1739"/>
                </a:cubicBezTo>
                <a:cubicBezTo>
                  <a:pt x="150150" y="2029"/>
                  <a:pt x="150246" y="2367"/>
                  <a:pt x="150246" y="2753"/>
                </a:cubicBezTo>
                <a:lnTo>
                  <a:pt x="150246" y="99525"/>
                </a:lnTo>
                <a:close/>
                <a:moveTo>
                  <a:pt x="184207" y="99525"/>
                </a:moveTo>
                <a:cubicBezTo>
                  <a:pt x="184207" y="99911"/>
                  <a:pt x="184111" y="100237"/>
                  <a:pt x="183918" y="100504"/>
                </a:cubicBezTo>
                <a:cubicBezTo>
                  <a:pt x="183725" y="100769"/>
                  <a:pt x="183411" y="100999"/>
                  <a:pt x="182977" y="101192"/>
                </a:cubicBezTo>
                <a:cubicBezTo>
                  <a:pt x="182543" y="101385"/>
                  <a:pt x="181939" y="101530"/>
                  <a:pt x="181167" y="101626"/>
                </a:cubicBezTo>
                <a:cubicBezTo>
                  <a:pt x="180395" y="101723"/>
                  <a:pt x="179406" y="101771"/>
                  <a:pt x="178200" y="101771"/>
                </a:cubicBezTo>
                <a:cubicBezTo>
                  <a:pt x="177042" y="101771"/>
                  <a:pt x="176076" y="101723"/>
                  <a:pt x="175304" y="101626"/>
                </a:cubicBezTo>
                <a:cubicBezTo>
                  <a:pt x="174532" y="101530"/>
                  <a:pt x="173917" y="101385"/>
                  <a:pt x="173459" y="101192"/>
                </a:cubicBezTo>
                <a:cubicBezTo>
                  <a:pt x="173000" y="100999"/>
                  <a:pt x="172686" y="100769"/>
                  <a:pt x="172518" y="100504"/>
                </a:cubicBezTo>
                <a:cubicBezTo>
                  <a:pt x="172349" y="100237"/>
                  <a:pt x="172264" y="99911"/>
                  <a:pt x="172264" y="99525"/>
                </a:cubicBezTo>
                <a:lnTo>
                  <a:pt x="172264" y="2753"/>
                </a:lnTo>
                <a:cubicBezTo>
                  <a:pt x="172264" y="2367"/>
                  <a:pt x="172349" y="2029"/>
                  <a:pt x="172518" y="1739"/>
                </a:cubicBezTo>
                <a:cubicBezTo>
                  <a:pt x="172686" y="1448"/>
                  <a:pt x="173000" y="1206"/>
                  <a:pt x="173459" y="1013"/>
                </a:cubicBezTo>
                <a:cubicBezTo>
                  <a:pt x="173917" y="820"/>
                  <a:pt x="174532" y="676"/>
                  <a:pt x="175304" y="579"/>
                </a:cubicBezTo>
                <a:cubicBezTo>
                  <a:pt x="176076" y="483"/>
                  <a:pt x="177042" y="434"/>
                  <a:pt x="178200" y="434"/>
                </a:cubicBezTo>
                <a:cubicBezTo>
                  <a:pt x="179406" y="434"/>
                  <a:pt x="180395" y="483"/>
                  <a:pt x="181167" y="579"/>
                </a:cubicBezTo>
                <a:cubicBezTo>
                  <a:pt x="181939" y="676"/>
                  <a:pt x="182543" y="820"/>
                  <a:pt x="182977" y="1013"/>
                </a:cubicBezTo>
                <a:cubicBezTo>
                  <a:pt x="183411" y="1206"/>
                  <a:pt x="183725" y="1448"/>
                  <a:pt x="183918" y="1739"/>
                </a:cubicBezTo>
                <a:cubicBezTo>
                  <a:pt x="184111" y="2029"/>
                  <a:pt x="184207" y="2367"/>
                  <a:pt x="184207" y="2753"/>
                </a:cubicBezTo>
                <a:lnTo>
                  <a:pt x="184207" y="99525"/>
                </a:lnTo>
                <a:close/>
                <a:moveTo>
                  <a:pt x="221643" y="93483"/>
                </a:moveTo>
                <a:cubicBezTo>
                  <a:pt x="221643" y="96924"/>
                  <a:pt x="221076" y="99214"/>
                  <a:pt x="219942" y="100353"/>
                </a:cubicBezTo>
                <a:cubicBezTo>
                  <a:pt x="218808" y="101491"/>
                  <a:pt x="216745" y="102060"/>
                  <a:pt x="213753" y="102060"/>
                </a:cubicBezTo>
                <a:cubicBezTo>
                  <a:pt x="210858" y="102060"/>
                  <a:pt x="208856" y="101503"/>
                  <a:pt x="207746" y="100389"/>
                </a:cubicBezTo>
                <a:cubicBezTo>
                  <a:pt x="206636" y="99274"/>
                  <a:pt x="206081" y="97045"/>
                  <a:pt x="206081" y="93700"/>
                </a:cubicBezTo>
                <a:cubicBezTo>
                  <a:pt x="206081" y="90259"/>
                  <a:pt x="206648" y="87969"/>
                  <a:pt x="207782" y="86830"/>
                </a:cubicBezTo>
                <a:cubicBezTo>
                  <a:pt x="208916" y="85692"/>
                  <a:pt x="210979" y="85123"/>
                  <a:pt x="213971" y="85123"/>
                </a:cubicBezTo>
                <a:cubicBezTo>
                  <a:pt x="216866" y="85123"/>
                  <a:pt x="218869" y="85680"/>
                  <a:pt x="219978" y="86794"/>
                </a:cubicBezTo>
                <a:cubicBezTo>
                  <a:pt x="221088" y="87909"/>
                  <a:pt x="221643" y="90138"/>
                  <a:pt x="221643" y="93483"/>
                </a:cubicBezTo>
                <a:close/>
                <a:moveTo>
                  <a:pt x="279284" y="7600"/>
                </a:moveTo>
                <a:cubicBezTo>
                  <a:pt x="279284" y="8517"/>
                  <a:pt x="279235" y="9253"/>
                  <a:pt x="279139" y="9808"/>
                </a:cubicBezTo>
                <a:cubicBezTo>
                  <a:pt x="279042" y="10363"/>
                  <a:pt x="278934" y="10809"/>
                  <a:pt x="278813" y="11147"/>
                </a:cubicBezTo>
                <a:cubicBezTo>
                  <a:pt x="278692" y="11485"/>
                  <a:pt x="278536" y="11714"/>
                  <a:pt x="278343" y="11835"/>
                </a:cubicBezTo>
                <a:cubicBezTo>
                  <a:pt x="278150" y="11955"/>
                  <a:pt x="277908" y="12016"/>
                  <a:pt x="277619" y="12016"/>
                </a:cubicBezTo>
                <a:cubicBezTo>
                  <a:pt x="277281" y="12016"/>
                  <a:pt x="276859" y="11907"/>
                  <a:pt x="276352" y="11690"/>
                </a:cubicBezTo>
                <a:cubicBezTo>
                  <a:pt x="275845" y="11473"/>
                  <a:pt x="275230" y="11231"/>
                  <a:pt x="274506" y="10966"/>
                </a:cubicBezTo>
                <a:cubicBezTo>
                  <a:pt x="273782" y="10701"/>
                  <a:pt x="272926" y="10459"/>
                  <a:pt x="271937" y="10242"/>
                </a:cubicBezTo>
                <a:cubicBezTo>
                  <a:pt x="270947" y="10025"/>
                  <a:pt x="269801" y="9917"/>
                  <a:pt x="268498" y="9917"/>
                </a:cubicBezTo>
                <a:cubicBezTo>
                  <a:pt x="266713" y="9917"/>
                  <a:pt x="265193" y="10205"/>
                  <a:pt x="263938" y="10783"/>
                </a:cubicBezTo>
                <a:cubicBezTo>
                  <a:pt x="262684" y="11360"/>
                  <a:pt x="261670" y="12262"/>
                  <a:pt x="260898" y="13488"/>
                </a:cubicBezTo>
                <a:cubicBezTo>
                  <a:pt x="260126" y="14714"/>
                  <a:pt x="259571" y="16301"/>
                  <a:pt x="259233" y="18250"/>
                </a:cubicBezTo>
                <a:cubicBezTo>
                  <a:pt x="258896" y="20198"/>
                  <a:pt x="258727" y="22567"/>
                  <a:pt x="258727" y="25357"/>
                </a:cubicBezTo>
                <a:lnTo>
                  <a:pt x="258727" y="32428"/>
                </a:lnTo>
                <a:lnTo>
                  <a:pt x="273276" y="32428"/>
                </a:lnTo>
                <a:cubicBezTo>
                  <a:pt x="273662" y="32428"/>
                  <a:pt x="273987" y="32512"/>
                  <a:pt x="274253" y="32681"/>
                </a:cubicBezTo>
                <a:cubicBezTo>
                  <a:pt x="274518" y="32850"/>
                  <a:pt x="274760" y="33139"/>
                  <a:pt x="274977" y="33550"/>
                </a:cubicBezTo>
                <a:cubicBezTo>
                  <a:pt x="275194" y="33960"/>
                  <a:pt x="275363" y="34479"/>
                  <a:pt x="275483" y="35106"/>
                </a:cubicBezTo>
                <a:cubicBezTo>
                  <a:pt x="275604" y="35733"/>
                  <a:pt x="275664" y="36505"/>
                  <a:pt x="275664" y="37422"/>
                </a:cubicBezTo>
                <a:cubicBezTo>
                  <a:pt x="275664" y="39159"/>
                  <a:pt x="275447" y="40414"/>
                  <a:pt x="275013" y="41186"/>
                </a:cubicBezTo>
                <a:cubicBezTo>
                  <a:pt x="274579" y="41958"/>
                  <a:pt x="274000" y="42344"/>
                  <a:pt x="273276" y="42344"/>
                </a:cubicBezTo>
                <a:lnTo>
                  <a:pt x="258727" y="42344"/>
                </a:lnTo>
                <a:lnTo>
                  <a:pt x="258727" y="99525"/>
                </a:lnTo>
                <a:cubicBezTo>
                  <a:pt x="258727" y="99911"/>
                  <a:pt x="258630" y="100237"/>
                  <a:pt x="258437" y="100504"/>
                </a:cubicBezTo>
                <a:cubicBezTo>
                  <a:pt x="258244" y="100769"/>
                  <a:pt x="257918" y="100999"/>
                  <a:pt x="257460" y="101192"/>
                </a:cubicBezTo>
                <a:cubicBezTo>
                  <a:pt x="257002" y="101385"/>
                  <a:pt x="256386" y="101530"/>
                  <a:pt x="255614" y="101626"/>
                </a:cubicBezTo>
                <a:cubicBezTo>
                  <a:pt x="254842" y="101723"/>
                  <a:pt x="253877" y="101771"/>
                  <a:pt x="252719" y="101771"/>
                </a:cubicBezTo>
                <a:cubicBezTo>
                  <a:pt x="251561" y="101771"/>
                  <a:pt x="250596" y="101723"/>
                  <a:pt x="249824" y="101626"/>
                </a:cubicBezTo>
                <a:cubicBezTo>
                  <a:pt x="249051" y="101530"/>
                  <a:pt x="248436" y="101385"/>
                  <a:pt x="247978" y="101192"/>
                </a:cubicBezTo>
                <a:cubicBezTo>
                  <a:pt x="247519" y="100999"/>
                  <a:pt x="247194" y="100769"/>
                  <a:pt x="247001" y="100504"/>
                </a:cubicBezTo>
                <a:cubicBezTo>
                  <a:pt x="246808" y="100237"/>
                  <a:pt x="246711" y="99911"/>
                  <a:pt x="246711" y="99525"/>
                </a:cubicBezTo>
                <a:lnTo>
                  <a:pt x="246711" y="42344"/>
                </a:lnTo>
                <a:lnTo>
                  <a:pt x="237518" y="42344"/>
                </a:lnTo>
                <a:cubicBezTo>
                  <a:pt x="236746" y="42344"/>
                  <a:pt x="236167" y="41958"/>
                  <a:pt x="235781" y="41186"/>
                </a:cubicBezTo>
                <a:cubicBezTo>
                  <a:pt x="235395" y="40414"/>
                  <a:pt x="235202" y="39159"/>
                  <a:pt x="235202" y="37422"/>
                </a:cubicBezTo>
                <a:cubicBezTo>
                  <a:pt x="235202" y="36505"/>
                  <a:pt x="235250" y="35733"/>
                  <a:pt x="235347" y="35106"/>
                </a:cubicBezTo>
                <a:cubicBezTo>
                  <a:pt x="235443" y="34479"/>
                  <a:pt x="235588" y="33960"/>
                  <a:pt x="235781" y="33550"/>
                </a:cubicBezTo>
                <a:cubicBezTo>
                  <a:pt x="235974" y="33139"/>
                  <a:pt x="236216" y="32850"/>
                  <a:pt x="236505" y="32681"/>
                </a:cubicBezTo>
                <a:cubicBezTo>
                  <a:pt x="236795" y="32512"/>
                  <a:pt x="237132" y="32428"/>
                  <a:pt x="237518" y="32428"/>
                </a:cubicBezTo>
                <a:lnTo>
                  <a:pt x="246711" y="32428"/>
                </a:lnTo>
                <a:lnTo>
                  <a:pt x="246711" y="25712"/>
                </a:lnTo>
                <a:cubicBezTo>
                  <a:pt x="246711" y="21185"/>
                  <a:pt x="247133" y="17297"/>
                  <a:pt x="247978" y="14047"/>
                </a:cubicBezTo>
                <a:cubicBezTo>
                  <a:pt x="248822" y="10797"/>
                  <a:pt x="250113" y="8137"/>
                  <a:pt x="251850" y="6067"/>
                </a:cubicBezTo>
                <a:cubicBezTo>
                  <a:pt x="253587" y="3996"/>
                  <a:pt x="255771" y="2468"/>
                  <a:pt x="258401" y="1482"/>
                </a:cubicBezTo>
                <a:cubicBezTo>
                  <a:pt x="261031" y="494"/>
                  <a:pt x="264131" y="0"/>
                  <a:pt x="267702" y="0"/>
                </a:cubicBezTo>
                <a:cubicBezTo>
                  <a:pt x="269391" y="0"/>
                  <a:pt x="271032" y="157"/>
                  <a:pt x="272624" y="470"/>
                </a:cubicBezTo>
                <a:cubicBezTo>
                  <a:pt x="274217" y="784"/>
                  <a:pt x="275447" y="1122"/>
                  <a:pt x="276316" y="1484"/>
                </a:cubicBezTo>
                <a:cubicBezTo>
                  <a:pt x="277184" y="1846"/>
                  <a:pt x="277763" y="2172"/>
                  <a:pt x="278053" y="2461"/>
                </a:cubicBezTo>
                <a:cubicBezTo>
                  <a:pt x="278343" y="2751"/>
                  <a:pt x="278584" y="3125"/>
                  <a:pt x="278777" y="3583"/>
                </a:cubicBezTo>
                <a:cubicBezTo>
                  <a:pt x="278970" y="4041"/>
                  <a:pt x="279103" y="4596"/>
                  <a:pt x="279175" y="5248"/>
                </a:cubicBezTo>
                <a:cubicBezTo>
                  <a:pt x="279247" y="5899"/>
                  <a:pt x="279284" y="6683"/>
                  <a:pt x="279284" y="7600"/>
                </a:cubicBezTo>
                <a:close/>
                <a:moveTo>
                  <a:pt x="344634" y="99527"/>
                </a:moveTo>
                <a:cubicBezTo>
                  <a:pt x="344634" y="99913"/>
                  <a:pt x="344550" y="100239"/>
                  <a:pt x="344381" y="100504"/>
                </a:cubicBezTo>
                <a:cubicBezTo>
                  <a:pt x="344212" y="100769"/>
                  <a:pt x="343910" y="100999"/>
                  <a:pt x="343476" y="101192"/>
                </a:cubicBezTo>
                <a:cubicBezTo>
                  <a:pt x="343042" y="101385"/>
                  <a:pt x="342475" y="101530"/>
                  <a:pt x="341775" y="101626"/>
                </a:cubicBezTo>
                <a:cubicBezTo>
                  <a:pt x="341075" y="101723"/>
                  <a:pt x="340219" y="101771"/>
                  <a:pt x="339206" y="101771"/>
                </a:cubicBezTo>
                <a:cubicBezTo>
                  <a:pt x="338096" y="101771"/>
                  <a:pt x="337191" y="101723"/>
                  <a:pt x="336491" y="101626"/>
                </a:cubicBezTo>
                <a:cubicBezTo>
                  <a:pt x="335791" y="101530"/>
                  <a:pt x="335237" y="101385"/>
                  <a:pt x="334826" y="101192"/>
                </a:cubicBezTo>
                <a:cubicBezTo>
                  <a:pt x="334416" y="100999"/>
                  <a:pt x="334139" y="100769"/>
                  <a:pt x="333994" y="100504"/>
                </a:cubicBezTo>
                <a:cubicBezTo>
                  <a:pt x="333849" y="100239"/>
                  <a:pt x="333777" y="99913"/>
                  <a:pt x="333777" y="99527"/>
                </a:cubicBezTo>
                <a:lnTo>
                  <a:pt x="333777" y="90913"/>
                </a:lnTo>
                <a:cubicBezTo>
                  <a:pt x="330061" y="95041"/>
                  <a:pt x="326394" y="98051"/>
                  <a:pt x="322775" y="99945"/>
                </a:cubicBezTo>
                <a:cubicBezTo>
                  <a:pt x="319155" y="101838"/>
                  <a:pt x="315488" y="102784"/>
                  <a:pt x="311772" y="102784"/>
                </a:cubicBezTo>
                <a:cubicBezTo>
                  <a:pt x="307429" y="102784"/>
                  <a:pt x="303774" y="102060"/>
                  <a:pt x="300806" y="100610"/>
                </a:cubicBezTo>
                <a:cubicBezTo>
                  <a:pt x="297839" y="99161"/>
                  <a:pt x="295438" y="97193"/>
                  <a:pt x="293604" y="94707"/>
                </a:cubicBezTo>
                <a:cubicBezTo>
                  <a:pt x="291770" y="92218"/>
                  <a:pt x="290455" y="89320"/>
                  <a:pt x="289659" y="86012"/>
                </a:cubicBezTo>
                <a:cubicBezTo>
                  <a:pt x="288863" y="82702"/>
                  <a:pt x="288465" y="78680"/>
                  <a:pt x="288465" y="73946"/>
                </a:cubicBezTo>
                <a:lnTo>
                  <a:pt x="288465" y="34384"/>
                </a:lnTo>
                <a:cubicBezTo>
                  <a:pt x="288465" y="33998"/>
                  <a:pt x="288549" y="33673"/>
                  <a:pt x="288718" y="33407"/>
                </a:cubicBezTo>
                <a:cubicBezTo>
                  <a:pt x="288887" y="33140"/>
                  <a:pt x="289213" y="32898"/>
                  <a:pt x="289695" y="32681"/>
                </a:cubicBezTo>
                <a:cubicBezTo>
                  <a:pt x="290178" y="32464"/>
                  <a:pt x="290805" y="32319"/>
                  <a:pt x="291577" y="32247"/>
                </a:cubicBezTo>
                <a:cubicBezTo>
                  <a:pt x="292349" y="32174"/>
                  <a:pt x="293315" y="32138"/>
                  <a:pt x="294473" y="32138"/>
                </a:cubicBezTo>
                <a:cubicBezTo>
                  <a:pt x="295631" y="32138"/>
                  <a:pt x="296596" y="32174"/>
                  <a:pt x="297368" y="32247"/>
                </a:cubicBezTo>
                <a:cubicBezTo>
                  <a:pt x="298140" y="32319"/>
                  <a:pt x="298755" y="32464"/>
                  <a:pt x="299214" y="32681"/>
                </a:cubicBezTo>
                <a:cubicBezTo>
                  <a:pt x="299672" y="32898"/>
                  <a:pt x="299998" y="33140"/>
                  <a:pt x="300191" y="33407"/>
                </a:cubicBezTo>
                <a:cubicBezTo>
                  <a:pt x="300384" y="33673"/>
                  <a:pt x="300481" y="33998"/>
                  <a:pt x="300481" y="34384"/>
                </a:cubicBezTo>
                <a:lnTo>
                  <a:pt x="300481" y="72358"/>
                </a:lnTo>
                <a:cubicBezTo>
                  <a:pt x="300481" y="76175"/>
                  <a:pt x="300758" y="79231"/>
                  <a:pt x="301313" y="81526"/>
                </a:cubicBezTo>
                <a:cubicBezTo>
                  <a:pt x="301868" y="83821"/>
                  <a:pt x="302712" y="85779"/>
                  <a:pt x="303846" y="87398"/>
                </a:cubicBezTo>
                <a:cubicBezTo>
                  <a:pt x="304980" y="89016"/>
                  <a:pt x="306416" y="90272"/>
                  <a:pt x="308153" y="91167"/>
                </a:cubicBezTo>
                <a:cubicBezTo>
                  <a:pt x="309890" y="92059"/>
                  <a:pt x="311917" y="92506"/>
                  <a:pt x="314233" y="92506"/>
                </a:cubicBezTo>
                <a:cubicBezTo>
                  <a:pt x="317225" y="92506"/>
                  <a:pt x="320205" y="91438"/>
                  <a:pt x="323173" y="89303"/>
                </a:cubicBezTo>
                <a:cubicBezTo>
                  <a:pt x="326140" y="87167"/>
                  <a:pt x="329289" y="84037"/>
                  <a:pt x="332619" y="79911"/>
                </a:cubicBezTo>
                <a:lnTo>
                  <a:pt x="332619" y="34382"/>
                </a:lnTo>
                <a:cubicBezTo>
                  <a:pt x="332619" y="33996"/>
                  <a:pt x="332703" y="33670"/>
                  <a:pt x="332872" y="33405"/>
                </a:cubicBezTo>
                <a:cubicBezTo>
                  <a:pt x="333041" y="33139"/>
                  <a:pt x="333367" y="32898"/>
                  <a:pt x="333849" y="32681"/>
                </a:cubicBezTo>
                <a:cubicBezTo>
                  <a:pt x="334332" y="32464"/>
                  <a:pt x="334947" y="32319"/>
                  <a:pt x="335695" y="32247"/>
                </a:cubicBezTo>
                <a:cubicBezTo>
                  <a:pt x="336443" y="32174"/>
                  <a:pt x="337420" y="32138"/>
                  <a:pt x="338626" y="32138"/>
                </a:cubicBezTo>
                <a:cubicBezTo>
                  <a:pt x="339785" y="32138"/>
                  <a:pt x="340750" y="32174"/>
                  <a:pt x="341522" y="32247"/>
                </a:cubicBezTo>
                <a:cubicBezTo>
                  <a:pt x="342294" y="32319"/>
                  <a:pt x="342897" y="32464"/>
                  <a:pt x="343331" y="32681"/>
                </a:cubicBezTo>
                <a:cubicBezTo>
                  <a:pt x="343766" y="32898"/>
                  <a:pt x="344091" y="33139"/>
                  <a:pt x="344309" y="33405"/>
                </a:cubicBezTo>
                <a:cubicBezTo>
                  <a:pt x="344526" y="33670"/>
                  <a:pt x="344634" y="33996"/>
                  <a:pt x="344634" y="34382"/>
                </a:cubicBezTo>
                <a:lnTo>
                  <a:pt x="344634" y="99527"/>
                </a:lnTo>
                <a:close/>
                <a:moveTo>
                  <a:pt x="422765" y="99527"/>
                </a:moveTo>
                <a:cubicBezTo>
                  <a:pt x="422765" y="99913"/>
                  <a:pt x="422668" y="100239"/>
                  <a:pt x="422475" y="100504"/>
                </a:cubicBezTo>
                <a:cubicBezTo>
                  <a:pt x="422282" y="100769"/>
                  <a:pt x="421968" y="100999"/>
                  <a:pt x="421534" y="101192"/>
                </a:cubicBezTo>
                <a:cubicBezTo>
                  <a:pt x="421100" y="101385"/>
                  <a:pt x="420497" y="101530"/>
                  <a:pt x="419725" y="101626"/>
                </a:cubicBezTo>
                <a:cubicBezTo>
                  <a:pt x="418952" y="101723"/>
                  <a:pt x="417987" y="101771"/>
                  <a:pt x="416829" y="101771"/>
                </a:cubicBezTo>
                <a:cubicBezTo>
                  <a:pt x="415623" y="101771"/>
                  <a:pt x="414634" y="101723"/>
                  <a:pt x="413862" y="101626"/>
                </a:cubicBezTo>
                <a:cubicBezTo>
                  <a:pt x="413089" y="101530"/>
                  <a:pt x="412486" y="101385"/>
                  <a:pt x="412052" y="101192"/>
                </a:cubicBezTo>
                <a:cubicBezTo>
                  <a:pt x="411618" y="100999"/>
                  <a:pt x="411304" y="100769"/>
                  <a:pt x="411111" y="100504"/>
                </a:cubicBezTo>
                <a:cubicBezTo>
                  <a:pt x="410918" y="100239"/>
                  <a:pt x="410821" y="99913"/>
                  <a:pt x="410821" y="99527"/>
                </a:cubicBezTo>
                <a:lnTo>
                  <a:pt x="410821" y="61381"/>
                </a:lnTo>
                <a:cubicBezTo>
                  <a:pt x="410821" y="57665"/>
                  <a:pt x="410532" y="54673"/>
                  <a:pt x="409953" y="52405"/>
                </a:cubicBezTo>
                <a:cubicBezTo>
                  <a:pt x="409374" y="50137"/>
                  <a:pt x="408529" y="48183"/>
                  <a:pt x="407419" y="46542"/>
                </a:cubicBezTo>
                <a:cubicBezTo>
                  <a:pt x="406310" y="44902"/>
                  <a:pt x="404874" y="43647"/>
                  <a:pt x="403113" y="42778"/>
                </a:cubicBezTo>
                <a:cubicBezTo>
                  <a:pt x="401351" y="41910"/>
                  <a:pt x="399313" y="41476"/>
                  <a:pt x="396996" y="41476"/>
                </a:cubicBezTo>
                <a:cubicBezTo>
                  <a:pt x="394004" y="41476"/>
                  <a:pt x="391013" y="42537"/>
                  <a:pt x="388021" y="44660"/>
                </a:cubicBezTo>
                <a:cubicBezTo>
                  <a:pt x="385029" y="46784"/>
                  <a:pt x="381892" y="49896"/>
                  <a:pt x="378611" y="53998"/>
                </a:cubicBezTo>
                <a:lnTo>
                  <a:pt x="378611" y="99527"/>
                </a:lnTo>
                <a:cubicBezTo>
                  <a:pt x="378611" y="99913"/>
                  <a:pt x="378514" y="100239"/>
                  <a:pt x="378321" y="100504"/>
                </a:cubicBezTo>
                <a:cubicBezTo>
                  <a:pt x="378128" y="100769"/>
                  <a:pt x="377815" y="100999"/>
                  <a:pt x="377380" y="101192"/>
                </a:cubicBezTo>
                <a:cubicBezTo>
                  <a:pt x="376946" y="101385"/>
                  <a:pt x="376343" y="101530"/>
                  <a:pt x="375571" y="101626"/>
                </a:cubicBezTo>
                <a:cubicBezTo>
                  <a:pt x="374799" y="101723"/>
                  <a:pt x="373809" y="101771"/>
                  <a:pt x="372603" y="101771"/>
                </a:cubicBezTo>
                <a:cubicBezTo>
                  <a:pt x="371445" y="101771"/>
                  <a:pt x="370480" y="101723"/>
                  <a:pt x="369708" y="101626"/>
                </a:cubicBezTo>
                <a:cubicBezTo>
                  <a:pt x="368936" y="101530"/>
                  <a:pt x="368320" y="101385"/>
                  <a:pt x="367862" y="101192"/>
                </a:cubicBezTo>
                <a:cubicBezTo>
                  <a:pt x="367404" y="100999"/>
                  <a:pt x="367090" y="100769"/>
                  <a:pt x="366921" y="100504"/>
                </a:cubicBezTo>
                <a:cubicBezTo>
                  <a:pt x="366752" y="100239"/>
                  <a:pt x="366668" y="99913"/>
                  <a:pt x="366668" y="99527"/>
                </a:cubicBezTo>
                <a:lnTo>
                  <a:pt x="366668" y="34382"/>
                </a:lnTo>
                <a:cubicBezTo>
                  <a:pt x="366668" y="33996"/>
                  <a:pt x="366740" y="33670"/>
                  <a:pt x="366885" y="33405"/>
                </a:cubicBezTo>
                <a:cubicBezTo>
                  <a:pt x="367030" y="33139"/>
                  <a:pt x="367319" y="32898"/>
                  <a:pt x="367753" y="32681"/>
                </a:cubicBezTo>
                <a:cubicBezTo>
                  <a:pt x="368188" y="32464"/>
                  <a:pt x="368743" y="32319"/>
                  <a:pt x="369418" y="32247"/>
                </a:cubicBezTo>
                <a:cubicBezTo>
                  <a:pt x="370094" y="32174"/>
                  <a:pt x="370987" y="32138"/>
                  <a:pt x="372096" y="32138"/>
                </a:cubicBezTo>
                <a:cubicBezTo>
                  <a:pt x="373158" y="32138"/>
                  <a:pt x="374039" y="32174"/>
                  <a:pt x="374738" y="32247"/>
                </a:cubicBezTo>
                <a:cubicBezTo>
                  <a:pt x="375438" y="32319"/>
                  <a:pt x="375981" y="32464"/>
                  <a:pt x="376367" y="32681"/>
                </a:cubicBezTo>
                <a:cubicBezTo>
                  <a:pt x="376753" y="32898"/>
                  <a:pt x="377031" y="33139"/>
                  <a:pt x="377199" y="33405"/>
                </a:cubicBezTo>
                <a:cubicBezTo>
                  <a:pt x="377368" y="33670"/>
                  <a:pt x="377453" y="33996"/>
                  <a:pt x="377453" y="34382"/>
                </a:cubicBezTo>
                <a:lnTo>
                  <a:pt x="377453" y="42996"/>
                </a:lnTo>
                <a:cubicBezTo>
                  <a:pt x="381120" y="38894"/>
                  <a:pt x="384776" y="35890"/>
                  <a:pt x="388419" y="33984"/>
                </a:cubicBezTo>
                <a:cubicBezTo>
                  <a:pt x="392062" y="32078"/>
                  <a:pt x="395742" y="31125"/>
                  <a:pt x="399457" y="31125"/>
                </a:cubicBezTo>
                <a:cubicBezTo>
                  <a:pt x="403800" y="31125"/>
                  <a:pt x="407456" y="31861"/>
                  <a:pt x="410423" y="33332"/>
                </a:cubicBezTo>
                <a:cubicBezTo>
                  <a:pt x="413391" y="34804"/>
                  <a:pt x="415792" y="36771"/>
                  <a:pt x="417625" y="39232"/>
                </a:cubicBezTo>
                <a:cubicBezTo>
                  <a:pt x="419459" y="41693"/>
                  <a:pt x="420774" y="44576"/>
                  <a:pt x="421570" y="47881"/>
                </a:cubicBezTo>
                <a:cubicBezTo>
                  <a:pt x="422367" y="51187"/>
                  <a:pt x="422765" y="55156"/>
                  <a:pt x="422765" y="59789"/>
                </a:cubicBezTo>
                <a:lnTo>
                  <a:pt x="422765" y="99527"/>
                </a:lnTo>
                <a:close/>
                <a:moveTo>
                  <a:pt x="491341" y="89683"/>
                </a:moveTo>
                <a:cubicBezTo>
                  <a:pt x="491341" y="90503"/>
                  <a:pt x="491317" y="91215"/>
                  <a:pt x="491269" y="91818"/>
                </a:cubicBezTo>
                <a:cubicBezTo>
                  <a:pt x="491221" y="92421"/>
                  <a:pt x="491136" y="92928"/>
                  <a:pt x="491016" y="93338"/>
                </a:cubicBezTo>
                <a:cubicBezTo>
                  <a:pt x="490895" y="93748"/>
                  <a:pt x="490750" y="94110"/>
                  <a:pt x="490581" y="94424"/>
                </a:cubicBezTo>
                <a:cubicBezTo>
                  <a:pt x="490412" y="94738"/>
                  <a:pt x="490026" y="95196"/>
                  <a:pt x="489423" y="95799"/>
                </a:cubicBezTo>
                <a:cubicBezTo>
                  <a:pt x="488820" y="96402"/>
                  <a:pt x="487795" y="97150"/>
                  <a:pt x="486347" y="98043"/>
                </a:cubicBezTo>
                <a:cubicBezTo>
                  <a:pt x="484899" y="98936"/>
                  <a:pt x="483271" y="99732"/>
                  <a:pt x="481461" y="100432"/>
                </a:cubicBezTo>
                <a:cubicBezTo>
                  <a:pt x="479651" y="101131"/>
                  <a:pt x="477685" y="101698"/>
                  <a:pt x="475562" y="102133"/>
                </a:cubicBezTo>
                <a:cubicBezTo>
                  <a:pt x="473439" y="102567"/>
                  <a:pt x="471243" y="102784"/>
                  <a:pt x="468975" y="102784"/>
                </a:cubicBezTo>
                <a:cubicBezTo>
                  <a:pt x="464294" y="102784"/>
                  <a:pt x="460144" y="102011"/>
                  <a:pt x="456525" y="100463"/>
                </a:cubicBezTo>
                <a:cubicBezTo>
                  <a:pt x="452906" y="98916"/>
                  <a:pt x="449878" y="96656"/>
                  <a:pt x="447441" y="93682"/>
                </a:cubicBezTo>
                <a:cubicBezTo>
                  <a:pt x="445004" y="90708"/>
                  <a:pt x="443146" y="87057"/>
                  <a:pt x="441867" y="82729"/>
                </a:cubicBezTo>
                <a:cubicBezTo>
                  <a:pt x="440589" y="78402"/>
                  <a:pt x="439949" y="73409"/>
                  <a:pt x="439949" y="67753"/>
                </a:cubicBezTo>
                <a:cubicBezTo>
                  <a:pt x="439949" y="61321"/>
                  <a:pt x="440733" y="55797"/>
                  <a:pt x="442302" y="51179"/>
                </a:cubicBezTo>
                <a:cubicBezTo>
                  <a:pt x="443870" y="46562"/>
                  <a:pt x="446017" y="42778"/>
                  <a:pt x="448744" y="39829"/>
                </a:cubicBezTo>
                <a:cubicBezTo>
                  <a:pt x="451470" y="36879"/>
                  <a:pt x="454679" y="34691"/>
                  <a:pt x="458371" y="33265"/>
                </a:cubicBezTo>
                <a:cubicBezTo>
                  <a:pt x="462062" y="31838"/>
                  <a:pt x="466055" y="31125"/>
                  <a:pt x="470350" y="31125"/>
                </a:cubicBezTo>
                <a:cubicBezTo>
                  <a:pt x="472425" y="31125"/>
                  <a:pt x="474440" y="31318"/>
                  <a:pt x="476394" y="31704"/>
                </a:cubicBezTo>
                <a:cubicBezTo>
                  <a:pt x="478349" y="32090"/>
                  <a:pt x="480146" y="32597"/>
                  <a:pt x="481787" y="33224"/>
                </a:cubicBezTo>
                <a:cubicBezTo>
                  <a:pt x="483427" y="33851"/>
                  <a:pt x="484887" y="34575"/>
                  <a:pt x="486166" y="35395"/>
                </a:cubicBezTo>
                <a:cubicBezTo>
                  <a:pt x="487445" y="36216"/>
                  <a:pt x="488374" y="36915"/>
                  <a:pt x="488953" y="37495"/>
                </a:cubicBezTo>
                <a:cubicBezTo>
                  <a:pt x="489532" y="38074"/>
                  <a:pt x="489930" y="38532"/>
                  <a:pt x="490147" y="38870"/>
                </a:cubicBezTo>
                <a:cubicBezTo>
                  <a:pt x="490364" y="39208"/>
                  <a:pt x="490545" y="39606"/>
                  <a:pt x="490690" y="40064"/>
                </a:cubicBezTo>
                <a:cubicBezTo>
                  <a:pt x="490835" y="40523"/>
                  <a:pt x="490931" y="41041"/>
                  <a:pt x="490979" y="41620"/>
                </a:cubicBezTo>
                <a:cubicBezTo>
                  <a:pt x="491028" y="42199"/>
                  <a:pt x="491052" y="42923"/>
                  <a:pt x="491052" y="43792"/>
                </a:cubicBezTo>
                <a:cubicBezTo>
                  <a:pt x="491052" y="45674"/>
                  <a:pt x="490835" y="46989"/>
                  <a:pt x="490400" y="47737"/>
                </a:cubicBezTo>
                <a:cubicBezTo>
                  <a:pt x="489966" y="48485"/>
                  <a:pt x="489435" y="48859"/>
                  <a:pt x="488808" y="48859"/>
                </a:cubicBezTo>
                <a:cubicBezTo>
                  <a:pt x="488084" y="48859"/>
                  <a:pt x="487252" y="48461"/>
                  <a:pt x="486311" y="47664"/>
                </a:cubicBezTo>
                <a:cubicBezTo>
                  <a:pt x="485370" y="46868"/>
                  <a:pt x="484175" y="45987"/>
                  <a:pt x="482728" y="45022"/>
                </a:cubicBezTo>
                <a:cubicBezTo>
                  <a:pt x="481280" y="44057"/>
                  <a:pt x="479531" y="43177"/>
                  <a:pt x="477480" y="42380"/>
                </a:cubicBezTo>
                <a:cubicBezTo>
                  <a:pt x="475429" y="41584"/>
                  <a:pt x="473004" y="41186"/>
                  <a:pt x="470205" y="41186"/>
                </a:cubicBezTo>
                <a:cubicBezTo>
                  <a:pt x="464463" y="41186"/>
                  <a:pt x="460060" y="43401"/>
                  <a:pt x="456996" y="47829"/>
                </a:cubicBezTo>
                <a:cubicBezTo>
                  <a:pt x="453931" y="52257"/>
                  <a:pt x="452399" y="58680"/>
                  <a:pt x="452399" y="67099"/>
                </a:cubicBezTo>
                <a:cubicBezTo>
                  <a:pt x="452399" y="71310"/>
                  <a:pt x="452797" y="75000"/>
                  <a:pt x="453594" y="78169"/>
                </a:cubicBezTo>
                <a:cubicBezTo>
                  <a:pt x="454390" y="81339"/>
                  <a:pt x="455560" y="83989"/>
                  <a:pt x="457104" y="86118"/>
                </a:cubicBezTo>
                <a:cubicBezTo>
                  <a:pt x="458648" y="88247"/>
                  <a:pt x="460542" y="89832"/>
                  <a:pt x="462786" y="90873"/>
                </a:cubicBezTo>
                <a:cubicBezTo>
                  <a:pt x="465030" y="91913"/>
                  <a:pt x="467600" y="92433"/>
                  <a:pt x="470495" y="92433"/>
                </a:cubicBezTo>
                <a:cubicBezTo>
                  <a:pt x="473246" y="92433"/>
                  <a:pt x="475658" y="91999"/>
                  <a:pt x="477733" y="91130"/>
                </a:cubicBezTo>
                <a:cubicBezTo>
                  <a:pt x="479808" y="90262"/>
                  <a:pt x="481606" y="89309"/>
                  <a:pt x="483126" y="88271"/>
                </a:cubicBezTo>
                <a:cubicBezTo>
                  <a:pt x="484646" y="87234"/>
                  <a:pt x="485925" y="86293"/>
                  <a:pt x="486962" y="85448"/>
                </a:cubicBezTo>
                <a:cubicBezTo>
                  <a:pt x="488000" y="84604"/>
                  <a:pt x="488808" y="84182"/>
                  <a:pt x="489387" y="84182"/>
                </a:cubicBezTo>
                <a:cubicBezTo>
                  <a:pt x="489725" y="84182"/>
                  <a:pt x="490014" y="84278"/>
                  <a:pt x="490256" y="84471"/>
                </a:cubicBezTo>
                <a:cubicBezTo>
                  <a:pt x="490497" y="84664"/>
                  <a:pt x="490702" y="84990"/>
                  <a:pt x="490871" y="85448"/>
                </a:cubicBezTo>
                <a:cubicBezTo>
                  <a:pt x="491040" y="85907"/>
                  <a:pt x="491160" y="86486"/>
                  <a:pt x="491233" y="87186"/>
                </a:cubicBezTo>
                <a:cubicBezTo>
                  <a:pt x="491305" y="87885"/>
                  <a:pt x="491341" y="88718"/>
                  <a:pt x="491341" y="89683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call.return">
            <a:extLst xmlns:a="http://schemas.openxmlformats.org/drawingml/2006/main">
              <a:ext uri="{FF2B5EF4-FFF2-40B4-BE49-F238E27FC236}">
                <a16:creationId xmlns:a16="http://schemas.microsoft.com/office/drawing/2014/main" id="{AB12C6D5-E7EE-4958-BA48-FBA7FDBD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730" y="2889138"/>
            <a:ext cx="604109" cy="102350"/>
          </a:xfrm>
          <a:custGeom xmlns:a="http://schemas.openxmlformats.org/drawingml/2006/main">
            <a:pathLst>
              <a:path w="604109" h="102350">
                <a:moveTo>
                  <a:pt x="51392" y="89249"/>
                </a:moveTo>
                <a:cubicBezTo>
                  <a:pt x="51392" y="90069"/>
                  <a:pt x="51368" y="90781"/>
                  <a:pt x="51320" y="91384"/>
                </a:cubicBezTo>
                <a:cubicBezTo>
                  <a:pt x="51271" y="91987"/>
                  <a:pt x="51187" y="92494"/>
                  <a:pt x="51066" y="92904"/>
                </a:cubicBezTo>
                <a:cubicBezTo>
                  <a:pt x="50946" y="93314"/>
                  <a:pt x="50801" y="93676"/>
                  <a:pt x="50632" y="93990"/>
                </a:cubicBezTo>
                <a:cubicBezTo>
                  <a:pt x="50463" y="94303"/>
                  <a:pt x="50077" y="94762"/>
                  <a:pt x="49474" y="95365"/>
                </a:cubicBezTo>
                <a:cubicBezTo>
                  <a:pt x="48871" y="95968"/>
                  <a:pt x="47845" y="96716"/>
                  <a:pt x="46398" y="97609"/>
                </a:cubicBezTo>
                <a:cubicBezTo>
                  <a:pt x="44950" y="98501"/>
                  <a:pt x="43321" y="99298"/>
                  <a:pt x="41512" y="99997"/>
                </a:cubicBezTo>
                <a:cubicBezTo>
                  <a:pt x="39702" y="100697"/>
                  <a:pt x="37736" y="101264"/>
                  <a:pt x="35613" y="101698"/>
                </a:cubicBezTo>
                <a:cubicBezTo>
                  <a:pt x="33489" y="102133"/>
                  <a:pt x="31294" y="102350"/>
                  <a:pt x="29026" y="102350"/>
                </a:cubicBezTo>
                <a:cubicBezTo>
                  <a:pt x="24345" y="102350"/>
                  <a:pt x="20195" y="101576"/>
                  <a:pt x="16576" y="100029"/>
                </a:cubicBezTo>
                <a:cubicBezTo>
                  <a:pt x="12957" y="98482"/>
                  <a:pt x="9929" y="96221"/>
                  <a:pt x="7492" y="93248"/>
                </a:cubicBezTo>
                <a:cubicBezTo>
                  <a:pt x="5055" y="90274"/>
                  <a:pt x="3197" y="86623"/>
                  <a:pt x="1918" y="82295"/>
                </a:cubicBezTo>
                <a:cubicBezTo>
                  <a:pt x="639" y="77967"/>
                  <a:pt x="0" y="72975"/>
                  <a:pt x="0" y="67319"/>
                </a:cubicBezTo>
                <a:cubicBezTo>
                  <a:pt x="0" y="60887"/>
                  <a:pt x="784" y="55363"/>
                  <a:pt x="2352" y="50745"/>
                </a:cubicBezTo>
                <a:cubicBezTo>
                  <a:pt x="3921" y="46128"/>
                  <a:pt x="6068" y="42344"/>
                  <a:pt x="8795" y="39395"/>
                </a:cubicBezTo>
                <a:cubicBezTo>
                  <a:pt x="11521" y="36445"/>
                  <a:pt x="14730" y="34257"/>
                  <a:pt x="18422" y="32830"/>
                </a:cubicBezTo>
                <a:cubicBezTo>
                  <a:pt x="22113" y="31404"/>
                  <a:pt x="26106" y="30690"/>
                  <a:pt x="30401" y="30690"/>
                </a:cubicBezTo>
                <a:cubicBezTo>
                  <a:pt x="32476" y="30690"/>
                  <a:pt x="34491" y="30884"/>
                  <a:pt x="36445" y="31270"/>
                </a:cubicBezTo>
                <a:cubicBezTo>
                  <a:pt x="38399" y="31656"/>
                  <a:pt x="40197" y="32162"/>
                  <a:pt x="41837" y="32790"/>
                </a:cubicBezTo>
                <a:cubicBezTo>
                  <a:pt x="43478" y="33417"/>
                  <a:pt x="44938" y="34141"/>
                  <a:pt x="46217" y="34961"/>
                </a:cubicBezTo>
                <a:cubicBezTo>
                  <a:pt x="47495" y="35781"/>
                  <a:pt x="48424" y="36481"/>
                  <a:pt x="49003" y="37060"/>
                </a:cubicBezTo>
                <a:cubicBezTo>
                  <a:pt x="49583" y="37639"/>
                  <a:pt x="49981" y="38098"/>
                  <a:pt x="50198" y="38435"/>
                </a:cubicBezTo>
                <a:cubicBezTo>
                  <a:pt x="50415" y="38773"/>
                  <a:pt x="50596" y="39171"/>
                  <a:pt x="50741" y="39630"/>
                </a:cubicBezTo>
                <a:cubicBezTo>
                  <a:pt x="50885" y="40088"/>
                  <a:pt x="50982" y="40607"/>
                  <a:pt x="51030" y="41186"/>
                </a:cubicBezTo>
                <a:cubicBezTo>
                  <a:pt x="51078" y="41765"/>
                  <a:pt x="51103" y="42489"/>
                  <a:pt x="51103" y="43358"/>
                </a:cubicBezTo>
                <a:cubicBezTo>
                  <a:pt x="51103" y="45240"/>
                  <a:pt x="50885" y="46554"/>
                  <a:pt x="50451" y="47302"/>
                </a:cubicBezTo>
                <a:cubicBezTo>
                  <a:pt x="50017" y="48050"/>
                  <a:pt x="49486" y="48424"/>
                  <a:pt x="48859" y="48424"/>
                </a:cubicBezTo>
                <a:cubicBezTo>
                  <a:pt x="48135" y="48424"/>
                  <a:pt x="47302" y="48026"/>
                  <a:pt x="46361" y="47230"/>
                </a:cubicBezTo>
                <a:cubicBezTo>
                  <a:pt x="45420" y="46434"/>
                  <a:pt x="44226" y="45553"/>
                  <a:pt x="42778" y="44588"/>
                </a:cubicBezTo>
                <a:cubicBezTo>
                  <a:pt x="41331" y="43623"/>
                  <a:pt x="39582" y="42742"/>
                  <a:pt x="37531" y="41946"/>
                </a:cubicBezTo>
                <a:cubicBezTo>
                  <a:pt x="35480" y="41150"/>
                  <a:pt x="33055" y="40752"/>
                  <a:pt x="30256" y="40752"/>
                </a:cubicBezTo>
                <a:cubicBezTo>
                  <a:pt x="24514" y="40752"/>
                  <a:pt x="20110" y="42966"/>
                  <a:pt x="17046" y="47395"/>
                </a:cubicBezTo>
                <a:cubicBezTo>
                  <a:pt x="13982" y="51823"/>
                  <a:pt x="12450" y="58246"/>
                  <a:pt x="12450" y="66665"/>
                </a:cubicBezTo>
                <a:cubicBezTo>
                  <a:pt x="12450" y="70875"/>
                  <a:pt x="12848" y="74565"/>
                  <a:pt x="13644" y="77735"/>
                </a:cubicBezTo>
                <a:cubicBezTo>
                  <a:pt x="14440" y="80905"/>
                  <a:pt x="15611" y="83554"/>
                  <a:pt x="17155" y="85684"/>
                </a:cubicBezTo>
                <a:cubicBezTo>
                  <a:pt x="18699" y="87813"/>
                  <a:pt x="20593" y="89398"/>
                  <a:pt x="22837" y="90438"/>
                </a:cubicBezTo>
                <a:cubicBezTo>
                  <a:pt x="25081" y="91479"/>
                  <a:pt x="27650" y="91999"/>
                  <a:pt x="30546" y="91999"/>
                </a:cubicBezTo>
                <a:cubicBezTo>
                  <a:pt x="33296" y="91999"/>
                  <a:pt x="35709" y="91565"/>
                  <a:pt x="37784" y="90696"/>
                </a:cubicBezTo>
                <a:cubicBezTo>
                  <a:pt x="39859" y="89828"/>
                  <a:pt x="41657" y="88875"/>
                  <a:pt x="43177" y="87837"/>
                </a:cubicBezTo>
                <a:cubicBezTo>
                  <a:pt x="44697" y="86800"/>
                  <a:pt x="45975" y="85859"/>
                  <a:pt x="47013" y="85014"/>
                </a:cubicBezTo>
                <a:cubicBezTo>
                  <a:pt x="48050" y="84170"/>
                  <a:pt x="48859" y="83747"/>
                  <a:pt x="49438" y="83747"/>
                </a:cubicBezTo>
                <a:cubicBezTo>
                  <a:pt x="49776" y="83747"/>
                  <a:pt x="50065" y="83844"/>
                  <a:pt x="50306" y="84037"/>
                </a:cubicBezTo>
                <a:cubicBezTo>
                  <a:pt x="50548" y="84230"/>
                  <a:pt x="50753" y="84556"/>
                  <a:pt x="50922" y="85014"/>
                </a:cubicBezTo>
                <a:cubicBezTo>
                  <a:pt x="51090" y="85473"/>
                  <a:pt x="51211" y="86052"/>
                  <a:pt x="51284" y="86751"/>
                </a:cubicBezTo>
                <a:cubicBezTo>
                  <a:pt x="51356" y="87451"/>
                  <a:pt x="51392" y="88283"/>
                  <a:pt x="51392" y="89249"/>
                </a:cubicBezTo>
                <a:close/>
                <a:moveTo>
                  <a:pt x="116313" y="99165"/>
                </a:moveTo>
                <a:cubicBezTo>
                  <a:pt x="116313" y="99744"/>
                  <a:pt x="116120" y="100178"/>
                  <a:pt x="115734" y="100468"/>
                </a:cubicBezTo>
                <a:cubicBezTo>
                  <a:pt x="115348" y="100757"/>
                  <a:pt x="114817" y="100975"/>
                  <a:pt x="114141" y="101119"/>
                </a:cubicBezTo>
                <a:cubicBezTo>
                  <a:pt x="113466" y="101264"/>
                  <a:pt x="112477" y="101336"/>
                  <a:pt x="111174" y="101336"/>
                </a:cubicBezTo>
                <a:cubicBezTo>
                  <a:pt x="109919" y="101336"/>
                  <a:pt x="108918" y="101264"/>
                  <a:pt x="108170" y="101119"/>
                </a:cubicBezTo>
                <a:cubicBezTo>
                  <a:pt x="107422" y="100975"/>
                  <a:pt x="106879" y="100757"/>
                  <a:pt x="106541" y="100468"/>
                </a:cubicBezTo>
                <a:cubicBezTo>
                  <a:pt x="106203" y="100178"/>
                  <a:pt x="106035" y="99744"/>
                  <a:pt x="106035" y="99165"/>
                </a:cubicBezTo>
                <a:lnTo>
                  <a:pt x="106035" y="92651"/>
                </a:lnTo>
                <a:cubicBezTo>
                  <a:pt x="103187" y="95691"/>
                  <a:pt x="100015" y="98067"/>
                  <a:pt x="96516" y="99780"/>
                </a:cubicBezTo>
                <a:cubicBezTo>
                  <a:pt x="93018" y="101493"/>
                  <a:pt x="89314" y="102350"/>
                  <a:pt x="85405" y="102350"/>
                </a:cubicBezTo>
                <a:cubicBezTo>
                  <a:pt x="81979" y="102350"/>
                  <a:pt x="78879" y="101902"/>
                  <a:pt x="76104" y="101006"/>
                </a:cubicBezTo>
                <a:cubicBezTo>
                  <a:pt x="73329" y="100111"/>
                  <a:pt x="70965" y="98815"/>
                  <a:pt x="69011" y="97120"/>
                </a:cubicBezTo>
                <a:cubicBezTo>
                  <a:pt x="67056" y="95425"/>
                  <a:pt x="65536" y="93343"/>
                  <a:pt x="64450" y="90875"/>
                </a:cubicBezTo>
                <a:cubicBezTo>
                  <a:pt x="63365" y="88405"/>
                  <a:pt x="62822" y="85595"/>
                  <a:pt x="62822" y="82447"/>
                </a:cubicBezTo>
                <a:cubicBezTo>
                  <a:pt x="62822" y="78767"/>
                  <a:pt x="63570" y="75572"/>
                  <a:pt x="65066" y="72860"/>
                </a:cubicBezTo>
                <a:cubicBezTo>
                  <a:pt x="66562" y="70148"/>
                  <a:pt x="68709" y="67895"/>
                  <a:pt x="71508" y="66104"/>
                </a:cubicBezTo>
                <a:cubicBezTo>
                  <a:pt x="74307" y="64312"/>
                  <a:pt x="77733" y="62969"/>
                  <a:pt x="81786" y="62073"/>
                </a:cubicBezTo>
                <a:cubicBezTo>
                  <a:pt x="85840" y="61177"/>
                  <a:pt x="90400" y="60730"/>
                  <a:pt x="95467" y="60730"/>
                </a:cubicBezTo>
                <a:lnTo>
                  <a:pt x="104442" y="60730"/>
                </a:lnTo>
                <a:lnTo>
                  <a:pt x="104442" y="55681"/>
                </a:lnTo>
                <a:cubicBezTo>
                  <a:pt x="104442" y="53181"/>
                  <a:pt x="104177" y="50969"/>
                  <a:pt x="103646" y="49046"/>
                </a:cubicBezTo>
                <a:cubicBezTo>
                  <a:pt x="103115" y="47122"/>
                  <a:pt x="102259" y="45523"/>
                  <a:pt x="101076" y="44249"/>
                </a:cubicBezTo>
                <a:cubicBezTo>
                  <a:pt x="99894" y="42975"/>
                  <a:pt x="98362" y="42013"/>
                  <a:pt x="96480" y="41365"/>
                </a:cubicBezTo>
                <a:cubicBezTo>
                  <a:pt x="94598" y="40715"/>
                  <a:pt x="92282" y="40390"/>
                  <a:pt x="89531" y="40390"/>
                </a:cubicBezTo>
                <a:cubicBezTo>
                  <a:pt x="86588" y="40390"/>
                  <a:pt x="83946" y="40736"/>
                  <a:pt x="81605" y="41428"/>
                </a:cubicBezTo>
                <a:cubicBezTo>
                  <a:pt x="79265" y="42120"/>
                  <a:pt x="77214" y="42884"/>
                  <a:pt x="75453" y="43719"/>
                </a:cubicBezTo>
                <a:cubicBezTo>
                  <a:pt x="73691" y="44555"/>
                  <a:pt x="72219" y="45319"/>
                  <a:pt x="71037" y="46011"/>
                </a:cubicBezTo>
                <a:cubicBezTo>
                  <a:pt x="69855" y="46703"/>
                  <a:pt x="68974" y="47049"/>
                  <a:pt x="68395" y="47049"/>
                </a:cubicBezTo>
                <a:cubicBezTo>
                  <a:pt x="68009" y="47049"/>
                  <a:pt x="67671" y="46953"/>
                  <a:pt x="67382" y="46760"/>
                </a:cubicBezTo>
                <a:cubicBezTo>
                  <a:pt x="67092" y="46567"/>
                  <a:pt x="66839" y="46277"/>
                  <a:pt x="66622" y="45891"/>
                </a:cubicBezTo>
                <a:cubicBezTo>
                  <a:pt x="66405" y="45505"/>
                  <a:pt x="66248" y="45010"/>
                  <a:pt x="66151" y="44407"/>
                </a:cubicBezTo>
                <a:cubicBezTo>
                  <a:pt x="66055" y="43804"/>
                  <a:pt x="66007" y="43140"/>
                  <a:pt x="66007" y="42417"/>
                </a:cubicBezTo>
                <a:cubicBezTo>
                  <a:pt x="66007" y="41210"/>
                  <a:pt x="66091" y="40257"/>
                  <a:pt x="66260" y="39557"/>
                </a:cubicBezTo>
                <a:cubicBezTo>
                  <a:pt x="66429" y="38858"/>
                  <a:pt x="66839" y="38194"/>
                  <a:pt x="67490" y="37567"/>
                </a:cubicBezTo>
                <a:cubicBezTo>
                  <a:pt x="68142" y="36940"/>
                  <a:pt x="69264" y="36209"/>
                  <a:pt x="70856" y="35375"/>
                </a:cubicBezTo>
                <a:cubicBezTo>
                  <a:pt x="72449" y="34540"/>
                  <a:pt x="74282" y="33777"/>
                  <a:pt x="76357" y="33086"/>
                </a:cubicBezTo>
                <a:cubicBezTo>
                  <a:pt x="78432" y="32395"/>
                  <a:pt x="80700" y="31824"/>
                  <a:pt x="83161" y="31371"/>
                </a:cubicBezTo>
                <a:cubicBezTo>
                  <a:pt x="85622" y="30917"/>
                  <a:pt x="88108" y="30690"/>
                  <a:pt x="90617" y="30690"/>
                </a:cubicBezTo>
                <a:cubicBezTo>
                  <a:pt x="95298" y="30690"/>
                  <a:pt x="99279" y="31221"/>
                  <a:pt x="102560" y="32283"/>
                </a:cubicBezTo>
                <a:cubicBezTo>
                  <a:pt x="105841" y="33345"/>
                  <a:pt x="108496" y="34901"/>
                  <a:pt x="110522" y="36952"/>
                </a:cubicBezTo>
                <a:cubicBezTo>
                  <a:pt x="112549" y="39002"/>
                  <a:pt x="114021" y="41548"/>
                  <a:pt x="114938" y="44588"/>
                </a:cubicBezTo>
                <a:cubicBezTo>
                  <a:pt x="115855" y="47628"/>
                  <a:pt x="116313" y="51175"/>
                  <a:pt x="116313" y="55228"/>
                </a:cubicBezTo>
                <a:lnTo>
                  <a:pt x="116313" y="99165"/>
                </a:lnTo>
                <a:moveTo>
                  <a:pt x="104442" y="69343"/>
                </a:moveTo>
                <a:lnTo>
                  <a:pt x="94236" y="69343"/>
                </a:lnTo>
                <a:cubicBezTo>
                  <a:pt x="90955" y="69343"/>
                  <a:pt x="88108" y="69623"/>
                  <a:pt x="85695" y="70182"/>
                </a:cubicBezTo>
                <a:cubicBezTo>
                  <a:pt x="83282" y="70740"/>
                  <a:pt x="81279" y="71565"/>
                  <a:pt x="79687" y="72657"/>
                </a:cubicBezTo>
                <a:cubicBezTo>
                  <a:pt x="78095" y="73749"/>
                  <a:pt x="76924" y="75060"/>
                  <a:pt x="76176" y="76590"/>
                </a:cubicBezTo>
                <a:cubicBezTo>
                  <a:pt x="75428" y="78120"/>
                  <a:pt x="75055" y="79879"/>
                  <a:pt x="75055" y="81870"/>
                </a:cubicBezTo>
                <a:cubicBezTo>
                  <a:pt x="75055" y="85269"/>
                  <a:pt x="76128" y="87976"/>
                  <a:pt x="78276" y="89990"/>
                </a:cubicBezTo>
                <a:cubicBezTo>
                  <a:pt x="80423" y="92005"/>
                  <a:pt x="83427" y="93012"/>
                  <a:pt x="87287" y="93012"/>
                </a:cubicBezTo>
                <a:cubicBezTo>
                  <a:pt x="90424" y="93012"/>
                  <a:pt x="93331" y="92212"/>
                  <a:pt x="96009" y="90610"/>
                </a:cubicBezTo>
                <a:cubicBezTo>
                  <a:pt x="98688" y="89007"/>
                  <a:pt x="101499" y="86555"/>
                  <a:pt x="104442" y="83254"/>
                </a:cubicBezTo>
                <a:lnTo>
                  <a:pt x="104442" y="69343"/>
                </a:lnTo>
                <a:close/>
                <a:moveTo>
                  <a:pt x="150157" y="99090"/>
                </a:moveTo>
                <a:cubicBezTo>
                  <a:pt x="150157" y="99476"/>
                  <a:pt x="150061" y="99803"/>
                  <a:pt x="149868" y="100070"/>
                </a:cubicBezTo>
                <a:cubicBezTo>
                  <a:pt x="149675" y="100335"/>
                  <a:pt x="149361" y="100564"/>
                  <a:pt x="148927" y="100757"/>
                </a:cubicBezTo>
                <a:cubicBezTo>
                  <a:pt x="148492" y="100950"/>
                  <a:pt x="147889" y="101095"/>
                  <a:pt x="147117" y="101192"/>
                </a:cubicBezTo>
                <a:cubicBezTo>
                  <a:pt x="146345" y="101288"/>
                  <a:pt x="145356" y="101336"/>
                  <a:pt x="144149" y="101336"/>
                </a:cubicBezTo>
                <a:cubicBezTo>
                  <a:pt x="142991" y="101336"/>
                  <a:pt x="142026" y="101288"/>
                  <a:pt x="141254" y="101192"/>
                </a:cubicBezTo>
                <a:cubicBezTo>
                  <a:pt x="140482" y="101095"/>
                  <a:pt x="139867" y="100950"/>
                  <a:pt x="139408" y="100757"/>
                </a:cubicBezTo>
                <a:cubicBezTo>
                  <a:pt x="138950" y="100564"/>
                  <a:pt x="138636" y="100335"/>
                  <a:pt x="138467" y="100070"/>
                </a:cubicBezTo>
                <a:cubicBezTo>
                  <a:pt x="138298" y="99803"/>
                  <a:pt x="138214" y="99476"/>
                  <a:pt x="138214" y="99090"/>
                </a:cubicBezTo>
                <a:lnTo>
                  <a:pt x="138214" y="2319"/>
                </a:lnTo>
                <a:cubicBezTo>
                  <a:pt x="138214" y="1932"/>
                  <a:pt x="138298" y="1595"/>
                  <a:pt x="138467" y="1305"/>
                </a:cubicBezTo>
                <a:cubicBezTo>
                  <a:pt x="138636" y="1014"/>
                  <a:pt x="138950" y="772"/>
                  <a:pt x="139408" y="579"/>
                </a:cubicBezTo>
                <a:cubicBezTo>
                  <a:pt x="139867" y="386"/>
                  <a:pt x="140482" y="241"/>
                  <a:pt x="141254" y="145"/>
                </a:cubicBezTo>
                <a:cubicBezTo>
                  <a:pt x="142026" y="48"/>
                  <a:pt x="142991" y="0"/>
                  <a:pt x="144149" y="0"/>
                </a:cubicBezTo>
                <a:cubicBezTo>
                  <a:pt x="145356" y="0"/>
                  <a:pt x="146345" y="48"/>
                  <a:pt x="147117" y="145"/>
                </a:cubicBezTo>
                <a:cubicBezTo>
                  <a:pt x="147889" y="241"/>
                  <a:pt x="148492" y="386"/>
                  <a:pt x="148927" y="579"/>
                </a:cubicBezTo>
                <a:cubicBezTo>
                  <a:pt x="149361" y="772"/>
                  <a:pt x="149675" y="1014"/>
                  <a:pt x="149868" y="1305"/>
                </a:cubicBezTo>
                <a:cubicBezTo>
                  <a:pt x="150061" y="1595"/>
                  <a:pt x="150157" y="1932"/>
                  <a:pt x="150157" y="2319"/>
                </a:cubicBezTo>
                <a:lnTo>
                  <a:pt x="150157" y="99090"/>
                </a:lnTo>
                <a:close/>
                <a:moveTo>
                  <a:pt x="184074" y="99090"/>
                </a:moveTo>
                <a:cubicBezTo>
                  <a:pt x="184074" y="99476"/>
                  <a:pt x="183978" y="99803"/>
                  <a:pt x="183784" y="100070"/>
                </a:cubicBezTo>
                <a:cubicBezTo>
                  <a:pt x="183591" y="100335"/>
                  <a:pt x="183278" y="100564"/>
                  <a:pt x="182844" y="100757"/>
                </a:cubicBezTo>
                <a:cubicBezTo>
                  <a:pt x="182409" y="100950"/>
                  <a:pt x="181806" y="101095"/>
                  <a:pt x="181034" y="101192"/>
                </a:cubicBezTo>
                <a:cubicBezTo>
                  <a:pt x="180262" y="101288"/>
                  <a:pt x="179273" y="101336"/>
                  <a:pt x="178066" y="101336"/>
                </a:cubicBezTo>
                <a:cubicBezTo>
                  <a:pt x="176908" y="101336"/>
                  <a:pt x="175943" y="101288"/>
                  <a:pt x="175171" y="101192"/>
                </a:cubicBezTo>
                <a:cubicBezTo>
                  <a:pt x="174399" y="101095"/>
                  <a:pt x="173784" y="100950"/>
                  <a:pt x="173325" y="100757"/>
                </a:cubicBezTo>
                <a:cubicBezTo>
                  <a:pt x="172867" y="100564"/>
                  <a:pt x="172553" y="100335"/>
                  <a:pt x="172384" y="100070"/>
                </a:cubicBezTo>
                <a:cubicBezTo>
                  <a:pt x="172215" y="99803"/>
                  <a:pt x="172131" y="99476"/>
                  <a:pt x="172131" y="99090"/>
                </a:cubicBezTo>
                <a:lnTo>
                  <a:pt x="172131" y="2319"/>
                </a:lnTo>
                <a:cubicBezTo>
                  <a:pt x="172131" y="1932"/>
                  <a:pt x="172215" y="1595"/>
                  <a:pt x="172384" y="1305"/>
                </a:cubicBezTo>
                <a:cubicBezTo>
                  <a:pt x="172553" y="1014"/>
                  <a:pt x="172867" y="772"/>
                  <a:pt x="173325" y="579"/>
                </a:cubicBezTo>
                <a:cubicBezTo>
                  <a:pt x="173784" y="386"/>
                  <a:pt x="174399" y="241"/>
                  <a:pt x="175171" y="145"/>
                </a:cubicBezTo>
                <a:cubicBezTo>
                  <a:pt x="175943" y="48"/>
                  <a:pt x="176908" y="0"/>
                  <a:pt x="178066" y="0"/>
                </a:cubicBezTo>
                <a:cubicBezTo>
                  <a:pt x="179273" y="0"/>
                  <a:pt x="180262" y="48"/>
                  <a:pt x="181034" y="145"/>
                </a:cubicBezTo>
                <a:cubicBezTo>
                  <a:pt x="181806" y="241"/>
                  <a:pt x="182409" y="386"/>
                  <a:pt x="182844" y="579"/>
                </a:cubicBezTo>
                <a:cubicBezTo>
                  <a:pt x="183278" y="772"/>
                  <a:pt x="183591" y="1014"/>
                  <a:pt x="183784" y="1305"/>
                </a:cubicBezTo>
                <a:cubicBezTo>
                  <a:pt x="183978" y="1595"/>
                  <a:pt x="184074" y="1932"/>
                  <a:pt x="184074" y="2319"/>
                </a:cubicBezTo>
                <a:lnTo>
                  <a:pt x="184074" y="99090"/>
                </a:lnTo>
                <a:close/>
                <a:moveTo>
                  <a:pt x="221467" y="93049"/>
                </a:moveTo>
                <a:cubicBezTo>
                  <a:pt x="221467" y="96490"/>
                  <a:pt x="220900" y="98780"/>
                  <a:pt x="219766" y="99918"/>
                </a:cubicBezTo>
                <a:cubicBezTo>
                  <a:pt x="218632" y="101057"/>
                  <a:pt x="216569" y="101626"/>
                  <a:pt x="213577" y="101626"/>
                </a:cubicBezTo>
                <a:cubicBezTo>
                  <a:pt x="210682" y="101626"/>
                  <a:pt x="208679" y="101069"/>
                  <a:pt x="207569" y="99954"/>
                </a:cubicBezTo>
                <a:cubicBezTo>
                  <a:pt x="206459" y="98840"/>
                  <a:pt x="205905" y="96610"/>
                  <a:pt x="205905" y="93266"/>
                </a:cubicBezTo>
                <a:cubicBezTo>
                  <a:pt x="205905" y="89825"/>
                  <a:pt x="206472" y="87535"/>
                  <a:pt x="207606" y="86396"/>
                </a:cubicBezTo>
                <a:cubicBezTo>
                  <a:pt x="208740" y="85258"/>
                  <a:pt x="210802" y="84688"/>
                  <a:pt x="213794" y="84688"/>
                </a:cubicBezTo>
                <a:cubicBezTo>
                  <a:pt x="216690" y="84688"/>
                  <a:pt x="218692" y="85246"/>
                  <a:pt x="219802" y="86360"/>
                </a:cubicBezTo>
                <a:cubicBezTo>
                  <a:pt x="220912" y="87474"/>
                  <a:pt x="221467" y="89704"/>
                  <a:pt x="221467" y="93049"/>
                </a:cubicBezTo>
                <a:close/>
                <a:moveTo>
                  <a:pt x="281450" y="38218"/>
                </a:moveTo>
                <a:cubicBezTo>
                  <a:pt x="281450" y="39280"/>
                  <a:pt x="281426" y="40173"/>
                  <a:pt x="281378" y="40897"/>
                </a:cubicBezTo>
                <a:cubicBezTo>
                  <a:pt x="281330" y="41620"/>
                  <a:pt x="281233" y="42187"/>
                  <a:pt x="281089" y="42598"/>
                </a:cubicBezTo>
                <a:cubicBezTo>
                  <a:pt x="280944" y="43008"/>
                  <a:pt x="280763" y="43321"/>
                  <a:pt x="280546" y="43539"/>
                </a:cubicBezTo>
                <a:cubicBezTo>
                  <a:pt x="280328" y="43756"/>
                  <a:pt x="280027" y="43864"/>
                  <a:pt x="279641" y="43864"/>
                </a:cubicBezTo>
                <a:cubicBezTo>
                  <a:pt x="279255" y="43864"/>
                  <a:pt x="278784" y="43756"/>
                  <a:pt x="278229" y="43539"/>
                </a:cubicBezTo>
                <a:cubicBezTo>
                  <a:pt x="277674" y="43321"/>
                  <a:pt x="277047" y="43104"/>
                  <a:pt x="276347" y="42887"/>
                </a:cubicBezTo>
                <a:cubicBezTo>
                  <a:pt x="275648" y="42670"/>
                  <a:pt x="274864" y="42465"/>
                  <a:pt x="273995" y="42272"/>
                </a:cubicBezTo>
                <a:cubicBezTo>
                  <a:pt x="273126" y="42079"/>
                  <a:pt x="272185" y="41982"/>
                  <a:pt x="271172" y="41982"/>
                </a:cubicBezTo>
                <a:cubicBezTo>
                  <a:pt x="269966" y="41982"/>
                  <a:pt x="268783" y="42224"/>
                  <a:pt x="267625" y="42706"/>
                </a:cubicBezTo>
                <a:cubicBezTo>
                  <a:pt x="266467" y="43189"/>
                  <a:pt x="265249" y="43985"/>
                  <a:pt x="263970" y="45095"/>
                </a:cubicBezTo>
                <a:cubicBezTo>
                  <a:pt x="262691" y="46205"/>
                  <a:pt x="261352" y="47676"/>
                  <a:pt x="259953" y="49510"/>
                </a:cubicBezTo>
                <a:cubicBezTo>
                  <a:pt x="258553" y="51344"/>
                  <a:pt x="257009" y="53588"/>
                  <a:pt x="255320" y="56242"/>
                </a:cubicBezTo>
                <a:lnTo>
                  <a:pt x="255320" y="99093"/>
                </a:lnTo>
                <a:cubicBezTo>
                  <a:pt x="255320" y="99479"/>
                  <a:pt x="255224" y="99804"/>
                  <a:pt x="255031" y="100070"/>
                </a:cubicBezTo>
                <a:cubicBezTo>
                  <a:pt x="254838" y="100335"/>
                  <a:pt x="254524" y="100564"/>
                  <a:pt x="254090" y="100757"/>
                </a:cubicBezTo>
                <a:cubicBezTo>
                  <a:pt x="253655" y="100950"/>
                  <a:pt x="253052" y="101095"/>
                  <a:pt x="252280" y="101192"/>
                </a:cubicBezTo>
                <a:cubicBezTo>
                  <a:pt x="251508" y="101288"/>
                  <a:pt x="250519" y="101336"/>
                  <a:pt x="249312" y="101336"/>
                </a:cubicBezTo>
                <a:cubicBezTo>
                  <a:pt x="248154" y="101336"/>
                  <a:pt x="247189" y="101288"/>
                  <a:pt x="246417" y="101192"/>
                </a:cubicBezTo>
                <a:cubicBezTo>
                  <a:pt x="245645" y="101095"/>
                  <a:pt x="245030" y="100950"/>
                  <a:pt x="244571" y="100757"/>
                </a:cubicBezTo>
                <a:cubicBezTo>
                  <a:pt x="244113" y="100564"/>
                  <a:pt x="243799" y="100335"/>
                  <a:pt x="243630" y="100070"/>
                </a:cubicBezTo>
                <a:cubicBezTo>
                  <a:pt x="243461" y="99804"/>
                  <a:pt x="243377" y="99479"/>
                  <a:pt x="243377" y="99093"/>
                </a:cubicBezTo>
                <a:lnTo>
                  <a:pt x="243377" y="33948"/>
                </a:lnTo>
                <a:cubicBezTo>
                  <a:pt x="243377" y="33562"/>
                  <a:pt x="243449" y="33236"/>
                  <a:pt x="243594" y="32971"/>
                </a:cubicBezTo>
                <a:cubicBezTo>
                  <a:pt x="243739" y="32705"/>
                  <a:pt x="244028" y="32464"/>
                  <a:pt x="244463" y="32247"/>
                </a:cubicBezTo>
                <a:cubicBezTo>
                  <a:pt x="244897" y="32030"/>
                  <a:pt x="245452" y="31885"/>
                  <a:pt x="246127" y="31812"/>
                </a:cubicBezTo>
                <a:cubicBezTo>
                  <a:pt x="246803" y="31740"/>
                  <a:pt x="247696" y="31704"/>
                  <a:pt x="248806" y="31704"/>
                </a:cubicBezTo>
                <a:cubicBezTo>
                  <a:pt x="249867" y="31704"/>
                  <a:pt x="250748" y="31740"/>
                  <a:pt x="251448" y="31812"/>
                </a:cubicBezTo>
                <a:cubicBezTo>
                  <a:pt x="252147" y="31885"/>
                  <a:pt x="252690" y="32030"/>
                  <a:pt x="253076" y="32247"/>
                </a:cubicBezTo>
                <a:cubicBezTo>
                  <a:pt x="253462" y="32464"/>
                  <a:pt x="253740" y="32705"/>
                  <a:pt x="253909" y="32971"/>
                </a:cubicBezTo>
                <a:cubicBezTo>
                  <a:pt x="254077" y="33236"/>
                  <a:pt x="254162" y="33562"/>
                  <a:pt x="254162" y="33948"/>
                </a:cubicBezTo>
                <a:lnTo>
                  <a:pt x="254162" y="43430"/>
                </a:lnTo>
                <a:cubicBezTo>
                  <a:pt x="255947" y="40824"/>
                  <a:pt x="257624" y="38701"/>
                  <a:pt x="259193" y="37060"/>
                </a:cubicBezTo>
                <a:cubicBezTo>
                  <a:pt x="260761" y="35420"/>
                  <a:pt x="262245" y="34129"/>
                  <a:pt x="263644" y="33188"/>
                </a:cubicBezTo>
                <a:cubicBezTo>
                  <a:pt x="265044" y="32247"/>
                  <a:pt x="266431" y="31595"/>
                  <a:pt x="267806" y="31233"/>
                </a:cubicBezTo>
                <a:cubicBezTo>
                  <a:pt x="269181" y="30871"/>
                  <a:pt x="270569" y="30690"/>
                  <a:pt x="271968" y="30690"/>
                </a:cubicBezTo>
                <a:cubicBezTo>
                  <a:pt x="272596" y="30690"/>
                  <a:pt x="273307" y="30727"/>
                  <a:pt x="274104" y="30799"/>
                </a:cubicBezTo>
                <a:cubicBezTo>
                  <a:pt x="274900" y="30871"/>
                  <a:pt x="275732" y="31004"/>
                  <a:pt x="276601" y="31197"/>
                </a:cubicBezTo>
                <a:cubicBezTo>
                  <a:pt x="277469" y="31390"/>
                  <a:pt x="278253" y="31607"/>
                  <a:pt x="278953" y="31849"/>
                </a:cubicBezTo>
                <a:cubicBezTo>
                  <a:pt x="279653" y="32090"/>
                  <a:pt x="280148" y="32331"/>
                  <a:pt x="280437" y="32572"/>
                </a:cubicBezTo>
                <a:cubicBezTo>
                  <a:pt x="280727" y="32814"/>
                  <a:pt x="280920" y="33043"/>
                  <a:pt x="281016" y="33260"/>
                </a:cubicBezTo>
                <a:cubicBezTo>
                  <a:pt x="281113" y="33477"/>
                  <a:pt x="281197" y="33755"/>
                  <a:pt x="281269" y="34092"/>
                </a:cubicBezTo>
                <a:cubicBezTo>
                  <a:pt x="281342" y="34430"/>
                  <a:pt x="281390" y="34925"/>
                  <a:pt x="281414" y="35576"/>
                </a:cubicBezTo>
                <a:cubicBezTo>
                  <a:pt x="281438" y="36228"/>
                  <a:pt x="281450" y="37108"/>
                  <a:pt x="281450" y="38218"/>
                </a:cubicBezTo>
                <a:close/>
                <a:moveTo>
                  <a:pt x="350673" y="63697"/>
                </a:moveTo>
                <a:cubicBezTo>
                  <a:pt x="350673" y="65579"/>
                  <a:pt x="350203" y="66918"/>
                  <a:pt x="349262" y="67714"/>
                </a:cubicBezTo>
                <a:cubicBezTo>
                  <a:pt x="348321" y="68511"/>
                  <a:pt x="347247" y="68909"/>
                  <a:pt x="346041" y="68909"/>
                </a:cubicBezTo>
                <a:lnTo>
                  <a:pt x="303334" y="68909"/>
                </a:lnTo>
                <a:cubicBezTo>
                  <a:pt x="303334" y="72539"/>
                  <a:pt x="303696" y="75806"/>
                  <a:pt x="304420" y="78710"/>
                </a:cubicBezTo>
                <a:cubicBezTo>
                  <a:pt x="305144" y="81614"/>
                  <a:pt x="306350" y="84107"/>
                  <a:pt x="308039" y="86188"/>
                </a:cubicBezTo>
                <a:cubicBezTo>
                  <a:pt x="309728" y="88269"/>
                  <a:pt x="311924" y="89867"/>
                  <a:pt x="314626" y="90981"/>
                </a:cubicBezTo>
                <a:cubicBezTo>
                  <a:pt x="317329" y="92094"/>
                  <a:pt x="320634" y="92651"/>
                  <a:pt x="324543" y="92651"/>
                </a:cubicBezTo>
                <a:cubicBezTo>
                  <a:pt x="327631" y="92651"/>
                  <a:pt x="330382" y="92397"/>
                  <a:pt x="332794" y="91890"/>
                </a:cubicBezTo>
                <a:cubicBezTo>
                  <a:pt x="335207" y="91384"/>
                  <a:pt x="337294" y="90817"/>
                  <a:pt x="339056" y="90189"/>
                </a:cubicBezTo>
                <a:cubicBezTo>
                  <a:pt x="340817" y="89562"/>
                  <a:pt x="342265" y="88995"/>
                  <a:pt x="343399" y="88488"/>
                </a:cubicBezTo>
                <a:cubicBezTo>
                  <a:pt x="344533" y="87982"/>
                  <a:pt x="345389" y="87728"/>
                  <a:pt x="345968" y="87728"/>
                </a:cubicBezTo>
                <a:cubicBezTo>
                  <a:pt x="346306" y="87728"/>
                  <a:pt x="346608" y="87813"/>
                  <a:pt x="346873" y="87982"/>
                </a:cubicBezTo>
                <a:cubicBezTo>
                  <a:pt x="347138" y="88151"/>
                  <a:pt x="347343" y="88404"/>
                  <a:pt x="347488" y="88742"/>
                </a:cubicBezTo>
                <a:cubicBezTo>
                  <a:pt x="347633" y="89080"/>
                  <a:pt x="347742" y="89550"/>
                  <a:pt x="347814" y="90153"/>
                </a:cubicBezTo>
                <a:cubicBezTo>
                  <a:pt x="347886" y="90756"/>
                  <a:pt x="347922" y="91492"/>
                  <a:pt x="347922" y="92361"/>
                </a:cubicBezTo>
                <a:cubicBezTo>
                  <a:pt x="347922" y="92988"/>
                  <a:pt x="347898" y="93531"/>
                  <a:pt x="347850" y="93990"/>
                </a:cubicBezTo>
                <a:cubicBezTo>
                  <a:pt x="347802" y="94448"/>
                  <a:pt x="347742" y="94858"/>
                  <a:pt x="347669" y="95220"/>
                </a:cubicBezTo>
                <a:cubicBezTo>
                  <a:pt x="347597" y="95582"/>
                  <a:pt x="347476" y="95908"/>
                  <a:pt x="347307" y="96197"/>
                </a:cubicBezTo>
                <a:cubicBezTo>
                  <a:pt x="347138" y="96487"/>
                  <a:pt x="346921" y="96764"/>
                  <a:pt x="346656" y="97030"/>
                </a:cubicBezTo>
                <a:cubicBezTo>
                  <a:pt x="346390" y="97295"/>
                  <a:pt x="345606" y="97729"/>
                  <a:pt x="344303" y="98333"/>
                </a:cubicBezTo>
                <a:cubicBezTo>
                  <a:pt x="343000" y="98936"/>
                  <a:pt x="341311" y="99527"/>
                  <a:pt x="339236" y="100106"/>
                </a:cubicBezTo>
                <a:cubicBezTo>
                  <a:pt x="337162" y="100685"/>
                  <a:pt x="334761" y="101204"/>
                  <a:pt x="332034" y="101662"/>
                </a:cubicBezTo>
                <a:cubicBezTo>
                  <a:pt x="329308" y="102121"/>
                  <a:pt x="326401" y="102350"/>
                  <a:pt x="323312" y="102350"/>
                </a:cubicBezTo>
                <a:cubicBezTo>
                  <a:pt x="317956" y="102350"/>
                  <a:pt x="313263" y="101601"/>
                  <a:pt x="309234" y="100104"/>
                </a:cubicBezTo>
                <a:cubicBezTo>
                  <a:pt x="305204" y="98606"/>
                  <a:pt x="301814" y="96384"/>
                  <a:pt x="299064" y="93438"/>
                </a:cubicBezTo>
                <a:cubicBezTo>
                  <a:pt x="296313" y="90491"/>
                  <a:pt x="294238" y="86796"/>
                  <a:pt x="292839" y="82352"/>
                </a:cubicBezTo>
                <a:cubicBezTo>
                  <a:pt x="291439" y="77908"/>
                  <a:pt x="290740" y="72739"/>
                  <a:pt x="290740" y="66846"/>
                </a:cubicBezTo>
                <a:cubicBezTo>
                  <a:pt x="290740" y="61242"/>
                  <a:pt x="291464" y="56206"/>
                  <a:pt x="292911" y="51738"/>
                </a:cubicBezTo>
                <a:cubicBezTo>
                  <a:pt x="294359" y="47270"/>
                  <a:pt x="296446" y="43478"/>
                  <a:pt x="299172" y="40363"/>
                </a:cubicBezTo>
                <a:cubicBezTo>
                  <a:pt x="301899" y="37247"/>
                  <a:pt x="305192" y="34856"/>
                  <a:pt x="309053" y="33190"/>
                </a:cubicBezTo>
                <a:cubicBezTo>
                  <a:pt x="312913" y="31524"/>
                  <a:pt x="317232" y="30690"/>
                  <a:pt x="322009" y="30690"/>
                </a:cubicBezTo>
                <a:cubicBezTo>
                  <a:pt x="327124" y="30690"/>
                  <a:pt x="331479" y="31511"/>
                  <a:pt x="335074" y="33152"/>
                </a:cubicBezTo>
                <a:cubicBezTo>
                  <a:pt x="338669" y="34792"/>
                  <a:pt x="341625" y="37000"/>
                  <a:pt x="343941" y="39775"/>
                </a:cubicBezTo>
                <a:cubicBezTo>
                  <a:pt x="346258" y="42549"/>
                  <a:pt x="347959" y="45807"/>
                  <a:pt x="349044" y="49546"/>
                </a:cubicBezTo>
                <a:cubicBezTo>
                  <a:pt x="350130" y="53286"/>
                  <a:pt x="350673" y="57279"/>
                  <a:pt x="350673" y="61526"/>
                </a:cubicBezTo>
                <a:lnTo>
                  <a:pt x="350673" y="63697"/>
                </a:lnTo>
                <a:moveTo>
                  <a:pt x="338657" y="60150"/>
                </a:moveTo>
                <a:cubicBezTo>
                  <a:pt x="338802" y="53877"/>
                  <a:pt x="337415" y="48955"/>
                  <a:pt x="334495" y="45384"/>
                </a:cubicBezTo>
                <a:cubicBezTo>
                  <a:pt x="331576" y="41813"/>
                  <a:pt x="327245" y="40028"/>
                  <a:pt x="321503" y="40028"/>
                </a:cubicBezTo>
                <a:cubicBezTo>
                  <a:pt x="318559" y="40028"/>
                  <a:pt x="315977" y="40583"/>
                  <a:pt x="313758" y="41693"/>
                </a:cubicBezTo>
                <a:cubicBezTo>
                  <a:pt x="311538" y="42803"/>
                  <a:pt x="309680" y="44274"/>
                  <a:pt x="308184" y="46108"/>
                </a:cubicBezTo>
                <a:cubicBezTo>
                  <a:pt x="306688" y="47942"/>
                  <a:pt x="305530" y="50077"/>
                  <a:pt x="304710" y="52514"/>
                </a:cubicBezTo>
                <a:cubicBezTo>
                  <a:pt x="303889" y="54951"/>
                  <a:pt x="303431" y="57496"/>
                  <a:pt x="303334" y="60150"/>
                </a:cubicBezTo>
                <a:lnTo>
                  <a:pt x="338657" y="60150"/>
                </a:lnTo>
                <a:close/>
                <a:moveTo>
                  <a:pt x="402753" y="94388"/>
                </a:moveTo>
                <a:cubicBezTo>
                  <a:pt x="402753" y="95787"/>
                  <a:pt x="402656" y="96897"/>
                  <a:pt x="402463" y="97717"/>
                </a:cubicBezTo>
                <a:cubicBezTo>
                  <a:pt x="402270" y="98538"/>
                  <a:pt x="401981" y="99141"/>
                  <a:pt x="401595" y="99527"/>
                </a:cubicBezTo>
                <a:cubicBezTo>
                  <a:pt x="401209" y="99913"/>
                  <a:pt x="400629" y="100275"/>
                  <a:pt x="399857" y="100613"/>
                </a:cubicBezTo>
                <a:cubicBezTo>
                  <a:pt x="399085" y="100950"/>
                  <a:pt x="398205" y="101228"/>
                  <a:pt x="397215" y="101445"/>
                </a:cubicBezTo>
                <a:cubicBezTo>
                  <a:pt x="396226" y="101662"/>
                  <a:pt x="395177" y="101843"/>
                  <a:pt x="394067" y="101988"/>
                </a:cubicBezTo>
                <a:cubicBezTo>
                  <a:pt x="392957" y="102133"/>
                  <a:pt x="391847" y="102205"/>
                  <a:pt x="390737" y="102205"/>
                </a:cubicBezTo>
                <a:cubicBezTo>
                  <a:pt x="387359" y="102205"/>
                  <a:pt x="384464" y="101758"/>
                  <a:pt x="382051" y="100864"/>
                </a:cubicBezTo>
                <a:cubicBezTo>
                  <a:pt x="379638" y="99968"/>
                  <a:pt x="377660" y="98613"/>
                  <a:pt x="376116" y="96799"/>
                </a:cubicBezTo>
                <a:cubicBezTo>
                  <a:pt x="374572" y="94985"/>
                  <a:pt x="373450" y="92687"/>
                  <a:pt x="372750" y="89907"/>
                </a:cubicBezTo>
                <a:cubicBezTo>
                  <a:pt x="372050" y="87126"/>
                  <a:pt x="371700" y="83849"/>
                  <a:pt x="371700" y="80076"/>
                </a:cubicBezTo>
                <a:lnTo>
                  <a:pt x="371700" y="41910"/>
                </a:lnTo>
                <a:lnTo>
                  <a:pt x="362580" y="41910"/>
                </a:lnTo>
                <a:cubicBezTo>
                  <a:pt x="361856" y="41910"/>
                  <a:pt x="361277" y="41524"/>
                  <a:pt x="360843" y="40752"/>
                </a:cubicBezTo>
                <a:cubicBezTo>
                  <a:pt x="360409" y="39980"/>
                  <a:pt x="360191" y="38725"/>
                  <a:pt x="360191" y="36988"/>
                </a:cubicBezTo>
                <a:cubicBezTo>
                  <a:pt x="360191" y="36071"/>
                  <a:pt x="360252" y="35299"/>
                  <a:pt x="360372" y="34672"/>
                </a:cubicBezTo>
                <a:cubicBezTo>
                  <a:pt x="360493" y="34044"/>
                  <a:pt x="360650" y="33525"/>
                  <a:pt x="360843" y="33115"/>
                </a:cubicBezTo>
                <a:cubicBezTo>
                  <a:pt x="361036" y="32705"/>
                  <a:pt x="361289" y="32416"/>
                  <a:pt x="361603" y="32247"/>
                </a:cubicBezTo>
                <a:cubicBezTo>
                  <a:pt x="361917" y="32078"/>
                  <a:pt x="362266" y="31993"/>
                  <a:pt x="362652" y="31993"/>
                </a:cubicBezTo>
                <a:lnTo>
                  <a:pt x="371700" y="31993"/>
                </a:lnTo>
                <a:lnTo>
                  <a:pt x="371700" y="16503"/>
                </a:lnTo>
                <a:cubicBezTo>
                  <a:pt x="371700" y="16166"/>
                  <a:pt x="371785" y="15852"/>
                  <a:pt x="371954" y="15562"/>
                </a:cubicBezTo>
                <a:cubicBezTo>
                  <a:pt x="372123" y="15273"/>
                  <a:pt x="372436" y="15020"/>
                  <a:pt x="372895" y="14802"/>
                </a:cubicBezTo>
                <a:cubicBezTo>
                  <a:pt x="373353" y="14585"/>
                  <a:pt x="373968" y="14428"/>
                  <a:pt x="374740" y="14332"/>
                </a:cubicBezTo>
                <a:cubicBezTo>
                  <a:pt x="375513" y="14235"/>
                  <a:pt x="376478" y="14187"/>
                  <a:pt x="377636" y="14187"/>
                </a:cubicBezTo>
                <a:cubicBezTo>
                  <a:pt x="378842" y="14187"/>
                  <a:pt x="379831" y="14235"/>
                  <a:pt x="380603" y="14332"/>
                </a:cubicBezTo>
                <a:cubicBezTo>
                  <a:pt x="381376" y="14428"/>
                  <a:pt x="381979" y="14585"/>
                  <a:pt x="382413" y="14802"/>
                </a:cubicBezTo>
                <a:cubicBezTo>
                  <a:pt x="382847" y="15020"/>
                  <a:pt x="383161" y="15273"/>
                  <a:pt x="383354" y="15562"/>
                </a:cubicBezTo>
                <a:cubicBezTo>
                  <a:pt x="383547" y="15852"/>
                  <a:pt x="383644" y="16166"/>
                  <a:pt x="383644" y="16503"/>
                </a:cubicBezTo>
                <a:lnTo>
                  <a:pt x="383644" y="31993"/>
                </a:lnTo>
                <a:lnTo>
                  <a:pt x="400364" y="31993"/>
                </a:lnTo>
                <a:cubicBezTo>
                  <a:pt x="400750" y="31993"/>
                  <a:pt x="401088" y="32078"/>
                  <a:pt x="401377" y="32247"/>
                </a:cubicBezTo>
                <a:cubicBezTo>
                  <a:pt x="401667" y="32416"/>
                  <a:pt x="401920" y="32705"/>
                  <a:pt x="402137" y="33115"/>
                </a:cubicBezTo>
                <a:cubicBezTo>
                  <a:pt x="402355" y="33525"/>
                  <a:pt x="402511" y="34044"/>
                  <a:pt x="402608" y="34672"/>
                </a:cubicBezTo>
                <a:cubicBezTo>
                  <a:pt x="402704" y="35299"/>
                  <a:pt x="402753" y="36071"/>
                  <a:pt x="402753" y="36988"/>
                </a:cubicBezTo>
                <a:cubicBezTo>
                  <a:pt x="402753" y="38725"/>
                  <a:pt x="402536" y="39980"/>
                  <a:pt x="402101" y="40752"/>
                </a:cubicBezTo>
                <a:cubicBezTo>
                  <a:pt x="401667" y="41524"/>
                  <a:pt x="401088" y="41910"/>
                  <a:pt x="400364" y="41910"/>
                </a:cubicBezTo>
                <a:lnTo>
                  <a:pt x="383644" y="41910"/>
                </a:lnTo>
                <a:lnTo>
                  <a:pt x="383644" y="78353"/>
                </a:lnTo>
                <a:cubicBezTo>
                  <a:pt x="383644" y="82852"/>
                  <a:pt x="384307" y="86252"/>
                  <a:pt x="385634" y="88552"/>
                </a:cubicBezTo>
                <a:cubicBezTo>
                  <a:pt x="386961" y="90850"/>
                  <a:pt x="389338" y="91999"/>
                  <a:pt x="392764" y="91999"/>
                </a:cubicBezTo>
                <a:cubicBezTo>
                  <a:pt x="393874" y="91999"/>
                  <a:pt x="394863" y="91890"/>
                  <a:pt x="395732" y="91673"/>
                </a:cubicBezTo>
                <a:cubicBezTo>
                  <a:pt x="396600" y="91456"/>
                  <a:pt x="397372" y="91227"/>
                  <a:pt x="398048" y="90986"/>
                </a:cubicBezTo>
                <a:cubicBezTo>
                  <a:pt x="398723" y="90744"/>
                  <a:pt x="399302" y="90515"/>
                  <a:pt x="399785" y="90298"/>
                </a:cubicBezTo>
                <a:cubicBezTo>
                  <a:pt x="400268" y="90081"/>
                  <a:pt x="400702" y="89972"/>
                  <a:pt x="401088" y="89972"/>
                </a:cubicBezTo>
                <a:cubicBezTo>
                  <a:pt x="401329" y="89972"/>
                  <a:pt x="401558" y="90033"/>
                  <a:pt x="401776" y="90153"/>
                </a:cubicBezTo>
                <a:cubicBezTo>
                  <a:pt x="401993" y="90274"/>
                  <a:pt x="402162" y="90503"/>
                  <a:pt x="402282" y="90841"/>
                </a:cubicBezTo>
                <a:cubicBezTo>
                  <a:pt x="402403" y="91179"/>
                  <a:pt x="402511" y="91637"/>
                  <a:pt x="402608" y="92216"/>
                </a:cubicBezTo>
                <a:cubicBezTo>
                  <a:pt x="402704" y="92795"/>
                  <a:pt x="402753" y="93519"/>
                  <a:pt x="402753" y="94388"/>
                </a:cubicBezTo>
                <a:close/>
                <a:moveTo>
                  <a:pt x="474316" y="99093"/>
                </a:moveTo>
                <a:cubicBezTo>
                  <a:pt x="474316" y="99479"/>
                  <a:pt x="474232" y="99804"/>
                  <a:pt x="474063" y="100070"/>
                </a:cubicBezTo>
                <a:cubicBezTo>
                  <a:pt x="473894" y="100335"/>
                  <a:pt x="473592" y="100564"/>
                  <a:pt x="473158" y="100757"/>
                </a:cubicBezTo>
                <a:cubicBezTo>
                  <a:pt x="472724" y="100950"/>
                  <a:pt x="472157" y="101095"/>
                  <a:pt x="471457" y="101192"/>
                </a:cubicBezTo>
                <a:cubicBezTo>
                  <a:pt x="470757" y="101288"/>
                  <a:pt x="469901" y="101336"/>
                  <a:pt x="468887" y="101336"/>
                </a:cubicBezTo>
                <a:cubicBezTo>
                  <a:pt x="467778" y="101336"/>
                  <a:pt x="466873" y="101288"/>
                  <a:pt x="466173" y="101192"/>
                </a:cubicBezTo>
                <a:cubicBezTo>
                  <a:pt x="465473" y="101095"/>
                  <a:pt x="464918" y="100950"/>
                  <a:pt x="464508" y="100757"/>
                </a:cubicBezTo>
                <a:cubicBezTo>
                  <a:pt x="464098" y="100564"/>
                  <a:pt x="463821" y="100335"/>
                  <a:pt x="463676" y="100070"/>
                </a:cubicBezTo>
                <a:cubicBezTo>
                  <a:pt x="463531" y="99804"/>
                  <a:pt x="463459" y="99479"/>
                  <a:pt x="463459" y="99093"/>
                </a:cubicBezTo>
                <a:lnTo>
                  <a:pt x="463459" y="90479"/>
                </a:lnTo>
                <a:cubicBezTo>
                  <a:pt x="459743" y="94606"/>
                  <a:pt x="456076" y="97617"/>
                  <a:pt x="452456" y="99511"/>
                </a:cubicBezTo>
                <a:cubicBezTo>
                  <a:pt x="448837" y="101404"/>
                  <a:pt x="445170" y="102350"/>
                  <a:pt x="441454" y="102350"/>
                </a:cubicBezTo>
                <a:cubicBezTo>
                  <a:pt x="437111" y="102350"/>
                  <a:pt x="433456" y="101625"/>
                  <a:pt x="430488" y="100176"/>
                </a:cubicBezTo>
                <a:cubicBezTo>
                  <a:pt x="427520" y="98727"/>
                  <a:pt x="425120" y="96759"/>
                  <a:pt x="423286" y="94272"/>
                </a:cubicBezTo>
                <a:cubicBezTo>
                  <a:pt x="421452" y="91784"/>
                  <a:pt x="420137" y="88886"/>
                  <a:pt x="419341" y="85577"/>
                </a:cubicBezTo>
                <a:cubicBezTo>
                  <a:pt x="418545" y="82267"/>
                  <a:pt x="418147" y="78246"/>
                  <a:pt x="418147" y="73512"/>
                </a:cubicBezTo>
                <a:lnTo>
                  <a:pt x="418147" y="33950"/>
                </a:lnTo>
                <a:cubicBezTo>
                  <a:pt x="418147" y="33564"/>
                  <a:pt x="418231" y="33238"/>
                  <a:pt x="418400" y="32973"/>
                </a:cubicBezTo>
                <a:cubicBezTo>
                  <a:pt x="418569" y="32706"/>
                  <a:pt x="418895" y="32464"/>
                  <a:pt x="419377" y="32247"/>
                </a:cubicBezTo>
                <a:cubicBezTo>
                  <a:pt x="419860" y="32030"/>
                  <a:pt x="420487" y="31885"/>
                  <a:pt x="421259" y="31812"/>
                </a:cubicBezTo>
                <a:cubicBezTo>
                  <a:pt x="422031" y="31740"/>
                  <a:pt x="422996" y="31704"/>
                  <a:pt x="424155" y="31704"/>
                </a:cubicBezTo>
                <a:cubicBezTo>
                  <a:pt x="425313" y="31704"/>
                  <a:pt x="426278" y="31740"/>
                  <a:pt x="427050" y="31812"/>
                </a:cubicBezTo>
                <a:cubicBezTo>
                  <a:pt x="427822" y="31885"/>
                  <a:pt x="428437" y="32030"/>
                  <a:pt x="428896" y="32247"/>
                </a:cubicBezTo>
                <a:cubicBezTo>
                  <a:pt x="429354" y="32464"/>
                  <a:pt x="429680" y="32706"/>
                  <a:pt x="429873" y="32973"/>
                </a:cubicBezTo>
                <a:cubicBezTo>
                  <a:pt x="430066" y="33238"/>
                  <a:pt x="430162" y="33564"/>
                  <a:pt x="430162" y="33950"/>
                </a:cubicBezTo>
                <a:lnTo>
                  <a:pt x="430162" y="71924"/>
                </a:lnTo>
                <a:cubicBezTo>
                  <a:pt x="430162" y="75741"/>
                  <a:pt x="430440" y="78797"/>
                  <a:pt x="430995" y="81092"/>
                </a:cubicBezTo>
                <a:cubicBezTo>
                  <a:pt x="431550" y="83387"/>
                  <a:pt x="432394" y="85344"/>
                  <a:pt x="433528" y="86964"/>
                </a:cubicBezTo>
                <a:cubicBezTo>
                  <a:pt x="434662" y="88582"/>
                  <a:pt x="436098" y="89838"/>
                  <a:pt x="437835" y="90732"/>
                </a:cubicBezTo>
                <a:cubicBezTo>
                  <a:pt x="439572" y="91625"/>
                  <a:pt x="441599" y="92071"/>
                  <a:pt x="443915" y="92071"/>
                </a:cubicBezTo>
                <a:cubicBezTo>
                  <a:pt x="446907" y="92071"/>
                  <a:pt x="449887" y="91004"/>
                  <a:pt x="452855" y="88868"/>
                </a:cubicBezTo>
                <a:cubicBezTo>
                  <a:pt x="455822" y="86733"/>
                  <a:pt x="458971" y="83603"/>
                  <a:pt x="462301" y="79477"/>
                </a:cubicBezTo>
                <a:lnTo>
                  <a:pt x="462301" y="33948"/>
                </a:lnTo>
                <a:cubicBezTo>
                  <a:pt x="462301" y="33562"/>
                  <a:pt x="462385" y="33236"/>
                  <a:pt x="462554" y="32971"/>
                </a:cubicBezTo>
                <a:cubicBezTo>
                  <a:pt x="462723" y="32705"/>
                  <a:pt x="463049" y="32464"/>
                  <a:pt x="463531" y="32247"/>
                </a:cubicBezTo>
                <a:cubicBezTo>
                  <a:pt x="464014" y="32030"/>
                  <a:pt x="464629" y="31885"/>
                  <a:pt x="465377" y="31812"/>
                </a:cubicBezTo>
                <a:cubicBezTo>
                  <a:pt x="466125" y="31740"/>
                  <a:pt x="467102" y="31704"/>
                  <a:pt x="468308" y="31704"/>
                </a:cubicBezTo>
                <a:cubicBezTo>
                  <a:pt x="469467" y="31704"/>
                  <a:pt x="470432" y="31740"/>
                  <a:pt x="471204" y="31812"/>
                </a:cubicBezTo>
                <a:cubicBezTo>
                  <a:pt x="471976" y="31885"/>
                  <a:pt x="472579" y="32030"/>
                  <a:pt x="473013" y="32247"/>
                </a:cubicBezTo>
                <a:cubicBezTo>
                  <a:pt x="473448" y="32464"/>
                  <a:pt x="473773" y="32705"/>
                  <a:pt x="473990" y="32971"/>
                </a:cubicBezTo>
                <a:cubicBezTo>
                  <a:pt x="474208" y="33236"/>
                  <a:pt x="474316" y="33562"/>
                  <a:pt x="474316" y="33948"/>
                </a:cubicBezTo>
                <a:lnTo>
                  <a:pt x="474316" y="99093"/>
                </a:lnTo>
                <a:close/>
                <a:moveTo>
                  <a:pt x="534379" y="38218"/>
                </a:moveTo>
                <a:cubicBezTo>
                  <a:pt x="534379" y="39280"/>
                  <a:pt x="534354" y="40173"/>
                  <a:pt x="534306" y="40897"/>
                </a:cubicBezTo>
                <a:cubicBezTo>
                  <a:pt x="534258" y="41620"/>
                  <a:pt x="534161" y="42187"/>
                  <a:pt x="534017" y="42598"/>
                </a:cubicBezTo>
                <a:cubicBezTo>
                  <a:pt x="533872" y="43008"/>
                  <a:pt x="533691" y="43321"/>
                  <a:pt x="533474" y="43539"/>
                </a:cubicBezTo>
                <a:cubicBezTo>
                  <a:pt x="533257" y="43756"/>
                  <a:pt x="532955" y="43864"/>
                  <a:pt x="532569" y="43864"/>
                </a:cubicBezTo>
                <a:cubicBezTo>
                  <a:pt x="532183" y="43864"/>
                  <a:pt x="531712" y="43756"/>
                  <a:pt x="531158" y="43539"/>
                </a:cubicBezTo>
                <a:cubicBezTo>
                  <a:pt x="530603" y="43321"/>
                  <a:pt x="529975" y="43104"/>
                  <a:pt x="529276" y="42887"/>
                </a:cubicBezTo>
                <a:cubicBezTo>
                  <a:pt x="528576" y="42670"/>
                  <a:pt x="527792" y="42465"/>
                  <a:pt x="526923" y="42272"/>
                </a:cubicBezTo>
                <a:cubicBezTo>
                  <a:pt x="526055" y="42079"/>
                  <a:pt x="525114" y="41982"/>
                  <a:pt x="524100" y="41982"/>
                </a:cubicBezTo>
                <a:cubicBezTo>
                  <a:pt x="522894" y="41982"/>
                  <a:pt x="521712" y="42224"/>
                  <a:pt x="520553" y="42706"/>
                </a:cubicBezTo>
                <a:cubicBezTo>
                  <a:pt x="519395" y="43189"/>
                  <a:pt x="518177" y="43985"/>
                  <a:pt x="516898" y="45095"/>
                </a:cubicBezTo>
                <a:cubicBezTo>
                  <a:pt x="515619" y="46205"/>
                  <a:pt x="514280" y="47676"/>
                  <a:pt x="512881" y="49510"/>
                </a:cubicBezTo>
                <a:cubicBezTo>
                  <a:pt x="511481" y="51344"/>
                  <a:pt x="509937" y="53588"/>
                  <a:pt x="508248" y="56242"/>
                </a:cubicBezTo>
                <a:lnTo>
                  <a:pt x="508248" y="99093"/>
                </a:lnTo>
                <a:cubicBezTo>
                  <a:pt x="508248" y="99479"/>
                  <a:pt x="508152" y="99804"/>
                  <a:pt x="507959" y="100070"/>
                </a:cubicBezTo>
                <a:cubicBezTo>
                  <a:pt x="507766" y="100335"/>
                  <a:pt x="507452" y="100564"/>
                  <a:pt x="507018" y="100757"/>
                </a:cubicBezTo>
                <a:cubicBezTo>
                  <a:pt x="506583" y="100950"/>
                  <a:pt x="505980" y="101095"/>
                  <a:pt x="505208" y="101192"/>
                </a:cubicBezTo>
                <a:cubicBezTo>
                  <a:pt x="504436" y="101288"/>
                  <a:pt x="503447" y="101336"/>
                  <a:pt x="502240" y="101336"/>
                </a:cubicBezTo>
                <a:cubicBezTo>
                  <a:pt x="501082" y="101336"/>
                  <a:pt x="500117" y="101288"/>
                  <a:pt x="499345" y="101192"/>
                </a:cubicBezTo>
                <a:cubicBezTo>
                  <a:pt x="498573" y="101095"/>
                  <a:pt x="497958" y="100950"/>
                  <a:pt x="497499" y="100757"/>
                </a:cubicBezTo>
                <a:cubicBezTo>
                  <a:pt x="497041" y="100564"/>
                  <a:pt x="496727" y="100335"/>
                  <a:pt x="496558" y="100070"/>
                </a:cubicBezTo>
                <a:cubicBezTo>
                  <a:pt x="496389" y="99804"/>
                  <a:pt x="496305" y="99479"/>
                  <a:pt x="496305" y="99093"/>
                </a:cubicBezTo>
                <a:lnTo>
                  <a:pt x="496305" y="33948"/>
                </a:lnTo>
                <a:cubicBezTo>
                  <a:pt x="496305" y="33562"/>
                  <a:pt x="496377" y="33236"/>
                  <a:pt x="496522" y="32971"/>
                </a:cubicBezTo>
                <a:cubicBezTo>
                  <a:pt x="496667" y="32705"/>
                  <a:pt x="496956" y="32464"/>
                  <a:pt x="497391" y="32247"/>
                </a:cubicBezTo>
                <a:cubicBezTo>
                  <a:pt x="497825" y="32030"/>
                  <a:pt x="498380" y="31885"/>
                  <a:pt x="499056" y="31812"/>
                </a:cubicBezTo>
                <a:cubicBezTo>
                  <a:pt x="499731" y="31740"/>
                  <a:pt x="500624" y="31704"/>
                  <a:pt x="501734" y="31704"/>
                </a:cubicBezTo>
                <a:cubicBezTo>
                  <a:pt x="502795" y="31704"/>
                  <a:pt x="503676" y="31740"/>
                  <a:pt x="504376" y="31812"/>
                </a:cubicBezTo>
                <a:cubicBezTo>
                  <a:pt x="505075" y="31885"/>
                  <a:pt x="505618" y="32030"/>
                  <a:pt x="506004" y="32247"/>
                </a:cubicBezTo>
                <a:cubicBezTo>
                  <a:pt x="506390" y="32464"/>
                  <a:pt x="506668" y="32705"/>
                  <a:pt x="506837" y="32971"/>
                </a:cubicBezTo>
                <a:cubicBezTo>
                  <a:pt x="507006" y="33236"/>
                  <a:pt x="507090" y="33562"/>
                  <a:pt x="507090" y="33948"/>
                </a:cubicBezTo>
                <a:lnTo>
                  <a:pt x="507090" y="43430"/>
                </a:lnTo>
                <a:cubicBezTo>
                  <a:pt x="508876" y="40824"/>
                  <a:pt x="510552" y="38701"/>
                  <a:pt x="512121" y="37060"/>
                </a:cubicBezTo>
                <a:cubicBezTo>
                  <a:pt x="513689" y="35420"/>
                  <a:pt x="515173" y="34129"/>
                  <a:pt x="516572" y="33188"/>
                </a:cubicBezTo>
                <a:cubicBezTo>
                  <a:pt x="517972" y="32247"/>
                  <a:pt x="519359" y="31595"/>
                  <a:pt x="520734" y="31233"/>
                </a:cubicBezTo>
                <a:cubicBezTo>
                  <a:pt x="522110" y="30871"/>
                  <a:pt x="523497" y="30690"/>
                  <a:pt x="524896" y="30690"/>
                </a:cubicBezTo>
                <a:cubicBezTo>
                  <a:pt x="525524" y="30690"/>
                  <a:pt x="526235" y="30727"/>
                  <a:pt x="527032" y="30799"/>
                </a:cubicBezTo>
                <a:cubicBezTo>
                  <a:pt x="527828" y="30871"/>
                  <a:pt x="528660" y="31004"/>
                  <a:pt x="529529" y="31197"/>
                </a:cubicBezTo>
                <a:cubicBezTo>
                  <a:pt x="530398" y="31390"/>
                  <a:pt x="531182" y="31607"/>
                  <a:pt x="531881" y="31849"/>
                </a:cubicBezTo>
                <a:cubicBezTo>
                  <a:pt x="532581" y="32090"/>
                  <a:pt x="533076" y="32331"/>
                  <a:pt x="533365" y="32572"/>
                </a:cubicBezTo>
                <a:cubicBezTo>
                  <a:pt x="533655" y="32814"/>
                  <a:pt x="533848" y="33043"/>
                  <a:pt x="533944" y="33260"/>
                </a:cubicBezTo>
                <a:cubicBezTo>
                  <a:pt x="534041" y="33477"/>
                  <a:pt x="534125" y="33755"/>
                  <a:pt x="534198" y="34092"/>
                </a:cubicBezTo>
                <a:cubicBezTo>
                  <a:pt x="534270" y="34430"/>
                  <a:pt x="534318" y="34925"/>
                  <a:pt x="534342" y="35576"/>
                </a:cubicBezTo>
                <a:cubicBezTo>
                  <a:pt x="534367" y="36228"/>
                  <a:pt x="534379" y="37108"/>
                  <a:pt x="534379" y="38218"/>
                </a:cubicBezTo>
                <a:close/>
                <a:moveTo>
                  <a:pt x="604109" y="99093"/>
                </a:moveTo>
                <a:cubicBezTo>
                  <a:pt x="604109" y="99479"/>
                  <a:pt x="604012" y="99804"/>
                  <a:pt x="603819" y="100070"/>
                </a:cubicBezTo>
                <a:cubicBezTo>
                  <a:pt x="603626" y="100335"/>
                  <a:pt x="603313" y="100564"/>
                  <a:pt x="602878" y="100757"/>
                </a:cubicBezTo>
                <a:cubicBezTo>
                  <a:pt x="602444" y="100950"/>
                  <a:pt x="601841" y="101095"/>
                  <a:pt x="601069" y="101192"/>
                </a:cubicBezTo>
                <a:cubicBezTo>
                  <a:pt x="600297" y="101288"/>
                  <a:pt x="599331" y="101336"/>
                  <a:pt x="598173" y="101336"/>
                </a:cubicBezTo>
                <a:cubicBezTo>
                  <a:pt x="596967" y="101336"/>
                  <a:pt x="595978" y="101288"/>
                  <a:pt x="595206" y="101192"/>
                </a:cubicBezTo>
                <a:cubicBezTo>
                  <a:pt x="594434" y="101095"/>
                  <a:pt x="593830" y="100950"/>
                  <a:pt x="593396" y="100757"/>
                </a:cubicBezTo>
                <a:cubicBezTo>
                  <a:pt x="592962" y="100564"/>
                  <a:pt x="592648" y="100335"/>
                  <a:pt x="592455" y="100070"/>
                </a:cubicBezTo>
                <a:cubicBezTo>
                  <a:pt x="592262" y="99804"/>
                  <a:pt x="592166" y="99479"/>
                  <a:pt x="592166" y="99093"/>
                </a:cubicBezTo>
                <a:lnTo>
                  <a:pt x="592166" y="60947"/>
                </a:lnTo>
                <a:cubicBezTo>
                  <a:pt x="592166" y="57231"/>
                  <a:pt x="591876" y="54239"/>
                  <a:pt x="591297" y="51971"/>
                </a:cubicBezTo>
                <a:cubicBezTo>
                  <a:pt x="590718" y="49703"/>
                  <a:pt x="589873" y="47749"/>
                  <a:pt x="588764" y="46108"/>
                </a:cubicBezTo>
                <a:cubicBezTo>
                  <a:pt x="587654" y="44467"/>
                  <a:pt x="586218" y="43213"/>
                  <a:pt x="584457" y="42344"/>
                </a:cubicBezTo>
                <a:cubicBezTo>
                  <a:pt x="582695" y="41476"/>
                  <a:pt x="580657" y="41041"/>
                  <a:pt x="578340" y="41041"/>
                </a:cubicBezTo>
                <a:cubicBezTo>
                  <a:pt x="575349" y="41041"/>
                  <a:pt x="572357" y="42103"/>
                  <a:pt x="569365" y="44226"/>
                </a:cubicBezTo>
                <a:cubicBezTo>
                  <a:pt x="566373" y="46349"/>
                  <a:pt x="563236" y="49462"/>
                  <a:pt x="559955" y="53564"/>
                </a:cubicBezTo>
                <a:lnTo>
                  <a:pt x="559955" y="99093"/>
                </a:lnTo>
                <a:cubicBezTo>
                  <a:pt x="559955" y="99479"/>
                  <a:pt x="559858" y="99804"/>
                  <a:pt x="559665" y="100070"/>
                </a:cubicBezTo>
                <a:cubicBezTo>
                  <a:pt x="559472" y="100335"/>
                  <a:pt x="559159" y="100564"/>
                  <a:pt x="558724" y="100757"/>
                </a:cubicBezTo>
                <a:cubicBezTo>
                  <a:pt x="558290" y="100950"/>
                  <a:pt x="557687" y="101095"/>
                  <a:pt x="556915" y="101192"/>
                </a:cubicBezTo>
                <a:cubicBezTo>
                  <a:pt x="556143" y="101288"/>
                  <a:pt x="555154" y="101336"/>
                  <a:pt x="553947" y="101336"/>
                </a:cubicBezTo>
                <a:cubicBezTo>
                  <a:pt x="552789" y="101336"/>
                  <a:pt x="551824" y="101288"/>
                  <a:pt x="551052" y="101192"/>
                </a:cubicBezTo>
                <a:cubicBezTo>
                  <a:pt x="550280" y="101095"/>
                  <a:pt x="549665" y="100950"/>
                  <a:pt x="549206" y="100757"/>
                </a:cubicBezTo>
                <a:cubicBezTo>
                  <a:pt x="548748" y="100564"/>
                  <a:pt x="548434" y="100335"/>
                  <a:pt x="548265" y="100070"/>
                </a:cubicBezTo>
                <a:cubicBezTo>
                  <a:pt x="548096" y="99804"/>
                  <a:pt x="548012" y="99479"/>
                  <a:pt x="548012" y="99093"/>
                </a:cubicBezTo>
                <a:lnTo>
                  <a:pt x="548012" y="33948"/>
                </a:lnTo>
                <a:cubicBezTo>
                  <a:pt x="548012" y="33562"/>
                  <a:pt x="548084" y="33236"/>
                  <a:pt x="548229" y="32971"/>
                </a:cubicBezTo>
                <a:cubicBezTo>
                  <a:pt x="548374" y="32705"/>
                  <a:pt x="548663" y="32464"/>
                  <a:pt x="549098" y="32247"/>
                </a:cubicBezTo>
                <a:cubicBezTo>
                  <a:pt x="549532" y="32030"/>
                  <a:pt x="550087" y="31885"/>
                  <a:pt x="550762" y="31812"/>
                </a:cubicBezTo>
                <a:cubicBezTo>
                  <a:pt x="551438" y="31740"/>
                  <a:pt x="552331" y="31704"/>
                  <a:pt x="553441" y="31704"/>
                </a:cubicBezTo>
                <a:cubicBezTo>
                  <a:pt x="554502" y="31704"/>
                  <a:pt x="555383" y="31740"/>
                  <a:pt x="556083" y="31812"/>
                </a:cubicBezTo>
                <a:cubicBezTo>
                  <a:pt x="556782" y="31885"/>
                  <a:pt x="557325" y="32030"/>
                  <a:pt x="557711" y="32247"/>
                </a:cubicBezTo>
                <a:cubicBezTo>
                  <a:pt x="558097" y="32464"/>
                  <a:pt x="558375" y="32705"/>
                  <a:pt x="558544" y="32971"/>
                </a:cubicBezTo>
                <a:cubicBezTo>
                  <a:pt x="558712" y="33236"/>
                  <a:pt x="558797" y="33562"/>
                  <a:pt x="558797" y="33948"/>
                </a:cubicBezTo>
                <a:lnTo>
                  <a:pt x="558797" y="42561"/>
                </a:lnTo>
                <a:cubicBezTo>
                  <a:pt x="562464" y="38460"/>
                  <a:pt x="566120" y="35456"/>
                  <a:pt x="569763" y="33550"/>
                </a:cubicBezTo>
                <a:cubicBezTo>
                  <a:pt x="573406" y="31644"/>
                  <a:pt x="577086" y="30690"/>
                  <a:pt x="580801" y="30690"/>
                </a:cubicBezTo>
                <a:cubicBezTo>
                  <a:pt x="585144" y="30690"/>
                  <a:pt x="588800" y="31426"/>
                  <a:pt x="591767" y="32898"/>
                </a:cubicBezTo>
                <a:cubicBezTo>
                  <a:pt x="594735" y="34370"/>
                  <a:pt x="597136" y="36336"/>
                  <a:pt x="598970" y="38797"/>
                </a:cubicBezTo>
                <a:cubicBezTo>
                  <a:pt x="600803" y="41258"/>
                  <a:pt x="602118" y="44142"/>
                  <a:pt x="602914" y="47447"/>
                </a:cubicBezTo>
                <a:cubicBezTo>
                  <a:pt x="603711" y="50753"/>
                  <a:pt x="604109" y="54722"/>
                  <a:pt x="604109" y="59354"/>
                </a:cubicBezTo>
                <a:lnTo>
                  <a:pt x="604109" y="99093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(b)AddingfowtypeandcallgraphtoCFG.">
            <a:extLst xmlns:a="http://schemas.openxmlformats.org/drawingml/2006/main">
              <a:ext uri="{FF2B5EF4-FFF2-40B4-BE49-F238E27FC236}">
                <a16:creationId xmlns:a16="http://schemas.microsoft.com/office/drawing/2014/main" id="{F3BA2291-00D0-4743-B359-36A08C62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726" y="4171953"/>
            <a:ext cx="3883494" cy="190984"/>
          </a:xfrm>
          <a:custGeom xmlns:a="http://schemas.openxmlformats.org/drawingml/2006/main">
            <a:pathLst>
              <a:path w="3883494" h="190984">
                <a:moveTo>
                  <a:pt x="0" y="93064"/>
                </a:moveTo>
                <a:cubicBezTo>
                  <a:pt x="0" y="102031"/>
                  <a:pt x="994" y="146867"/>
                  <a:pt x="46231" y="185925"/>
                </a:cubicBezTo>
                <a:lnTo>
                  <a:pt x="52209" y="179548"/>
                </a:lnTo>
                <a:cubicBezTo>
                  <a:pt x="45833" y="172375"/>
                  <a:pt x="22915" y="145672"/>
                  <a:pt x="22915" y="93064"/>
                </a:cubicBezTo>
                <a:cubicBezTo>
                  <a:pt x="22915" y="40454"/>
                  <a:pt x="46231" y="13750"/>
                  <a:pt x="52209" y="6778"/>
                </a:cubicBezTo>
                <a:lnTo>
                  <a:pt x="46629" y="0"/>
                </a:lnTo>
                <a:cubicBezTo>
                  <a:pt x="20525" y="22520"/>
                  <a:pt x="0" y="56794"/>
                  <a:pt x="0" y="93064"/>
                </a:cubicBezTo>
                <a:close/>
                <a:moveTo>
                  <a:pt x="72735" y="118141"/>
                </a:moveTo>
                <a:cubicBezTo>
                  <a:pt x="72735" y="134685"/>
                  <a:pt x="72336" y="137079"/>
                  <a:pt x="71540" y="144650"/>
                </a:cubicBezTo>
                <a:cubicBezTo>
                  <a:pt x="73930" y="145447"/>
                  <a:pt x="76122" y="146046"/>
                  <a:pt x="78314" y="146046"/>
                </a:cubicBezTo>
                <a:cubicBezTo>
                  <a:pt x="80905" y="143853"/>
                  <a:pt x="82900" y="141065"/>
                  <a:pt x="84691" y="137477"/>
                </a:cubicBezTo>
                <a:cubicBezTo>
                  <a:pt x="92463" y="143455"/>
                  <a:pt x="104620" y="145447"/>
                  <a:pt x="113787" y="145447"/>
                </a:cubicBezTo>
                <a:cubicBezTo>
                  <a:pt x="135906" y="145447"/>
                  <a:pt x="159222" y="123523"/>
                  <a:pt x="159222" y="95019"/>
                </a:cubicBezTo>
                <a:cubicBezTo>
                  <a:pt x="159222" y="83656"/>
                  <a:pt x="154837" y="72494"/>
                  <a:pt x="148461" y="65120"/>
                </a:cubicBezTo>
                <a:cubicBezTo>
                  <a:pt x="141288" y="56950"/>
                  <a:pt x="131722" y="54955"/>
                  <a:pt x="121158" y="54955"/>
                </a:cubicBezTo>
                <a:cubicBezTo>
                  <a:pt x="114982" y="54955"/>
                  <a:pt x="104419" y="61930"/>
                  <a:pt x="98642" y="66117"/>
                </a:cubicBezTo>
                <a:lnTo>
                  <a:pt x="98642" y="27217"/>
                </a:lnTo>
                <a:cubicBezTo>
                  <a:pt x="98642" y="14246"/>
                  <a:pt x="99238" y="6912"/>
                  <a:pt x="99238" y="6912"/>
                </a:cubicBezTo>
                <a:cubicBezTo>
                  <a:pt x="99238" y="5145"/>
                  <a:pt x="97845" y="4357"/>
                  <a:pt x="96051" y="4357"/>
                </a:cubicBezTo>
                <a:cubicBezTo>
                  <a:pt x="88677" y="6714"/>
                  <a:pt x="72735" y="8876"/>
                  <a:pt x="58586" y="9463"/>
                </a:cubicBezTo>
                <a:cubicBezTo>
                  <a:pt x="57990" y="11856"/>
                  <a:pt x="58188" y="14048"/>
                  <a:pt x="59185" y="15839"/>
                </a:cubicBezTo>
                <a:cubicBezTo>
                  <a:pt x="71737" y="16839"/>
                  <a:pt x="72735" y="17037"/>
                  <a:pt x="72735" y="30809"/>
                </a:cubicBezTo>
                <a:lnTo>
                  <a:pt x="72735" y="118141"/>
                </a:lnTo>
                <a:moveTo>
                  <a:pt x="98642" y="74087"/>
                </a:moveTo>
                <a:cubicBezTo>
                  <a:pt x="105219" y="69702"/>
                  <a:pt x="109600" y="69106"/>
                  <a:pt x="114186" y="69106"/>
                </a:cubicBezTo>
                <a:cubicBezTo>
                  <a:pt x="123949" y="69106"/>
                  <a:pt x="131323" y="78076"/>
                  <a:pt x="131323" y="97610"/>
                </a:cubicBezTo>
                <a:cubicBezTo>
                  <a:pt x="131323" y="113957"/>
                  <a:pt x="128532" y="137079"/>
                  <a:pt x="112790" y="137079"/>
                </a:cubicBezTo>
                <a:cubicBezTo>
                  <a:pt x="107010" y="137079"/>
                  <a:pt x="102427" y="134685"/>
                  <a:pt x="98642" y="130103"/>
                </a:cubicBezTo>
                <a:lnTo>
                  <a:pt x="98642" y="74087"/>
                </a:lnTo>
                <a:close/>
                <a:moveTo>
                  <a:pt x="221594" y="93447"/>
                </a:moveTo>
                <a:cubicBezTo>
                  <a:pt x="221594" y="84480"/>
                  <a:pt x="220597" y="39642"/>
                  <a:pt x="175363" y="584"/>
                </a:cubicBezTo>
                <a:lnTo>
                  <a:pt x="169385" y="6960"/>
                </a:lnTo>
                <a:cubicBezTo>
                  <a:pt x="175762" y="14136"/>
                  <a:pt x="198677" y="40840"/>
                  <a:pt x="198677" y="93447"/>
                </a:cubicBezTo>
                <a:cubicBezTo>
                  <a:pt x="198677" y="146058"/>
                  <a:pt x="175363" y="172761"/>
                  <a:pt x="169385" y="179734"/>
                </a:cubicBezTo>
                <a:lnTo>
                  <a:pt x="174965" y="186508"/>
                </a:lnTo>
                <a:cubicBezTo>
                  <a:pt x="201070" y="163992"/>
                  <a:pt x="221594" y="129717"/>
                  <a:pt x="221594" y="93447"/>
                </a:cubicBezTo>
                <a:close/>
                <a:moveTo>
                  <a:pt x="332991" y="87065"/>
                </a:moveTo>
                <a:cubicBezTo>
                  <a:pt x="328606" y="87065"/>
                  <a:pt x="327210" y="86469"/>
                  <a:pt x="328007" y="84477"/>
                </a:cubicBezTo>
                <a:lnTo>
                  <a:pt x="345546" y="39836"/>
                </a:lnTo>
                <a:lnTo>
                  <a:pt x="346938" y="39836"/>
                </a:lnTo>
                <a:lnTo>
                  <a:pt x="363279" y="87065"/>
                </a:lnTo>
                <a:lnTo>
                  <a:pt x="332991" y="87065"/>
                </a:lnTo>
                <a:moveTo>
                  <a:pt x="311468" y="127744"/>
                </a:moveTo>
                <a:lnTo>
                  <a:pt x="322029" y="100021"/>
                </a:lnTo>
                <a:cubicBezTo>
                  <a:pt x="323026" y="97431"/>
                  <a:pt x="324221" y="96631"/>
                  <a:pt x="329004" y="96631"/>
                </a:cubicBezTo>
                <a:lnTo>
                  <a:pt x="366867" y="96631"/>
                </a:lnTo>
                <a:lnTo>
                  <a:pt x="378027" y="129139"/>
                </a:lnTo>
                <a:cubicBezTo>
                  <a:pt x="380818" y="137316"/>
                  <a:pt x="372845" y="136519"/>
                  <a:pt x="363279" y="137115"/>
                </a:cubicBezTo>
                <a:cubicBezTo>
                  <a:pt x="362084" y="138310"/>
                  <a:pt x="362084" y="142695"/>
                  <a:pt x="363279" y="143890"/>
                </a:cubicBezTo>
                <a:cubicBezTo>
                  <a:pt x="370653" y="143692"/>
                  <a:pt x="389584" y="143491"/>
                  <a:pt x="397357" y="143491"/>
                </a:cubicBezTo>
                <a:cubicBezTo>
                  <a:pt x="405527" y="143491"/>
                  <a:pt x="416686" y="143692"/>
                  <a:pt x="424060" y="143890"/>
                </a:cubicBezTo>
                <a:cubicBezTo>
                  <a:pt x="425255" y="142695"/>
                  <a:pt x="425255" y="138310"/>
                  <a:pt x="424060" y="137115"/>
                </a:cubicBezTo>
                <a:cubicBezTo>
                  <a:pt x="416288" y="136318"/>
                  <a:pt x="409711" y="136519"/>
                  <a:pt x="406126" y="126348"/>
                </a:cubicBezTo>
                <a:lnTo>
                  <a:pt x="365073" y="12336"/>
                </a:lnTo>
                <a:cubicBezTo>
                  <a:pt x="362084" y="14130"/>
                  <a:pt x="350128" y="21106"/>
                  <a:pt x="343153" y="21106"/>
                </a:cubicBezTo>
                <a:lnTo>
                  <a:pt x="299911" y="123155"/>
                </a:lnTo>
                <a:cubicBezTo>
                  <a:pt x="294729" y="135522"/>
                  <a:pt x="288751" y="136519"/>
                  <a:pt x="279982" y="137115"/>
                </a:cubicBezTo>
                <a:cubicBezTo>
                  <a:pt x="278787" y="138310"/>
                  <a:pt x="278787" y="142695"/>
                  <a:pt x="279982" y="143890"/>
                </a:cubicBezTo>
                <a:cubicBezTo>
                  <a:pt x="287356" y="143692"/>
                  <a:pt x="290944" y="143491"/>
                  <a:pt x="298716" y="143491"/>
                </a:cubicBezTo>
                <a:cubicBezTo>
                  <a:pt x="306886" y="143491"/>
                  <a:pt x="317845" y="143692"/>
                  <a:pt x="325219" y="143890"/>
                </a:cubicBezTo>
                <a:cubicBezTo>
                  <a:pt x="326414" y="142695"/>
                  <a:pt x="326414" y="138310"/>
                  <a:pt x="325219" y="137115"/>
                </a:cubicBezTo>
                <a:cubicBezTo>
                  <a:pt x="317647" y="136519"/>
                  <a:pt x="308279" y="135920"/>
                  <a:pt x="311468" y="127744"/>
                </a:cubicBezTo>
                <a:close/>
                <a:moveTo>
                  <a:pt x="493806" y="124520"/>
                </a:moveTo>
                <a:cubicBezTo>
                  <a:pt x="489622" y="127911"/>
                  <a:pt x="479062" y="132295"/>
                  <a:pt x="476669" y="132295"/>
                </a:cubicBezTo>
                <a:cubicBezTo>
                  <a:pt x="466704" y="132295"/>
                  <a:pt x="458932" y="121133"/>
                  <a:pt x="458932" y="97811"/>
                </a:cubicBezTo>
                <a:cubicBezTo>
                  <a:pt x="458932" y="87247"/>
                  <a:pt x="460130" y="78076"/>
                  <a:pt x="463916" y="71898"/>
                </a:cubicBezTo>
                <a:cubicBezTo>
                  <a:pt x="467303" y="66516"/>
                  <a:pt x="472682" y="63326"/>
                  <a:pt x="478660" y="63326"/>
                </a:cubicBezTo>
                <a:cubicBezTo>
                  <a:pt x="483842" y="63326"/>
                  <a:pt x="488825" y="63925"/>
                  <a:pt x="493608" y="70502"/>
                </a:cubicBezTo>
                <a:lnTo>
                  <a:pt x="493608" y="119540"/>
                </a:lnTo>
                <a:cubicBezTo>
                  <a:pt x="493608" y="121133"/>
                  <a:pt x="493608" y="122927"/>
                  <a:pt x="493806" y="124520"/>
                </a:cubicBezTo>
                <a:moveTo>
                  <a:pt x="494405" y="133889"/>
                </a:moveTo>
                <a:cubicBezTo>
                  <a:pt x="494803" y="138672"/>
                  <a:pt x="495202" y="142059"/>
                  <a:pt x="495202" y="142059"/>
                </a:cubicBezTo>
                <a:cubicBezTo>
                  <a:pt x="495402" y="144452"/>
                  <a:pt x="496996" y="145447"/>
                  <a:pt x="499784" y="145447"/>
                </a:cubicBezTo>
                <a:cubicBezTo>
                  <a:pt x="507158" y="143415"/>
                  <a:pt x="519114" y="140624"/>
                  <a:pt x="532864" y="138830"/>
                </a:cubicBezTo>
                <a:cubicBezTo>
                  <a:pt x="533262" y="137635"/>
                  <a:pt x="532864" y="133652"/>
                  <a:pt x="532466" y="132454"/>
                </a:cubicBezTo>
                <a:cubicBezTo>
                  <a:pt x="521705" y="131459"/>
                  <a:pt x="519512" y="128270"/>
                  <a:pt x="519512" y="116916"/>
                </a:cubicBezTo>
                <a:lnTo>
                  <a:pt x="519512" y="27324"/>
                </a:lnTo>
                <a:cubicBezTo>
                  <a:pt x="519512" y="14395"/>
                  <a:pt x="520111" y="6985"/>
                  <a:pt x="520111" y="6985"/>
                </a:cubicBezTo>
                <a:cubicBezTo>
                  <a:pt x="520111" y="5166"/>
                  <a:pt x="518716" y="4357"/>
                  <a:pt x="516922" y="4357"/>
                </a:cubicBezTo>
                <a:cubicBezTo>
                  <a:pt x="509551" y="6784"/>
                  <a:pt x="493608" y="9007"/>
                  <a:pt x="479460" y="9612"/>
                </a:cubicBezTo>
                <a:cubicBezTo>
                  <a:pt x="478861" y="12005"/>
                  <a:pt x="479062" y="14595"/>
                  <a:pt x="480056" y="16389"/>
                </a:cubicBezTo>
                <a:cubicBezTo>
                  <a:pt x="492611" y="17384"/>
                  <a:pt x="493608" y="17581"/>
                  <a:pt x="493608" y="31298"/>
                </a:cubicBezTo>
                <a:lnTo>
                  <a:pt x="493608" y="57147"/>
                </a:lnTo>
                <a:cubicBezTo>
                  <a:pt x="489820" y="55952"/>
                  <a:pt x="485040" y="54955"/>
                  <a:pt x="479259" y="54955"/>
                </a:cubicBezTo>
                <a:cubicBezTo>
                  <a:pt x="453553" y="54955"/>
                  <a:pt x="431033" y="77471"/>
                  <a:pt x="431033" y="103965"/>
                </a:cubicBezTo>
                <a:cubicBezTo>
                  <a:pt x="431033" y="115918"/>
                  <a:pt x="435221" y="129468"/>
                  <a:pt x="444984" y="137039"/>
                </a:cubicBezTo>
                <a:cubicBezTo>
                  <a:pt x="452157" y="142658"/>
                  <a:pt x="457141" y="145447"/>
                  <a:pt x="468301" y="145447"/>
                </a:cubicBezTo>
                <a:cubicBezTo>
                  <a:pt x="473680" y="145447"/>
                  <a:pt x="488427" y="136680"/>
                  <a:pt x="492611" y="133889"/>
                </a:cubicBezTo>
                <a:lnTo>
                  <a:pt x="494405" y="133889"/>
                </a:lnTo>
                <a:close/>
                <a:moveTo>
                  <a:pt x="605600" y="124520"/>
                </a:moveTo>
                <a:cubicBezTo>
                  <a:pt x="601416" y="127911"/>
                  <a:pt x="590855" y="132295"/>
                  <a:pt x="588462" y="132295"/>
                </a:cubicBezTo>
                <a:cubicBezTo>
                  <a:pt x="578498" y="132295"/>
                  <a:pt x="570726" y="121133"/>
                  <a:pt x="570726" y="97811"/>
                </a:cubicBezTo>
                <a:cubicBezTo>
                  <a:pt x="570726" y="87247"/>
                  <a:pt x="571924" y="78076"/>
                  <a:pt x="575709" y="71898"/>
                </a:cubicBezTo>
                <a:cubicBezTo>
                  <a:pt x="579097" y="66516"/>
                  <a:pt x="584476" y="63326"/>
                  <a:pt x="590454" y="63326"/>
                </a:cubicBezTo>
                <a:cubicBezTo>
                  <a:pt x="595635" y="63326"/>
                  <a:pt x="600619" y="63925"/>
                  <a:pt x="605402" y="70502"/>
                </a:cubicBezTo>
                <a:lnTo>
                  <a:pt x="605402" y="119540"/>
                </a:lnTo>
                <a:cubicBezTo>
                  <a:pt x="605402" y="121133"/>
                  <a:pt x="605402" y="122927"/>
                  <a:pt x="605600" y="124520"/>
                </a:cubicBezTo>
                <a:moveTo>
                  <a:pt x="606199" y="133889"/>
                </a:moveTo>
                <a:cubicBezTo>
                  <a:pt x="606597" y="138672"/>
                  <a:pt x="606995" y="142059"/>
                  <a:pt x="606995" y="142059"/>
                </a:cubicBezTo>
                <a:cubicBezTo>
                  <a:pt x="607196" y="144452"/>
                  <a:pt x="608789" y="145447"/>
                  <a:pt x="611578" y="145447"/>
                </a:cubicBezTo>
                <a:cubicBezTo>
                  <a:pt x="618951" y="143415"/>
                  <a:pt x="630908" y="140624"/>
                  <a:pt x="644658" y="138830"/>
                </a:cubicBezTo>
                <a:cubicBezTo>
                  <a:pt x="645056" y="137635"/>
                  <a:pt x="644658" y="133652"/>
                  <a:pt x="644259" y="132454"/>
                </a:cubicBezTo>
                <a:cubicBezTo>
                  <a:pt x="633498" y="131459"/>
                  <a:pt x="631306" y="128270"/>
                  <a:pt x="631306" y="116916"/>
                </a:cubicBezTo>
                <a:lnTo>
                  <a:pt x="631306" y="27324"/>
                </a:lnTo>
                <a:cubicBezTo>
                  <a:pt x="631306" y="14395"/>
                  <a:pt x="631905" y="6985"/>
                  <a:pt x="631905" y="6985"/>
                </a:cubicBezTo>
                <a:cubicBezTo>
                  <a:pt x="631905" y="5166"/>
                  <a:pt x="630509" y="4357"/>
                  <a:pt x="628715" y="4357"/>
                </a:cubicBezTo>
                <a:cubicBezTo>
                  <a:pt x="621345" y="6784"/>
                  <a:pt x="605402" y="9007"/>
                  <a:pt x="591254" y="9612"/>
                </a:cubicBezTo>
                <a:cubicBezTo>
                  <a:pt x="590655" y="12005"/>
                  <a:pt x="590855" y="14595"/>
                  <a:pt x="591850" y="16389"/>
                </a:cubicBezTo>
                <a:cubicBezTo>
                  <a:pt x="604405" y="17384"/>
                  <a:pt x="605402" y="17581"/>
                  <a:pt x="605402" y="31298"/>
                </a:cubicBezTo>
                <a:lnTo>
                  <a:pt x="605402" y="57147"/>
                </a:lnTo>
                <a:cubicBezTo>
                  <a:pt x="601613" y="55952"/>
                  <a:pt x="596833" y="54955"/>
                  <a:pt x="591053" y="54955"/>
                </a:cubicBezTo>
                <a:cubicBezTo>
                  <a:pt x="565347" y="54955"/>
                  <a:pt x="542827" y="77471"/>
                  <a:pt x="542827" y="103965"/>
                </a:cubicBezTo>
                <a:cubicBezTo>
                  <a:pt x="542827" y="115918"/>
                  <a:pt x="547014" y="129468"/>
                  <a:pt x="556778" y="137039"/>
                </a:cubicBezTo>
                <a:cubicBezTo>
                  <a:pt x="563951" y="142658"/>
                  <a:pt x="568935" y="145447"/>
                  <a:pt x="580094" y="145447"/>
                </a:cubicBezTo>
                <a:cubicBezTo>
                  <a:pt x="585473" y="145447"/>
                  <a:pt x="600221" y="136680"/>
                  <a:pt x="604405" y="133889"/>
                </a:cubicBezTo>
                <a:lnTo>
                  <a:pt x="606199" y="133889"/>
                </a:lnTo>
                <a:close/>
                <a:moveTo>
                  <a:pt x="693481" y="119184"/>
                </a:moveTo>
                <a:lnTo>
                  <a:pt x="693481" y="79530"/>
                </a:lnTo>
                <a:cubicBezTo>
                  <a:pt x="693481" y="69569"/>
                  <a:pt x="694278" y="58382"/>
                  <a:pt x="694278" y="58382"/>
                </a:cubicBezTo>
                <a:cubicBezTo>
                  <a:pt x="694278" y="56165"/>
                  <a:pt x="692484" y="54955"/>
                  <a:pt x="689696" y="54955"/>
                </a:cubicBezTo>
                <a:cubicBezTo>
                  <a:pt x="684116" y="57175"/>
                  <a:pt x="667973" y="58786"/>
                  <a:pt x="654223" y="60598"/>
                </a:cubicBezTo>
                <a:cubicBezTo>
                  <a:pt x="653824" y="61796"/>
                  <a:pt x="654223" y="65780"/>
                  <a:pt x="654621" y="66978"/>
                </a:cubicBezTo>
                <a:cubicBezTo>
                  <a:pt x="665583" y="67972"/>
                  <a:pt x="667574" y="69569"/>
                  <a:pt x="667574" y="80926"/>
                </a:cubicBezTo>
                <a:lnTo>
                  <a:pt x="667574" y="119184"/>
                </a:lnTo>
                <a:cubicBezTo>
                  <a:pt x="667574" y="135722"/>
                  <a:pt x="665382" y="136121"/>
                  <a:pt x="653228" y="137115"/>
                </a:cubicBezTo>
                <a:cubicBezTo>
                  <a:pt x="652030" y="138310"/>
                  <a:pt x="652030" y="142695"/>
                  <a:pt x="653228" y="143890"/>
                </a:cubicBezTo>
                <a:cubicBezTo>
                  <a:pt x="661596" y="143692"/>
                  <a:pt x="669967" y="143491"/>
                  <a:pt x="680528" y="143491"/>
                </a:cubicBezTo>
                <a:cubicBezTo>
                  <a:pt x="691088" y="143491"/>
                  <a:pt x="699259" y="143692"/>
                  <a:pt x="707827" y="143890"/>
                </a:cubicBezTo>
                <a:cubicBezTo>
                  <a:pt x="709025" y="142695"/>
                  <a:pt x="709025" y="138310"/>
                  <a:pt x="707827" y="137115"/>
                </a:cubicBezTo>
                <a:cubicBezTo>
                  <a:pt x="695674" y="136318"/>
                  <a:pt x="693481" y="135722"/>
                  <a:pt x="693481" y="119184"/>
                </a:cubicBezTo>
                <a:moveTo>
                  <a:pt x="666580" y="24694"/>
                </a:moveTo>
                <a:cubicBezTo>
                  <a:pt x="666580" y="31268"/>
                  <a:pt x="671360" y="37845"/>
                  <a:pt x="679333" y="37845"/>
                </a:cubicBezTo>
                <a:cubicBezTo>
                  <a:pt x="688300" y="37845"/>
                  <a:pt x="693481" y="30672"/>
                  <a:pt x="693481" y="25490"/>
                </a:cubicBezTo>
                <a:cubicBezTo>
                  <a:pt x="693481" y="19512"/>
                  <a:pt x="688899" y="12336"/>
                  <a:pt x="680528" y="12336"/>
                </a:cubicBezTo>
                <a:cubicBezTo>
                  <a:pt x="671162" y="12336"/>
                  <a:pt x="666580" y="18716"/>
                  <a:pt x="666580" y="24694"/>
                </a:cubicBezTo>
                <a:close/>
                <a:moveTo>
                  <a:pt x="756852" y="119166"/>
                </a:moveTo>
                <a:lnTo>
                  <a:pt x="756852" y="79475"/>
                </a:lnTo>
                <a:lnTo>
                  <a:pt x="756852" y="79077"/>
                </a:lnTo>
                <a:cubicBezTo>
                  <a:pt x="764822" y="73692"/>
                  <a:pt x="772794" y="69702"/>
                  <a:pt x="776379" y="69702"/>
                </a:cubicBezTo>
                <a:cubicBezTo>
                  <a:pt x="784352" y="69702"/>
                  <a:pt x="790330" y="73293"/>
                  <a:pt x="790330" y="84663"/>
                </a:cubicBezTo>
                <a:lnTo>
                  <a:pt x="790330" y="117968"/>
                </a:lnTo>
                <a:cubicBezTo>
                  <a:pt x="790330" y="134722"/>
                  <a:pt x="787141" y="136516"/>
                  <a:pt x="778970" y="137115"/>
                </a:cubicBezTo>
                <a:cubicBezTo>
                  <a:pt x="777775" y="138310"/>
                  <a:pt x="777775" y="142695"/>
                  <a:pt x="778970" y="143890"/>
                </a:cubicBezTo>
                <a:cubicBezTo>
                  <a:pt x="787341" y="143692"/>
                  <a:pt x="793718" y="143491"/>
                  <a:pt x="803284" y="143491"/>
                </a:cubicBezTo>
                <a:cubicBezTo>
                  <a:pt x="814242" y="143491"/>
                  <a:pt x="823012" y="143692"/>
                  <a:pt x="831581" y="143890"/>
                </a:cubicBezTo>
                <a:cubicBezTo>
                  <a:pt x="832776" y="142695"/>
                  <a:pt x="832776" y="138310"/>
                  <a:pt x="831581" y="137115"/>
                </a:cubicBezTo>
                <a:cubicBezTo>
                  <a:pt x="819424" y="136516"/>
                  <a:pt x="816237" y="134722"/>
                  <a:pt x="816237" y="117968"/>
                </a:cubicBezTo>
                <a:lnTo>
                  <a:pt x="816237" y="86855"/>
                </a:lnTo>
                <a:cubicBezTo>
                  <a:pt x="816237" y="64919"/>
                  <a:pt x="806869" y="54955"/>
                  <a:pt x="789731" y="54955"/>
                </a:cubicBezTo>
                <a:cubicBezTo>
                  <a:pt x="781762" y="54955"/>
                  <a:pt x="767613" y="63724"/>
                  <a:pt x="756651" y="71299"/>
                </a:cubicBezTo>
                <a:cubicBezTo>
                  <a:pt x="756055" y="64323"/>
                  <a:pt x="755256" y="58345"/>
                  <a:pt x="755256" y="58345"/>
                </a:cubicBezTo>
                <a:cubicBezTo>
                  <a:pt x="755058" y="55952"/>
                  <a:pt x="753465" y="54955"/>
                  <a:pt x="750673" y="54955"/>
                </a:cubicBezTo>
                <a:cubicBezTo>
                  <a:pt x="743300" y="56989"/>
                  <a:pt x="731343" y="59780"/>
                  <a:pt x="717593" y="61571"/>
                </a:cubicBezTo>
                <a:cubicBezTo>
                  <a:pt x="717195" y="62769"/>
                  <a:pt x="717593" y="66753"/>
                  <a:pt x="717992" y="67951"/>
                </a:cubicBezTo>
                <a:cubicBezTo>
                  <a:pt x="728953" y="68948"/>
                  <a:pt x="730945" y="70542"/>
                  <a:pt x="730945" y="81902"/>
                </a:cubicBezTo>
                <a:lnTo>
                  <a:pt x="730945" y="119178"/>
                </a:lnTo>
                <a:cubicBezTo>
                  <a:pt x="730945" y="135719"/>
                  <a:pt x="728753" y="136121"/>
                  <a:pt x="716596" y="137115"/>
                </a:cubicBezTo>
                <a:cubicBezTo>
                  <a:pt x="715401" y="138310"/>
                  <a:pt x="715401" y="142695"/>
                  <a:pt x="716596" y="143890"/>
                </a:cubicBezTo>
                <a:cubicBezTo>
                  <a:pt x="724967" y="143692"/>
                  <a:pt x="733335" y="143491"/>
                  <a:pt x="743899" y="143491"/>
                </a:cubicBezTo>
                <a:cubicBezTo>
                  <a:pt x="753066" y="143491"/>
                  <a:pt x="758646" y="143692"/>
                  <a:pt x="767215" y="143890"/>
                </a:cubicBezTo>
                <a:cubicBezTo>
                  <a:pt x="768410" y="142695"/>
                  <a:pt x="768410" y="138310"/>
                  <a:pt x="767215" y="137115"/>
                </a:cubicBezTo>
                <a:cubicBezTo>
                  <a:pt x="758844" y="136318"/>
                  <a:pt x="756852" y="135719"/>
                  <a:pt x="756852" y="119166"/>
                </a:cubicBezTo>
                <a:close/>
                <a:moveTo>
                  <a:pt x="891961" y="86110"/>
                </a:moveTo>
                <a:cubicBezTo>
                  <a:pt x="891961" y="105297"/>
                  <a:pt x="886381" y="107693"/>
                  <a:pt x="881200" y="107693"/>
                </a:cubicBezTo>
                <a:cubicBezTo>
                  <a:pt x="868845" y="107693"/>
                  <a:pt x="867249" y="92906"/>
                  <a:pt x="867249" y="82714"/>
                </a:cubicBezTo>
                <a:cubicBezTo>
                  <a:pt x="867249" y="67924"/>
                  <a:pt x="870837" y="62529"/>
                  <a:pt x="878609" y="62529"/>
                </a:cubicBezTo>
                <a:cubicBezTo>
                  <a:pt x="887974" y="62529"/>
                  <a:pt x="891961" y="70323"/>
                  <a:pt x="891961" y="86110"/>
                </a:cubicBezTo>
                <a:moveTo>
                  <a:pt x="869043" y="148560"/>
                </a:moveTo>
                <a:cubicBezTo>
                  <a:pt x="884389" y="148560"/>
                  <a:pt x="913881" y="149159"/>
                  <a:pt x="913881" y="159714"/>
                </a:cubicBezTo>
                <a:cubicBezTo>
                  <a:pt x="913881" y="166884"/>
                  <a:pt x="910691" y="175048"/>
                  <a:pt x="904117" y="178633"/>
                </a:cubicBezTo>
                <a:cubicBezTo>
                  <a:pt x="897939" y="182218"/>
                  <a:pt x="887777" y="182616"/>
                  <a:pt x="880202" y="182616"/>
                </a:cubicBezTo>
                <a:cubicBezTo>
                  <a:pt x="867051" y="182616"/>
                  <a:pt x="858084" y="172859"/>
                  <a:pt x="858084" y="162703"/>
                </a:cubicBezTo>
                <a:cubicBezTo>
                  <a:pt x="858084" y="155931"/>
                  <a:pt x="858084" y="151349"/>
                  <a:pt x="860276" y="147365"/>
                </a:cubicBezTo>
                <a:cubicBezTo>
                  <a:pt x="862268" y="148162"/>
                  <a:pt x="864859" y="148560"/>
                  <a:pt x="869043" y="148560"/>
                </a:cubicBezTo>
                <a:moveTo>
                  <a:pt x="927233" y="64928"/>
                </a:moveTo>
                <a:cubicBezTo>
                  <a:pt x="932813" y="64928"/>
                  <a:pt x="935999" y="62529"/>
                  <a:pt x="935999" y="55156"/>
                </a:cubicBezTo>
                <a:cubicBezTo>
                  <a:pt x="935999" y="51370"/>
                  <a:pt x="930821" y="45589"/>
                  <a:pt x="923247" y="45589"/>
                </a:cubicBezTo>
                <a:cubicBezTo>
                  <a:pt x="914480" y="45589"/>
                  <a:pt x="902919" y="52167"/>
                  <a:pt x="897142" y="57348"/>
                </a:cubicBezTo>
                <a:cubicBezTo>
                  <a:pt x="893554" y="55356"/>
                  <a:pt x="889370" y="54955"/>
                  <a:pt x="880403" y="54955"/>
                </a:cubicBezTo>
                <a:cubicBezTo>
                  <a:pt x="871834" y="54955"/>
                  <a:pt x="863463" y="56950"/>
                  <a:pt x="856889" y="61334"/>
                </a:cubicBezTo>
                <a:cubicBezTo>
                  <a:pt x="848719" y="66525"/>
                  <a:pt x="843337" y="74321"/>
                  <a:pt x="843337" y="84514"/>
                </a:cubicBezTo>
                <a:cubicBezTo>
                  <a:pt x="843337" y="94305"/>
                  <a:pt x="849117" y="104896"/>
                  <a:pt x="858680" y="110086"/>
                </a:cubicBezTo>
                <a:cubicBezTo>
                  <a:pt x="852504" y="115468"/>
                  <a:pt x="842938" y="126041"/>
                  <a:pt x="842938" y="130030"/>
                </a:cubicBezTo>
                <a:cubicBezTo>
                  <a:pt x="842938" y="133816"/>
                  <a:pt x="843537" y="136206"/>
                  <a:pt x="845529" y="139195"/>
                </a:cubicBezTo>
                <a:cubicBezTo>
                  <a:pt x="847323" y="141986"/>
                  <a:pt x="849713" y="143580"/>
                  <a:pt x="853699" y="144775"/>
                </a:cubicBezTo>
                <a:cubicBezTo>
                  <a:pt x="845131" y="149956"/>
                  <a:pt x="836361" y="161307"/>
                  <a:pt x="836361" y="164694"/>
                </a:cubicBezTo>
                <a:cubicBezTo>
                  <a:pt x="836361" y="172062"/>
                  <a:pt x="838754" y="180625"/>
                  <a:pt x="844133" y="184410"/>
                </a:cubicBezTo>
                <a:cubicBezTo>
                  <a:pt x="851905" y="189789"/>
                  <a:pt x="865059" y="190984"/>
                  <a:pt x="874622" y="190984"/>
                </a:cubicBezTo>
                <a:cubicBezTo>
                  <a:pt x="902323" y="190984"/>
                  <a:pt x="934008" y="176444"/>
                  <a:pt x="934008" y="154535"/>
                </a:cubicBezTo>
                <a:cubicBezTo>
                  <a:pt x="934008" y="150354"/>
                  <a:pt x="932016" y="141786"/>
                  <a:pt x="924043" y="136407"/>
                </a:cubicBezTo>
                <a:cubicBezTo>
                  <a:pt x="916271" y="131225"/>
                  <a:pt x="886381" y="129829"/>
                  <a:pt x="871633" y="129829"/>
                </a:cubicBezTo>
                <a:cubicBezTo>
                  <a:pt x="868048" y="129829"/>
                  <a:pt x="862666" y="129431"/>
                  <a:pt x="862666" y="121452"/>
                </a:cubicBezTo>
                <a:cubicBezTo>
                  <a:pt x="862666" y="118260"/>
                  <a:pt x="864661" y="115468"/>
                  <a:pt x="865655" y="113075"/>
                </a:cubicBezTo>
                <a:cubicBezTo>
                  <a:pt x="869839" y="115067"/>
                  <a:pt x="874026" y="115267"/>
                  <a:pt x="880202" y="115267"/>
                </a:cubicBezTo>
                <a:cubicBezTo>
                  <a:pt x="890367" y="115267"/>
                  <a:pt x="899733" y="112677"/>
                  <a:pt x="906507" y="106696"/>
                </a:cubicBezTo>
                <a:cubicBezTo>
                  <a:pt x="912288" y="101499"/>
                  <a:pt x="916271" y="94505"/>
                  <a:pt x="916271" y="85511"/>
                </a:cubicBezTo>
                <a:cubicBezTo>
                  <a:pt x="916271" y="74321"/>
                  <a:pt x="910691" y="66926"/>
                  <a:pt x="903917" y="61334"/>
                </a:cubicBezTo>
                <a:cubicBezTo>
                  <a:pt x="905510" y="59340"/>
                  <a:pt x="912087" y="55755"/>
                  <a:pt x="914079" y="55755"/>
                </a:cubicBezTo>
                <a:cubicBezTo>
                  <a:pt x="915873" y="55755"/>
                  <a:pt x="917268" y="56950"/>
                  <a:pt x="917868" y="58145"/>
                </a:cubicBezTo>
                <a:cubicBezTo>
                  <a:pt x="918664" y="60735"/>
                  <a:pt x="922249" y="64928"/>
                  <a:pt x="927233" y="64928"/>
                </a:cubicBezTo>
                <a:close/>
                <a:moveTo>
                  <a:pt x="1034641" y="118010"/>
                </a:moveTo>
                <a:lnTo>
                  <a:pt x="1034641" y="67060"/>
                </a:lnTo>
                <a:lnTo>
                  <a:pt x="1048792" y="67060"/>
                </a:lnTo>
                <a:cubicBezTo>
                  <a:pt x="1052377" y="67060"/>
                  <a:pt x="1055765" y="66066"/>
                  <a:pt x="1055765" y="63673"/>
                </a:cubicBezTo>
                <a:lnTo>
                  <a:pt x="1055765" y="59090"/>
                </a:lnTo>
                <a:cubicBezTo>
                  <a:pt x="1055765" y="57895"/>
                  <a:pt x="1055567" y="57096"/>
                  <a:pt x="1051781" y="57096"/>
                </a:cubicBezTo>
                <a:lnTo>
                  <a:pt x="1034641" y="57096"/>
                </a:lnTo>
                <a:lnTo>
                  <a:pt x="1034641" y="50293"/>
                </a:lnTo>
                <a:cubicBezTo>
                  <a:pt x="1034641" y="20479"/>
                  <a:pt x="1047795" y="14675"/>
                  <a:pt x="1052180" y="14675"/>
                </a:cubicBezTo>
                <a:cubicBezTo>
                  <a:pt x="1055567" y="14675"/>
                  <a:pt x="1060748" y="18278"/>
                  <a:pt x="1063339" y="25080"/>
                </a:cubicBezTo>
                <a:cubicBezTo>
                  <a:pt x="1065331" y="30483"/>
                  <a:pt x="1069515" y="35087"/>
                  <a:pt x="1075694" y="35087"/>
                </a:cubicBezTo>
                <a:cubicBezTo>
                  <a:pt x="1076691" y="35087"/>
                  <a:pt x="1077685" y="34886"/>
                  <a:pt x="1078482" y="34685"/>
                </a:cubicBezTo>
                <a:lnTo>
                  <a:pt x="1078482" y="118208"/>
                </a:lnTo>
                <a:cubicBezTo>
                  <a:pt x="1078482" y="134728"/>
                  <a:pt x="1075295" y="136519"/>
                  <a:pt x="1063138" y="137115"/>
                </a:cubicBezTo>
                <a:cubicBezTo>
                  <a:pt x="1061943" y="138310"/>
                  <a:pt x="1061943" y="142695"/>
                  <a:pt x="1063138" y="143890"/>
                </a:cubicBezTo>
                <a:cubicBezTo>
                  <a:pt x="1071510" y="143692"/>
                  <a:pt x="1080477" y="143491"/>
                  <a:pt x="1091435" y="143491"/>
                </a:cubicBezTo>
                <a:cubicBezTo>
                  <a:pt x="1102397" y="143491"/>
                  <a:pt x="1111164" y="143692"/>
                  <a:pt x="1119732" y="143890"/>
                </a:cubicBezTo>
                <a:cubicBezTo>
                  <a:pt x="1120930" y="142695"/>
                  <a:pt x="1120930" y="138310"/>
                  <a:pt x="1119732" y="137115"/>
                </a:cubicBezTo>
                <a:cubicBezTo>
                  <a:pt x="1107579" y="136519"/>
                  <a:pt x="1104389" y="134728"/>
                  <a:pt x="1104389" y="118208"/>
                </a:cubicBezTo>
                <a:lnTo>
                  <a:pt x="1104389" y="27281"/>
                </a:lnTo>
                <a:cubicBezTo>
                  <a:pt x="1104389" y="14276"/>
                  <a:pt x="1104988" y="6902"/>
                  <a:pt x="1104988" y="6902"/>
                </a:cubicBezTo>
                <a:cubicBezTo>
                  <a:pt x="1104988" y="5157"/>
                  <a:pt x="1103592" y="4357"/>
                  <a:pt x="1101798" y="4357"/>
                </a:cubicBezTo>
                <a:cubicBezTo>
                  <a:pt x="1096817" y="5957"/>
                  <a:pt x="1088048" y="10153"/>
                  <a:pt x="1078482" y="12947"/>
                </a:cubicBezTo>
                <a:cubicBezTo>
                  <a:pt x="1073304" y="9295"/>
                  <a:pt x="1065133" y="6303"/>
                  <a:pt x="1053971" y="6303"/>
                </a:cubicBezTo>
                <a:cubicBezTo>
                  <a:pt x="1044806" y="6303"/>
                  <a:pt x="1034243" y="9295"/>
                  <a:pt x="1025476" y="17475"/>
                </a:cubicBezTo>
                <a:cubicBezTo>
                  <a:pt x="1016111" y="26281"/>
                  <a:pt x="1008737" y="40688"/>
                  <a:pt x="1008737" y="56496"/>
                </a:cubicBezTo>
                <a:lnTo>
                  <a:pt x="1008737" y="57096"/>
                </a:lnTo>
                <a:lnTo>
                  <a:pt x="1007341" y="57096"/>
                </a:lnTo>
                <a:cubicBezTo>
                  <a:pt x="1000567" y="57096"/>
                  <a:pt x="993193" y="60088"/>
                  <a:pt x="993193" y="61681"/>
                </a:cubicBezTo>
                <a:lnTo>
                  <a:pt x="993193" y="65068"/>
                </a:lnTo>
                <a:cubicBezTo>
                  <a:pt x="993193" y="66464"/>
                  <a:pt x="993990" y="67060"/>
                  <a:pt x="998572" y="67060"/>
                </a:cubicBezTo>
                <a:lnTo>
                  <a:pt x="1008737" y="67060"/>
                </a:lnTo>
                <a:lnTo>
                  <a:pt x="1008737" y="118409"/>
                </a:lnTo>
                <a:cubicBezTo>
                  <a:pt x="1008737" y="134728"/>
                  <a:pt x="1005547" y="136519"/>
                  <a:pt x="993394" y="137115"/>
                </a:cubicBezTo>
                <a:cubicBezTo>
                  <a:pt x="992196" y="138310"/>
                  <a:pt x="992196" y="142695"/>
                  <a:pt x="993394" y="143890"/>
                </a:cubicBezTo>
                <a:cubicBezTo>
                  <a:pt x="1001762" y="143692"/>
                  <a:pt x="1010729" y="143491"/>
                  <a:pt x="1021690" y="143491"/>
                </a:cubicBezTo>
                <a:cubicBezTo>
                  <a:pt x="1032649" y="143491"/>
                  <a:pt x="1041419" y="143692"/>
                  <a:pt x="1049987" y="143890"/>
                </a:cubicBezTo>
                <a:cubicBezTo>
                  <a:pt x="1051182" y="142695"/>
                  <a:pt x="1051182" y="138310"/>
                  <a:pt x="1049987" y="137115"/>
                </a:cubicBezTo>
                <a:cubicBezTo>
                  <a:pt x="1037831" y="136519"/>
                  <a:pt x="1034641" y="134728"/>
                  <a:pt x="1034641" y="118010"/>
                </a:cubicBezTo>
                <a:close/>
                <a:moveTo>
                  <a:pt x="1175133" y="63326"/>
                </a:moveTo>
                <a:cubicBezTo>
                  <a:pt x="1188682" y="63326"/>
                  <a:pt x="1197850" y="79472"/>
                  <a:pt x="1197850" y="106781"/>
                </a:cubicBezTo>
                <a:cubicBezTo>
                  <a:pt x="1197850" y="130699"/>
                  <a:pt x="1188484" y="137079"/>
                  <a:pt x="1181311" y="137079"/>
                </a:cubicBezTo>
                <a:cubicBezTo>
                  <a:pt x="1164971" y="137079"/>
                  <a:pt x="1158591" y="112561"/>
                  <a:pt x="1158591" y="97811"/>
                </a:cubicBezTo>
                <a:cubicBezTo>
                  <a:pt x="1158591" y="79472"/>
                  <a:pt x="1161781" y="63326"/>
                  <a:pt x="1175133" y="63326"/>
                </a:cubicBezTo>
                <a:moveTo>
                  <a:pt x="1130693" y="102195"/>
                </a:moveTo>
                <a:cubicBezTo>
                  <a:pt x="1130693" y="128309"/>
                  <a:pt x="1151418" y="145447"/>
                  <a:pt x="1178122" y="145447"/>
                </a:cubicBezTo>
                <a:cubicBezTo>
                  <a:pt x="1192270" y="145447"/>
                  <a:pt x="1204029" y="141463"/>
                  <a:pt x="1212199" y="134089"/>
                </a:cubicBezTo>
                <a:cubicBezTo>
                  <a:pt x="1222361" y="125119"/>
                  <a:pt x="1225748" y="111564"/>
                  <a:pt x="1225748" y="100401"/>
                </a:cubicBezTo>
                <a:cubicBezTo>
                  <a:pt x="1225748" y="74291"/>
                  <a:pt x="1208012" y="54955"/>
                  <a:pt x="1178319" y="54955"/>
                </a:cubicBezTo>
                <a:cubicBezTo>
                  <a:pt x="1161781" y="54955"/>
                  <a:pt x="1149427" y="60735"/>
                  <a:pt x="1141654" y="69705"/>
                </a:cubicBezTo>
                <a:cubicBezTo>
                  <a:pt x="1134080" y="78475"/>
                  <a:pt x="1130693" y="90434"/>
                  <a:pt x="1130693" y="102195"/>
                </a:cubicBezTo>
                <a:close/>
                <a:moveTo>
                  <a:pt x="1327778" y="77605"/>
                </a:moveTo>
                <a:cubicBezTo>
                  <a:pt x="1323992" y="68057"/>
                  <a:pt x="1321599" y="59297"/>
                  <a:pt x="1321599" y="59297"/>
                </a:cubicBezTo>
                <a:cubicBezTo>
                  <a:pt x="1318014" y="59498"/>
                  <a:pt x="1314225" y="59498"/>
                  <a:pt x="1310440" y="59099"/>
                </a:cubicBezTo>
                <a:lnTo>
                  <a:pt x="1291508" y="111622"/>
                </a:lnTo>
                <a:cubicBezTo>
                  <a:pt x="1290912" y="113014"/>
                  <a:pt x="1290116" y="113413"/>
                  <a:pt x="1289316" y="111424"/>
                </a:cubicBezTo>
                <a:lnTo>
                  <a:pt x="1277959" y="77605"/>
                </a:lnTo>
                <a:cubicBezTo>
                  <a:pt x="1274769" y="68057"/>
                  <a:pt x="1272777" y="64478"/>
                  <a:pt x="1285132" y="63484"/>
                </a:cubicBezTo>
                <a:cubicBezTo>
                  <a:pt x="1286327" y="62289"/>
                  <a:pt x="1286327" y="57904"/>
                  <a:pt x="1285132" y="56706"/>
                </a:cubicBezTo>
                <a:cubicBezTo>
                  <a:pt x="1277758" y="56907"/>
                  <a:pt x="1269189" y="57108"/>
                  <a:pt x="1259027" y="57108"/>
                </a:cubicBezTo>
                <a:cubicBezTo>
                  <a:pt x="1252052" y="57108"/>
                  <a:pt x="1241890" y="56907"/>
                  <a:pt x="1234516" y="56706"/>
                </a:cubicBezTo>
                <a:cubicBezTo>
                  <a:pt x="1233321" y="57904"/>
                  <a:pt x="1233321" y="62289"/>
                  <a:pt x="1234516" y="63484"/>
                </a:cubicBezTo>
                <a:cubicBezTo>
                  <a:pt x="1246074" y="64877"/>
                  <a:pt x="1246673" y="68656"/>
                  <a:pt x="1250459" y="78800"/>
                </a:cubicBezTo>
                <a:lnTo>
                  <a:pt x="1274769" y="141661"/>
                </a:lnTo>
                <a:cubicBezTo>
                  <a:pt x="1276165" y="145440"/>
                  <a:pt x="1278756" y="145836"/>
                  <a:pt x="1281346" y="145836"/>
                </a:cubicBezTo>
                <a:cubicBezTo>
                  <a:pt x="1283338" y="145836"/>
                  <a:pt x="1287127" y="145440"/>
                  <a:pt x="1288720" y="141263"/>
                </a:cubicBezTo>
                <a:lnTo>
                  <a:pt x="1307451" y="92128"/>
                </a:lnTo>
                <a:lnTo>
                  <a:pt x="1326583" y="141661"/>
                </a:lnTo>
                <a:cubicBezTo>
                  <a:pt x="1327976" y="145240"/>
                  <a:pt x="1331764" y="145836"/>
                  <a:pt x="1334355" y="145836"/>
                </a:cubicBezTo>
                <a:cubicBezTo>
                  <a:pt x="1336347" y="145836"/>
                  <a:pt x="1339734" y="145240"/>
                  <a:pt x="1341327" y="141263"/>
                </a:cubicBezTo>
                <a:lnTo>
                  <a:pt x="1365839" y="80591"/>
                </a:lnTo>
                <a:cubicBezTo>
                  <a:pt x="1369226" y="72038"/>
                  <a:pt x="1372616" y="64478"/>
                  <a:pt x="1383776" y="63484"/>
                </a:cubicBezTo>
                <a:cubicBezTo>
                  <a:pt x="1384971" y="62289"/>
                  <a:pt x="1384971" y="57904"/>
                  <a:pt x="1383776" y="56706"/>
                </a:cubicBezTo>
                <a:cubicBezTo>
                  <a:pt x="1379391" y="56907"/>
                  <a:pt x="1375803" y="57108"/>
                  <a:pt x="1370622" y="57108"/>
                </a:cubicBezTo>
                <a:cubicBezTo>
                  <a:pt x="1363248" y="57108"/>
                  <a:pt x="1354679" y="56907"/>
                  <a:pt x="1347305" y="56706"/>
                </a:cubicBezTo>
                <a:cubicBezTo>
                  <a:pt x="1346110" y="57904"/>
                  <a:pt x="1346110" y="62289"/>
                  <a:pt x="1347305" y="63484"/>
                </a:cubicBezTo>
                <a:cubicBezTo>
                  <a:pt x="1358066" y="64278"/>
                  <a:pt x="1359064" y="69450"/>
                  <a:pt x="1355278" y="79198"/>
                </a:cubicBezTo>
                <a:lnTo>
                  <a:pt x="1343720" y="110627"/>
                </a:lnTo>
                <a:cubicBezTo>
                  <a:pt x="1342924" y="113014"/>
                  <a:pt x="1341726" y="112817"/>
                  <a:pt x="1340929" y="110828"/>
                </a:cubicBezTo>
                <a:lnTo>
                  <a:pt x="1327778" y="77605"/>
                </a:lnTo>
                <a:close/>
                <a:moveTo>
                  <a:pt x="1448936" y="57096"/>
                </a:moveTo>
                <a:cubicBezTo>
                  <a:pt x="1446148" y="57096"/>
                  <a:pt x="1443159" y="57895"/>
                  <a:pt x="1440568" y="60088"/>
                </a:cubicBezTo>
                <a:lnTo>
                  <a:pt x="1440568" y="65865"/>
                </a:lnTo>
                <a:cubicBezTo>
                  <a:pt x="1440568" y="66862"/>
                  <a:pt x="1440766" y="67060"/>
                  <a:pt x="1441563" y="67060"/>
                </a:cubicBezTo>
                <a:lnTo>
                  <a:pt x="1454516" y="67060"/>
                </a:lnTo>
                <a:cubicBezTo>
                  <a:pt x="1454118" y="87147"/>
                  <a:pt x="1453920" y="112604"/>
                  <a:pt x="1453920" y="122550"/>
                </a:cubicBezTo>
                <a:cubicBezTo>
                  <a:pt x="1453920" y="129510"/>
                  <a:pt x="1455714" y="136282"/>
                  <a:pt x="1459898" y="139867"/>
                </a:cubicBezTo>
                <a:cubicBezTo>
                  <a:pt x="1464480" y="143656"/>
                  <a:pt x="1471653" y="145447"/>
                  <a:pt x="1476437" y="145447"/>
                </a:cubicBezTo>
                <a:cubicBezTo>
                  <a:pt x="1487398" y="145447"/>
                  <a:pt x="1499552" y="139867"/>
                  <a:pt x="1503538" y="134287"/>
                </a:cubicBezTo>
                <a:cubicBezTo>
                  <a:pt x="1503538" y="131897"/>
                  <a:pt x="1502343" y="130702"/>
                  <a:pt x="1499953" y="128713"/>
                </a:cubicBezTo>
                <a:cubicBezTo>
                  <a:pt x="1497363" y="130702"/>
                  <a:pt x="1492379" y="131499"/>
                  <a:pt x="1488593" y="131499"/>
                </a:cubicBezTo>
                <a:cubicBezTo>
                  <a:pt x="1484209" y="131499"/>
                  <a:pt x="1479824" y="128118"/>
                  <a:pt x="1479824" y="118174"/>
                </a:cubicBezTo>
                <a:cubicBezTo>
                  <a:pt x="1479824" y="108228"/>
                  <a:pt x="1479626" y="86949"/>
                  <a:pt x="1479626" y="67060"/>
                </a:cubicBezTo>
                <a:lnTo>
                  <a:pt x="1499753" y="67060"/>
                </a:lnTo>
                <a:cubicBezTo>
                  <a:pt x="1501744" y="67060"/>
                  <a:pt x="1504536" y="66263"/>
                  <a:pt x="1504536" y="64469"/>
                </a:cubicBezTo>
                <a:lnTo>
                  <a:pt x="1504536" y="58294"/>
                </a:lnTo>
                <a:cubicBezTo>
                  <a:pt x="1504536" y="57497"/>
                  <a:pt x="1503937" y="57096"/>
                  <a:pt x="1502942" y="57096"/>
                </a:cubicBezTo>
                <a:lnTo>
                  <a:pt x="1479626" y="57096"/>
                </a:lnTo>
                <a:lnTo>
                  <a:pt x="1479824" y="50321"/>
                </a:lnTo>
                <a:cubicBezTo>
                  <a:pt x="1480222" y="36969"/>
                  <a:pt x="1480821" y="27804"/>
                  <a:pt x="1480821" y="27804"/>
                </a:cubicBezTo>
                <a:cubicBezTo>
                  <a:pt x="1480821" y="26606"/>
                  <a:pt x="1480222" y="26010"/>
                  <a:pt x="1479228" y="26010"/>
                </a:cubicBezTo>
                <a:cubicBezTo>
                  <a:pt x="1477832" y="26010"/>
                  <a:pt x="1470458" y="28203"/>
                  <a:pt x="1467272" y="29598"/>
                </a:cubicBezTo>
                <a:cubicBezTo>
                  <a:pt x="1463881" y="30991"/>
                  <a:pt x="1458104" y="32186"/>
                  <a:pt x="1456708" y="33980"/>
                </a:cubicBezTo>
                <a:cubicBezTo>
                  <a:pt x="1455313" y="35774"/>
                  <a:pt x="1454516" y="41156"/>
                  <a:pt x="1454516" y="57096"/>
                </a:cubicBezTo>
                <a:lnTo>
                  <a:pt x="1448936" y="57096"/>
                </a:lnTo>
                <a:close/>
                <a:moveTo>
                  <a:pt x="1555948" y="177064"/>
                </a:moveTo>
                <a:cubicBezTo>
                  <a:pt x="1559137" y="171484"/>
                  <a:pt x="1562126" y="164311"/>
                  <a:pt x="1564516" y="158333"/>
                </a:cubicBezTo>
                <a:cubicBezTo>
                  <a:pt x="1580459" y="119874"/>
                  <a:pt x="1590223" y="98355"/>
                  <a:pt x="1600786" y="76036"/>
                </a:cubicBezTo>
                <a:cubicBezTo>
                  <a:pt x="1603574" y="70259"/>
                  <a:pt x="1609552" y="64080"/>
                  <a:pt x="1616926" y="63484"/>
                </a:cubicBezTo>
                <a:cubicBezTo>
                  <a:pt x="1618124" y="62289"/>
                  <a:pt x="1618124" y="57904"/>
                  <a:pt x="1616926" y="56706"/>
                </a:cubicBezTo>
                <a:cubicBezTo>
                  <a:pt x="1611945" y="56907"/>
                  <a:pt x="1608357" y="57108"/>
                  <a:pt x="1602778" y="57108"/>
                </a:cubicBezTo>
                <a:cubicBezTo>
                  <a:pt x="1595802" y="57108"/>
                  <a:pt x="1589028" y="56907"/>
                  <a:pt x="1581654" y="56706"/>
                </a:cubicBezTo>
                <a:cubicBezTo>
                  <a:pt x="1580459" y="57904"/>
                  <a:pt x="1580459" y="62289"/>
                  <a:pt x="1581654" y="63484"/>
                </a:cubicBezTo>
                <a:cubicBezTo>
                  <a:pt x="1588033" y="64080"/>
                  <a:pt x="1594410" y="65077"/>
                  <a:pt x="1591220" y="72250"/>
                </a:cubicBezTo>
                <a:lnTo>
                  <a:pt x="1570695" y="118281"/>
                </a:lnTo>
                <a:cubicBezTo>
                  <a:pt x="1570695" y="118481"/>
                  <a:pt x="1570695" y="118481"/>
                  <a:pt x="1570494" y="118679"/>
                </a:cubicBezTo>
                <a:cubicBezTo>
                  <a:pt x="1570494" y="118481"/>
                  <a:pt x="1570494" y="118281"/>
                  <a:pt x="1570297" y="117882"/>
                </a:cubicBezTo>
                <a:lnTo>
                  <a:pt x="1551764" y="76237"/>
                </a:lnTo>
                <a:cubicBezTo>
                  <a:pt x="1548176" y="68066"/>
                  <a:pt x="1546184" y="64478"/>
                  <a:pt x="1558341" y="63484"/>
                </a:cubicBezTo>
                <a:cubicBezTo>
                  <a:pt x="1559536" y="62289"/>
                  <a:pt x="1559536" y="57904"/>
                  <a:pt x="1558341" y="56706"/>
                </a:cubicBezTo>
                <a:cubicBezTo>
                  <a:pt x="1550967" y="56907"/>
                  <a:pt x="1539011" y="57108"/>
                  <a:pt x="1531835" y="57108"/>
                </a:cubicBezTo>
                <a:cubicBezTo>
                  <a:pt x="1525060" y="57108"/>
                  <a:pt x="1513703" y="56907"/>
                  <a:pt x="1509717" y="56706"/>
                </a:cubicBezTo>
                <a:cubicBezTo>
                  <a:pt x="1508522" y="57904"/>
                  <a:pt x="1508522" y="62289"/>
                  <a:pt x="1509717" y="63484"/>
                </a:cubicBezTo>
                <a:cubicBezTo>
                  <a:pt x="1518483" y="64281"/>
                  <a:pt x="1520079" y="65676"/>
                  <a:pt x="1525458" y="78228"/>
                </a:cubicBezTo>
                <a:lnTo>
                  <a:pt x="1551165" y="137212"/>
                </a:lnTo>
                <a:cubicBezTo>
                  <a:pt x="1554552" y="141992"/>
                  <a:pt x="1558341" y="145580"/>
                  <a:pt x="1556744" y="149168"/>
                </a:cubicBezTo>
                <a:lnTo>
                  <a:pt x="1551964" y="160127"/>
                </a:lnTo>
                <a:cubicBezTo>
                  <a:pt x="1549374" y="166303"/>
                  <a:pt x="1546981" y="169891"/>
                  <a:pt x="1541401" y="169891"/>
                </a:cubicBezTo>
                <a:cubicBezTo>
                  <a:pt x="1537813" y="169891"/>
                  <a:pt x="1537217" y="169094"/>
                  <a:pt x="1534425" y="169094"/>
                </a:cubicBezTo>
                <a:cubicBezTo>
                  <a:pt x="1526854" y="169094"/>
                  <a:pt x="1522469" y="174276"/>
                  <a:pt x="1522469" y="178259"/>
                </a:cubicBezTo>
                <a:cubicBezTo>
                  <a:pt x="1522469" y="180850"/>
                  <a:pt x="1523068" y="184039"/>
                  <a:pt x="1524862" y="186232"/>
                </a:cubicBezTo>
                <a:cubicBezTo>
                  <a:pt x="1526653" y="188424"/>
                  <a:pt x="1530044" y="189817"/>
                  <a:pt x="1532634" y="189817"/>
                </a:cubicBezTo>
                <a:cubicBezTo>
                  <a:pt x="1535222" y="189817"/>
                  <a:pt x="1541203" y="189020"/>
                  <a:pt x="1543991" y="187825"/>
                </a:cubicBezTo>
                <a:cubicBezTo>
                  <a:pt x="1548176" y="185833"/>
                  <a:pt x="1553755" y="181050"/>
                  <a:pt x="1555948" y="177064"/>
                </a:cubicBezTo>
                <a:close/>
                <a:moveTo>
                  <a:pt x="1637850" y="81862"/>
                </a:moveTo>
                <a:lnTo>
                  <a:pt x="1637850" y="165439"/>
                </a:lnTo>
                <a:cubicBezTo>
                  <a:pt x="1637850" y="182032"/>
                  <a:pt x="1635660" y="182434"/>
                  <a:pt x="1623504" y="183431"/>
                </a:cubicBezTo>
                <a:cubicBezTo>
                  <a:pt x="1622309" y="184626"/>
                  <a:pt x="1622309" y="189011"/>
                  <a:pt x="1623504" y="190206"/>
                </a:cubicBezTo>
                <a:cubicBezTo>
                  <a:pt x="1631872" y="190008"/>
                  <a:pt x="1640243" y="189808"/>
                  <a:pt x="1650803" y="189808"/>
                </a:cubicBezTo>
                <a:cubicBezTo>
                  <a:pt x="1661367" y="189808"/>
                  <a:pt x="1669537" y="190008"/>
                  <a:pt x="1678106" y="190206"/>
                </a:cubicBezTo>
                <a:cubicBezTo>
                  <a:pt x="1679301" y="189011"/>
                  <a:pt x="1679301" y="184626"/>
                  <a:pt x="1678106" y="183431"/>
                </a:cubicBezTo>
                <a:cubicBezTo>
                  <a:pt x="1665949" y="182631"/>
                  <a:pt x="1663757" y="182032"/>
                  <a:pt x="1663757" y="165439"/>
                </a:cubicBezTo>
                <a:lnTo>
                  <a:pt x="1663757" y="142059"/>
                </a:lnTo>
                <a:cubicBezTo>
                  <a:pt x="1668141" y="144252"/>
                  <a:pt x="1672325" y="145447"/>
                  <a:pt x="1677108" y="145447"/>
                </a:cubicBezTo>
                <a:cubicBezTo>
                  <a:pt x="1707400" y="145447"/>
                  <a:pt x="1727128" y="125518"/>
                  <a:pt x="1727128" y="96214"/>
                </a:cubicBezTo>
                <a:cubicBezTo>
                  <a:pt x="1727128" y="85052"/>
                  <a:pt x="1722941" y="72694"/>
                  <a:pt x="1715169" y="64919"/>
                </a:cubicBezTo>
                <a:cubicBezTo>
                  <a:pt x="1708197" y="57947"/>
                  <a:pt x="1698232" y="54955"/>
                  <a:pt x="1687870" y="54955"/>
                </a:cubicBezTo>
                <a:cubicBezTo>
                  <a:pt x="1682089" y="54955"/>
                  <a:pt x="1671331" y="61930"/>
                  <a:pt x="1664356" y="68307"/>
                </a:cubicBezTo>
                <a:lnTo>
                  <a:pt x="1663161" y="68307"/>
                </a:lnTo>
                <a:cubicBezTo>
                  <a:pt x="1662759" y="62727"/>
                  <a:pt x="1662163" y="58345"/>
                  <a:pt x="1662163" y="58345"/>
                </a:cubicBezTo>
                <a:cubicBezTo>
                  <a:pt x="1661963" y="55952"/>
                  <a:pt x="1660369" y="54955"/>
                  <a:pt x="1657581" y="54955"/>
                </a:cubicBezTo>
                <a:cubicBezTo>
                  <a:pt x="1650207" y="56989"/>
                  <a:pt x="1638251" y="59780"/>
                  <a:pt x="1624501" y="61571"/>
                </a:cubicBezTo>
                <a:cubicBezTo>
                  <a:pt x="1624100" y="62769"/>
                  <a:pt x="1624501" y="66753"/>
                  <a:pt x="1624899" y="67951"/>
                </a:cubicBezTo>
                <a:cubicBezTo>
                  <a:pt x="1635858" y="68906"/>
                  <a:pt x="1637850" y="70499"/>
                  <a:pt x="1637850" y="81862"/>
                </a:cubicBezTo>
                <a:moveTo>
                  <a:pt x="1663757" y="130501"/>
                </a:moveTo>
                <a:lnTo>
                  <a:pt x="1663757" y="79469"/>
                </a:lnTo>
                <a:cubicBezTo>
                  <a:pt x="1663757" y="78274"/>
                  <a:pt x="1663757" y="77277"/>
                  <a:pt x="1663757" y="76082"/>
                </a:cubicBezTo>
                <a:cubicBezTo>
                  <a:pt x="1669537" y="70900"/>
                  <a:pt x="1676911" y="68307"/>
                  <a:pt x="1681493" y="68307"/>
                </a:cubicBezTo>
                <a:cubicBezTo>
                  <a:pt x="1689664" y="68307"/>
                  <a:pt x="1699230" y="78274"/>
                  <a:pt x="1699230" y="101596"/>
                </a:cubicBezTo>
                <a:cubicBezTo>
                  <a:pt x="1699230" y="118342"/>
                  <a:pt x="1693249" y="137079"/>
                  <a:pt x="1675913" y="137079"/>
                </a:cubicBezTo>
                <a:cubicBezTo>
                  <a:pt x="1673721" y="137079"/>
                  <a:pt x="1668740" y="135884"/>
                  <a:pt x="1663757" y="130501"/>
                </a:cubicBezTo>
                <a:close/>
                <a:moveTo>
                  <a:pt x="1771366" y="88631"/>
                </a:moveTo>
                <a:cubicBezTo>
                  <a:pt x="1771566" y="81658"/>
                  <a:pt x="1772564" y="74084"/>
                  <a:pt x="1775352" y="70101"/>
                </a:cubicBezTo>
                <a:cubicBezTo>
                  <a:pt x="1778542" y="65318"/>
                  <a:pt x="1783921" y="63326"/>
                  <a:pt x="1786113" y="63326"/>
                </a:cubicBezTo>
                <a:cubicBezTo>
                  <a:pt x="1791495" y="63326"/>
                  <a:pt x="1798866" y="68507"/>
                  <a:pt x="1798866" y="84447"/>
                </a:cubicBezTo>
                <a:cubicBezTo>
                  <a:pt x="1798866" y="85642"/>
                  <a:pt x="1798866" y="88232"/>
                  <a:pt x="1798467" y="88631"/>
                </a:cubicBezTo>
                <a:lnTo>
                  <a:pt x="1771366" y="88631"/>
                </a:lnTo>
                <a:moveTo>
                  <a:pt x="1821984" y="117740"/>
                </a:moveTo>
                <a:cubicBezTo>
                  <a:pt x="1813814" y="126117"/>
                  <a:pt x="1803053" y="128309"/>
                  <a:pt x="1795478" y="128309"/>
                </a:cubicBezTo>
                <a:cubicBezTo>
                  <a:pt x="1779934" y="128309"/>
                  <a:pt x="1770371" y="119336"/>
                  <a:pt x="1770371" y="99793"/>
                </a:cubicBezTo>
                <a:cubicBezTo>
                  <a:pt x="1770371" y="98398"/>
                  <a:pt x="1770569" y="97598"/>
                  <a:pt x="1770569" y="96600"/>
                </a:cubicBezTo>
                <a:lnTo>
                  <a:pt x="1818396" y="96600"/>
                </a:lnTo>
                <a:cubicBezTo>
                  <a:pt x="1823179" y="96600"/>
                  <a:pt x="1824174" y="93213"/>
                  <a:pt x="1824174" y="90425"/>
                </a:cubicBezTo>
                <a:cubicBezTo>
                  <a:pt x="1824174" y="73488"/>
                  <a:pt x="1817600" y="54955"/>
                  <a:pt x="1788305" y="54955"/>
                </a:cubicBezTo>
                <a:cubicBezTo>
                  <a:pt x="1767382" y="54955"/>
                  <a:pt x="1743467" y="73488"/>
                  <a:pt x="1743467" y="103980"/>
                </a:cubicBezTo>
                <a:cubicBezTo>
                  <a:pt x="1743467" y="115547"/>
                  <a:pt x="1747654" y="127713"/>
                  <a:pt x="1756223" y="135485"/>
                </a:cubicBezTo>
                <a:cubicBezTo>
                  <a:pt x="1763794" y="142260"/>
                  <a:pt x="1773558" y="145447"/>
                  <a:pt x="1787706" y="145447"/>
                </a:cubicBezTo>
                <a:cubicBezTo>
                  <a:pt x="1801456" y="145447"/>
                  <a:pt x="1815009" y="138474"/>
                  <a:pt x="1824973" y="123924"/>
                </a:cubicBezTo>
                <a:cubicBezTo>
                  <a:pt x="1824973" y="121331"/>
                  <a:pt x="1823976" y="117740"/>
                  <a:pt x="1821984" y="117740"/>
                </a:cubicBezTo>
                <a:close/>
                <a:moveTo>
                  <a:pt x="1942147" y="133691"/>
                </a:moveTo>
                <a:cubicBezTo>
                  <a:pt x="1943540" y="141862"/>
                  <a:pt x="1948922" y="145447"/>
                  <a:pt x="1957688" y="145447"/>
                </a:cubicBezTo>
                <a:cubicBezTo>
                  <a:pt x="1968650" y="145447"/>
                  <a:pt x="1976422" y="141263"/>
                  <a:pt x="1983796" y="134287"/>
                </a:cubicBezTo>
                <a:cubicBezTo>
                  <a:pt x="1983398" y="131897"/>
                  <a:pt x="1982598" y="130304"/>
                  <a:pt x="1980208" y="128707"/>
                </a:cubicBezTo>
                <a:cubicBezTo>
                  <a:pt x="1977617" y="130702"/>
                  <a:pt x="1975626" y="131499"/>
                  <a:pt x="1971840" y="131499"/>
                </a:cubicBezTo>
                <a:cubicBezTo>
                  <a:pt x="1967455" y="131499"/>
                  <a:pt x="1966260" y="127911"/>
                  <a:pt x="1966260" y="118144"/>
                </a:cubicBezTo>
                <a:lnTo>
                  <a:pt x="1966659" y="89440"/>
                </a:lnTo>
                <a:cubicBezTo>
                  <a:pt x="1966659" y="60735"/>
                  <a:pt x="1948922" y="54955"/>
                  <a:pt x="1932581" y="54955"/>
                </a:cubicBezTo>
                <a:cubicBezTo>
                  <a:pt x="1918035" y="54955"/>
                  <a:pt x="1895716" y="63326"/>
                  <a:pt x="1895716" y="76483"/>
                </a:cubicBezTo>
                <a:cubicBezTo>
                  <a:pt x="1895716" y="82063"/>
                  <a:pt x="1898106" y="86448"/>
                  <a:pt x="1905878" y="86448"/>
                </a:cubicBezTo>
                <a:cubicBezTo>
                  <a:pt x="1913051" y="86448"/>
                  <a:pt x="1918232" y="82063"/>
                  <a:pt x="1918232" y="77280"/>
                </a:cubicBezTo>
                <a:cubicBezTo>
                  <a:pt x="1918232" y="74689"/>
                  <a:pt x="1916840" y="71299"/>
                  <a:pt x="1917435" y="67911"/>
                </a:cubicBezTo>
                <a:cubicBezTo>
                  <a:pt x="1917636" y="65719"/>
                  <a:pt x="1919230" y="63326"/>
                  <a:pt x="1925807" y="63326"/>
                </a:cubicBezTo>
                <a:cubicBezTo>
                  <a:pt x="1934175" y="63326"/>
                  <a:pt x="1941150" y="66914"/>
                  <a:pt x="1941150" y="92231"/>
                </a:cubicBezTo>
                <a:lnTo>
                  <a:pt x="1927798" y="96415"/>
                </a:lnTo>
                <a:cubicBezTo>
                  <a:pt x="1906875" y="102992"/>
                  <a:pt x="1892128" y="108776"/>
                  <a:pt x="1892128" y="124520"/>
                </a:cubicBezTo>
                <a:cubicBezTo>
                  <a:pt x="1892128" y="138274"/>
                  <a:pt x="1899699" y="145447"/>
                  <a:pt x="1917037" y="145447"/>
                </a:cubicBezTo>
                <a:cubicBezTo>
                  <a:pt x="1922818" y="145447"/>
                  <a:pt x="1934375" y="139070"/>
                  <a:pt x="1940949" y="133889"/>
                </a:cubicBezTo>
                <a:lnTo>
                  <a:pt x="1942147" y="133691"/>
                </a:lnTo>
                <a:moveTo>
                  <a:pt x="1941150" y="100003"/>
                </a:moveTo>
                <a:lnTo>
                  <a:pt x="1941150" y="126314"/>
                </a:lnTo>
                <a:cubicBezTo>
                  <a:pt x="1936169" y="130301"/>
                  <a:pt x="1931186" y="133490"/>
                  <a:pt x="1927601" y="133490"/>
                </a:cubicBezTo>
                <a:cubicBezTo>
                  <a:pt x="1919029" y="133490"/>
                  <a:pt x="1916040" y="127710"/>
                  <a:pt x="1916040" y="121531"/>
                </a:cubicBezTo>
                <a:cubicBezTo>
                  <a:pt x="1916040" y="114158"/>
                  <a:pt x="1916639" y="107976"/>
                  <a:pt x="1930787" y="103393"/>
                </a:cubicBezTo>
                <a:lnTo>
                  <a:pt x="1941150" y="100003"/>
                </a:lnTo>
                <a:close/>
                <a:moveTo>
                  <a:pt x="2029630" y="119166"/>
                </a:moveTo>
                <a:lnTo>
                  <a:pt x="2029630" y="79475"/>
                </a:lnTo>
                <a:lnTo>
                  <a:pt x="2029630" y="79077"/>
                </a:lnTo>
                <a:cubicBezTo>
                  <a:pt x="2037599" y="73692"/>
                  <a:pt x="2045572" y="69702"/>
                  <a:pt x="2049157" y="69702"/>
                </a:cubicBezTo>
                <a:cubicBezTo>
                  <a:pt x="2057130" y="69702"/>
                  <a:pt x="2063108" y="73293"/>
                  <a:pt x="2063108" y="84663"/>
                </a:cubicBezTo>
                <a:lnTo>
                  <a:pt x="2063108" y="117968"/>
                </a:lnTo>
                <a:cubicBezTo>
                  <a:pt x="2063108" y="134722"/>
                  <a:pt x="2059918" y="136516"/>
                  <a:pt x="2051748" y="137115"/>
                </a:cubicBezTo>
                <a:cubicBezTo>
                  <a:pt x="2050553" y="138310"/>
                  <a:pt x="2050553" y="142695"/>
                  <a:pt x="2051748" y="143890"/>
                </a:cubicBezTo>
                <a:cubicBezTo>
                  <a:pt x="2060119" y="143692"/>
                  <a:pt x="2066495" y="143491"/>
                  <a:pt x="2076061" y="143491"/>
                </a:cubicBezTo>
                <a:cubicBezTo>
                  <a:pt x="2087020" y="143491"/>
                  <a:pt x="2095790" y="143692"/>
                  <a:pt x="2104358" y="143890"/>
                </a:cubicBezTo>
                <a:cubicBezTo>
                  <a:pt x="2105553" y="142695"/>
                  <a:pt x="2105553" y="138310"/>
                  <a:pt x="2104358" y="137115"/>
                </a:cubicBezTo>
                <a:cubicBezTo>
                  <a:pt x="2092201" y="136516"/>
                  <a:pt x="2089015" y="134722"/>
                  <a:pt x="2089015" y="117968"/>
                </a:cubicBezTo>
                <a:lnTo>
                  <a:pt x="2089015" y="86855"/>
                </a:lnTo>
                <a:cubicBezTo>
                  <a:pt x="2089015" y="64919"/>
                  <a:pt x="2079646" y="54955"/>
                  <a:pt x="2062509" y="54955"/>
                </a:cubicBezTo>
                <a:cubicBezTo>
                  <a:pt x="2054539" y="54955"/>
                  <a:pt x="2040391" y="63724"/>
                  <a:pt x="2029429" y="71299"/>
                </a:cubicBezTo>
                <a:cubicBezTo>
                  <a:pt x="2028833" y="64323"/>
                  <a:pt x="2028033" y="58345"/>
                  <a:pt x="2028033" y="58345"/>
                </a:cubicBezTo>
                <a:cubicBezTo>
                  <a:pt x="2027836" y="55952"/>
                  <a:pt x="2026242" y="54955"/>
                  <a:pt x="2023451" y="54955"/>
                </a:cubicBezTo>
                <a:cubicBezTo>
                  <a:pt x="2016077" y="56989"/>
                  <a:pt x="2004121" y="59780"/>
                  <a:pt x="1990371" y="61571"/>
                </a:cubicBezTo>
                <a:cubicBezTo>
                  <a:pt x="1989973" y="62769"/>
                  <a:pt x="1990371" y="66753"/>
                  <a:pt x="1990769" y="67951"/>
                </a:cubicBezTo>
                <a:cubicBezTo>
                  <a:pt x="2001731" y="68948"/>
                  <a:pt x="2003723" y="70542"/>
                  <a:pt x="2003723" y="81902"/>
                </a:cubicBezTo>
                <a:lnTo>
                  <a:pt x="2003723" y="119178"/>
                </a:lnTo>
                <a:cubicBezTo>
                  <a:pt x="2003723" y="135719"/>
                  <a:pt x="2001530" y="136121"/>
                  <a:pt x="1989374" y="137115"/>
                </a:cubicBezTo>
                <a:cubicBezTo>
                  <a:pt x="1988179" y="138310"/>
                  <a:pt x="1988179" y="142695"/>
                  <a:pt x="1989374" y="143890"/>
                </a:cubicBezTo>
                <a:cubicBezTo>
                  <a:pt x="1997745" y="143692"/>
                  <a:pt x="2006113" y="143491"/>
                  <a:pt x="2016676" y="143491"/>
                </a:cubicBezTo>
                <a:cubicBezTo>
                  <a:pt x="2025844" y="143491"/>
                  <a:pt x="2031424" y="143692"/>
                  <a:pt x="2039992" y="143890"/>
                </a:cubicBezTo>
                <a:cubicBezTo>
                  <a:pt x="2041187" y="142695"/>
                  <a:pt x="2041187" y="138310"/>
                  <a:pt x="2039992" y="137115"/>
                </a:cubicBezTo>
                <a:cubicBezTo>
                  <a:pt x="2031621" y="136318"/>
                  <a:pt x="2029630" y="135719"/>
                  <a:pt x="2029630" y="119166"/>
                </a:cubicBezTo>
                <a:close/>
                <a:moveTo>
                  <a:pt x="2177093" y="124520"/>
                </a:moveTo>
                <a:cubicBezTo>
                  <a:pt x="2172909" y="127911"/>
                  <a:pt x="2162349" y="132295"/>
                  <a:pt x="2159956" y="132295"/>
                </a:cubicBezTo>
                <a:cubicBezTo>
                  <a:pt x="2149991" y="132295"/>
                  <a:pt x="2142219" y="121133"/>
                  <a:pt x="2142219" y="97811"/>
                </a:cubicBezTo>
                <a:cubicBezTo>
                  <a:pt x="2142219" y="87247"/>
                  <a:pt x="2143417" y="78076"/>
                  <a:pt x="2147203" y="71898"/>
                </a:cubicBezTo>
                <a:cubicBezTo>
                  <a:pt x="2150590" y="66516"/>
                  <a:pt x="2155969" y="63326"/>
                  <a:pt x="2161947" y="63326"/>
                </a:cubicBezTo>
                <a:cubicBezTo>
                  <a:pt x="2167129" y="63326"/>
                  <a:pt x="2172112" y="63925"/>
                  <a:pt x="2176895" y="70502"/>
                </a:cubicBezTo>
                <a:lnTo>
                  <a:pt x="2176895" y="119540"/>
                </a:lnTo>
                <a:cubicBezTo>
                  <a:pt x="2176895" y="121133"/>
                  <a:pt x="2176895" y="122927"/>
                  <a:pt x="2177093" y="124520"/>
                </a:cubicBezTo>
                <a:moveTo>
                  <a:pt x="2177692" y="133889"/>
                </a:moveTo>
                <a:cubicBezTo>
                  <a:pt x="2178090" y="138672"/>
                  <a:pt x="2178489" y="142059"/>
                  <a:pt x="2178489" y="142059"/>
                </a:cubicBezTo>
                <a:cubicBezTo>
                  <a:pt x="2178689" y="144452"/>
                  <a:pt x="2180283" y="145447"/>
                  <a:pt x="2183071" y="145447"/>
                </a:cubicBezTo>
                <a:cubicBezTo>
                  <a:pt x="2190445" y="143415"/>
                  <a:pt x="2202401" y="140624"/>
                  <a:pt x="2216151" y="138830"/>
                </a:cubicBezTo>
                <a:cubicBezTo>
                  <a:pt x="2216549" y="137635"/>
                  <a:pt x="2216151" y="133652"/>
                  <a:pt x="2215753" y="132454"/>
                </a:cubicBezTo>
                <a:cubicBezTo>
                  <a:pt x="2204992" y="131459"/>
                  <a:pt x="2202799" y="128270"/>
                  <a:pt x="2202799" y="116916"/>
                </a:cubicBezTo>
                <a:lnTo>
                  <a:pt x="2202799" y="27324"/>
                </a:lnTo>
                <a:cubicBezTo>
                  <a:pt x="2202799" y="14395"/>
                  <a:pt x="2203398" y="6985"/>
                  <a:pt x="2203398" y="6985"/>
                </a:cubicBezTo>
                <a:cubicBezTo>
                  <a:pt x="2203398" y="5166"/>
                  <a:pt x="2202003" y="4357"/>
                  <a:pt x="2200209" y="4357"/>
                </a:cubicBezTo>
                <a:cubicBezTo>
                  <a:pt x="2192838" y="6784"/>
                  <a:pt x="2176895" y="9007"/>
                  <a:pt x="2162747" y="9612"/>
                </a:cubicBezTo>
                <a:cubicBezTo>
                  <a:pt x="2162148" y="12005"/>
                  <a:pt x="2162349" y="14595"/>
                  <a:pt x="2163343" y="16389"/>
                </a:cubicBezTo>
                <a:cubicBezTo>
                  <a:pt x="2175898" y="17384"/>
                  <a:pt x="2176895" y="17581"/>
                  <a:pt x="2176895" y="31298"/>
                </a:cubicBezTo>
                <a:lnTo>
                  <a:pt x="2176895" y="57147"/>
                </a:lnTo>
                <a:cubicBezTo>
                  <a:pt x="2173107" y="55952"/>
                  <a:pt x="2168327" y="54955"/>
                  <a:pt x="2162546" y="54955"/>
                </a:cubicBezTo>
                <a:cubicBezTo>
                  <a:pt x="2136840" y="54955"/>
                  <a:pt x="2114320" y="77471"/>
                  <a:pt x="2114320" y="103965"/>
                </a:cubicBezTo>
                <a:cubicBezTo>
                  <a:pt x="2114320" y="115918"/>
                  <a:pt x="2118508" y="129468"/>
                  <a:pt x="2128271" y="137039"/>
                </a:cubicBezTo>
                <a:cubicBezTo>
                  <a:pt x="2135444" y="142658"/>
                  <a:pt x="2140428" y="145447"/>
                  <a:pt x="2151587" y="145447"/>
                </a:cubicBezTo>
                <a:cubicBezTo>
                  <a:pt x="2156966" y="145447"/>
                  <a:pt x="2171714" y="136680"/>
                  <a:pt x="2175898" y="133889"/>
                </a:cubicBezTo>
                <a:lnTo>
                  <a:pt x="2177692" y="133889"/>
                </a:lnTo>
                <a:close/>
                <a:moveTo>
                  <a:pt x="2352656" y="126117"/>
                </a:moveTo>
                <a:cubicBezTo>
                  <a:pt x="2352656" y="123724"/>
                  <a:pt x="2352258" y="119938"/>
                  <a:pt x="2350066" y="119938"/>
                </a:cubicBezTo>
                <a:cubicBezTo>
                  <a:pt x="2342093" y="127312"/>
                  <a:pt x="2335318" y="131100"/>
                  <a:pt x="2329541" y="131100"/>
                </a:cubicBezTo>
                <a:cubicBezTo>
                  <a:pt x="2314593" y="131100"/>
                  <a:pt x="2302837" y="120336"/>
                  <a:pt x="2302837" y="96415"/>
                </a:cubicBezTo>
                <a:cubicBezTo>
                  <a:pt x="2302837" y="74291"/>
                  <a:pt x="2307818" y="63326"/>
                  <a:pt x="2318381" y="63326"/>
                </a:cubicBezTo>
                <a:cubicBezTo>
                  <a:pt x="2325752" y="63326"/>
                  <a:pt x="2328741" y="71101"/>
                  <a:pt x="2329340" y="77477"/>
                </a:cubicBezTo>
                <a:cubicBezTo>
                  <a:pt x="2329939" y="82860"/>
                  <a:pt x="2335318" y="86849"/>
                  <a:pt x="2341694" y="86849"/>
                </a:cubicBezTo>
                <a:cubicBezTo>
                  <a:pt x="2348071" y="86849"/>
                  <a:pt x="2352656" y="81865"/>
                  <a:pt x="2352656" y="75683"/>
                </a:cubicBezTo>
                <a:cubicBezTo>
                  <a:pt x="2352656" y="66713"/>
                  <a:pt x="2341895" y="54955"/>
                  <a:pt x="2320172" y="54955"/>
                </a:cubicBezTo>
                <a:cubicBezTo>
                  <a:pt x="2296658" y="54955"/>
                  <a:pt x="2275933" y="73889"/>
                  <a:pt x="2275933" y="103393"/>
                </a:cubicBezTo>
                <a:cubicBezTo>
                  <a:pt x="2275933" y="116350"/>
                  <a:pt x="2280518" y="127710"/>
                  <a:pt x="2288290" y="135087"/>
                </a:cubicBezTo>
                <a:cubicBezTo>
                  <a:pt x="2296059" y="142458"/>
                  <a:pt x="2305227" y="145447"/>
                  <a:pt x="2319376" y="145447"/>
                </a:cubicBezTo>
                <a:cubicBezTo>
                  <a:pt x="2331332" y="145447"/>
                  <a:pt x="2345082" y="137079"/>
                  <a:pt x="2352656" y="126117"/>
                </a:cubicBezTo>
                <a:close/>
                <a:moveTo>
                  <a:pt x="2418218" y="133691"/>
                </a:moveTo>
                <a:cubicBezTo>
                  <a:pt x="2419611" y="141862"/>
                  <a:pt x="2424993" y="145447"/>
                  <a:pt x="2433759" y="145447"/>
                </a:cubicBezTo>
                <a:cubicBezTo>
                  <a:pt x="2444721" y="145447"/>
                  <a:pt x="2452493" y="141263"/>
                  <a:pt x="2459867" y="134287"/>
                </a:cubicBezTo>
                <a:cubicBezTo>
                  <a:pt x="2459469" y="131897"/>
                  <a:pt x="2458669" y="130304"/>
                  <a:pt x="2456279" y="128707"/>
                </a:cubicBezTo>
                <a:cubicBezTo>
                  <a:pt x="2453688" y="130702"/>
                  <a:pt x="2451697" y="131499"/>
                  <a:pt x="2447911" y="131499"/>
                </a:cubicBezTo>
                <a:cubicBezTo>
                  <a:pt x="2443526" y="131499"/>
                  <a:pt x="2442331" y="127911"/>
                  <a:pt x="2442331" y="118144"/>
                </a:cubicBezTo>
                <a:lnTo>
                  <a:pt x="2442730" y="89440"/>
                </a:lnTo>
                <a:cubicBezTo>
                  <a:pt x="2442730" y="60735"/>
                  <a:pt x="2424993" y="54955"/>
                  <a:pt x="2408652" y="54955"/>
                </a:cubicBezTo>
                <a:cubicBezTo>
                  <a:pt x="2394105" y="54955"/>
                  <a:pt x="2371787" y="63326"/>
                  <a:pt x="2371787" y="76483"/>
                </a:cubicBezTo>
                <a:cubicBezTo>
                  <a:pt x="2371787" y="82063"/>
                  <a:pt x="2374177" y="86448"/>
                  <a:pt x="2381949" y="86448"/>
                </a:cubicBezTo>
                <a:cubicBezTo>
                  <a:pt x="2389122" y="86448"/>
                  <a:pt x="2394303" y="82063"/>
                  <a:pt x="2394303" y="77280"/>
                </a:cubicBezTo>
                <a:cubicBezTo>
                  <a:pt x="2394303" y="74689"/>
                  <a:pt x="2392910" y="71299"/>
                  <a:pt x="2393506" y="67911"/>
                </a:cubicBezTo>
                <a:cubicBezTo>
                  <a:pt x="2393707" y="65719"/>
                  <a:pt x="2395300" y="63326"/>
                  <a:pt x="2401878" y="63326"/>
                </a:cubicBezTo>
                <a:cubicBezTo>
                  <a:pt x="2410246" y="63326"/>
                  <a:pt x="2417221" y="66914"/>
                  <a:pt x="2417221" y="92231"/>
                </a:cubicBezTo>
                <a:lnTo>
                  <a:pt x="2403869" y="96415"/>
                </a:lnTo>
                <a:cubicBezTo>
                  <a:pt x="2382946" y="102992"/>
                  <a:pt x="2368199" y="108776"/>
                  <a:pt x="2368199" y="124520"/>
                </a:cubicBezTo>
                <a:cubicBezTo>
                  <a:pt x="2368199" y="138274"/>
                  <a:pt x="2375770" y="145447"/>
                  <a:pt x="2393108" y="145447"/>
                </a:cubicBezTo>
                <a:cubicBezTo>
                  <a:pt x="2398888" y="145447"/>
                  <a:pt x="2410446" y="139070"/>
                  <a:pt x="2417020" y="133889"/>
                </a:cubicBezTo>
                <a:lnTo>
                  <a:pt x="2418218" y="133691"/>
                </a:lnTo>
                <a:moveTo>
                  <a:pt x="2417221" y="100003"/>
                </a:moveTo>
                <a:lnTo>
                  <a:pt x="2417221" y="126314"/>
                </a:lnTo>
                <a:cubicBezTo>
                  <a:pt x="2412240" y="130301"/>
                  <a:pt x="2407257" y="133490"/>
                  <a:pt x="2403672" y="133490"/>
                </a:cubicBezTo>
                <a:cubicBezTo>
                  <a:pt x="2395100" y="133490"/>
                  <a:pt x="2392111" y="127710"/>
                  <a:pt x="2392111" y="121531"/>
                </a:cubicBezTo>
                <a:cubicBezTo>
                  <a:pt x="2392111" y="114158"/>
                  <a:pt x="2392710" y="107976"/>
                  <a:pt x="2406858" y="103393"/>
                </a:cubicBezTo>
                <a:lnTo>
                  <a:pt x="2417221" y="100003"/>
                </a:lnTo>
                <a:close/>
                <a:moveTo>
                  <a:pt x="2480192" y="118190"/>
                </a:moveTo>
                <a:cubicBezTo>
                  <a:pt x="2480192" y="134725"/>
                  <a:pt x="2477006" y="136519"/>
                  <a:pt x="2464849" y="137115"/>
                </a:cubicBezTo>
                <a:cubicBezTo>
                  <a:pt x="2463654" y="138310"/>
                  <a:pt x="2463654" y="142695"/>
                  <a:pt x="2464849" y="143890"/>
                </a:cubicBezTo>
                <a:cubicBezTo>
                  <a:pt x="2473217" y="143692"/>
                  <a:pt x="2482184" y="143491"/>
                  <a:pt x="2493146" y="143491"/>
                </a:cubicBezTo>
                <a:cubicBezTo>
                  <a:pt x="2504104" y="143491"/>
                  <a:pt x="2512874" y="143692"/>
                  <a:pt x="2521443" y="143890"/>
                </a:cubicBezTo>
                <a:cubicBezTo>
                  <a:pt x="2522638" y="142695"/>
                  <a:pt x="2522638" y="138310"/>
                  <a:pt x="2521443" y="137115"/>
                </a:cubicBezTo>
                <a:cubicBezTo>
                  <a:pt x="2509286" y="136519"/>
                  <a:pt x="2506099" y="134725"/>
                  <a:pt x="2506099" y="118190"/>
                </a:cubicBezTo>
                <a:lnTo>
                  <a:pt x="2506099" y="27345"/>
                </a:lnTo>
                <a:cubicBezTo>
                  <a:pt x="2506099" y="14395"/>
                  <a:pt x="2506695" y="6985"/>
                  <a:pt x="2506695" y="6985"/>
                </a:cubicBezTo>
                <a:cubicBezTo>
                  <a:pt x="2506695" y="5166"/>
                  <a:pt x="2505303" y="4357"/>
                  <a:pt x="2503509" y="4357"/>
                </a:cubicBezTo>
                <a:cubicBezTo>
                  <a:pt x="2496135" y="6784"/>
                  <a:pt x="2480192" y="9007"/>
                  <a:pt x="2466044" y="9612"/>
                </a:cubicBezTo>
                <a:cubicBezTo>
                  <a:pt x="2465445" y="12005"/>
                  <a:pt x="2465646" y="14197"/>
                  <a:pt x="2466643" y="15991"/>
                </a:cubicBezTo>
                <a:cubicBezTo>
                  <a:pt x="2479195" y="16985"/>
                  <a:pt x="2480192" y="17186"/>
                  <a:pt x="2480192" y="30930"/>
                </a:cubicBezTo>
                <a:lnTo>
                  <a:pt x="2480192" y="118190"/>
                </a:lnTo>
                <a:close/>
                <a:moveTo>
                  <a:pt x="2544957" y="118190"/>
                </a:moveTo>
                <a:cubicBezTo>
                  <a:pt x="2544957" y="134725"/>
                  <a:pt x="2541770" y="136519"/>
                  <a:pt x="2529614" y="137115"/>
                </a:cubicBezTo>
                <a:cubicBezTo>
                  <a:pt x="2528419" y="138310"/>
                  <a:pt x="2528419" y="142695"/>
                  <a:pt x="2529614" y="143890"/>
                </a:cubicBezTo>
                <a:cubicBezTo>
                  <a:pt x="2537982" y="143692"/>
                  <a:pt x="2546949" y="143491"/>
                  <a:pt x="2557910" y="143491"/>
                </a:cubicBezTo>
                <a:cubicBezTo>
                  <a:pt x="2568869" y="143491"/>
                  <a:pt x="2577639" y="143692"/>
                  <a:pt x="2586207" y="143890"/>
                </a:cubicBezTo>
                <a:cubicBezTo>
                  <a:pt x="2587402" y="142695"/>
                  <a:pt x="2587402" y="138310"/>
                  <a:pt x="2586207" y="137115"/>
                </a:cubicBezTo>
                <a:cubicBezTo>
                  <a:pt x="2574051" y="136519"/>
                  <a:pt x="2570864" y="134725"/>
                  <a:pt x="2570864" y="118190"/>
                </a:cubicBezTo>
                <a:lnTo>
                  <a:pt x="2570864" y="27345"/>
                </a:lnTo>
                <a:cubicBezTo>
                  <a:pt x="2570864" y="14395"/>
                  <a:pt x="2571460" y="6985"/>
                  <a:pt x="2571460" y="6985"/>
                </a:cubicBezTo>
                <a:cubicBezTo>
                  <a:pt x="2571460" y="5166"/>
                  <a:pt x="2570067" y="4357"/>
                  <a:pt x="2568273" y="4357"/>
                </a:cubicBezTo>
                <a:cubicBezTo>
                  <a:pt x="2560899" y="6784"/>
                  <a:pt x="2544957" y="9007"/>
                  <a:pt x="2530809" y="9612"/>
                </a:cubicBezTo>
                <a:cubicBezTo>
                  <a:pt x="2530209" y="12005"/>
                  <a:pt x="2530410" y="14197"/>
                  <a:pt x="2531408" y="15991"/>
                </a:cubicBezTo>
                <a:cubicBezTo>
                  <a:pt x="2543960" y="16985"/>
                  <a:pt x="2544957" y="17186"/>
                  <a:pt x="2544957" y="30930"/>
                </a:cubicBezTo>
                <a:lnTo>
                  <a:pt x="2544957" y="118190"/>
                </a:lnTo>
                <a:close/>
                <a:moveTo>
                  <a:pt x="2697403" y="86110"/>
                </a:moveTo>
                <a:cubicBezTo>
                  <a:pt x="2697403" y="105297"/>
                  <a:pt x="2691824" y="107693"/>
                  <a:pt x="2686642" y="107693"/>
                </a:cubicBezTo>
                <a:cubicBezTo>
                  <a:pt x="2674288" y="107693"/>
                  <a:pt x="2672692" y="92906"/>
                  <a:pt x="2672692" y="82714"/>
                </a:cubicBezTo>
                <a:cubicBezTo>
                  <a:pt x="2672692" y="67924"/>
                  <a:pt x="2676280" y="62529"/>
                  <a:pt x="2684052" y="62529"/>
                </a:cubicBezTo>
                <a:cubicBezTo>
                  <a:pt x="2693417" y="62529"/>
                  <a:pt x="2697403" y="70323"/>
                  <a:pt x="2697403" y="86110"/>
                </a:cubicBezTo>
                <a:moveTo>
                  <a:pt x="2674486" y="148560"/>
                </a:moveTo>
                <a:cubicBezTo>
                  <a:pt x="2689832" y="148560"/>
                  <a:pt x="2719324" y="149159"/>
                  <a:pt x="2719324" y="159714"/>
                </a:cubicBezTo>
                <a:cubicBezTo>
                  <a:pt x="2719324" y="166884"/>
                  <a:pt x="2716134" y="175048"/>
                  <a:pt x="2709560" y="178633"/>
                </a:cubicBezTo>
                <a:cubicBezTo>
                  <a:pt x="2703381" y="182218"/>
                  <a:pt x="2693219" y="182616"/>
                  <a:pt x="2685645" y="182616"/>
                </a:cubicBezTo>
                <a:cubicBezTo>
                  <a:pt x="2672494" y="182616"/>
                  <a:pt x="2663527" y="172859"/>
                  <a:pt x="2663527" y="162703"/>
                </a:cubicBezTo>
                <a:cubicBezTo>
                  <a:pt x="2663527" y="155931"/>
                  <a:pt x="2663527" y="151349"/>
                  <a:pt x="2665719" y="147365"/>
                </a:cubicBezTo>
                <a:cubicBezTo>
                  <a:pt x="2667711" y="148162"/>
                  <a:pt x="2670302" y="148560"/>
                  <a:pt x="2674486" y="148560"/>
                </a:cubicBezTo>
                <a:moveTo>
                  <a:pt x="2732676" y="64928"/>
                </a:moveTo>
                <a:cubicBezTo>
                  <a:pt x="2738255" y="64928"/>
                  <a:pt x="2741442" y="62529"/>
                  <a:pt x="2741442" y="55156"/>
                </a:cubicBezTo>
                <a:cubicBezTo>
                  <a:pt x="2741442" y="51370"/>
                  <a:pt x="2736264" y="45589"/>
                  <a:pt x="2728689" y="45589"/>
                </a:cubicBezTo>
                <a:cubicBezTo>
                  <a:pt x="2719923" y="45589"/>
                  <a:pt x="2708362" y="52167"/>
                  <a:pt x="2702585" y="57348"/>
                </a:cubicBezTo>
                <a:cubicBezTo>
                  <a:pt x="2698997" y="55356"/>
                  <a:pt x="2694813" y="54955"/>
                  <a:pt x="2685846" y="54955"/>
                </a:cubicBezTo>
                <a:cubicBezTo>
                  <a:pt x="2677277" y="54955"/>
                  <a:pt x="2668906" y="56950"/>
                  <a:pt x="2662332" y="61334"/>
                </a:cubicBezTo>
                <a:cubicBezTo>
                  <a:pt x="2654161" y="66525"/>
                  <a:pt x="2648779" y="74321"/>
                  <a:pt x="2648779" y="84514"/>
                </a:cubicBezTo>
                <a:cubicBezTo>
                  <a:pt x="2648779" y="94305"/>
                  <a:pt x="2654560" y="104896"/>
                  <a:pt x="2664123" y="110086"/>
                </a:cubicBezTo>
                <a:cubicBezTo>
                  <a:pt x="2657947" y="115468"/>
                  <a:pt x="2648381" y="126041"/>
                  <a:pt x="2648381" y="130030"/>
                </a:cubicBezTo>
                <a:cubicBezTo>
                  <a:pt x="2648381" y="133816"/>
                  <a:pt x="2648980" y="136206"/>
                  <a:pt x="2650972" y="139195"/>
                </a:cubicBezTo>
                <a:cubicBezTo>
                  <a:pt x="2652766" y="141986"/>
                  <a:pt x="2655156" y="143580"/>
                  <a:pt x="2659142" y="144775"/>
                </a:cubicBezTo>
                <a:cubicBezTo>
                  <a:pt x="2650573" y="149956"/>
                  <a:pt x="2641804" y="161307"/>
                  <a:pt x="2641804" y="164694"/>
                </a:cubicBezTo>
                <a:cubicBezTo>
                  <a:pt x="2641804" y="172062"/>
                  <a:pt x="2644197" y="180625"/>
                  <a:pt x="2649576" y="184410"/>
                </a:cubicBezTo>
                <a:cubicBezTo>
                  <a:pt x="2657348" y="189789"/>
                  <a:pt x="2670502" y="190984"/>
                  <a:pt x="2680065" y="190984"/>
                </a:cubicBezTo>
                <a:cubicBezTo>
                  <a:pt x="2707766" y="190984"/>
                  <a:pt x="2739450" y="176444"/>
                  <a:pt x="2739450" y="154535"/>
                </a:cubicBezTo>
                <a:cubicBezTo>
                  <a:pt x="2739450" y="150354"/>
                  <a:pt x="2737459" y="141786"/>
                  <a:pt x="2729486" y="136407"/>
                </a:cubicBezTo>
                <a:cubicBezTo>
                  <a:pt x="2721714" y="131225"/>
                  <a:pt x="2691824" y="129829"/>
                  <a:pt x="2677076" y="129829"/>
                </a:cubicBezTo>
                <a:cubicBezTo>
                  <a:pt x="2673491" y="129829"/>
                  <a:pt x="2668109" y="129431"/>
                  <a:pt x="2668109" y="121452"/>
                </a:cubicBezTo>
                <a:cubicBezTo>
                  <a:pt x="2668109" y="118260"/>
                  <a:pt x="2670104" y="115468"/>
                  <a:pt x="2671098" y="113075"/>
                </a:cubicBezTo>
                <a:cubicBezTo>
                  <a:pt x="2675282" y="115067"/>
                  <a:pt x="2679469" y="115267"/>
                  <a:pt x="2685645" y="115267"/>
                </a:cubicBezTo>
                <a:cubicBezTo>
                  <a:pt x="2695810" y="115267"/>
                  <a:pt x="2705175" y="112677"/>
                  <a:pt x="2711950" y="106696"/>
                </a:cubicBezTo>
                <a:cubicBezTo>
                  <a:pt x="2717731" y="101499"/>
                  <a:pt x="2721714" y="94505"/>
                  <a:pt x="2721714" y="85511"/>
                </a:cubicBezTo>
                <a:cubicBezTo>
                  <a:pt x="2721714" y="74321"/>
                  <a:pt x="2716134" y="66926"/>
                  <a:pt x="2709360" y="61334"/>
                </a:cubicBezTo>
                <a:cubicBezTo>
                  <a:pt x="2710953" y="59340"/>
                  <a:pt x="2717530" y="55755"/>
                  <a:pt x="2719522" y="55755"/>
                </a:cubicBezTo>
                <a:cubicBezTo>
                  <a:pt x="2721316" y="55755"/>
                  <a:pt x="2722711" y="56950"/>
                  <a:pt x="2723310" y="58145"/>
                </a:cubicBezTo>
                <a:cubicBezTo>
                  <a:pt x="2724107" y="60735"/>
                  <a:pt x="2727692" y="64928"/>
                  <a:pt x="2732676" y="64928"/>
                </a:cubicBezTo>
                <a:close/>
                <a:moveTo>
                  <a:pt x="2788872" y="90045"/>
                </a:moveTo>
                <a:cubicBezTo>
                  <a:pt x="2788872" y="82863"/>
                  <a:pt x="2791065" y="79870"/>
                  <a:pt x="2793655" y="76878"/>
                </a:cubicBezTo>
                <a:cubicBezTo>
                  <a:pt x="2795249" y="74884"/>
                  <a:pt x="2797043" y="73488"/>
                  <a:pt x="2800032" y="73488"/>
                </a:cubicBezTo>
                <a:cubicBezTo>
                  <a:pt x="2801826" y="73488"/>
                  <a:pt x="2804015" y="75285"/>
                  <a:pt x="2805611" y="77280"/>
                </a:cubicBezTo>
                <a:cubicBezTo>
                  <a:pt x="2807007" y="78873"/>
                  <a:pt x="2810394" y="80469"/>
                  <a:pt x="2814977" y="80469"/>
                </a:cubicBezTo>
                <a:cubicBezTo>
                  <a:pt x="2820757" y="80469"/>
                  <a:pt x="2826337" y="74485"/>
                  <a:pt x="2826337" y="66117"/>
                </a:cubicBezTo>
                <a:cubicBezTo>
                  <a:pt x="2826337" y="60936"/>
                  <a:pt x="2820356" y="54955"/>
                  <a:pt x="2813183" y="54955"/>
                </a:cubicBezTo>
                <a:cubicBezTo>
                  <a:pt x="2806207" y="54955"/>
                  <a:pt x="2798636" y="60936"/>
                  <a:pt x="2789468" y="74087"/>
                </a:cubicBezTo>
                <a:lnTo>
                  <a:pt x="2788672" y="74087"/>
                </a:lnTo>
                <a:cubicBezTo>
                  <a:pt x="2788273" y="68109"/>
                  <a:pt x="2787276" y="58345"/>
                  <a:pt x="2787276" y="58345"/>
                </a:cubicBezTo>
                <a:cubicBezTo>
                  <a:pt x="2787078" y="56551"/>
                  <a:pt x="2785485" y="54955"/>
                  <a:pt x="2782694" y="54955"/>
                </a:cubicBezTo>
                <a:cubicBezTo>
                  <a:pt x="2773328" y="57387"/>
                  <a:pt x="2762768" y="60179"/>
                  <a:pt x="2749614" y="61571"/>
                </a:cubicBezTo>
                <a:cubicBezTo>
                  <a:pt x="2749215" y="62769"/>
                  <a:pt x="2749614" y="66555"/>
                  <a:pt x="2750012" y="67750"/>
                </a:cubicBezTo>
                <a:cubicBezTo>
                  <a:pt x="2760974" y="68748"/>
                  <a:pt x="2762965" y="70542"/>
                  <a:pt x="2762965" y="81902"/>
                </a:cubicBezTo>
                <a:lnTo>
                  <a:pt x="2762965" y="119178"/>
                </a:lnTo>
                <a:cubicBezTo>
                  <a:pt x="2762965" y="135719"/>
                  <a:pt x="2760773" y="136121"/>
                  <a:pt x="2748616" y="137115"/>
                </a:cubicBezTo>
                <a:cubicBezTo>
                  <a:pt x="2747421" y="138310"/>
                  <a:pt x="2747421" y="142695"/>
                  <a:pt x="2748616" y="143890"/>
                </a:cubicBezTo>
                <a:cubicBezTo>
                  <a:pt x="2756987" y="143692"/>
                  <a:pt x="2765355" y="143491"/>
                  <a:pt x="2775919" y="143491"/>
                </a:cubicBezTo>
                <a:cubicBezTo>
                  <a:pt x="2786479" y="143491"/>
                  <a:pt x="2794650" y="143692"/>
                  <a:pt x="2803218" y="143890"/>
                </a:cubicBezTo>
                <a:cubicBezTo>
                  <a:pt x="2804416" y="142695"/>
                  <a:pt x="2804416" y="138310"/>
                  <a:pt x="2803218" y="137115"/>
                </a:cubicBezTo>
                <a:cubicBezTo>
                  <a:pt x="2791065" y="136318"/>
                  <a:pt x="2788872" y="135719"/>
                  <a:pt x="2788872" y="119178"/>
                </a:cubicBezTo>
                <a:lnTo>
                  <a:pt x="2788872" y="90045"/>
                </a:lnTo>
                <a:close/>
                <a:moveTo>
                  <a:pt x="2887513" y="133691"/>
                </a:moveTo>
                <a:cubicBezTo>
                  <a:pt x="2888906" y="141862"/>
                  <a:pt x="2894288" y="145447"/>
                  <a:pt x="2903054" y="145447"/>
                </a:cubicBezTo>
                <a:cubicBezTo>
                  <a:pt x="2914016" y="145447"/>
                  <a:pt x="2921788" y="141263"/>
                  <a:pt x="2929162" y="134287"/>
                </a:cubicBezTo>
                <a:cubicBezTo>
                  <a:pt x="2928764" y="131897"/>
                  <a:pt x="2927964" y="130304"/>
                  <a:pt x="2925574" y="128707"/>
                </a:cubicBezTo>
                <a:cubicBezTo>
                  <a:pt x="2922983" y="130702"/>
                  <a:pt x="2920992" y="131499"/>
                  <a:pt x="2917206" y="131499"/>
                </a:cubicBezTo>
                <a:cubicBezTo>
                  <a:pt x="2912821" y="131499"/>
                  <a:pt x="2911626" y="127911"/>
                  <a:pt x="2911626" y="118144"/>
                </a:cubicBezTo>
                <a:lnTo>
                  <a:pt x="2912024" y="89440"/>
                </a:lnTo>
                <a:cubicBezTo>
                  <a:pt x="2912024" y="60735"/>
                  <a:pt x="2894288" y="54955"/>
                  <a:pt x="2877947" y="54955"/>
                </a:cubicBezTo>
                <a:cubicBezTo>
                  <a:pt x="2863400" y="54955"/>
                  <a:pt x="2841082" y="63326"/>
                  <a:pt x="2841082" y="76483"/>
                </a:cubicBezTo>
                <a:cubicBezTo>
                  <a:pt x="2841082" y="82063"/>
                  <a:pt x="2843472" y="86448"/>
                  <a:pt x="2851244" y="86448"/>
                </a:cubicBezTo>
                <a:cubicBezTo>
                  <a:pt x="2858417" y="86448"/>
                  <a:pt x="2863598" y="82063"/>
                  <a:pt x="2863598" y="77280"/>
                </a:cubicBezTo>
                <a:cubicBezTo>
                  <a:pt x="2863598" y="74689"/>
                  <a:pt x="2862205" y="71299"/>
                  <a:pt x="2862801" y="67911"/>
                </a:cubicBezTo>
                <a:cubicBezTo>
                  <a:pt x="2863002" y="65719"/>
                  <a:pt x="2864595" y="63326"/>
                  <a:pt x="2871172" y="63326"/>
                </a:cubicBezTo>
                <a:cubicBezTo>
                  <a:pt x="2879541" y="63326"/>
                  <a:pt x="2886516" y="66914"/>
                  <a:pt x="2886516" y="92231"/>
                </a:cubicBezTo>
                <a:lnTo>
                  <a:pt x="2873164" y="96415"/>
                </a:lnTo>
                <a:cubicBezTo>
                  <a:pt x="2852241" y="102992"/>
                  <a:pt x="2837493" y="108776"/>
                  <a:pt x="2837493" y="124520"/>
                </a:cubicBezTo>
                <a:cubicBezTo>
                  <a:pt x="2837493" y="138274"/>
                  <a:pt x="2845065" y="145447"/>
                  <a:pt x="2862403" y="145447"/>
                </a:cubicBezTo>
                <a:cubicBezTo>
                  <a:pt x="2868183" y="145447"/>
                  <a:pt x="2879741" y="139070"/>
                  <a:pt x="2886315" y="133889"/>
                </a:cubicBezTo>
                <a:lnTo>
                  <a:pt x="2887513" y="133691"/>
                </a:lnTo>
                <a:moveTo>
                  <a:pt x="2886516" y="100003"/>
                </a:moveTo>
                <a:lnTo>
                  <a:pt x="2886516" y="126314"/>
                </a:lnTo>
                <a:cubicBezTo>
                  <a:pt x="2881535" y="130301"/>
                  <a:pt x="2876551" y="133490"/>
                  <a:pt x="2872966" y="133490"/>
                </a:cubicBezTo>
                <a:cubicBezTo>
                  <a:pt x="2864395" y="133490"/>
                  <a:pt x="2861406" y="127710"/>
                  <a:pt x="2861406" y="121531"/>
                </a:cubicBezTo>
                <a:cubicBezTo>
                  <a:pt x="2861406" y="114158"/>
                  <a:pt x="2862005" y="107976"/>
                  <a:pt x="2876153" y="103393"/>
                </a:cubicBezTo>
                <a:lnTo>
                  <a:pt x="2886516" y="100003"/>
                </a:lnTo>
                <a:close/>
                <a:moveTo>
                  <a:pt x="2948490" y="81862"/>
                </a:moveTo>
                <a:lnTo>
                  <a:pt x="2948490" y="165439"/>
                </a:lnTo>
                <a:cubicBezTo>
                  <a:pt x="2948490" y="182032"/>
                  <a:pt x="2946301" y="182434"/>
                  <a:pt x="2934144" y="183431"/>
                </a:cubicBezTo>
                <a:cubicBezTo>
                  <a:pt x="2932949" y="184626"/>
                  <a:pt x="2932949" y="189011"/>
                  <a:pt x="2934144" y="190206"/>
                </a:cubicBezTo>
                <a:cubicBezTo>
                  <a:pt x="2942512" y="190008"/>
                  <a:pt x="2950883" y="189808"/>
                  <a:pt x="2961444" y="189808"/>
                </a:cubicBezTo>
                <a:cubicBezTo>
                  <a:pt x="2972007" y="189808"/>
                  <a:pt x="2980177" y="190008"/>
                  <a:pt x="2988746" y="190206"/>
                </a:cubicBezTo>
                <a:cubicBezTo>
                  <a:pt x="2989941" y="189011"/>
                  <a:pt x="2989941" y="184626"/>
                  <a:pt x="2988746" y="183431"/>
                </a:cubicBezTo>
                <a:cubicBezTo>
                  <a:pt x="2976589" y="182631"/>
                  <a:pt x="2974397" y="182032"/>
                  <a:pt x="2974397" y="165439"/>
                </a:cubicBezTo>
                <a:lnTo>
                  <a:pt x="2974397" y="142059"/>
                </a:lnTo>
                <a:cubicBezTo>
                  <a:pt x="2978782" y="144252"/>
                  <a:pt x="2982966" y="145447"/>
                  <a:pt x="2987749" y="145447"/>
                </a:cubicBezTo>
                <a:cubicBezTo>
                  <a:pt x="3018040" y="145447"/>
                  <a:pt x="3037769" y="125518"/>
                  <a:pt x="3037769" y="96214"/>
                </a:cubicBezTo>
                <a:cubicBezTo>
                  <a:pt x="3037769" y="85052"/>
                  <a:pt x="3033582" y="72694"/>
                  <a:pt x="3025809" y="64919"/>
                </a:cubicBezTo>
                <a:cubicBezTo>
                  <a:pt x="3018837" y="57947"/>
                  <a:pt x="3008873" y="54955"/>
                  <a:pt x="2998510" y="54955"/>
                </a:cubicBezTo>
                <a:cubicBezTo>
                  <a:pt x="2992730" y="54955"/>
                  <a:pt x="2981971" y="61930"/>
                  <a:pt x="2974996" y="68307"/>
                </a:cubicBezTo>
                <a:lnTo>
                  <a:pt x="2973801" y="68307"/>
                </a:lnTo>
                <a:cubicBezTo>
                  <a:pt x="2973400" y="62727"/>
                  <a:pt x="2972804" y="58345"/>
                  <a:pt x="2972804" y="58345"/>
                </a:cubicBezTo>
                <a:cubicBezTo>
                  <a:pt x="2972603" y="55952"/>
                  <a:pt x="2971010" y="54955"/>
                  <a:pt x="2968221" y="54955"/>
                </a:cubicBezTo>
                <a:cubicBezTo>
                  <a:pt x="2960848" y="56989"/>
                  <a:pt x="2948892" y="59780"/>
                  <a:pt x="2935141" y="61571"/>
                </a:cubicBezTo>
                <a:cubicBezTo>
                  <a:pt x="2934740" y="62769"/>
                  <a:pt x="2935141" y="66753"/>
                  <a:pt x="2935540" y="67951"/>
                </a:cubicBezTo>
                <a:cubicBezTo>
                  <a:pt x="2946498" y="68906"/>
                  <a:pt x="2948490" y="70499"/>
                  <a:pt x="2948490" y="81862"/>
                </a:cubicBezTo>
                <a:moveTo>
                  <a:pt x="2974397" y="130501"/>
                </a:moveTo>
                <a:lnTo>
                  <a:pt x="2974397" y="79469"/>
                </a:lnTo>
                <a:cubicBezTo>
                  <a:pt x="2974397" y="78274"/>
                  <a:pt x="2974397" y="77277"/>
                  <a:pt x="2974397" y="76082"/>
                </a:cubicBezTo>
                <a:cubicBezTo>
                  <a:pt x="2980177" y="70900"/>
                  <a:pt x="2987551" y="68307"/>
                  <a:pt x="2992134" y="68307"/>
                </a:cubicBezTo>
                <a:cubicBezTo>
                  <a:pt x="3000304" y="68307"/>
                  <a:pt x="3009870" y="78274"/>
                  <a:pt x="3009870" y="101596"/>
                </a:cubicBezTo>
                <a:cubicBezTo>
                  <a:pt x="3009870" y="118342"/>
                  <a:pt x="3003889" y="137079"/>
                  <a:pt x="2986554" y="137079"/>
                </a:cubicBezTo>
                <a:cubicBezTo>
                  <a:pt x="2984361" y="137079"/>
                  <a:pt x="2979381" y="135884"/>
                  <a:pt x="2974397" y="130501"/>
                </a:cubicBezTo>
                <a:close/>
                <a:moveTo>
                  <a:pt x="3150559" y="117968"/>
                </a:moveTo>
                <a:lnTo>
                  <a:pt x="3150559" y="86855"/>
                </a:lnTo>
                <a:cubicBezTo>
                  <a:pt x="3150559" y="64919"/>
                  <a:pt x="3141191" y="54955"/>
                  <a:pt x="3124054" y="54955"/>
                </a:cubicBezTo>
                <a:cubicBezTo>
                  <a:pt x="3116680" y="54955"/>
                  <a:pt x="3102531" y="62329"/>
                  <a:pt x="3091174" y="69304"/>
                </a:cubicBezTo>
                <a:lnTo>
                  <a:pt x="3091174" y="27217"/>
                </a:lnTo>
                <a:cubicBezTo>
                  <a:pt x="3091174" y="14246"/>
                  <a:pt x="3091770" y="6912"/>
                  <a:pt x="3091770" y="6912"/>
                </a:cubicBezTo>
                <a:cubicBezTo>
                  <a:pt x="3091770" y="5145"/>
                  <a:pt x="3090378" y="4357"/>
                  <a:pt x="3088584" y="4357"/>
                </a:cubicBezTo>
                <a:cubicBezTo>
                  <a:pt x="3081210" y="6714"/>
                  <a:pt x="3065267" y="8876"/>
                  <a:pt x="3051119" y="9463"/>
                </a:cubicBezTo>
                <a:cubicBezTo>
                  <a:pt x="3050520" y="11856"/>
                  <a:pt x="3050721" y="14048"/>
                  <a:pt x="3051718" y="15839"/>
                </a:cubicBezTo>
                <a:cubicBezTo>
                  <a:pt x="3064270" y="16839"/>
                  <a:pt x="3065267" y="17037"/>
                  <a:pt x="3065267" y="30809"/>
                </a:cubicBezTo>
                <a:lnTo>
                  <a:pt x="3065267" y="118168"/>
                </a:lnTo>
                <a:cubicBezTo>
                  <a:pt x="3065267" y="134722"/>
                  <a:pt x="3062081" y="136516"/>
                  <a:pt x="3049924" y="137115"/>
                </a:cubicBezTo>
                <a:cubicBezTo>
                  <a:pt x="3048729" y="138310"/>
                  <a:pt x="3048729" y="142695"/>
                  <a:pt x="3049924" y="143890"/>
                </a:cubicBezTo>
                <a:cubicBezTo>
                  <a:pt x="3058292" y="143692"/>
                  <a:pt x="3067259" y="143491"/>
                  <a:pt x="3078221" y="143491"/>
                </a:cubicBezTo>
                <a:cubicBezTo>
                  <a:pt x="3087787" y="143491"/>
                  <a:pt x="3093963" y="143692"/>
                  <a:pt x="3102531" y="143890"/>
                </a:cubicBezTo>
                <a:cubicBezTo>
                  <a:pt x="3103729" y="142695"/>
                  <a:pt x="3103729" y="138310"/>
                  <a:pt x="3102531" y="137115"/>
                </a:cubicBezTo>
                <a:cubicBezTo>
                  <a:pt x="3094163" y="136516"/>
                  <a:pt x="3091174" y="134722"/>
                  <a:pt x="3091174" y="118168"/>
                </a:cubicBezTo>
                <a:lnTo>
                  <a:pt x="3091174" y="77283"/>
                </a:lnTo>
                <a:cubicBezTo>
                  <a:pt x="3099542" y="72095"/>
                  <a:pt x="3106119" y="69702"/>
                  <a:pt x="3109707" y="69702"/>
                </a:cubicBezTo>
                <a:cubicBezTo>
                  <a:pt x="3117677" y="69702"/>
                  <a:pt x="3124653" y="73293"/>
                  <a:pt x="3124653" y="84663"/>
                </a:cubicBezTo>
                <a:lnTo>
                  <a:pt x="3124653" y="117968"/>
                </a:lnTo>
                <a:cubicBezTo>
                  <a:pt x="3124653" y="134722"/>
                  <a:pt x="3121463" y="136516"/>
                  <a:pt x="3113292" y="137115"/>
                </a:cubicBezTo>
                <a:cubicBezTo>
                  <a:pt x="3112097" y="138310"/>
                  <a:pt x="3112097" y="142695"/>
                  <a:pt x="3113292" y="143890"/>
                </a:cubicBezTo>
                <a:cubicBezTo>
                  <a:pt x="3121664" y="143692"/>
                  <a:pt x="3128040" y="143491"/>
                  <a:pt x="3137606" y="143491"/>
                </a:cubicBezTo>
                <a:cubicBezTo>
                  <a:pt x="3148565" y="143491"/>
                  <a:pt x="3157334" y="143692"/>
                  <a:pt x="3165903" y="143890"/>
                </a:cubicBezTo>
                <a:cubicBezTo>
                  <a:pt x="3167098" y="142695"/>
                  <a:pt x="3167098" y="138310"/>
                  <a:pt x="3165903" y="137115"/>
                </a:cubicBezTo>
                <a:cubicBezTo>
                  <a:pt x="3153746" y="136516"/>
                  <a:pt x="3150559" y="134722"/>
                  <a:pt x="3150559" y="117968"/>
                </a:cubicBezTo>
                <a:close/>
                <a:moveTo>
                  <a:pt x="3231064" y="57096"/>
                </a:moveTo>
                <a:cubicBezTo>
                  <a:pt x="3228276" y="57096"/>
                  <a:pt x="3225287" y="57895"/>
                  <a:pt x="3222696" y="60088"/>
                </a:cubicBezTo>
                <a:lnTo>
                  <a:pt x="3222696" y="65865"/>
                </a:lnTo>
                <a:cubicBezTo>
                  <a:pt x="3222696" y="66862"/>
                  <a:pt x="3222894" y="67060"/>
                  <a:pt x="3223690" y="67060"/>
                </a:cubicBezTo>
                <a:lnTo>
                  <a:pt x="3236644" y="67060"/>
                </a:lnTo>
                <a:cubicBezTo>
                  <a:pt x="3236246" y="87147"/>
                  <a:pt x="3236048" y="112604"/>
                  <a:pt x="3236048" y="122550"/>
                </a:cubicBezTo>
                <a:cubicBezTo>
                  <a:pt x="3236048" y="129510"/>
                  <a:pt x="3237842" y="136282"/>
                  <a:pt x="3242026" y="139867"/>
                </a:cubicBezTo>
                <a:cubicBezTo>
                  <a:pt x="3246608" y="143656"/>
                  <a:pt x="3253781" y="145447"/>
                  <a:pt x="3258564" y="145447"/>
                </a:cubicBezTo>
                <a:cubicBezTo>
                  <a:pt x="3269526" y="145447"/>
                  <a:pt x="3281680" y="139867"/>
                  <a:pt x="3285666" y="134287"/>
                </a:cubicBezTo>
                <a:cubicBezTo>
                  <a:pt x="3285666" y="131897"/>
                  <a:pt x="3284471" y="130702"/>
                  <a:pt x="3282081" y="128713"/>
                </a:cubicBezTo>
                <a:cubicBezTo>
                  <a:pt x="3279491" y="130702"/>
                  <a:pt x="3274507" y="131499"/>
                  <a:pt x="3270721" y="131499"/>
                </a:cubicBezTo>
                <a:cubicBezTo>
                  <a:pt x="3266336" y="131499"/>
                  <a:pt x="3261952" y="128118"/>
                  <a:pt x="3261952" y="118174"/>
                </a:cubicBezTo>
                <a:cubicBezTo>
                  <a:pt x="3261952" y="108228"/>
                  <a:pt x="3261754" y="86949"/>
                  <a:pt x="3261754" y="67060"/>
                </a:cubicBezTo>
                <a:lnTo>
                  <a:pt x="3281881" y="67060"/>
                </a:lnTo>
                <a:cubicBezTo>
                  <a:pt x="3283872" y="67060"/>
                  <a:pt x="3286664" y="66263"/>
                  <a:pt x="3286664" y="64469"/>
                </a:cubicBezTo>
                <a:lnTo>
                  <a:pt x="3286664" y="58294"/>
                </a:lnTo>
                <a:cubicBezTo>
                  <a:pt x="3286664" y="57497"/>
                  <a:pt x="3286065" y="57096"/>
                  <a:pt x="3285070" y="57096"/>
                </a:cubicBezTo>
                <a:lnTo>
                  <a:pt x="3261754" y="57096"/>
                </a:lnTo>
                <a:lnTo>
                  <a:pt x="3261952" y="50321"/>
                </a:lnTo>
                <a:cubicBezTo>
                  <a:pt x="3262350" y="36969"/>
                  <a:pt x="3262949" y="27804"/>
                  <a:pt x="3262949" y="27804"/>
                </a:cubicBezTo>
                <a:cubicBezTo>
                  <a:pt x="3262949" y="26606"/>
                  <a:pt x="3262350" y="26010"/>
                  <a:pt x="3261356" y="26010"/>
                </a:cubicBezTo>
                <a:cubicBezTo>
                  <a:pt x="3259960" y="26010"/>
                  <a:pt x="3252586" y="28203"/>
                  <a:pt x="3249400" y="29598"/>
                </a:cubicBezTo>
                <a:cubicBezTo>
                  <a:pt x="3246009" y="30991"/>
                  <a:pt x="3240232" y="32186"/>
                  <a:pt x="3238836" y="33980"/>
                </a:cubicBezTo>
                <a:cubicBezTo>
                  <a:pt x="3237441" y="35774"/>
                  <a:pt x="3236644" y="41156"/>
                  <a:pt x="3236644" y="57096"/>
                </a:cubicBezTo>
                <a:lnTo>
                  <a:pt x="3231064" y="57096"/>
                </a:lnTo>
                <a:close/>
                <a:moveTo>
                  <a:pt x="3341663" y="63326"/>
                </a:moveTo>
                <a:cubicBezTo>
                  <a:pt x="3355213" y="63326"/>
                  <a:pt x="3364381" y="79472"/>
                  <a:pt x="3364381" y="106781"/>
                </a:cubicBezTo>
                <a:cubicBezTo>
                  <a:pt x="3364381" y="130699"/>
                  <a:pt x="3355015" y="137079"/>
                  <a:pt x="3347842" y="137079"/>
                </a:cubicBezTo>
                <a:cubicBezTo>
                  <a:pt x="3331501" y="137079"/>
                  <a:pt x="3325122" y="112561"/>
                  <a:pt x="3325122" y="97811"/>
                </a:cubicBezTo>
                <a:cubicBezTo>
                  <a:pt x="3325122" y="79472"/>
                  <a:pt x="3328312" y="63326"/>
                  <a:pt x="3341663" y="63326"/>
                </a:cubicBezTo>
                <a:moveTo>
                  <a:pt x="3297223" y="102195"/>
                </a:moveTo>
                <a:cubicBezTo>
                  <a:pt x="3297223" y="128309"/>
                  <a:pt x="3317949" y="145447"/>
                  <a:pt x="3344653" y="145447"/>
                </a:cubicBezTo>
                <a:cubicBezTo>
                  <a:pt x="3358801" y="145447"/>
                  <a:pt x="3370559" y="141463"/>
                  <a:pt x="3378730" y="134089"/>
                </a:cubicBezTo>
                <a:cubicBezTo>
                  <a:pt x="3388892" y="125119"/>
                  <a:pt x="3392279" y="111564"/>
                  <a:pt x="3392279" y="100401"/>
                </a:cubicBezTo>
                <a:cubicBezTo>
                  <a:pt x="3392279" y="74291"/>
                  <a:pt x="3374543" y="54955"/>
                  <a:pt x="3344850" y="54955"/>
                </a:cubicBezTo>
                <a:cubicBezTo>
                  <a:pt x="3328312" y="54955"/>
                  <a:pt x="3315957" y="60735"/>
                  <a:pt x="3308185" y="69705"/>
                </a:cubicBezTo>
                <a:cubicBezTo>
                  <a:pt x="3300611" y="78475"/>
                  <a:pt x="3297223" y="90434"/>
                  <a:pt x="3297223" y="102195"/>
                </a:cubicBezTo>
                <a:close/>
                <a:moveTo>
                  <a:pt x="3528583" y="145447"/>
                </a:moveTo>
                <a:cubicBezTo>
                  <a:pt x="3547913" y="145447"/>
                  <a:pt x="3565649" y="136282"/>
                  <a:pt x="3579202" y="118545"/>
                </a:cubicBezTo>
                <a:cubicBezTo>
                  <a:pt x="3578204" y="116754"/>
                  <a:pt x="3574817" y="114361"/>
                  <a:pt x="3572625" y="114361"/>
                </a:cubicBezTo>
                <a:cubicBezTo>
                  <a:pt x="3558476" y="129905"/>
                  <a:pt x="3542333" y="135087"/>
                  <a:pt x="3528385" y="135087"/>
                </a:cubicBezTo>
                <a:cubicBezTo>
                  <a:pt x="3505270" y="135087"/>
                  <a:pt x="3486934" y="107985"/>
                  <a:pt x="3486934" y="76900"/>
                </a:cubicBezTo>
                <a:cubicBezTo>
                  <a:pt x="3486934" y="46015"/>
                  <a:pt x="3502877" y="20507"/>
                  <a:pt x="3526591" y="20507"/>
                </a:cubicBezTo>
                <a:cubicBezTo>
                  <a:pt x="3554092" y="20507"/>
                  <a:pt x="3563059" y="36051"/>
                  <a:pt x="3568240" y="53188"/>
                </a:cubicBezTo>
                <a:cubicBezTo>
                  <a:pt x="3570630" y="53985"/>
                  <a:pt x="3574616" y="53386"/>
                  <a:pt x="3576809" y="52191"/>
                </a:cubicBezTo>
                <a:cubicBezTo>
                  <a:pt x="3575811" y="41831"/>
                  <a:pt x="3574218" y="32265"/>
                  <a:pt x="3572424" y="21306"/>
                </a:cubicBezTo>
                <a:cubicBezTo>
                  <a:pt x="3562262" y="20309"/>
                  <a:pt x="3553295" y="12336"/>
                  <a:pt x="3528784" y="12336"/>
                </a:cubicBezTo>
                <a:cubicBezTo>
                  <a:pt x="3489726" y="12336"/>
                  <a:pt x="3456843" y="36847"/>
                  <a:pt x="3456843" y="80685"/>
                </a:cubicBezTo>
                <a:cubicBezTo>
                  <a:pt x="3456843" y="99416"/>
                  <a:pt x="3465014" y="121337"/>
                  <a:pt x="3480956" y="132894"/>
                </a:cubicBezTo>
                <a:cubicBezTo>
                  <a:pt x="3493712" y="142059"/>
                  <a:pt x="3509253" y="145447"/>
                  <a:pt x="3528583" y="145447"/>
                </a:cubicBezTo>
                <a:close/>
                <a:moveTo>
                  <a:pt x="3638384" y="119196"/>
                </a:moveTo>
                <a:lnTo>
                  <a:pt x="3638384" y="83951"/>
                </a:lnTo>
                <a:lnTo>
                  <a:pt x="3654527" y="83951"/>
                </a:lnTo>
                <a:cubicBezTo>
                  <a:pt x="3668277" y="83951"/>
                  <a:pt x="3672063" y="87737"/>
                  <a:pt x="3672659" y="96695"/>
                </a:cubicBezTo>
                <a:cubicBezTo>
                  <a:pt x="3673857" y="97890"/>
                  <a:pt x="3680033" y="97890"/>
                  <a:pt x="3681231" y="96695"/>
                </a:cubicBezTo>
                <a:cubicBezTo>
                  <a:pt x="3680829" y="89725"/>
                  <a:pt x="3680829" y="83753"/>
                  <a:pt x="3680829" y="79171"/>
                </a:cubicBezTo>
                <a:cubicBezTo>
                  <a:pt x="3680829" y="74586"/>
                  <a:pt x="3681030" y="67820"/>
                  <a:pt x="3681231" y="62046"/>
                </a:cubicBezTo>
                <a:cubicBezTo>
                  <a:pt x="3680033" y="60854"/>
                  <a:pt x="3673857" y="60854"/>
                  <a:pt x="3672659" y="62046"/>
                </a:cubicBezTo>
                <a:cubicBezTo>
                  <a:pt x="3672063" y="72995"/>
                  <a:pt x="3667879" y="74786"/>
                  <a:pt x="3654527" y="74786"/>
                </a:cubicBezTo>
                <a:lnTo>
                  <a:pt x="3638384" y="74786"/>
                </a:lnTo>
                <a:lnTo>
                  <a:pt x="3638384" y="33186"/>
                </a:lnTo>
                <a:cubicBezTo>
                  <a:pt x="3638384" y="28406"/>
                  <a:pt x="3641771" y="23432"/>
                  <a:pt x="3646555" y="23432"/>
                </a:cubicBezTo>
                <a:lnTo>
                  <a:pt x="3664489" y="23432"/>
                </a:lnTo>
                <a:cubicBezTo>
                  <a:pt x="3679437" y="23432"/>
                  <a:pt x="3684618" y="31991"/>
                  <a:pt x="3689000" y="45726"/>
                </a:cubicBezTo>
                <a:cubicBezTo>
                  <a:pt x="3691393" y="46122"/>
                  <a:pt x="3693984" y="45726"/>
                  <a:pt x="3695975" y="44729"/>
                </a:cubicBezTo>
                <a:cubicBezTo>
                  <a:pt x="3695379" y="35972"/>
                  <a:pt x="3693783" y="16456"/>
                  <a:pt x="3693585" y="14863"/>
                </a:cubicBezTo>
                <a:cubicBezTo>
                  <a:pt x="3693585" y="14465"/>
                  <a:pt x="3693385" y="14264"/>
                  <a:pt x="3692789" y="14264"/>
                </a:cubicBezTo>
                <a:cubicBezTo>
                  <a:pt x="3689398" y="14863"/>
                  <a:pt x="3687805" y="15061"/>
                  <a:pt x="3683022" y="15061"/>
                </a:cubicBezTo>
                <a:lnTo>
                  <a:pt x="3623837" y="15061"/>
                </a:lnTo>
                <a:cubicBezTo>
                  <a:pt x="3623837" y="14878"/>
                  <a:pt x="3603112" y="14678"/>
                  <a:pt x="3593150" y="14477"/>
                </a:cubicBezTo>
                <a:cubicBezTo>
                  <a:pt x="3591952" y="15675"/>
                  <a:pt x="3591952" y="20060"/>
                  <a:pt x="3593150" y="21255"/>
                </a:cubicBezTo>
                <a:cubicBezTo>
                  <a:pt x="3607098" y="21854"/>
                  <a:pt x="3610486" y="22851"/>
                  <a:pt x="3610486" y="39432"/>
                </a:cubicBezTo>
                <a:lnTo>
                  <a:pt x="3610486" y="119196"/>
                </a:lnTo>
                <a:cubicBezTo>
                  <a:pt x="3610486" y="135722"/>
                  <a:pt x="3604906" y="136519"/>
                  <a:pt x="3593947" y="137115"/>
                </a:cubicBezTo>
                <a:cubicBezTo>
                  <a:pt x="3591952" y="138310"/>
                  <a:pt x="3591952" y="142695"/>
                  <a:pt x="3593947" y="143890"/>
                </a:cubicBezTo>
                <a:cubicBezTo>
                  <a:pt x="3601917" y="143692"/>
                  <a:pt x="3616664" y="143491"/>
                  <a:pt x="3624634" y="143491"/>
                </a:cubicBezTo>
                <a:cubicBezTo>
                  <a:pt x="3632607" y="143491"/>
                  <a:pt x="3648948" y="143692"/>
                  <a:pt x="3656917" y="143890"/>
                </a:cubicBezTo>
                <a:cubicBezTo>
                  <a:pt x="3658909" y="142695"/>
                  <a:pt x="3658909" y="138310"/>
                  <a:pt x="3656917" y="137115"/>
                </a:cubicBezTo>
                <a:cubicBezTo>
                  <a:pt x="3645959" y="136519"/>
                  <a:pt x="3638384" y="135722"/>
                  <a:pt x="3638384" y="119196"/>
                </a:cubicBezTo>
                <a:close/>
                <a:moveTo>
                  <a:pt x="3777479" y="12336"/>
                </a:moveTo>
                <a:cubicBezTo>
                  <a:pt x="3757951" y="12336"/>
                  <a:pt x="3740215" y="18515"/>
                  <a:pt x="3726465" y="30860"/>
                </a:cubicBezTo>
                <a:cubicBezTo>
                  <a:pt x="3713113" y="42807"/>
                  <a:pt x="3705341" y="60726"/>
                  <a:pt x="3705341" y="82227"/>
                </a:cubicBezTo>
                <a:cubicBezTo>
                  <a:pt x="3705341" y="100173"/>
                  <a:pt x="3712514" y="118725"/>
                  <a:pt x="3726264" y="130295"/>
                </a:cubicBezTo>
                <a:cubicBezTo>
                  <a:pt x="3738819" y="141065"/>
                  <a:pt x="3754564" y="145447"/>
                  <a:pt x="3775487" y="145447"/>
                </a:cubicBezTo>
                <a:cubicBezTo>
                  <a:pt x="3797806" y="145447"/>
                  <a:pt x="3819328" y="138672"/>
                  <a:pt x="3832081" y="127902"/>
                </a:cubicBezTo>
                <a:cubicBezTo>
                  <a:pt x="3830089" y="126108"/>
                  <a:pt x="3829092" y="124511"/>
                  <a:pt x="3829092" y="122316"/>
                </a:cubicBezTo>
                <a:lnTo>
                  <a:pt x="3829092" y="98978"/>
                </a:lnTo>
                <a:cubicBezTo>
                  <a:pt x="3829092" y="91994"/>
                  <a:pt x="3832081" y="89999"/>
                  <a:pt x="3837661" y="89400"/>
                </a:cubicBezTo>
                <a:cubicBezTo>
                  <a:pt x="3838856" y="88205"/>
                  <a:pt x="3838856" y="83224"/>
                  <a:pt x="3837661" y="82029"/>
                </a:cubicBezTo>
                <a:cubicBezTo>
                  <a:pt x="3832081" y="82227"/>
                  <a:pt x="3822716" y="82428"/>
                  <a:pt x="3815144" y="82428"/>
                </a:cubicBezTo>
                <a:cubicBezTo>
                  <a:pt x="3807771" y="82428"/>
                  <a:pt x="3794616" y="82227"/>
                  <a:pt x="3785649" y="82029"/>
                </a:cubicBezTo>
                <a:cubicBezTo>
                  <a:pt x="3784454" y="83224"/>
                  <a:pt x="3784454" y="88205"/>
                  <a:pt x="3785649" y="89400"/>
                </a:cubicBezTo>
                <a:cubicBezTo>
                  <a:pt x="3796012" y="90200"/>
                  <a:pt x="3801193" y="90996"/>
                  <a:pt x="3801193" y="98978"/>
                </a:cubicBezTo>
                <a:lnTo>
                  <a:pt x="3801193" y="128701"/>
                </a:lnTo>
                <a:cubicBezTo>
                  <a:pt x="3794817" y="135084"/>
                  <a:pt x="3790034" y="137079"/>
                  <a:pt x="3779872" y="137079"/>
                </a:cubicBezTo>
                <a:cubicBezTo>
                  <a:pt x="3746193" y="137079"/>
                  <a:pt x="3735432" y="104561"/>
                  <a:pt x="3735432" y="78247"/>
                </a:cubicBezTo>
                <a:cubicBezTo>
                  <a:pt x="3735432" y="61124"/>
                  <a:pt x="3738023" y="45592"/>
                  <a:pt x="3745396" y="35440"/>
                </a:cubicBezTo>
                <a:cubicBezTo>
                  <a:pt x="3753168" y="24888"/>
                  <a:pt x="3764127" y="20707"/>
                  <a:pt x="3774691" y="20707"/>
                </a:cubicBezTo>
                <a:cubicBezTo>
                  <a:pt x="3800594" y="20707"/>
                  <a:pt x="3813749" y="36039"/>
                  <a:pt x="3818729" y="53161"/>
                </a:cubicBezTo>
                <a:cubicBezTo>
                  <a:pt x="3821919" y="53559"/>
                  <a:pt x="3825106" y="53161"/>
                  <a:pt x="3827499" y="51966"/>
                </a:cubicBezTo>
                <a:cubicBezTo>
                  <a:pt x="3825705" y="43604"/>
                  <a:pt x="3824707" y="33649"/>
                  <a:pt x="3823315" y="19312"/>
                </a:cubicBezTo>
                <a:cubicBezTo>
                  <a:pt x="3812952" y="19312"/>
                  <a:pt x="3802388" y="12336"/>
                  <a:pt x="3777479" y="12336"/>
                </a:cubicBezTo>
                <a:close/>
                <a:moveTo>
                  <a:pt x="3854401" y="131897"/>
                </a:moveTo>
                <a:cubicBezTo>
                  <a:pt x="3854401" y="139469"/>
                  <a:pt x="3860777" y="145447"/>
                  <a:pt x="3868747" y="145447"/>
                </a:cubicBezTo>
                <a:cubicBezTo>
                  <a:pt x="3876720" y="145447"/>
                  <a:pt x="3883494" y="139070"/>
                  <a:pt x="3883494" y="131499"/>
                </a:cubicBezTo>
                <a:cubicBezTo>
                  <a:pt x="3883494" y="123727"/>
                  <a:pt x="3877118" y="117749"/>
                  <a:pt x="3869145" y="117749"/>
                </a:cubicBezTo>
                <a:cubicBezTo>
                  <a:pt x="3861175" y="117749"/>
                  <a:pt x="3854401" y="124125"/>
                  <a:pt x="3854401" y="1318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A8E1F-96C1-4E4D-96F1-C6AF98A3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14" y="952836"/>
            <a:ext cx="2038933" cy="287488"/>
          </a:xfrm>
          <a:custGeom xmlns:a="http://schemas.openxmlformats.org/drawingml/2006/main">
            <a:pathLst>
              <a:path w="2038933" h="287488">
                <a:moveTo>
                  <a:pt x="36911" y="287488"/>
                </a:moveTo>
                <a:cubicBezTo>
                  <a:pt x="16636" y="287488"/>
                  <a:pt x="0" y="270853"/>
                  <a:pt x="0" y="250578"/>
                </a:cubicBezTo>
                <a:lnTo>
                  <a:pt x="0" y="36911"/>
                </a:lnTo>
                <a:cubicBezTo>
                  <a:pt x="0" y="16636"/>
                  <a:pt x="16636" y="0"/>
                  <a:pt x="36911" y="0"/>
                </a:cubicBezTo>
                <a:lnTo>
                  <a:pt x="2002022" y="0"/>
                </a:lnTo>
                <a:cubicBezTo>
                  <a:pt x="2022297" y="0"/>
                  <a:pt x="2038933" y="16636"/>
                  <a:pt x="2038933" y="36911"/>
                </a:cubicBezTo>
                <a:lnTo>
                  <a:pt x="2038933" y="250578"/>
                </a:lnTo>
                <a:cubicBezTo>
                  <a:pt x="2038933" y="270853"/>
                  <a:pt x="2022297" y="287488"/>
                  <a:pt x="2002022" y="287488"/>
                </a:cubicBezTo>
                <a:lnTo>
                  <a:pt x="36911" y="28748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7F172-2A85-41A0-A805-A81A989E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14" y="952836"/>
            <a:ext cx="2038933" cy="287488"/>
          </a:xfrm>
          <a:custGeom xmlns:a="http://schemas.openxmlformats.org/drawingml/2006/main">
            <a:pathLst>
              <a:path w="2038933" h="287488" fill="none">
                <a:moveTo>
                  <a:pt x="36911" y="287488"/>
                </a:moveTo>
                <a:lnTo>
                  <a:pt x="2002022" y="287488"/>
                </a:lnTo>
                <a:cubicBezTo>
                  <a:pt x="2022297" y="287488"/>
                  <a:pt x="2038933" y="270853"/>
                  <a:pt x="2038933" y="250578"/>
                </a:cubicBezTo>
                <a:lnTo>
                  <a:pt x="2038933" y="36911"/>
                </a:lnTo>
                <a:cubicBezTo>
                  <a:pt x="2038933" y="16636"/>
                  <a:pt x="2022297" y="0"/>
                  <a:pt x="2002022" y="0"/>
                </a:cubicBezTo>
                <a:lnTo>
                  <a:pt x="36911" y="0"/>
                </a:lnTo>
                <a:cubicBezTo>
                  <a:pt x="16636" y="0"/>
                  <a:pt x="0" y="16636"/>
                  <a:pt x="0" y="36911"/>
                </a:cubicBezTo>
                <a:lnTo>
                  <a:pt x="0" y="250578"/>
                </a:lnTo>
                <a:cubicBezTo>
                  <a:pt x="0" y="270853"/>
                  <a:pt x="16636" y="287488"/>
                  <a:pt x="36911" y="2874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997" cap="sq">
            <a:solidFill>
              <a:srgbClr val="538135"/>
            </a:solidFill>
            <a:miter/>
          </a:ln>
        </p:spPr>
      </p:sp>
      <p:sp>
        <p:nvSpPr>
          <p:cNvPr id="70" name="Text %cmp=icmpslti32%m,%x">
            <a:extLst xmlns:a="http://schemas.openxmlformats.org/drawingml/2006/main">
              <a:ext uri="{FF2B5EF4-FFF2-40B4-BE49-F238E27FC236}">
                <a16:creationId xmlns:a16="http://schemas.microsoft.com/office/drawing/2014/main" id="{9094F035-F4E1-4A75-9C49-7EF99A18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360" y="1037472"/>
            <a:ext cx="1769155" cy="133877"/>
          </a:xfrm>
          <a:custGeom xmlns:a="http://schemas.openxmlformats.org/drawingml/2006/main">
            <a:pathLst>
              <a:path w="1769155" h="133877">
                <a:moveTo>
                  <a:pt x="42417" y="31946"/>
                </a:moveTo>
                <a:cubicBezTo>
                  <a:pt x="42417" y="35860"/>
                  <a:pt x="41986" y="39419"/>
                  <a:pt x="41123" y="42622"/>
                </a:cubicBezTo>
                <a:cubicBezTo>
                  <a:pt x="40260" y="45825"/>
                  <a:pt x="38940" y="48559"/>
                  <a:pt x="37163" y="50823"/>
                </a:cubicBezTo>
                <a:cubicBezTo>
                  <a:pt x="35386" y="53085"/>
                  <a:pt x="33139" y="54852"/>
                  <a:pt x="30423" y="56122"/>
                </a:cubicBezTo>
                <a:cubicBezTo>
                  <a:pt x="27707" y="57393"/>
                  <a:pt x="24521" y="58029"/>
                  <a:pt x="20866" y="58029"/>
                </a:cubicBezTo>
                <a:cubicBezTo>
                  <a:pt x="17160" y="58029"/>
                  <a:pt x="13987" y="57444"/>
                  <a:pt x="11347" y="56275"/>
                </a:cubicBezTo>
                <a:cubicBezTo>
                  <a:pt x="8707" y="55105"/>
                  <a:pt x="6549" y="53415"/>
                  <a:pt x="4874" y="51203"/>
                </a:cubicBezTo>
                <a:cubicBezTo>
                  <a:pt x="3198" y="48992"/>
                  <a:pt x="1967" y="46297"/>
                  <a:pt x="1180" y="43119"/>
                </a:cubicBezTo>
                <a:cubicBezTo>
                  <a:pt x="393" y="39941"/>
                  <a:pt x="0" y="36319"/>
                  <a:pt x="0" y="32251"/>
                </a:cubicBezTo>
                <a:cubicBezTo>
                  <a:pt x="0" y="28540"/>
                  <a:pt x="419" y="25108"/>
                  <a:pt x="1257" y="21956"/>
                </a:cubicBezTo>
                <a:cubicBezTo>
                  <a:pt x="2094" y="18803"/>
                  <a:pt x="3376" y="16083"/>
                  <a:pt x="5102" y="13796"/>
                </a:cubicBezTo>
                <a:cubicBezTo>
                  <a:pt x="6828" y="11506"/>
                  <a:pt x="9050" y="9701"/>
                  <a:pt x="11766" y="8379"/>
                </a:cubicBezTo>
                <a:cubicBezTo>
                  <a:pt x="14482" y="7058"/>
                  <a:pt x="17693" y="6397"/>
                  <a:pt x="21399" y="6397"/>
                </a:cubicBezTo>
                <a:cubicBezTo>
                  <a:pt x="25410" y="6397"/>
                  <a:pt x="28773" y="7084"/>
                  <a:pt x="31489" y="8458"/>
                </a:cubicBezTo>
                <a:cubicBezTo>
                  <a:pt x="34205" y="9830"/>
                  <a:pt x="36376" y="11673"/>
                  <a:pt x="38000" y="13986"/>
                </a:cubicBezTo>
                <a:cubicBezTo>
                  <a:pt x="39625" y="16299"/>
                  <a:pt x="40767" y="19007"/>
                  <a:pt x="41427" y="22108"/>
                </a:cubicBezTo>
                <a:cubicBezTo>
                  <a:pt x="42087" y="25210"/>
                  <a:pt x="42417" y="28489"/>
                  <a:pt x="42417" y="31946"/>
                </a:cubicBezTo>
                <a:moveTo>
                  <a:pt x="31756" y="32327"/>
                </a:moveTo>
                <a:cubicBezTo>
                  <a:pt x="31756" y="29478"/>
                  <a:pt x="31553" y="26946"/>
                  <a:pt x="31147" y="24733"/>
                </a:cubicBezTo>
                <a:cubicBezTo>
                  <a:pt x="30740" y="22520"/>
                  <a:pt x="30118" y="20676"/>
                  <a:pt x="29281" y="19200"/>
                </a:cubicBezTo>
                <a:cubicBezTo>
                  <a:pt x="28443" y="17725"/>
                  <a:pt x="27339" y="16618"/>
                  <a:pt x="25968" y="15880"/>
                </a:cubicBezTo>
                <a:cubicBezTo>
                  <a:pt x="24597" y="15143"/>
                  <a:pt x="22973" y="14774"/>
                  <a:pt x="21094" y="14774"/>
                </a:cubicBezTo>
                <a:cubicBezTo>
                  <a:pt x="19317" y="14774"/>
                  <a:pt x="17769" y="15130"/>
                  <a:pt x="16449" y="15842"/>
                </a:cubicBezTo>
                <a:cubicBezTo>
                  <a:pt x="15129" y="16555"/>
                  <a:pt x="14050" y="17623"/>
                  <a:pt x="13213" y="19048"/>
                </a:cubicBezTo>
                <a:cubicBezTo>
                  <a:pt x="12375" y="20472"/>
                  <a:pt x="11753" y="22241"/>
                  <a:pt x="11347" y="24352"/>
                </a:cubicBezTo>
                <a:cubicBezTo>
                  <a:pt x="10941" y="26464"/>
                  <a:pt x="10738" y="28944"/>
                  <a:pt x="10738" y="31794"/>
                </a:cubicBezTo>
                <a:cubicBezTo>
                  <a:pt x="10738" y="35252"/>
                  <a:pt x="10979" y="38140"/>
                  <a:pt x="11461" y="40456"/>
                </a:cubicBezTo>
                <a:cubicBezTo>
                  <a:pt x="11943" y="42771"/>
                  <a:pt x="12629" y="44603"/>
                  <a:pt x="13517" y="45951"/>
                </a:cubicBezTo>
                <a:cubicBezTo>
                  <a:pt x="14406" y="47300"/>
                  <a:pt x="15523" y="48241"/>
                  <a:pt x="16868" y="48776"/>
                </a:cubicBezTo>
                <a:cubicBezTo>
                  <a:pt x="18213" y="49309"/>
                  <a:pt x="19749" y="49576"/>
                  <a:pt x="21475" y="49576"/>
                </a:cubicBezTo>
                <a:cubicBezTo>
                  <a:pt x="23506" y="49576"/>
                  <a:pt x="25169" y="49194"/>
                  <a:pt x="26463" y="48431"/>
                </a:cubicBezTo>
                <a:cubicBezTo>
                  <a:pt x="27758" y="47668"/>
                  <a:pt x="28799" y="46536"/>
                  <a:pt x="29585" y="45035"/>
                </a:cubicBezTo>
                <a:cubicBezTo>
                  <a:pt x="30372" y="43534"/>
                  <a:pt x="30931" y="41728"/>
                  <a:pt x="31261" y="39616"/>
                </a:cubicBezTo>
                <a:cubicBezTo>
                  <a:pt x="31591" y="37505"/>
                  <a:pt x="31756" y="35075"/>
                  <a:pt x="31756" y="32327"/>
                </a:cubicBezTo>
                <a:moveTo>
                  <a:pt x="100522" y="81293"/>
                </a:moveTo>
                <a:cubicBezTo>
                  <a:pt x="100522" y="85207"/>
                  <a:pt x="100090" y="88766"/>
                  <a:pt x="99227" y="91969"/>
                </a:cubicBezTo>
                <a:cubicBezTo>
                  <a:pt x="98364" y="95172"/>
                  <a:pt x="97044" y="97906"/>
                  <a:pt x="95267" y="100170"/>
                </a:cubicBezTo>
                <a:cubicBezTo>
                  <a:pt x="93490" y="102432"/>
                  <a:pt x="91244" y="104199"/>
                  <a:pt x="88528" y="105469"/>
                </a:cubicBezTo>
                <a:cubicBezTo>
                  <a:pt x="85812" y="106740"/>
                  <a:pt x="82626" y="107376"/>
                  <a:pt x="78971" y="107376"/>
                </a:cubicBezTo>
                <a:cubicBezTo>
                  <a:pt x="75264" y="107376"/>
                  <a:pt x="72091" y="106791"/>
                  <a:pt x="69451" y="105622"/>
                </a:cubicBezTo>
                <a:cubicBezTo>
                  <a:pt x="66812" y="104452"/>
                  <a:pt x="64654" y="102762"/>
                  <a:pt x="62978" y="100550"/>
                </a:cubicBezTo>
                <a:cubicBezTo>
                  <a:pt x="61303" y="98339"/>
                  <a:pt x="60072" y="95644"/>
                  <a:pt x="59285" y="92466"/>
                </a:cubicBezTo>
                <a:cubicBezTo>
                  <a:pt x="58498" y="89289"/>
                  <a:pt x="58105" y="85666"/>
                  <a:pt x="58105" y="81598"/>
                </a:cubicBezTo>
                <a:cubicBezTo>
                  <a:pt x="58105" y="77887"/>
                  <a:pt x="58524" y="74455"/>
                  <a:pt x="59361" y="71303"/>
                </a:cubicBezTo>
                <a:cubicBezTo>
                  <a:pt x="60199" y="68151"/>
                  <a:pt x="61481" y="65430"/>
                  <a:pt x="63207" y="63143"/>
                </a:cubicBezTo>
                <a:cubicBezTo>
                  <a:pt x="64933" y="60853"/>
                  <a:pt x="67154" y="59048"/>
                  <a:pt x="69870" y="57726"/>
                </a:cubicBezTo>
                <a:cubicBezTo>
                  <a:pt x="72586" y="56405"/>
                  <a:pt x="75798" y="55744"/>
                  <a:pt x="79504" y="55744"/>
                </a:cubicBezTo>
                <a:cubicBezTo>
                  <a:pt x="83514" y="55744"/>
                  <a:pt x="86878" y="56431"/>
                  <a:pt x="89594" y="57805"/>
                </a:cubicBezTo>
                <a:cubicBezTo>
                  <a:pt x="92310" y="59177"/>
                  <a:pt x="94480" y="61020"/>
                  <a:pt x="96105" y="63333"/>
                </a:cubicBezTo>
                <a:cubicBezTo>
                  <a:pt x="97730" y="65646"/>
                  <a:pt x="98872" y="68354"/>
                  <a:pt x="99532" y="71455"/>
                </a:cubicBezTo>
                <a:cubicBezTo>
                  <a:pt x="100192" y="74557"/>
                  <a:pt x="100522" y="77836"/>
                  <a:pt x="100522" y="81293"/>
                </a:cubicBezTo>
                <a:moveTo>
                  <a:pt x="89860" y="81674"/>
                </a:moveTo>
                <a:cubicBezTo>
                  <a:pt x="89860" y="78825"/>
                  <a:pt x="89657" y="76293"/>
                  <a:pt x="89251" y="74080"/>
                </a:cubicBezTo>
                <a:cubicBezTo>
                  <a:pt x="88845" y="71867"/>
                  <a:pt x="88223" y="70023"/>
                  <a:pt x="87385" y="68547"/>
                </a:cubicBezTo>
                <a:cubicBezTo>
                  <a:pt x="86548" y="67072"/>
                  <a:pt x="85444" y="65965"/>
                  <a:pt x="84073" y="65227"/>
                </a:cubicBezTo>
                <a:cubicBezTo>
                  <a:pt x="82702" y="64490"/>
                  <a:pt x="81077" y="64121"/>
                  <a:pt x="79199" y="64121"/>
                </a:cubicBezTo>
                <a:cubicBezTo>
                  <a:pt x="77422" y="64121"/>
                  <a:pt x="75874" y="64477"/>
                  <a:pt x="74554" y="65189"/>
                </a:cubicBezTo>
                <a:cubicBezTo>
                  <a:pt x="73234" y="65902"/>
                  <a:pt x="72155" y="66970"/>
                  <a:pt x="71317" y="68395"/>
                </a:cubicBezTo>
                <a:cubicBezTo>
                  <a:pt x="70480" y="69820"/>
                  <a:pt x="69858" y="71588"/>
                  <a:pt x="69451" y="73699"/>
                </a:cubicBezTo>
                <a:cubicBezTo>
                  <a:pt x="69045" y="75811"/>
                  <a:pt x="68842" y="78292"/>
                  <a:pt x="68842" y="81141"/>
                </a:cubicBezTo>
                <a:cubicBezTo>
                  <a:pt x="68842" y="84600"/>
                  <a:pt x="69083" y="87487"/>
                  <a:pt x="69566" y="89803"/>
                </a:cubicBezTo>
                <a:cubicBezTo>
                  <a:pt x="70048" y="92118"/>
                  <a:pt x="70733" y="93950"/>
                  <a:pt x="71622" y="95298"/>
                </a:cubicBezTo>
                <a:cubicBezTo>
                  <a:pt x="72510" y="96647"/>
                  <a:pt x="73627" y="97588"/>
                  <a:pt x="74973" y="98123"/>
                </a:cubicBezTo>
                <a:cubicBezTo>
                  <a:pt x="76318" y="98656"/>
                  <a:pt x="77854" y="98923"/>
                  <a:pt x="79580" y="98923"/>
                </a:cubicBezTo>
                <a:cubicBezTo>
                  <a:pt x="81611" y="98923"/>
                  <a:pt x="83273" y="98541"/>
                  <a:pt x="84568" y="97778"/>
                </a:cubicBezTo>
                <a:cubicBezTo>
                  <a:pt x="85862" y="97015"/>
                  <a:pt x="86903" y="95883"/>
                  <a:pt x="87690" y="94382"/>
                </a:cubicBezTo>
                <a:cubicBezTo>
                  <a:pt x="88477" y="92881"/>
                  <a:pt x="89035" y="91075"/>
                  <a:pt x="89365" y="88963"/>
                </a:cubicBezTo>
                <a:cubicBezTo>
                  <a:pt x="89695" y="86852"/>
                  <a:pt x="89860" y="84422"/>
                  <a:pt x="89860" y="81674"/>
                </a:cubicBezTo>
                <a:moveTo>
                  <a:pt x="20866" y="106764"/>
                </a:moveTo>
                <a:cubicBezTo>
                  <a:pt x="20612" y="107223"/>
                  <a:pt x="20307" y="107566"/>
                  <a:pt x="19952" y="107794"/>
                </a:cubicBezTo>
                <a:cubicBezTo>
                  <a:pt x="19597" y="108023"/>
                  <a:pt x="19165" y="108226"/>
                  <a:pt x="18657" y="108404"/>
                </a:cubicBezTo>
                <a:cubicBezTo>
                  <a:pt x="18150" y="108581"/>
                  <a:pt x="17541" y="108708"/>
                  <a:pt x="16830" y="108784"/>
                </a:cubicBezTo>
                <a:cubicBezTo>
                  <a:pt x="16119" y="108861"/>
                  <a:pt x="15256" y="108899"/>
                  <a:pt x="14241" y="108899"/>
                </a:cubicBezTo>
                <a:cubicBezTo>
                  <a:pt x="13124" y="108899"/>
                  <a:pt x="12223" y="108797"/>
                  <a:pt x="11537" y="108594"/>
                </a:cubicBezTo>
                <a:cubicBezTo>
                  <a:pt x="10852" y="108391"/>
                  <a:pt x="10369" y="108124"/>
                  <a:pt x="10090" y="107794"/>
                </a:cubicBezTo>
                <a:cubicBezTo>
                  <a:pt x="9811" y="107464"/>
                  <a:pt x="9709" y="107058"/>
                  <a:pt x="9786" y="106574"/>
                </a:cubicBezTo>
                <a:cubicBezTo>
                  <a:pt x="9862" y="106091"/>
                  <a:pt x="10103" y="105546"/>
                  <a:pt x="10509" y="104936"/>
                </a:cubicBezTo>
                <a:lnTo>
                  <a:pt x="79047" y="6704"/>
                </a:lnTo>
                <a:cubicBezTo>
                  <a:pt x="79301" y="6296"/>
                  <a:pt x="79605" y="5953"/>
                  <a:pt x="79961" y="5673"/>
                </a:cubicBezTo>
                <a:cubicBezTo>
                  <a:pt x="80316" y="5394"/>
                  <a:pt x="80760" y="5178"/>
                  <a:pt x="81293" y="5026"/>
                </a:cubicBezTo>
                <a:cubicBezTo>
                  <a:pt x="81826" y="4874"/>
                  <a:pt x="82436" y="4760"/>
                  <a:pt x="83121" y="4683"/>
                </a:cubicBezTo>
                <a:cubicBezTo>
                  <a:pt x="83806" y="4607"/>
                  <a:pt x="84682" y="4569"/>
                  <a:pt x="85748" y="4569"/>
                </a:cubicBezTo>
                <a:cubicBezTo>
                  <a:pt x="86814" y="4569"/>
                  <a:pt x="87690" y="4658"/>
                  <a:pt x="88375" y="4836"/>
                </a:cubicBezTo>
                <a:cubicBezTo>
                  <a:pt x="89061" y="5013"/>
                  <a:pt x="89556" y="5280"/>
                  <a:pt x="89860" y="5635"/>
                </a:cubicBezTo>
                <a:cubicBezTo>
                  <a:pt x="90165" y="5991"/>
                  <a:pt x="90279" y="6423"/>
                  <a:pt x="90203" y="6932"/>
                </a:cubicBezTo>
                <a:cubicBezTo>
                  <a:pt x="90127" y="7440"/>
                  <a:pt x="89886" y="7973"/>
                  <a:pt x="89480" y="8532"/>
                </a:cubicBezTo>
                <a:lnTo>
                  <a:pt x="20866" y="106764"/>
                </a:lnTo>
                <a:close/>
                <a:moveTo>
                  <a:pt x="166936" y="93897"/>
                </a:moveTo>
                <a:cubicBezTo>
                  <a:pt x="166936" y="94760"/>
                  <a:pt x="166910" y="95508"/>
                  <a:pt x="166859" y="96143"/>
                </a:cubicBezTo>
                <a:cubicBezTo>
                  <a:pt x="166809" y="96778"/>
                  <a:pt x="166720" y="97311"/>
                  <a:pt x="166593" y="97742"/>
                </a:cubicBezTo>
                <a:cubicBezTo>
                  <a:pt x="166466" y="98174"/>
                  <a:pt x="166314" y="98555"/>
                  <a:pt x="166136" y="98885"/>
                </a:cubicBezTo>
                <a:cubicBezTo>
                  <a:pt x="165958" y="99215"/>
                  <a:pt x="165552" y="99697"/>
                  <a:pt x="164918" y="100331"/>
                </a:cubicBezTo>
                <a:cubicBezTo>
                  <a:pt x="164283" y="100966"/>
                  <a:pt x="163204" y="101753"/>
                  <a:pt x="161681" y="102692"/>
                </a:cubicBezTo>
                <a:cubicBezTo>
                  <a:pt x="160158" y="103631"/>
                  <a:pt x="158445" y="104469"/>
                  <a:pt x="156541" y="105205"/>
                </a:cubicBezTo>
                <a:cubicBezTo>
                  <a:pt x="154637" y="105941"/>
                  <a:pt x="152568" y="106538"/>
                  <a:pt x="150334" y="106995"/>
                </a:cubicBezTo>
                <a:cubicBezTo>
                  <a:pt x="148100" y="107452"/>
                  <a:pt x="145790" y="107680"/>
                  <a:pt x="143404" y="107680"/>
                </a:cubicBezTo>
                <a:cubicBezTo>
                  <a:pt x="138480" y="107680"/>
                  <a:pt x="134114" y="106866"/>
                  <a:pt x="130306" y="105239"/>
                </a:cubicBezTo>
                <a:cubicBezTo>
                  <a:pt x="126498" y="103611"/>
                  <a:pt x="123313" y="101233"/>
                  <a:pt x="120749" y="98104"/>
                </a:cubicBezTo>
                <a:cubicBezTo>
                  <a:pt x="118185" y="94975"/>
                  <a:pt x="116230" y="91134"/>
                  <a:pt x="114885" y="86581"/>
                </a:cubicBezTo>
                <a:cubicBezTo>
                  <a:pt x="113540" y="82028"/>
                  <a:pt x="112867" y="76776"/>
                  <a:pt x="112867" y="70825"/>
                </a:cubicBezTo>
                <a:cubicBezTo>
                  <a:pt x="112867" y="64058"/>
                  <a:pt x="113692" y="58246"/>
                  <a:pt x="115342" y="53388"/>
                </a:cubicBezTo>
                <a:cubicBezTo>
                  <a:pt x="116992" y="48530"/>
                  <a:pt x="119251" y="44549"/>
                  <a:pt x="122120" y="41446"/>
                </a:cubicBezTo>
                <a:cubicBezTo>
                  <a:pt x="124988" y="38343"/>
                  <a:pt x="128364" y="36041"/>
                  <a:pt x="132248" y="34540"/>
                </a:cubicBezTo>
                <a:cubicBezTo>
                  <a:pt x="136132" y="33039"/>
                  <a:pt x="140333" y="32289"/>
                  <a:pt x="144851" y="32289"/>
                </a:cubicBezTo>
                <a:cubicBezTo>
                  <a:pt x="147034" y="32289"/>
                  <a:pt x="149154" y="32492"/>
                  <a:pt x="151210" y="32898"/>
                </a:cubicBezTo>
                <a:cubicBezTo>
                  <a:pt x="153266" y="33304"/>
                  <a:pt x="155157" y="33837"/>
                  <a:pt x="156883" y="34497"/>
                </a:cubicBezTo>
                <a:cubicBezTo>
                  <a:pt x="158610" y="35157"/>
                  <a:pt x="160145" y="35919"/>
                  <a:pt x="161491" y="36782"/>
                </a:cubicBezTo>
                <a:cubicBezTo>
                  <a:pt x="162836" y="37645"/>
                  <a:pt x="163813" y="38381"/>
                  <a:pt x="164423" y="38990"/>
                </a:cubicBezTo>
                <a:cubicBezTo>
                  <a:pt x="165032" y="39600"/>
                  <a:pt x="165451" y="40082"/>
                  <a:pt x="165679" y="40437"/>
                </a:cubicBezTo>
                <a:cubicBezTo>
                  <a:pt x="165907" y="40793"/>
                  <a:pt x="166098" y="41211"/>
                  <a:pt x="166250" y="41694"/>
                </a:cubicBezTo>
                <a:cubicBezTo>
                  <a:pt x="166402" y="42176"/>
                  <a:pt x="166504" y="42722"/>
                  <a:pt x="166555" y="43331"/>
                </a:cubicBezTo>
                <a:cubicBezTo>
                  <a:pt x="166606" y="43940"/>
                  <a:pt x="166631" y="44702"/>
                  <a:pt x="166631" y="45616"/>
                </a:cubicBezTo>
                <a:cubicBezTo>
                  <a:pt x="166631" y="47596"/>
                  <a:pt x="166402" y="48979"/>
                  <a:pt x="165946" y="49766"/>
                </a:cubicBezTo>
                <a:cubicBezTo>
                  <a:pt x="165489" y="50553"/>
                  <a:pt x="164930" y="50946"/>
                  <a:pt x="164270" y="50946"/>
                </a:cubicBezTo>
                <a:cubicBezTo>
                  <a:pt x="163509" y="50946"/>
                  <a:pt x="162633" y="50527"/>
                  <a:pt x="161643" y="49690"/>
                </a:cubicBezTo>
                <a:cubicBezTo>
                  <a:pt x="160653" y="48852"/>
                  <a:pt x="159396" y="47926"/>
                  <a:pt x="157873" y="46910"/>
                </a:cubicBezTo>
                <a:cubicBezTo>
                  <a:pt x="156350" y="45895"/>
                  <a:pt x="154510" y="44968"/>
                  <a:pt x="152352" y="44131"/>
                </a:cubicBezTo>
                <a:cubicBezTo>
                  <a:pt x="150195" y="43293"/>
                  <a:pt x="147643" y="42874"/>
                  <a:pt x="144699" y="42874"/>
                </a:cubicBezTo>
                <a:cubicBezTo>
                  <a:pt x="138657" y="42874"/>
                  <a:pt x="134025" y="45204"/>
                  <a:pt x="130801" y="49864"/>
                </a:cubicBezTo>
                <a:cubicBezTo>
                  <a:pt x="127577" y="54522"/>
                  <a:pt x="125965" y="61279"/>
                  <a:pt x="125965" y="70137"/>
                </a:cubicBezTo>
                <a:cubicBezTo>
                  <a:pt x="125965" y="74566"/>
                  <a:pt x="126384" y="78449"/>
                  <a:pt x="127222" y="81783"/>
                </a:cubicBezTo>
                <a:cubicBezTo>
                  <a:pt x="128059" y="85118"/>
                  <a:pt x="129291" y="87906"/>
                  <a:pt x="130915" y="90146"/>
                </a:cubicBezTo>
                <a:cubicBezTo>
                  <a:pt x="132540" y="92386"/>
                  <a:pt x="134532" y="94054"/>
                  <a:pt x="136893" y="95148"/>
                </a:cubicBezTo>
                <a:cubicBezTo>
                  <a:pt x="139254" y="96243"/>
                  <a:pt x="141957" y="96790"/>
                  <a:pt x="145004" y="96790"/>
                </a:cubicBezTo>
                <a:cubicBezTo>
                  <a:pt x="147897" y="96790"/>
                  <a:pt x="150436" y="96333"/>
                  <a:pt x="152619" y="95420"/>
                </a:cubicBezTo>
                <a:cubicBezTo>
                  <a:pt x="154802" y="94506"/>
                  <a:pt x="156693" y="93503"/>
                  <a:pt x="158292" y="92412"/>
                </a:cubicBezTo>
                <a:cubicBezTo>
                  <a:pt x="159891" y="91320"/>
                  <a:pt x="161237" y="90330"/>
                  <a:pt x="162328" y="89442"/>
                </a:cubicBezTo>
                <a:cubicBezTo>
                  <a:pt x="163420" y="88553"/>
                  <a:pt x="164270" y="88109"/>
                  <a:pt x="164879" y="88109"/>
                </a:cubicBezTo>
                <a:cubicBezTo>
                  <a:pt x="165235" y="88109"/>
                  <a:pt x="165539" y="88210"/>
                  <a:pt x="165793" y="88414"/>
                </a:cubicBezTo>
                <a:cubicBezTo>
                  <a:pt x="166047" y="88617"/>
                  <a:pt x="166263" y="88959"/>
                  <a:pt x="166441" y="89442"/>
                </a:cubicBezTo>
                <a:cubicBezTo>
                  <a:pt x="166618" y="89924"/>
                  <a:pt x="166745" y="90533"/>
                  <a:pt x="166821" y="91269"/>
                </a:cubicBezTo>
                <a:cubicBezTo>
                  <a:pt x="166897" y="92005"/>
                  <a:pt x="166936" y="92881"/>
                  <a:pt x="166936" y="93897"/>
                </a:cubicBezTo>
                <a:close/>
                <a:moveTo>
                  <a:pt x="285285" y="104253"/>
                </a:moveTo>
                <a:cubicBezTo>
                  <a:pt x="285285" y="104660"/>
                  <a:pt x="285183" y="105002"/>
                  <a:pt x="284980" y="105281"/>
                </a:cubicBezTo>
                <a:cubicBezTo>
                  <a:pt x="284777" y="105561"/>
                  <a:pt x="284447" y="105802"/>
                  <a:pt x="283990" y="106005"/>
                </a:cubicBezTo>
                <a:cubicBezTo>
                  <a:pt x="283533" y="106208"/>
                  <a:pt x="282899" y="106360"/>
                  <a:pt x="282086" y="106462"/>
                </a:cubicBezTo>
                <a:cubicBezTo>
                  <a:pt x="281274" y="106563"/>
                  <a:pt x="280259" y="106614"/>
                  <a:pt x="279040" y="106614"/>
                </a:cubicBezTo>
                <a:cubicBezTo>
                  <a:pt x="277771" y="106614"/>
                  <a:pt x="276730" y="106563"/>
                  <a:pt x="275918" y="106462"/>
                </a:cubicBezTo>
                <a:cubicBezTo>
                  <a:pt x="275106" y="106360"/>
                  <a:pt x="274458" y="106208"/>
                  <a:pt x="273976" y="106005"/>
                </a:cubicBezTo>
                <a:cubicBezTo>
                  <a:pt x="273494" y="105802"/>
                  <a:pt x="273151" y="105561"/>
                  <a:pt x="272948" y="105281"/>
                </a:cubicBezTo>
                <a:cubicBezTo>
                  <a:pt x="272745" y="105002"/>
                  <a:pt x="272643" y="104660"/>
                  <a:pt x="272643" y="104253"/>
                </a:cubicBezTo>
                <a:lnTo>
                  <a:pt x="272643" y="62598"/>
                </a:lnTo>
                <a:cubicBezTo>
                  <a:pt x="272643" y="59704"/>
                  <a:pt x="272390" y="57064"/>
                  <a:pt x="271882" y="54678"/>
                </a:cubicBezTo>
                <a:cubicBezTo>
                  <a:pt x="271374" y="52292"/>
                  <a:pt x="270562" y="50236"/>
                  <a:pt x="269445" y="48509"/>
                </a:cubicBezTo>
                <a:cubicBezTo>
                  <a:pt x="268328" y="46783"/>
                  <a:pt x="266906" y="45463"/>
                  <a:pt x="265180" y="44549"/>
                </a:cubicBezTo>
                <a:cubicBezTo>
                  <a:pt x="263454" y="43636"/>
                  <a:pt x="261423" y="43179"/>
                  <a:pt x="259088" y="43179"/>
                </a:cubicBezTo>
                <a:cubicBezTo>
                  <a:pt x="256194" y="43179"/>
                  <a:pt x="253288" y="44296"/>
                  <a:pt x="250369" y="46529"/>
                </a:cubicBezTo>
                <a:cubicBezTo>
                  <a:pt x="247449" y="48763"/>
                  <a:pt x="244238" y="52038"/>
                  <a:pt x="240735" y="56353"/>
                </a:cubicBezTo>
                <a:lnTo>
                  <a:pt x="240735" y="104253"/>
                </a:lnTo>
                <a:cubicBezTo>
                  <a:pt x="240735" y="104660"/>
                  <a:pt x="240634" y="105002"/>
                  <a:pt x="240431" y="105281"/>
                </a:cubicBezTo>
                <a:cubicBezTo>
                  <a:pt x="240228" y="105561"/>
                  <a:pt x="239885" y="105802"/>
                  <a:pt x="239403" y="106005"/>
                </a:cubicBezTo>
                <a:cubicBezTo>
                  <a:pt x="238920" y="106208"/>
                  <a:pt x="238273" y="106360"/>
                  <a:pt x="237461" y="106462"/>
                </a:cubicBezTo>
                <a:cubicBezTo>
                  <a:pt x="236648" y="106563"/>
                  <a:pt x="235633" y="106614"/>
                  <a:pt x="234415" y="106614"/>
                </a:cubicBezTo>
                <a:cubicBezTo>
                  <a:pt x="233247" y="106614"/>
                  <a:pt x="232244" y="106563"/>
                  <a:pt x="231407" y="106462"/>
                </a:cubicBezTo>
                <a:cubicBezTo>
                  <a:pt x="230569" y="106360"/>
                  <a:pt x="229909" y="106208"/>
                  <a:pt x="229427" y="106005"/>
                </a:cubicBezTo>
                <a:cubicBezTo>
                  <a:pt x="228944" y="105802"/>
                  <a:pt x="228614" y="105561"/>
                  <a:pt x="228437" y="105281"/>
                </a:cubicBezTo>
                <a:cubicBezTo>
                  <a:pt x="228259" y="105002"/>
                  <a:pt x="228170" y="104660"/>
                  <a:pt x="228170" y="104253"/>
                </a:cubicBezTo>
                <a:lnTo>
                  <a:pt x="228170" y="62598"/>
                </a:lnTo>
                <a:cubicBezTo>
                  <a:pt x="228170" y="59704"/>
                  <a:pt x="227891" y="57064"/>
                  <a:pt x="227332" y="54678"/>
                </a:cubicBezTo>
                <a:cubicBezTo>
                  <a:pt x="226774" y="52292"/>
                  <a:pt x="225936" y="50236"/>
                  <a:pt x="224819" y="48509"/>
                </a:cubicBezTo>
                <a:cubicBezTo>
                  <a:pt x="223702" y="46783"/>
                  <a:pt x="222294" y="45463"/>
                  <a:pt x="220593" y="44549"/>
                </a:cubicBezTo>
                <a:cubicBezTo>
                  <a:pt x="218892" y="43636"/>
                  <a:pt x="216874" y="43179"/>
                  <a:pt x="214539" y="43179"/>
                </a:cubicBezTo>
                <a:cubicBezTo>
                  <a:pt x="211645" y="43179"/>
                  <a:pt x="208726" y="44296"/>
                  <a:pt x="205781" y="46529"/>
                </a:cubicBezTo>
                <a:cubicBezTo>
                  <a:pt x="202836" y="48763"/>
                  <a:pt x="199638" y="52038"/>
                  <a:pt x="196186" y="56353"/>
                </a:cubicBezTo>
                <a:lnTo>
                  <a:pt x="196186" y="104253"/>
                </a:lnTo>
                <a:cubicBezTo>
                  <a:pt x="196186" y="104660"/>
                  <a:pt x="196084" y="105002"/>
                  <a:pt x="195881" y="105281"/>
                </a:cubicBezTo>
                <a:cubicBezTo>
                  <a:pt x="195678" y="105561"/>
                  <a:pt x="195348" y="105802"/>
                  <a:pt x="194891" y="106005"/>
                </a:cubicBezTo>
                <a:cubicBezTo>
                  <a:pt x="194434" y="106208"/>
                  <a:pt x="193800" y="106360"/>
                  <a:pt x="192987" y="106462"/>
                </a:cubicBezTo>
                <a:cubicBezTo>
                  <a:pt x="192175" y="106563"/>
                  <a:pt x="191134" y="106614"/>
                  <a:pt x="189865" y="106614"/>
                </a:cubicBezTo>
                <a:cubicBezTo>
                  <a:pt x="188647" y="106614"/>
                  <a:pt x="187631" y="106563"/>
                  <a:pt x="186819" y="106462"/>
                </a:cubicBezTo>
                <a:cubicBezTo>
                  <a:pt x="186007" y="106360"/>
                  <a:pt x="185359" y="106208"/>
                  <a:pt x="184877" y="106005"/>
                </a:cubicBezTo>
                <a:cubicBezTo>
                  <a:pt x="184395" y="105802"/>
                  <a:pt x="184065" y="105561"/>
                  <a:pt x="183887" y="105281"/>
                </a:cubicBezTo>
                <a:cubicBezTo>
                  <a:pt x="183709" y="105002"/>
                  <a:pt x="183621" y="104660"/>
                  <a:pt x="183621" y="104253"/>
                </a:cubicBezTo>
                <a:lnTo>
                  <a:pt x="183621" y="35716"/>
                </a:lnTo>
                <a:cubicBezTo>
                  <a:pt x="183621" y="35310"/>
                  <a:pt x="183697" y="34967"/>
                  <a:pt x="183849" y="34688"/>
                </a:cubicBezTo>
                <a:cubicBezTo>
                  <a:pt x="184001" y="34408"/>
                  <a:pt x="184306" y="34155"/>
                  <a:pt x="184763" y="33926"/>
                </a:cubicBezTo>
                <a:cubicBezTo>
                  <a:pt x="185220" y="33698"/>
                  <a:pt x="185804" y="33545"/>
                  <a:pt x="186514" y="33469"/>
                </a:cubicBezTo>
                <a:cubicBezTo>
                  <a:pt x="187225" y="33393"/>
                  <a:pt x="188164" y="33355"/>
                  <a:pt x="189332" y="33355"/>
                </a:cubicBezTo>
                <a:cubicBezTo>
                  <a:pt x="190449" y="33355"/>
                  <a:pt x="191375" y="33393"/>
                  <a:pt x="192112" y="33469"/>
                </a:cubicBezTo>
                <a:cubicBezTo>
                  <a:pt x="192848" y="33545"/>
                  <a:pt x="193419" y="33698"/>
                  <a:pt x="193825" y="33926"/>
                </a:cubicBezTo>
                <a:cubicBezTo>
                  <a:pt x="194231" y="34155"/>
                  <a:pt x="194523" y="34408"/>
                  <a:pt x="194701" y="34688"/>
                </a:cubicBezTo>
                <a:cubicBezTo>
                  <a:pt x="194879" y="34967"/>
                  <a:pt x="194967" y="35310"/>
                  <a:pt x="194967" y="35716"/>
                </a:cubicBezTo>
                <a:lnTo>
                  <a:pt x="194967" y="44778"/>
                </a:lnTo>
                <a:cubicBezTo>
                  <a:pt x="198826" y="40463"/>
                  <a:pt x="202570" y="37302"/>
                  <a:pt x="206200" y="35297"/>
                </a:cubicBezTo>
                <a:cubicBezTo>
                  <a:pt x="209830" y="33292"/>
                  <a:pt x="213498" y="32289"/>
                  <a:pt x="217204" y="32289"/>
                </a:cubicBezTo>
                <a:cubicBezTo>
                  <a:pt x="220047" y="32289"/>
                  <a:pt x="222598" y="32619"/>
                  <a:pt x="224857" y="33279"/>
                </a:cubicBezTo>
                <a:cubicBezTo>
                  <a:pt x="227117" y="33939"/>
                  <a:pt x="229109" y="34865"/>
                  <a:pt x="230835" y="36058"/>
                </a:cubicBezTo>
                <a:cubicBezTo>
                  <a:pt x="232562" y="37251"/>
                  <a:pt x="234034" y="38673"/>
                  <a:pt x="235252" y="40323"/>
                </a:cubicBezTo>
                <a:cubicBezTo>
                  <a:pt x="236471" y="41973"/>
                  <a:pt x="237486" y="43813"/>
                  <a:pt x="238298" y="45844"/>
                </a:cubicBezTo>
                <a:cubicBezTo>
                  <a:pt x="240583" y="43356"/>
                  <a:pt x="242753" y="41250"/>
                  <a:pt x="244809" y="39523"/>
                </a:cubicBezTo>
                <a:cubicBezTo>
                  <a:pt x="246866" y="37797"/>
                  <a:pt x="248846" y="36401"/>
                  <a:pt x="250749" y="35335"/>
                </a:cubicBezTo>
                <a:cubicBezTo>
                  <a:pt x="252653" y="34269"/>
                  <a:pt x="254506" y="33495"/>
                  <a:pt x="256309" y="33012"/>
                </a:cubicBezTo>
                <a:cubicBezTo>
                  <a:pt x="258111" y="32530"/>
                  <a:pt x="259926" y="32289"/>
                  <a:pt x="261753" y="32289"/>
                </a:cubicBezTo>
                <a:cubicBezTo>
                  <a:pt x="266170" y="32289"/>
                  <a:pt x="269876" y="33063"/>
                  <a:pt x="272872" y="34612"/>
                </a:cubicBezTo>
                <a:cubicBezTo>
                  <a:pt x="275867" y="36160"/>
                  <a:pt x="278291" y="38229"/>
                  <a:pt x="280144" y="40818"/>
                </a:cubicBezTo>
                <a:cubicBezTo>
                  <a:pt x="281997" y="43407"/>
                  <a:pt x="283317" y="46441"/>
                  <a:pt x="284104" y="49918"/>
                </a:cubicBezTo>
                <a:cubicBezTo>
                  <a:pt x="284891" y="53396"/>
                  <a:pt x="285285" y="57064"/>
                  <a:pt x="285285" y="60922"/>
                </a:cubicBezTo>
                <a:lnTo>
                  <a:pt x="285285" y="104253"/>
                </a:lnTo>
                <a:close/>
                <a:moveTo>
                  <a:pt x="371272" y="68956"/>
                </a:moveTo>
                <a:cubicBezTo>
                  <a:pt x="371272" y="74952"/>
                  <a:pt x="370625" y="80338"/>
                  <a:pt x="369330" y="85115"/>
                </a:cubicBezTo>
                <a:cubicBezTo>
                  <a:pt x="368036" y="89892"/>
                  <a:pt x="366132" y="93946"/>
                  <a:pt x="363619" y="97276"/>
                </a:cubicBezTo>
                <a:cubicBezTo>
                  <a:pt x="361106" y="100604"/>
                  <a:pt x="357996" y="103171"/>
                  <a:pt x="354290" y="104974"/>
                </a:cubicBezTo>
                <a:cubicBezTo>
                  <a:pt x="350584" y="106778"/>
                  <a:pt x="346345" y="107680"/>
                  <a:pt x="341573" y="107680"/>
                </a:cubicBezTo>
                <a:cubicBezTo>
                  <a:pt x="339542" y="107680"/>
                  <a:pt x="337663" y="107477"/>
                  <a:pt x="335937" y="107071"/>
                </a:cubicBezTo>
                <a:cubicBezTo>
                  <a:pt x="334211" y="106665"/>
                  <a:pt x="332523" y="106030"/>
                  <a:pt x="330873" y="105167"/>
                </a:cubicBezTo>
                <a:cubicBezTo>
                  <a:pt x="329223" y="104303"/>
                  <a:pt x="327586" y="103209"/>
                  <a:pt x="325961" y="101888"/>
                </a:cubicBezTo>
                <a:cubicBezTo>
                  <a:pt x="324337" y="100566"/>
                  <a:pt x="322610" y="99016"/>
                  <a:pt x="320783" y="97238"/>
                </a:cubicBezTo>
                <a:lnTo>
                  <a:pt x="320783" y="131445"/>
                </a:lnTo>
                <a:cubicBezTo>
                  <a:pt x="320783" y="131849"/>
                  <a:pt x="320681" y="132204"/>
                  <a:pt x="320478" y="132508"/>
                </a:cubicBezTo>
                <a:cubicBezTo>
                  <a:pt x="320275" y="132813"/>
                  <a:pt x="319945" y="133066"/>
                  <a:pt x="319488" y="133268"/>
                </a:cubicBezTo>
                <a:cubicBezTo>
                  <a:pt x="319031" y="133471"/>
                  <a:pt x="318397" y="133623"/>
                  <a:pt x="317584" y="133725"/>
                </a:cubicBezTo>
                <a:cubicBezTo>
                  <a:pt x="316772" y="133826"/>
                  <a:pt x="315731" y="133877"/>
                  <a:pt x="314462" y="133877"/>
                </a:cubicBezTo>
                <a:cubicBezTo>
                  <a:pt x="313244" y="133877"/>
                  <a:pt x="312228" y="133826"/>
                  <a:pt x="311416" y="133725"/>
                </a:cubicBezTo>
                <a:cubicBezTo>
                  <a:pt x="310604" y="133623"/>
                  <a:pt x="309956" y="133471"/>
                  <a:pt x="309474" y="133268"/>
                </a:cubicBezTo>
                <a:cubicBezTo>
                  <a:pt x="308992" y="133065"/>
                  <a:pt x="308662" y="132811"/>
                  <a:pt x="308484" y="132506"/>
                </a:cubicBezTo>
                <a:cubicBezTo>
                  <a:pt x="308306" y="132201"/>
                  <a:pt x="308218" y="131846"/>
                  <a:pt x="308218" y="131440"/>
                </a:cubicBezTo>
                <a:lnTo>
                  <a:pt x="308218" y="35716"/>
                </a:lnTo>
                <a:cubicBezTo>
                  <a:pt x="308218" y="35259"/>
                  <a:pt x="308294" y="34891"/>
                  <a:pt x="308446" y="34612"/>
                </a:cubicBezTo>
                <a:cubicBezTo>
                  <a:pt x="308598" y="34332"/>
                  <a:pt x="308903" y="34091"/>
                  <a:pt x="309360" y="33888"/>
                </a:cubicBezTo>
                <a:cubicBezTo>
                  <a:pt x="309817" y="33685"/>
                  <a:pt x="310401" y="33545"/>
                  <a:pt x="311111" y="33469"/>
                </a:cubicBezTo>
                <a:cubicBezTo>
                  <a:pt x="311822" y="33393"/>
                  <a:pt x="312685" y="33355"/>
                  <a:pt x="313701" y="33355"/>
                </a:cubicBezTo>
                <a:cubicBezTo>
                  <a:pt x="314767" y="33355"/>
                  <a:pt x="315642" y="33393"/>
                  <a:pt x="316328" y="33469"/>
                </a:cubicBezTo>
                <a:cubicBezTo>
                  <a:pt x="317013" y="33545"/>
                  <a:pt x="317584" y="33685"/>
                  <a:pt x="318041" y="33888"/>
                </a:cubicBezTo>
                <a:cubicBezTo>
                  <a:pt x="318498" y="34091"/>
                  <a:pt x="318816" y="34333"/>
                  <a:pt x="318993" y="34614"/>
                </a:cubicBezTo>
                <a:cubicBezTo>
                  <a:pt x="319171" y="34893"/>
                  <a:pt x="319260" y="35261"/>
                  <a:pt x="319260" y="35718"/>
                </a:cubicBezTo>
                <a:lnTo>
                  <a:pt x="319260" y="44942"/>
                </a:lnTo>
                <a:cubicBezTo>
                  <a:pt x="321341" y="42808"/>
                  <a:pt x="323347" y="40954"/>
                  <a:pt x="325276" y="39378"/>
                </a:cubicBezTo>
                <a:cubicBezTo>
                  <a:pt x="327205" y="37803"/>
                  <a:pt x="329147" y="36495"/>
                  <a:pt x="331102" y="35454"/>
                </a:cubicBezTo>
                <a:cubicBezTo>
                  <a:pt x="333056" y="34412"/>
                  <a:pt x="335061" y="33624"/>
                  <a:pt x="337118" y="33091"/>
                </a:cubicBezTo>
                <a:cubicBezTo>
                  <a:pt x="339174" y="32556"/>
                  <a:pt x="341344" y="32289"/>
                  <a:pt x="343629" y="32289"/>
                </a:cubicBezTo>
                <a:cubicBezTo>
                  <a:pt x="348604" y="32289"/>
                  <a:pt x="352843" y="33254"/>
                  <a:pt x="356346" y="35185"/>
                </a:cubicBezTo>
                <a:cubicBezTo>
                  <a:pt x="359849" y="37116"/>
                  <a:pt x="362705" y="39759"/>
                  <a:pt x="364913" y="43114"/>
                </a:cubicBezTo>
                <a:cubicBezTo>
                  <a:pt x="367122" y="46468"/>
                  <a:pt x="368734" y="50369"/>
                  <a:pt x="369749" y="54816"/>
                </a:cubicBezTo>
                <a:cubicBezTo>
                  <a:pt x="370765" y="59261"/>
                  <a:pt x="371272" y="63975"/>
                  <a:pt x="371272" y="68956"/>
                </a:cubicBezTo>
                <a:moveTo>
                  <a:pt x="358022" y="70403"/>
                </a:moveTo>
                <a:cubicBezTo>
                  <a:pt x="358022" y="66896"/>
                  <a:pt x="357755" y="63502"/>
                  <a:pt x="357222" y="60223"/>
                </a:cubicBezTo>
                <a:cubicBezTo>
                  <a:pt x="356689" y="56943"/>
                  <a:pt x="355775" y="54033"/>
                  <a:pt x="354480" y="51491"/>
                </a:cubicBezTo>
                <a:cubicBezTo>
                  <a:pt x="353186" y="48950"/>
                  <a:pt x="351447" y="46917"/>
                  <a:pt x="349264" y="45392"/>
                </a:cubicBezTo>
                <a:cubicBezTo>
                  <a:pt x="347081" y="43866"/>
                  <a:pt x="344365" y="43103"/>
                  <a:pt x="341116" y="43103"/>
                </a:cubicBezTo>
                <a:cubicBezTo>
                  <a:pt x="339491" y="43103"/>
                  <a:pt x="337892" y="43345"/>
                  <a:pt x="336318" y="43828"/>
                </a:cubicBezTo>
                <a:cubicBezTo>
                  <a:pt x="334744" y="44311"/>
                  <a:pt x="333145" y="45073"/>
                  <a:pt x="331520" y="46115"/>
                </a:cubicBezTo>
                <a:cubicBezTo>
                  <a:pt x="329896" y="47158"/>
                  <a:pt x="328195" y="48531"/>
                  <a:pt x="326418" y="50235"/>
                </a:cubicBezTo>
                <a:cubicBezTo>
                  <a:pt x="324641" y="51939"/>
                  <a:pt x="322763" y="54037"/>
                  <a:pt x="320783" y="56529"/>
                </a:cubicBezTo>
                <a:lnTo>
                  <a:pt x="320783" y="83821"/>
                </a:lnTo>
                <a:cubicBezTo>
                  <a:pt x="324235" y="88042"/>
                  <a:pt x="327510" y="91272"/>
                  <a:pt x="330607" y="93511"/>
                </a:cubicBezTo>
                <a:cubicBezTo>
                  <a:pt x="333703" y="95748"/>
                  <a:pt x="336953" y="96867"/>
                  <a:pt x="340354" y="96867"/>
                </a:cubicBezTo>
                <a:cubicBezTo>
                  <a:pt x="343502" y="96867"/>
                  <a:pt x="346205" y="96104"/>
                  <a:pt x="348464" y="94580"/>
                </a:cubicBezTo>
                <a:cubicBezTo>
                  <a:pt x="350724" y="93053"/>
                  <a:pt x="352551" y="91019"/>
                  <a:pt x="353947" y="88478"/>
                </a:cubicBezTo>
                <a:cubicBezTo>
                  <a:pt x="355344" y="85936"/>
                  <a:pt x="356372" y="83089"/>
                  <a:pt x="357032" y="79937"/>
                </a:cubicBezTo>
                <a:cubicBezTo>
                  <a:pt x="357692" y="76784"/>
                  <a:pt x="358022" y="73607"/>
                  <a:pt x="358022" y="70403"/>
                </a:cubicBezTo>
                <a:close/>
                <a:moveTo>
                  <a:pt x="484119" y="47291"/>
                </a:moveTo>
                <a:cubicBezTo>
                  <a:pt x="484119" y="49322"/>
                  <a:pt x="483827" y="50731"/>
                  <a:pt x="483243" y="51517"/>
                </a:cubicBezTo>
                <a:cubicBezTo>
                  <a:pt x="482660" y="52304"/>
                  <a:pt x="481987" y="52698"/>
                  <a:pt x="481225" y="52698"/>
                </a:cubicBezTo>
                <a:lnTo>
                  <a:pt x="423654" y="52698"/>
                </a:lnTo>
                <a:cubicBezTo>
                  <a:pt x="422892" y="52698"/>
                  <a:pt x="422232" y="52304"/>
                  <a:pt x="421674" y="51517"/>
                </a:cubicBezTo>
                <a:cubicBezTo>
                  <a:pt x="421115" y="50731"/>
                  <a:pt x="420836" y="49322"/>
                  <a:pt x="420836" y="47291"/>
                </a:cubicBezTo>
                <a:cubicBezTo>
                  <a:pt x="420836" y="45463"/>
                  <a:pt x="421090" y="44118"/>
                  <a:pt x="421598" y="43255"/>
                </a:cubicBezTo>
                <a:cubicBezTo>
                  <a:pt x="422105" y="42392"/>
                  <a:pt x="422791" y="41960"/>
                  <a:pt x="423654" y="41960"/>
                </a:cubicBezTo>
                <a:lnTo>
                  <a:pt x="481225" y="41960"/>
                </a:lnTo>
                <a:cubicBezTo>
                  <a:pt x="482139" y="41960"/>
                  <a:pt x="482850" y="42392"/>
                  <a:pt x="483358" y="43255"/>
                </a:cubicBezTo>
                <a:cubicBezTo>
                  <a:pt x="483865" y="44118"/>
                  <a:pt x="484119" y="45463"/>
                  <a:pt x="484119" y="47291"/>
                </a:cubicBezTo>
                <a:moveTo>
                  <a:pt x="484119" y="76991"/>
                </a:moveTo>
                <a:cubicBezTo>
                  <a:pt x="484119" y="79021"/>
                  <a:pt x="483827" y="80418"/>
                  <a:pt x="483243" y="81179"/>
                </a:cubicBezTo>
                <a:cubicBezTo>
                  <a:pt x="482660" y="81941"/>
                  <a:pt x="481987" y="82321"/>
                  <a:pt x="481225" y="82321"/>
                </a:cubicBezTo>
                <a:lnTo>
                  <a:pt x="423654" y="82321"/>
                </a:lnTo>
                <a:cubicBezTo>
                  <a:pt x="422892" y="82321"/>
                  <a:pt x="422232" y="81941"/>
                  <a:pt x="421674" y="81179"/>
                </a:cubicBezTo>
                <a:cubicBezTo>
                  <a:pt x="421115" y="80418"/>
                  <a:pt x="420836" y="79021"/>
                  <a:pt x="420836" y="76991"/>
                </a:cubicBezTo>
                <a:cubicBezTo>
                  <a:pt x="420836" y="75112"/>
                  <a:pt x="421090" y="73741"/>
                  <a:pt x="421598" y="72878"/>
                </a:cubicBezTo>
                <a:cubicBezTo>
                  <a:pt x="422105" y="72015"/>
                  <a:pt x="422791" y="71584"/>
                  <a:pt x="423654" y="71584"/>
                </a:cubicBezTo>
                <a:lnTo>
                  <a:pt x="481225" y="71584"/>
                </a:lnTo>
                <a:cubicBezTo>
                  <a:pt x="482139" y="71584"/>
                  <a:pt x="482850" y="72015"/>
                  <a:pt x="483358" y="72878"/>
                </a:cubicBezTo>
                <a:cubicBezTo>
                  <a:pt x="483865" y="73741"/>
                  <a:pt x="484119" y="75112"/>
                  <a:pt x="484119" y="76991"/>
                </a:cubicBezTo>
                <a:close/>
                <a:moveTo>
                  <a:pt x="550795" y="104253"/>
                </a:moveTo>
                <a:cubicBezTo>
                  <a:pt x="550795" y="104660"/>
                  <a:pt x="550693" y="105002"/>
                  <a:pt x="550490" y="105281"/>
                </a:cubicBezTo>
                <a:cubicBezTo>
                  <a:pt x="550287" y="105561"/>
                  <a:pt x="549957" y="105802"/>
                  <a:pt x="549500" y="106005"/>
                </a:cubicBezTo>
                <a:cubicBezTo>
                  <a:pt x="549043" y="106208"/>
                  <a:pt x="548409" y="106360"/>
                  <a:pt x="547596" y="106462"/>
                </a:cubicBezTo>
                <a:cubicBezTo>
                  <a:pt x="546784" y="106563"/>
                  <a:pt x="545743" y="106614"/>
                  <a:pt x="544474" y="106614"/>
                </a:cubicBezTo>
                <a:cubicBezTo>
                  <a:pt x="543256" y="106614"/>
                  <a:pt x="542240" y="106563"/>
                  <a:pt x="541428" y="106462"/>
                </a:cubicBezTo>
                <a:cubicBezTo>
                  <a:pt x="540616" y="106360"/>
                  <a:pt x="539968" y="106208"/>
                  <a:pt x="539486" y="106005"/>
                </a:cubicBezTo>
                <a:cubicBezTo>
                  <a:pt x="539004" y="105802"/>
                  <a:pt x="538674" y="105561"/>
                  <a:pt x="538496" y="105281"/>
                </a:cubicBezTo>
                <a:cubicBezTo>
                  <a:pt x="538318" y="105002"/>
                  <a:pt x="538229" y="104660"/>
                  <a:pt x="538229" y="104253"/>
                </a:cubicBezTo>
                <a:lnTo>
                  <a:pt x="538229" y="35716"/>
                </a:lnTo>
                <a:cubicBezTo>
                  <a:pt x="538229" y="35360"/>
                  <a:pt x="538318" y="35030"/>
                  <a:pt x="538496" y="34726"/>
                </a:cubicBezTo>
                <a:cubicBezTo>
                  <a:pt x="538674" y="34421"/>
                  <a:pt x="539004" y="34167"/>
                  <a:pt x="539486" y="33964"/>
                </a:cubicBezTo>
                <a:cubicBezTo>
                  <a:pt x="539968" y="33761"/>
                  <a:pt x="540616" y="33609"/>
                  <a:pt x="541428" y="33507"/>
                </a:cubicBezTo>
                <a:cubicBezTo>
                  <a:pt x="542240" y="33406"/>
                  <a:pt x="543256" y="33355"/>
                  <a:pt x="544474" y="33355"/>
                </a:cubicBezTo>
                <a:cubicBezTo>
                  <a:pt x="545743" y="33355"/>
                  <a:pt x="546784" y="33406"/>
                  <a:pt x="547596" y="33507"/>
                </a:cubicBezTo>
                <a:cubicBezTo>
                  <a:pt x="548409" y="33609"/>
                  <a:pt x="549043" y="33761"/>
                  <a:pt x="549500" y="33964"/>
                </a:cubicBezTo>
                <a:cubicBezTo>
                  <a:pt x="549957" y="34167"/>
                  <a:pt x="550287" y="34421"/>
                  <a:pt x="550490" y="34726"/>
                </a:cubicBezTo>
                <a:cubicBezTo>
                  <a:pt x="550693" y="35030"/>
                  <a:pt x="550795" y="35360"/>
                  <a:pt x="550795" y="35716"/>
                </a:cubicBezTo>
                <a:lnTo>
                  <a:pt x="550795" y="104253"/>
                </a:lnTo>
                <a:moveTo>
                  <a:pt x="552242" y="12489"/>
                </a:moveTo>
                <a:cubicBezTo>
                  <a:pt x="552242" y="15434"/>
                  <a:pt x="551683" y="17439"/>
                  <a:pt x="550566" y="18505"/>
                </a:cubicBezTo>
                <a:cubicBezTo>
                  <a:pt x="549449" y="19571"/>
                  <a:pt x="547393" y="20104"/>
                  <a:pt x="544398" y="20104"/>
                </a:cubicBezTo>
                <a:cubicBezTo>
                  <a:pt x="541453" y="20104"/>
                  <a:pt x="539435" y="19584"/>
                  <a:pt x="538344" y="18543"/>
                </a:cubicBezTo>
                <a:cubicBezTo>
                  <a:pt x="537252" y="17502"/>
                  <a:pt x="536706" y="15535"/>
                  <a:pt x="536706" y="12641"/>
                </a:cubicBezTo>
                <a:cubicBezTo>
                  <a:pt x="536706" y="9697"/>
                  <a:pt x="537265" y="7691"/>
                  <a:pt x="538382" y="6625"/>
                </a:cubicBezTo>
                <a:cubicBezTo>
                  <a:pt x="539499" y="5559"/>
                  <a:pt x="541555" y="5026"/>
                  <a:pt x="544550" y="5026"/>
                </a:cubicBezTo>
                <a:cubicBezTo>
                  <a:pt x="547495" y="5026"/>
                  <a:pt x="549513" y="5546"/>
                  <a:pt x="550604" y="6587"/>
                </a:cubicBezTo>
                <a:cubicBezTo>
                  <a:pt x="551696" y="7628"/>
                  <a:pt x="552242" y="9595"/>
                  <a:pt x="552242" y="12489"/>
                </a:cubicBezTo>
                <a:close/>
                <a:moveTo>
                  <a:pt x="623199" y="93897"/>
                </a:moveTo>
                <a:cubicBezTo>
                  <a:pt x="623199" y="94760"/>
                  <a:pt x="623174" y="95508"/>
                  <a:pt x="623123" y="96143"/>
                </a:cubicBezTo>
                <a:cubicBezTo>
                  <a:pt x="623073" y="96778"/>
                  <a:pt x="622984" y="97311"/>
                  <a:pt x="622857" y="97742"/>
                </a:cubicBezTo>
                <a:cubicBezTo>
                  <a:pt x="622730" y="98174"/>
                  <a:pt x="622578" y="98555"/>
                  <a:pt x="622400" y="98885"/>
                </a:cubicBezTo>
                <a:cubicBezTo>
                  <a:pt x="622222" y="99215"/>
                  <a:pt x="621816" y="99697"/>
                  <a:pt x="621181" y="100331"/>
                </a:cubicBezTo>
                <a:cubicBezTo>
                  <a:pt x="620547" y="100966"/>
                  <a:pt x="619468" y="101753"/>
                  <a:pt x="617945" y="102692"/>
                </a:cubicBezTo>
                <a:cubicBezTo>
                  <a:pt x="616422" y="103631"/>
                  <a:pt x="614708" y="104469"/>
                  <a:pt x="612805" y="105205"/>
                </a:cubicBezTo>
                <a:cubicBezTo>
                  <a:pt x="610901" y="105941"/>
                  <a:pt x="608832" y="106538"/>
                  <a:pt x="606598" y="106995"/>
                </a:cubicBezTo>
                <a:cubicBezTo>
                  <a:pt x="604364" y="107452"/>
                  <a:pt x="602054" y="107680"/>
                  <a:pt x="599668" y="107680"/>
                </a:cubicBezTo>
                <a:cubicBezTo>
                  <a:pt x="594744" y="107680"/>
                  <a:pt x="590378" y="106866"/>
                  <a:pt x="586570" y="105239"/>
                </a:cubicBezTo>
                <a:cubicBezTo>
                  <a:pt x="582762" y="103611"/>
                  <a:pt x="579577" y="101233"/>
                  <a:pt x="577013" y="98104"/>
                </a:cubicBezTo>
                <a:cubicBezTo>
                  <a:pt x="574449" y="94975"/>
                  <a:pt x="572494" y="91134"/>
                  <a:pt x="571149" y="86581"/>
                </a:cubicBezTo>
                <a:cubicBezTo>
                  <a:pt x="569804" y="82028"/>
                  <a:pt x="569131" y="76776"/>
                  <a:pt x="569131" y="70825"/>
                </a:cubicBezTo>
                <a:cubicBezTo>
                  <a:pt x="569131" y="64058"/>
                  <a:pt x="569956" y="58246"/>
                  <a:pt x="571606" y="53388"/>
                </a:cubicBezTo>
                <a:cubicBezTo>
                  <a:pt x="573256" y="48530"/>
                  <a:pt x="575515" y="44549"/>
                  <a:pt x="578383" y="41446"/>
                </a:cubicBezTo>
                <a:cubicBezTo>
                  <a:pt x="581252" y="38343"/>
                  <a:pt x="584628" y="36041"/>
                  <a:pt x="588512" y="34540"/>
                </a:cubicBezTo>
                <a:cubicBezTo>
                  <a:pt x="592396" y="33039"/>
                  <a:pt x="596597" y="32289"/>
                  <a:pt x="601115" y="32289"/>
                </a:cubicBezTo>
                <a:cubicBezTo>
                  <a:pt x="603298" y="32289"/>
                  <a:pt x="605418" y="32492"/>
                  <a:pt x="607474" y="32898"/>
                </a:cubicBezTo>
                <a:cubicBezTo>
                  <a:pt x="609530" y="33304"/>
                  <a:pt x="611421" y="33837"/>
                  <a:pt x="613147" y="34497"/>
                </a:cubicBezTo>
                <a:cubicBezTo>
                  <a:pt x="614873" y="35157"/>
                  <a:pt x="616409" y="35919"/>
                  <a:pt x="617755" y="36782"/>
                </a:cubicBezTo>
                <a:cubicBezTo>
                  <a:pt x="619100" y="37645"/>
                  <a:pt x="620077" y="38381"/>
                  <a:pt x="620686" y="38990"/>
                </a:cubicBezTo>
                <a:cubicBezTo>
                  <a:pt x="621296" y="39600"/>
                  <a:pt x="621714" y="40082"/>
                  <a:pt x="621943" y="40437"/>
                </a:cubicBezTo>
                <a:cubicBezTo>
                  <a:pt x="622171" y="40793"/>
                  <a:pt x="622362" y="41211"/>
                  <a:pt x="622514" y="41694"/>
                </a:cubicBezTo>
                <a:cubicBezTo>
                  <a:pt x="622666" y="42176"/>
                  <a:pt x="622768" y="42722"/>
                  <a:pt x="622819" y="43331"/>
                </a:cubicBezTo>
                <a:cubicBezTo>
                  <a:pt x="622869" y="43940"/>
                  <a:pt x="622895" y="44702"/>
                  <a:pt x="622895" y="45616"/>
                </a:cubicBezTo>
                <a:cubicBezTo>
                  <a:pt x="622895" y="47596"/>
                  <a:pt x="622666" y="48979"/>
                  <a:pt x="622209" y="49766"/>
                </a:cubicBezTo>
                <a:cubicBezTo>
                  <a:pt x="621753" y="50553"/>
                  <a:pt x="621194" y="50946"/>
                  <a:pt x="620534" y="50946"/>
                </a:cubicBezTo>
                <a:cubicBezTo>
                  <a:pt x="619773" y="50946"/>
                  <a:pt x="618897" y="50527"/>
                  <a:pt x="617907" y="49690"/>
                </a:cubicBezTo>
                <a:cubicBezTo>
                  <a:pt x="616917" y="48852"/>
                  <a:pt x="615660" y="47926"/>
                  <a:pt x="614137" y="46910"/>
                </a:cubicBezTo>
                <a:cubicBezTo>
                  <a:pt x="612614" y="45895"/>
                  <a:pt x="610774" y="44968"/>
                  <a:pt x="608616" y="44131"/>
                </a:cubicBezTo>
                <a:cubicBezTo>
                  <a:pt x="606458" y="43293"/>
                  <a:pt x="603907" y="42874"/>
                  <a:pt x="600963" y="42874"/>
                </a:cubicBezTo>
                <a:cubicBezTo>
                  <a:pt x="594921" y="42874"/>
                  <a:pt x="590289" y="45204"/>
                  <a:pt x="587065" y="49864"/>
                </a:cubicBezTo>
                <a:cubicBezTo>
                  <a:pt x="583841" y="54522"/>
                  <a:pt x="582229" y="61279"/>
                  <a:pt x="582229" y="70137"/>
                </a:cubicBezTo>
                <a:cubicBezTo>
                  <a:pt x="582229" y="74566"/>
                  <a:pt x="582648" y="78449"/>
                  <a:pt x="583486" y="81783"/>
                </a:cubicBezTo>
                <a:cubicBezTo>
                  <a:pt x="584323" y="85118"/>
                  <a:pt x="585555" y="87906"/>
                  <a:pt x="587179" y="90146"/>
                </a:cubicBezTo>
                <a:cubicBezTo>
                  <a:pt x="588804" y="92386"/>
                  <a:pt x="590796" y="94054"/>
                  <a:pt x="593157" y="95148"/>
                </a:cubicBezTo>
                <a:cubicBezTo>
                  <a:pt x="595518" y="96243"/>
                  <a:pt x="598221" y="96790"/>
                  <a:pt x="601267" y="96790"/>
                </a:cubicBezTo>
                <a:cubicBezTo>
                  <a:pt x="604161" y="96790"/>
                  <a:pt x="606700" y="96333"/>
                  <a:pt x="608883" y="95420"/>
                </a:cubicBezTo>
                <a:cubicBezTo>
                  <a:pt x="611066" y="94506"/>
                  <a:pt x="612957" y="93503"/>
                  <a:pt x="614556" y="92412"/>
                </a:cubicBezTo>
                <a:cubicBezTo>
                  <a:pt x="616155" y="91320"/>
                  <a:pt x="617501" y="90330"/>
                  <a:pt x="618592" y="89442"/>
                </a:cubicBezTo>
                <a:cubicBezTo>
                  <a:pt x="619684" y="88553"/>
                  <a:pt x="620534" y="88109"/>
                  <a:pt x="621143" y="88109"/>
                </a:cubicBezTo>
                <a:cubicBezTo>
                  <a:pt x="621499" y="88109"/>
                  <a:pt x="621803" y="88210"/>
                  <a:pt x="622057" y="88414"/>
                </a:cubicBezTo>
                <a:cubicBezTo>
                  <a:pt x="622311" y="88617"/>
                  <a:pt x="622527" y="88959"/>
                  <a:pt x="622704" y="89442"/>
                </a:cubicBezTo>
                <a:cubicBezTo>
                  <a:pt x="622882" y="89924"/>
                  <a:pt x="623009" y="90533"/>
                  <a:pt x="623085" y="91269"/>
                </a:cubicBezTo>
                <a:cubicBezTo>
                  <a:pt x="623161" y="92005"/>
                  <a:pt x="623199" y="92881"/>
                  <a:pt x="623199" y="93897"/>
                </a:cubicBezTo>
                <a:close/>
                <a:moveTo>
                  <a:pt x="741549" y="104253"/>
                </a:moveTo>
                <a:cubicBezTo>
                  <a:pt x="741549" y="104660"/>
                  <a:pt x="741447" y="105002"/>
                  <a:pt x="741244" y="105281"/>
                </a:cubicBezTo>
                <a:cubicBezTo>
                  <a:pt x="741041" y="105561"/>
                  <a:pt x="740711" y="105802"/>
                  <a:pt x="740254" y="106005"/>
                </a:cubicBezTo>
                <a:cubicBezTo>
                  <a:pt x="739797" y="106208"/>
                  <a:pt x="739163" y="106360"/>
                  <a:pt x="738350" y="106462"/>
                </a:cubicBezTo>
                <a:cubicBezTo>
                  <a:pt x="737538" y="106563"/>
                  <a:pt x="736523" y="106614"/>
                  <a:pt x="735304" y="106614"/>
                </a:cubicBezTo>
                <a:cubicBezTo>
                  <a:pt x="734035" y="106614"/>
                  <a:pt x="732994" y="106563"/>
                  <a:pt x="732182" y="106462"/>
                </a:cubicBezTo>
                <a:cubicBezTo>
                  <a:pt x="731370" y="106360"/>
                  <a:pt x="730722" y="106208"/>
                  <a:pt x="730240" y="106005"/>
                </a:cubicBezTo>
                <a:cubicBezTo>
                  <a:pt x="729758" y="105802"/>
                  <a:pt x="729415" y="105561"/>
                  <a:pt x="729212" y="105281"/>
                </a:cubicBezTo>
                <a:cubicBezTo>
                  <a:pt x="729009" y="105002"/>
                  <a:pt x="728908" y="104660"/>
                  <a:pt x="728908" y="104253"/>
                </a:cubicBezTo>
                <a:lnTo>
                  <a:pt x="728908" y="62598"/>
                </a:lnTo>
                <a:cubicBezTo>
                  <a:pt x="728908" y="59704"/>
                  <a:pt x="728654" y="57064"/>
                  <a:pt x="728146" y="54678"/>
                </a:cubicBezTo>
                <a:cubicBezTo>
                  <a:pt x="727638" y="52292"/>
                  <a:pt x="726826" y="50236"/>
                  <a:pt x="725709" y="48509"/>
                </a:cubicBezTo>
                <a:cubicBezTo>
                  <a:pt x="724592" y="46783"/>
                  <a:pt x="723171" y="45463"/>
                  <a:pt x="721445" y="44549"/>
                </a:cubicBezTo>
                <a:cubicBezTo>
                  <a:pt x="719718" y="43636"/>
                  <a:pt x="717688" y="43179"/>
                  <a:pt x="715352" y="43179"/>
                </a:cubicBezTo>
                <a:cubicBezTo>
                  <a:pt x="712458" y="43179"/>
                  <a:pt x="709552" y="44296"/>
                  <a:pt x="706633" y="46529"/>
                </a:cubicBezTo>
                <a:cubicBezTo>
                  <a:pt x="703714" y="48763"/>
                  <a:pt x="700502" y="52038"/>
                  <a:pt x="696999" y="56353"/>
                </a:cubicBezTo>
                <a:lnTo>
                  <a:pt x="696999" y="104253"/>
                </a:lnTo>
                <a:cubicBezTo>
                  <a:pt x="696999" y="104660"/>
                  <a:pt x="696898" y="105002"/>
                  <a:pt x="696695" y="105281"/>
                </a:cubicBezTo>
                <a:cubicBezTo>
                  <a:pt x="696492" y="105561"/>
                  <a:pt x="696149" y="105802"/>
                  <a:pt x="695667" y="106005"/>
                </a:cubicBezTo>
                <a:cubicBezTo>
                  <a:pt x="695184" y="106208"/>
                  <a:pt x="694537" y="106360"/>
                  <a:pt x="693725" y="106462"/>
                </a:cubicBezTo>
                <a:cubicBezTo>
                  <a:pt x="692913" y="106563"/>
                  <a:pt x="691897" y="106614"/>
                  <a:pt x="690679" y="106614"/>
                </a:cubicBezTo>
                <a:cubicBezTo>
                  <a:pt x="689511" y="106614"/>
                  <a:pt x="688508" y="106563"/>
                  <a:pt x="687671" y="106462"/>
                </a:cubicBezTo>
                <a:cubicBezTo>
                  <a:pt x="686833" y="106360"/>
                  <a:pt x="686173" y="106208"/>
                  <a:pt x="685691" y="106005"/>
                </a:cubicBezTo>
                <a:cubicBezTo>
                  <a:pt x="685208" y="105802"/>
                  <a:pt x="684878" y="105561"/>
                  <a:pt x="684701" y="105281"/>
                </a:cubicBezTo>
                <a:cubicBezTo>
                  <a:pt x="684523" y="105002"/>
                  <a:pt x="684434" y="104660"/>
                  <a:pt x="684434" y="104253"/>
                </a:cubicBezTo>
                <a:lnTo>
                  <a:pt x="684434" y="62598"/>
                </a:lnTo>
                <a:cubicBezTo>
                  <a:pt x="684434" y="59704"/>
                  <a:pt x="684155" y="57064"/>
                  <a:pt x="683597" y="54678"/>
                </a:cubicBezTo>
                <a:cubicBezTo>
                  <a:pt x="683038" y="52292"/>
                  <a:pt x="682200" y="50236"/>
                  <a:pt x="681083" y="48509"/>
                </a:cubicBezTo>
                <a:cubicBezTo>
                  <a:pt x="679967" y="46783"/>
                  <a:pt x="678558" y="45463"/>
                  <a:pt x="676857" y="44549"/>
                </a:cubicBezTo>
                <a:cubicBezTo>
                  <a:pt x="675156" y="43636"/>
                  <a:pt x="673138" y="43179"/>
                  <a:pt x="670803" y="43179"/>
                </a:cubicBezTo>
                <a:cubicBezTo>
                  <a:pt x="667909" y="43179"/>
                  <a:pt x="664990" y="44296"/>
                  <a:pt x="662045" y="46529"/>
                </a:cubicBezTo>
                <a:cubicBezTo>
                  <a:pt x="659101" y="48763"/>
                  <a:pt x="655902" y="52038"/>
                  <a:pt x="652450" y="56353"/>
                </a:cubicBezTo>
                <a:lnTo>
                  <a:pt x="652450" y="104253"/>
                </a:lnTo>
                <a:cubicBezTo>
                  <a:pt x="652450" y="104660"/>
                  <a:pt x="652348" y="105002"/>
                  <a:pt x="652145" y="105281"/>
                </a:cubicBezTo>
                <a:cubicBezTo>
                  <a:pt x="651942" y="105561"/>
                  <a:pt x="651612" y="105802"/>
                  <a:pt x="651155" y="106005"/>
                </a:cubicBezTo>
                <a:cubicBezTo>
                  <a:pt x="650698" y="106208"/>
                  <a:pt x="650064" y="106360"/>
                  <a:pt x="649252" y="106462"/>
                </a:cubicBezTo>
                <a:cubicBezTo>
                  <a:pt x="648439" y="106563"/>
                  <a:pt x="647398" y="106614"/>
                  <a:pt x="646129" y="106614"/>
                </a:cubicBezTo>
                <a:cubicBezTo>
                  <a:pt x="644911" y="106614"/>
                  <a:pt x="643895" y="106563"/>
                  <a:pt x="643083" y="106462"/>
                </a:cubicBezTo>
                <a:cubicBezTo>
                  <a:pt x="642271" y="106360"/>
                  <a:pt x="641624" y="106208"/>
                  <a:pt x="641141" y="106005"/>
                </a:cubicBezTo>
                <a:cubicBezTo>
                  <a:pt x="640659" y="105802"/>
                  <a:pt x="640329" y="105561"/>
                  <a:pt x="640151" y="105281"/>
                </a:cubicBezTo>
                <a:cubicBezTo>
                  <a:pt x="639974" y="105002"/>
                  <a:pt x="639885" y="104660"/>
                  <a:pt x="639885" y="104253"/>
                </a:cubicBezTo>
                <a:lnTo>
                  <a:pt x="639885" y="35716"/>
                </a:lnTo>
                <a:cubicBezTo>
                  <a:pt x="639885" y="35310"/>
                  <a:pt x="639961" y="34967"/>
                  <a:pt x="640113" y="34688"/>
                </a:cubicBezTo>
                <a:cubicBezTo>
                  <a:pt x="640266" y="34408"/>
                  <a:pt x="640570" y="34155"/>
                  <a:pt x="641027" y="33926"/>
                </a:cubicBezTo>
                <a:cubicBezTo>
                  <a:pt x="641484" y="33698"/>
                  <a:pt x="642068" y="33545"/>
                  <a:pt x="642779" y="33469"/>
                </a:cubicBezTo>
                <a:cubicBezTo>
                  <a:pt x="643489" y="33393"/>
                  <a:pt x="644429" y="33355"/>
                  <a:pt x="645596" y="33355"/>
                </a:cubicBezTo>
                <a:cubicBezTo>
                  <a:pt x="646713" y="33355"/>
                  <a:pt x="647640" y="33393"/>
                  <a:pt x="648376" y="33469"/>
                </a:cubicBezTo>
                <a:cubicBezTo>
                  <a:pt x="649112" y="33545"/>
                  <a:pt x="649683" y="33698"/>
                  <a:pt x="650089" y="33926"/>
                </a:cubicBezTo>
                <a:cubicBezTo>
                  <a:pt x="650495" y="34155"/>
                  <a:pt x="650787" y="34408"/>
                  <a:pt x="650965" y="34688"/>
                </a:cubicBezTo>
                <a:cubicBezTo>
                  <a:pt x="651143" y="34967"/>
                  <a:pt x="651232" y="35310"/>
                  <a:pt x="651232" y="35716"/>
                </a:cubicBezTo>
                <a:lnTo>
                  <a:pt x="651232" y="44778"/>
                </a:lnTo>
                <a:cubicBezTo>
                  <a:pt x="655090" y="40463"/>
                  <a:pt x="658834" y="37302"/>
                  <a:pt x="662464" y="35297"/>
                </a:cubicBezTo>
                <a:cubicBezTo>
                  <a:pt x="666094" y="33292"/>
                  <a:pt x="669762" y="32289"/>
                  <a:pt x="673468" y="32289"/>
                </a:cubicBezTo>
                <a:cubicBezTo>
                  <a:pt x="676311" y="32289"/>
                  <a:pt x="678862" y="32619"/>
                  <a:pt x="681122" y="33279"/>
                </a:cubicBezTo>
                <a:cubicBezTo>
                  <a:pt x="683381" y="33939"/>
                  <a:pt x="685373" y="34865"/>
                  <a:pt x="687100" y="36058"/>
                </a:cubicBezTo>
                <a:cubicBezTo>
                  <a:pt x="688826" y="37251"/>
                  <a:pt x="690298" y="38673"/>
                  <a:pt x="691516" y="40323"/>
                </a:cubicBezTo>
                <a:cubicBezTo>
                  <a:pt x="692735" y="41973"/>
                  <a:pt x="693750" y="43813"/>
                  <a:pt x="694563" y="45844"/>
                </a:cubicBezTo>
                <a:cubicBezTo>
                  <a:pt x="696847" y="43356"/>
                  <a:pt x="699017" y="41250"/>
                  <a:pt x="701074" y="39523"/>
                </a:cubicBezTo>
                <a:cubicBezTo>
                  <a:pt x="703130" y="37797"/>
                  <a:pt x="705110" y="36401"/>
                  <a:pt x="707014" y="35335"/>
                </a:cubicBezTo>
                <a:cubicBezTo>
                  <a:pt x="708917" y="34269"/>
                  <a:pt x="710770" y="33495"/>
                  <a:pt x="712573" y="33012"/>
                </a:cubicBezTo>
                <a:cubicBezTo>
                  <a:pt x="714375" y="32530"/>
                  <a:pt x="716190" y="32289"/>
                  <a:pt x="718018" y="32289"/>
                </a:cubicBezTo>
                <a:cubicBezTo>
                  <a:pt x="722435" y="32289"/>
                  <a:pt x="726141" y="33063"/>
                  <a:pt x="729136" y="34612"/>
                </a:cubicBezTo>
                <a:cubicBezTo>
                  <a:pt x="732131" y="36160"/>
                  <a:pt x="734556" y="38229"/>
                  <a:pt x="736409" y="40818"/>
                </a:cubicBezTo>
                <a:cubicBezTo>
                  <a:pt x="738262" y="43407"/>
                  <a:pt x="739582" y="46441"/>
                  <a:pt x="740369" y="49918"/>
                </a:cubicBezTo>
                <a:cubicBezTo>
                  <a:pt x="741155" y="53396"/>
                  <a:pt x="741549" y="57064"/>
                  <a:pt x="741549" y="60922"/>
                </a:cubicBezTo>
                <a:lnTo>
                  <a:pt x="741549" y="104253"/>
                </a:lnTo>
                <a:close/>
                <a:moveTo>
                  <a:pt x="827537" y="68956"/>
                </a:moveTo>
                <a:cubicBezTo>
                  <a:pt x="827537" y="74952"/>
                  <a:pt x="826890" y="80338"/>
                  <a:pt x="825595" y="85115"/>
                </a:cubicBezTo>
                <a:cubicBezTo>
                  <a:pt x="824301" y="89892"/>
                  <a:pt x="822397" y="93946"/>
                  <a:pt x="819884" y="97276"/>
                </a:cubicBezTo>
                <a:cubicBezTo>
                  <a:pt x="817371" y="100604"/>
                  <a:pt x="814261" y="103171"/>
                  <a:pt x="810555" y="104974"/>
                </a:cubicBezTo>
                <a:cubicBezTo>
                  <a:pt x="806849" y="106778"/>
                  <a:pt x="802610" y="107680"/>
                  <a:pt x="797838" y="107680"/>
                </a:cubicBezTo>
                <a:cubicBezTo>
                  <a:pt x="795807" y="107680"/>
                  <a:pt x="793928" y="107477"/>
                  <a:pt x="792202" y="107071"/>
                </a:cubicBezTo>
                <a:cubicBezTo>
                  <a:pt x="790476" y="106665"/>
                  <a:pt x="788788" y="106030"/>
                  <a:pt x="787138" y="105167"/>
                </a:cubicBezTo>
                <a:cubicBezTo>
                  <a:pt x="785488" y="104303"/>
                  <a:pt x="783851" y="103209"/>
                  <a:pt x="782226" y="101888"/>
                </a:cubicBezTo>
                <a:cubicBezTo>
                  <a:pt x="780602" y="100566"/>
                  <a:pt x="778875" y="99016"/>
                  <a:pt x="777048" y="97238"/>
                </a:cubicBezTo>
                <a:lnTo>
                  <a:pt x="777048" y="131445"/>
                </a:lnTo>
                <a:cubicBezTo>
                  <a:pt x="777048" y="131849"/>
                  <a:pt x="776946" y="132204"/>
                  <a:pt x="776743" y="132508"/>
                </a:cubicBezTo>
                <a:cubicBezTo>
                  <a:pt x="776540" y="132813"/>
                  <a:pt x="776210" y="133066"/>
                  <a:pt x="775753" y="133268"/>
                </a:cubicBezTo>
                <a:cubicBezTo>
                  <a:pt x="775296" y="133471"/>
                  <a:pt x="774662" y="133623"/>
                  <a:pt x="773849" y="133725"/>
                </a:cubicBezTo>
                <a:cubicBezTo>
                  <a:pt x="773037" y="133826"/>
                  <a:pt x="771996" y="133877"/>
                  <a:pt x="770727" y="133877"/>
                </a:cubicBezTo>
                <a:cubicBezTo>
                  <a:pt x="769509" y="133877"/>
                  <a:pt x="768493" y="133826"/>
                  <a:pt x="767681" y="133725"/>
                </a:cubicBezTo>
                <a:cubicBezTo>
                  <a:pt x="766869" y="133623"/>
                  <a:pt x="766221" y="133471"/>
                  <a:pt x="765739" y="133268"/>
                </a:cubicBezTo>
                <a:cubicBezTo>
                  <a:pt x="765257" y="133065"/>
                  <a:pt x="764927" y="132811"/>
                  <a:pt x="764749" y="132506"/>
                </a:cubicBezTo>
                <a:cubicBezTo>
                  <a:pt x="764571" y="132201"/>
                  <a:pt x="764483" y="131846"/>
                  <a:pt x="764483" y="131440"/>
                </a:cubicBezTo>
                <a:lnTo>
                  <a:pt x="764483" y="35716"/>
                </a:lnTo>
                <a:cubicBezTo>
                  <a:pt x="764483" y="35259"/>
                  <a:pt x="764559" y="34891"/>
                  <a:pt x="764711" y="34612"/>
                </a:cubicBezTo>
                <a:cubicBezTo>
                  <a:pt x="764863" y="34332"/>
                  <a:pt x="765168" y="34091"/>
                  <a:pt x="765625" y="33888"/>
                </a:cubicBezTo>
                <a:cubicBezTo>
                  <a:pt x="766082" y="33685"/>
                  <a:pt x="766666" y="33545"/>
                  <a:pt x="767376" y="33469"/>
                </a:cubicBezTo>
                <a:cubicBezTo>
                  <a:pt x="768087" y="33393"/>
                  <a:pt x="768950" y="33355"/>
                  <a:pt x="769966" y="33355"/>
                </a:cubicBezTo>
                <a:cubicBezTo>
                  <a:pt x="771032" y="33355"/>
                  <a:pt x="771908" y="33393"/>
                  <a:pt x="772593" y="33469"/>
                </a:cubicBezTo>
                <a:cubicBezTo>
                  <a:pt x="773278" y="33545"/>
                  <a:pt x="773849" y="33685"/>
                  <a:pt x="774306" y="33888"/>
                </a:cubicBezTo>
                <a:cubicBezTo>
                  <a:pt x="774763" y="34091"/>
                  <a:pt x="775081" y="34333"/>
                  <a:pt x="775258" y="34614"/>
                </a:cubicBezTo>
                <a:cubicBezTo>
                  <a:pt x="775436" y="34893"/>
                  <a:pt x="775525" y="35261"/>
                  <a:pt x="775525" y="35718"/>
                </a:cubicBezTo>
                <a:lnTo>
                  <a:pt x="775525" y="44942"/>
                </a:lnTo>
                <a:cubicBezTo>
                  <a:pt x="777606" y="42808"/>
                  <a:pt x="779612" y="40954"/>
                  <a:pt x="781541" y="39378"/>
                </a:cubicBezTo>
                <a:cubicBezTo>
                  <a:pt x="783470" y="37803"/>
                  <a:pt x="785412" y="36495"/>
                  <a:pt x="787367" y="35454"/>
                </a:cubicBezTo>
                <a:cubicBezTo>
                  <a:pt x="789321" y="34412"/>
                  <a:pt x="791327" y="33624"/>
                  <a:pt x="793383" y="33091"/>
                </a:cubicBezTo>
                <a:cubicBezTo>
                  <a:pt x="795439" y="32556"/>
                  <a:pt x="797609" y="32289"/>
                  <a:pt x="799894" y="32289"/>
                </a:cubicBezTo>
                <a:cubicBezTo>
                  <a:pt x="804869" y="32289"/>
                  <a:pt x="809108" y="33254"/>
                  <a:pt x="812611" y="35185"/>
                </a:cubicBezTo>
                <a:cubicBezTo>
                  <a:pt x="816114" y="37116"/>
                  <a:pt x="818970" y="39759"/>
                  <a:pt x="821178" y="43114"/>
                </a:cubicBezTo>
                <a:cubicBezTo>
                  <a:pt x="823387" y="46468"/>
                  <a:pt x="824999" y="50369"/>
                  <a:pt x="826014" y="54816"/>
                </a:cubicBezTo>
                <a:cubicBezTo>
                  <a:pt x="827030" y="59261"/>
                  <a:pt x="827537" y="63975"/>
                  <a:pt x="827537" y="68956"/>
                </a:cubicBezTo>
                <a:moveTo>
                  <a:pt x="814287" y="70403"/>
                </a:moveTo>
                <a:cubicBezTo>
                  <a:pt x="814287" y="66896"/>
                  <a:pt x="814020" y="63502"/>
                  <a:pt x="813487" y="60223"/>
                </a:cubicBezTo>
                <a:cubicBezTo>
                  <a:pt x="812954" y="56943"/>
                  <a:pt x="812040" y="54033"/>
                  <a:pt x="810746" y="51491"/>
                </a:cubicBezTo>
                <a:cubicBezTo>
                  <a:pt x="809451" y="48950"/>
                  <a:pt x="807712" y="46917"/>
                  <a:pt x="805529" y="45392"/>
                </a:cubicBezTo>
                <a:cubicBezTo>
                  <a:pt x="803346" y="43866"/>
                  <a:pt x="800630" y="43103"/>
                  <a:pt x="797381" y="43103"/>
                </a:cubicBezTo>
                <a:cubicBezTo>
                  <a:pt x="795756" y="43103"/>
                  <a:pt x="794157" y="43345"/>
                  <a:pt x="792583" y="43828"/>
                </a:cubicBezTo>
                <a:cubicBezTo>
                  <a:pt x="791009" y="44311"/>
                  <a:pt x="789410" y="45073"/>
                  <a:pt x="787785" y="46115"/>
                </a:cubicBezTo>
                <a:cubicBezTo>
                  <a:pt x="786161" y="47158"/>
                  <a:pt x="784460" y="48531"/>
                  <a:pt x="782683" y="50235"/>
                </a:cubicBezTo>
                <a:cubicBezTo>
                  <a:pt x="780906" y="51939"/>
                  <a:pt x="779028" y="54037"/>
                  <a:pt x="777048" y="56529"/>
                </a:cubicBezTo>
                <a:lnTo>
                  <a:pt x="777048" y="83821"/>
                </a:lnTo>
                <a:cubicBezTo>
                  <a:pt x="780500" y="88042"/>
                  <a:pt x="783775" y="91272"/>
                  <a:pt x="786872" y="93511"/>
                </a:cubicBezTo>
                <a:cubicBezTo>
                  <a:pt x="789968" y="95748"/>
                  <a:pt x="793218" y="96867"/>
                  <a:pt x="796619" y="96867"/>
                </a:cubicBezTo>
                <a:cubicBezTo>
                  <a:pt x="799767" y="96867"/>
                  <a:pt x="802470" y="96104"/>
                  <a:pt x="804729" y="94580"/>
                </a:cubicBezTo>
                <a:cubicBezTo>
                  <a:pt x="806989" y="93053"/>
                  <a:pt x="808816" y="91019"/>
                  <a:pt x="810212" y="88478"/>
                </a:cubicBezTo>
                <a:cubicBezTo>
                  <a:pt x="811609" y="85936"/>
                  <a:pt x="812637" y="83089"/>
                  <a:pt x="813297" y="79937"/>
                </a:cubicBezTo>
                <a:cubicBezTo>
                  <a:pt x="813957" y="76784"/>
                  <a:pt x="814287" y="73607"/>
                  <a:pt x="814287" y="70403"/>
                </a:cubicBezTo>
                <a:close/>
                <a:moveTo>
                  <a:pt x="924619" y="85651"/>
                </a:moveTo>
                <a:cubicBezTo>
                  <a:pt x="924619" y="89157"/>
                  <a:pt x="923972" y="92282"/>
                  <a:pt x="922677" y="95027"/>
                </a:cubicBezTo>
                <a:cubicBezTo>
                  <a:pt x="921383" y="97770"/>
                  <a:pt x="919542" y="100082"/>
                  <a:pt x="917156" y="101964"/>
                </a:cubicBezTo>
                <a:cubicBezTo>
                  <a:pt x="914770" y="103844"/>
                  <a:pt x="911927" y="105266"/>
                  <a:pt x="908627" y="106231"/>
                </a:cubicBezTo>
                <a:cubicBezTo>
                  <a:pt x="905327" y="107197"/>
                  <a:pt x="901697" y="107680"/>
                  <a:pt x="897737" y="107680"/>
                </a:cubicBezTo>
                <a:cubicBezTo>
                  <a:pt x="895300" y="107680"/>
                  <a:pt x="892978" y="107490"/>
                  <a:pt x="890769" y="107109"/>
                </a:cubicBezTo>
                <a:cubicBezTo>
                  <a:pt x="888561" y="106728"/>
                  <a:pt x="886581" y="106246"/>
                  <a:pt x="884829" y="105662"/>
                </a:cubicBezTo>
                <a:cubicBezTo>
                  <a:pt x="883078" y="105078"/>
                  <a:pt x="881593" y="104469"/>
                  <a:pt x="880374" y="103835"/>
                </a:cubicBezTo>
                <a:cubicBezTo>
                  <a:pt x="879156" y="103200"/>
                  <a:pt x="878267" y="102629"/>
                  <a:pt x="877709" y="102121"/>
                </a:cubicBezTo>
                <a:cubicBezTo>
                  <a:pt x="877150" y="101613"/>
                  <a:pt x="876744" y="100903"/>
                  <a:pt x="876490" y="99989"/>
                </a:cubicBezTo>
                <a:cubicBezTo>
                  <a:pt x="876237" y="99075"/>
                  <a:pt x="876110" y="97831"/>
                  <a:pt x="876110" y="96257"/>
                </a:cubicBezTo>
                <a:cubicBezTo>
                  <a:pt x="876110" y="95293"/>
                  <a:pt x="876160" y="94480"/>
                  <a:pt x="876262" y="93820"/>
                </a:cubicBezTo>
                <a:cubicBezTo>
                  <a:pt x="876363" y="93160"/>
                  <a:pt x="876490" y="92627"/>
                  <a:pt x="876643" y="92221"/>
                </a:cubicBezTo>
                <a:cubicBezTo>
                  <a:pt x="876795" y="91815"/>
                  <a:pt x="877011" y="91523"/>
                  <a:pt x="877290" y="91345"/>
                </a:cubicBezTo>
                <a:cubicBezTo>
                  <a:pt x="877569" y="91168"/>
                  <a:pt x="877887" y="91079"/>
                  <a:pt x="878242" y="91079"/>
                </a:cubicBezTo>
                <a:cubicBezTo>
                  <a:pt x="878800" y="91079"/>
                  <a:pt x="879625" y="91422"/>
                  <a:pt x="880717" y="92107"/>
                </a:cubicBezTo>
                <a:cubicBezTo>
                  <a:pt x="881808" y="92792"/>
                  <a:pt x="883154" y="93541"/>
                  <a:pt x="884753" y="94353"/>
                </a:cubicBezTo>
                <a:cubicBezTo>
                  <a:pt x="886352" y="95166"/>
                  <a:pt x="888243" y="95915"/>
                  <a:pt x="890426" y="96600"/>
                </a:cubicBezTo>
                <a:cubicBezTo>
                  <a:pt x="892609" y="97285"/>
                  <a:pt x="895122" y="97628"/>
                  <a:pt x="897966" y="97628"/>
                </a:cubicBezTo>
                <a:cubicBezTo>
                  <a:pt x="900098" y="97628"/>
                  <a:pt x="902027" y="97400"/>
                  <a:pt x="903753" y="96943"/>
                </a:cubicBezTo>
                <a:cubicBezTo>
                  <a:pt x="905479" y="96484"/>
                  <a:pt x="906977" y="95810"/>
                  <a:pt x="908246" y="94920"/>
                </a:cubicBezTo>
                <a:cubicBezTo>
                  <a:pt x="909515" y="94030"/>
                  <a:pt x="910493" y="92898"/>
                  <a:pt x="911178" y="91524"/>
                </a:cubicBezTo>
                <a:cubicBezTo>
                  <a:pt x="911863" y="90150"/>
                  <a:pt x="912206" y="88522"/>
                  <a:pt x="912206" y="86641"/>
                </a:cubicBezTo>
                <a:cubicBezTo>
                  <a:pt x="912206" y="84710"/>
                  <a:pt x="911711" y="83084"/>
                  <a:pt x="910721" y="81762"/>
                </a:cubicBezTo>
                <a:cubicBezTo>
                  <a:pt x="909731" y="80441"/>
                  <a:pt x="908424" y="79272"/>
                  <a:pt x="906799" y="78257"/>
                </a:cubicBezTo>
                <a:cubicBezTo>
                  <a:pt x="905175" y="77240"/>
                  <a:pt x="903347" y="76338"/>
                  <a:pt x="901316" y="75551"/>
                </a:cubicBezTo>
                <a:cubicBezTo>
                  <a:pt x="899286" y="74762"/>
                  <a:pt x="897191" y="73937"/>
                  <a:pt x="895034" y="73074"/>
                </a:cubicBezTo>
                <a:cubicBezTo>
                  <a:pt x="892876" y="72209"/>
                  <a:pt x="890769" y="71230"/>
                  <a:pt x="888713" y="70137"/>
                </a:cubicBezTo>
                <a:cubicBezTo>
                  <a:pt x="886657" y="69044"/>
                  <a:pt x="884816" y="67709"/>
                  <a:pt x="883192" y="66134"/>
                </a:cubicBezTo>
                <a:cubicBezTo>
                  <a:pt x="881567" y="64559"/>
                  <a:pt x="880260" y="62679"/>
                  <a:pt x="879270" y="60494"/>
                </a:cubicBezTo>
                <a:cubicBezTo>
                  <a:pt x="878280" y="58309"/>
                  <a:pt x="877785" y="55692"/>
                  <a:pt x="877785" y="52643"/>
                </a:cubicBezTo>
                <a:cubicBezTo>
                  <a:pt x="877785" y="49949"/>
                  <a:pt x="878305" y="47370"/>
                  <a:pt x="879346" y="44906"/>
                </a:cubicBezTo>
                <a:cubicBezTo>
                  <a:pt x="880387" y="42441"/>
                  <a:pt x="881948" y="40281"/>
                  <a:pt x="884030" y="38426"/>
                </a:cubicBezTo>
                <a:cubicBezTo>
                  <a:pt x="886111" y="36570"/>
                  <a:pt x="888713" y="35084"/>
                  <a:pt x="891835" y="33967"/>
                </a:cubicBezTo>
                <a:cubicBezTo>
                  <a:pt x="894957" y="32848"/>
                  <a:pt x="898600" y="32289"/>
                  <a:pt x="902763" y="32289"/>
                </a:cubicBezTo>
                <a:cubicBezTo>
                  <a:pt x="904591" y="32289"/>
                  <a:pt x="906419" y="32444"/>
                  <a:pt x="908246" y="32753"/>
                </a:cubicBezTo>
                <a:cubicBezTo>
                  <a:pt x="910074" y="33062"/>
                  <a:pt x="911724" y="33449"/>
                  <a:pt x="913196" y="33912"/>
                </a:cubicBezTo>
                <a:cubicBezTo>
                  <a:pt x="914668" y="34375"/>
                  <a:pt x="915925" y="34877"/>
                  <a:pt x="916966" y="35418"/>
                </a:cubicBezTo>
                <a:cubicBezTo>
                  <a:pt x="918006" y="35959"/>
                  <a:pt x="918793" y="36436"/>
                  <a:pt x="919326" y="36849"/>
                </a:cubicBezTo>
                <a:cubicBezTo>
                  <a:pt x="919860" y="37261"/>
                  <a:pt x="920215" y="37620"/>
                  <a:pt x="920393" y="37924"/>
                </a:cubicBezTo>
                <a:cubicBezTo>
                  <a:pt x="920570" y="38229"/>
                  <a:pt x="920697" y="38571"/>
                  <a:pt x="920773" y="38952"/>
                </a:cubicBezTo>
                <a:cubicBezTo>
                  <a:pt x="920849" y="39333"/>
                  <a:pt x="920926" y="39803"/>
                  <a:pt x="921002" y="40361"/>
                </a:cubicBezTo>
                <a:cubicBezTo>
                  <a:pt x="921078" y="40920"/>
                  <a:pt x="921116" y="41605"/>
                  <a:pt x="921116" y="42417"/>
                </a:cubicBezTo>
                <a:cubicBezTo>
                  <a:pt x="921116" y="43280"/>
                  <a:pt x="921078" y="44029"/>
                  <a:pt x="921002" y="44664"/>
                </a:cubicBezTo>
                <a:cubicBezTo>
                  <a:pt x="920926" y="45298"/>
                  <a:pt x="920799" y="45819"/>
                  <a:pt x="920621" y="46225"/>
                </a:cubicBezTo>
                <a:cubicBezTo>
                  <a:pt x="920443" y="46631"/>
                  <a:pt x="920228" y="46923"/>
                  <a:pt x="919974" y="47101"/>
                </a:cubicBezTo>
                <a:cubicBezTo>
                  <a:pt x="919720" y="47278"/>
                  <a:pt x="919441" y="47367"/>
                  <a:pt x="919136" y="47367"/>
                </a:cubicBezTo>
                <a:cubicBezTo>
                  <a:pt x="918679" y="47367"/>
                  <a:pt x="918019" y="47084"/>
                  <a:pt x="917156" y="46518"/>
                </a:cubicBezTo>
                <a:cubicBezTo>
                  <a:pt x="916293" y="45951"/>
                  <a:pt x="915176" y="45346"/>
                  <a:pt x="913805" y="44702"/>
                </a:cubicBezTo>
                <a:cubicBezTo>
                  <a:pt x="912435" y="44058"/>
                  <a:pt x="910823" y="43452"/>
                  <a:pt x="908970" y="42886"/>
                </a:cubicBezTo>
                <a:cubicBezTo>
                  <a:pt x="907117" y="42320"/>
                  <a:pt x="904997" y="42036"/>
                  <a:pt x="902611" y="42036"/>
                </a:cubicBezTo>
                <a:cubicBezTo>
                  <a:pt x="900479" y="42036"/>
                  <a:pt x="898600" y="42278"/>
                  <a:pt x="896976" y="42762"/>
                </a:cubicBezTo>
                <a:cubicBezTo>
                  <a:pt x="895351" y="43245"/>
                  <a:pt x="894018" y="43931"/>
                  <a:pt x="892978" y="44821"/>
                </a:cubicBezTo>
                <a:cubicBezTo>
                  <a:pt x="891937" y="45711"/>
                  <a:pt x="891150" y="46767"/>
                  <a:pt x="890617" y="47988"/>
                </a:cubicBezTo>
                <a:cubicBezTo>
                  <a:pt x="890084" y="49208"/>
                  <a:pt x="889817" y="50531"/>
                  <a:pt x="889817" y="51955"/>
                </a:cubicBezTo>
                <a:cubicBezTo>
                  <a:pt x="889817" y="53937"/>
                  <a:pt x="890325" y="55601"/>
                  <a:pt x="891340" y="56948"/>
                </a:cubicBezTo>
                <a:cubicBezTo>
                  <a:pt x="892356" y="58295"/>
                  <a:pt x="893676" y="59477"/>
                  <a:pt x="895300" y="60494"/>
                </a:cubicBezTo>
                <a:cubicBezTo>
                  <a:pt x="896925" y="61509"/>
                  <a:pt x="898778" y="62424"/>
                  <a:pt x="900859" y="63238"/>
                </a:cubicBezTo>
                <a:cubicBezTo>
                  <a:pt x="902941" y="64050"/>
                  <a:pt x="905060" y="64889"/>
                  <a:pt x="907218" y="65753"/>
                </a:cubicBezTo>
                <a:cubicBezTo>
                  <a:pt x="909376" y="66616"/>
                  <a:pt x="911508" y="67582"/>
                  <a:pt x="913615" y="68649"/>
                </a:cubicBezTo>
                <a:cubicBezTo>
                  <a:pt x="915722" y="69717"/>
                  <a:pt x="917588" y="71013"/>
                  <a:pt x="919212" y="72538"/>
                </a:cubicBezTo>
                <a:cubicBezTo>
                  <a:pt x="920837" y="74063"/>
                  <a:pt x="922144" y="75893"/>
                  <a:pt x="923134" y="78028"/>
                </a:cubicBezTo>
                <a:cubicBezTo>
                  <a:pt x="924124" y="80162"/>
                  <a:pt x="924619" y="82703"/>
                  <a:pt x="924619" y="85651"/>
                </a:cubicBezTo>
                <a:close/>
                <a:moveTo>
                  <a:pt x="955125" y="104251"/>
                </a:moveTo>
                <a:cubicBezTo>
                  <a:pt x="955125" y="104657"/>
                  <a:pt x="955023" y="105001"/>
                  <a:pt x="954820" y="105281"/>
                </a:cubicBezTo>
                <a:cubicBezTo>
                  <a:pt x="954617" y="105561"/>
                  <a:pt x="954287" y="105802"/>
                  <a:pt x="953830" y="106005"/>
                </a:cubicBezTo>
                <a:cubicBezTo>
                  <a:pt x="953373" y="106208"/>
                  <a:pt x="952739" y="106360"/>
                  <a:pt x="951926" y="106462"/>
                </a:cubicBezTo>
                <a:cubicBezTo>
                  <a:pt x="951114" y="106563"/>
                  <a:pt x="950073" y="106614"/>
                  <a:pt x="948804" y="106614"/>
                </a:cubicBezTo>
                <a:cubicBezTo>
                  <a:pt x="947586" y="106614"/>
                  <a:pt x="946570" y="106563"/>
                  <a:pt x="945758" y="106462"/>
                </a:cubicBezTo>
                <a:cubicBezTo>
                  <a:pt x="944946" y="106360"/>
                  <a:pt x="944298" y="106208"/>
                  <a:pt x="943816" y="106005"/>
                </a:cubicBezTo>
                <a:cubicBezTo>
                  <a:pt x="943334" y="105802"/>
                  <a:pt x="943004" y="105561"/>
                  <a:pt x="942826" y="105281"/>
                </a:cubicBezTo>
                <a:cubicBezTo>
                  <a:pt x="942648" y="105001"/>
                  <a:pt x="942559" y="104657"/>
                  <a:pt x="942559" y="104251"/>
                </a:cubicBezTo>
                <a:lnTo>
                  <a:pt x="942559" y="2439"/>
                </a:lnTo>
                <a:cubicBezTo>
                  <a:pt x="942559" y="2033"/>
                  <a:pt x="942648" y="1678"/>
                  <a:pt x="942826" y="1373"/>
                </a:cubicBezTo>
                <a:cubicBezTo>
                  <a:pt x="943004" y="1067"/>
                  <a:pt x="943334" y="812"/>
                  <a:pt x="943816" y="609"/>
                </a:cubicBezTo>
                <a:cubicBezTo>
                  <a:pt x="944298" y="406"/>
                  <a:pt x="944946" y="254"/>
                  <a:pt x="945758" y="152"/>
                </a:cubicBezTo>
                <a:cubicBezTo>
                  <a:pt x="946570" y="51"/>
                  <a:pt x="947586" y="0"/>
                  <a:pt x="948804" y="0"/>
                </a:cubicBezTo>
                <a:cubicBezTo>
                  <a:pt x="950073" y="0"/>
                  <a:pt x="951114" y="51"/>
                  <a:pt x="951926" y="152"/>
                </a:cubicBezTo>
                <a:cubicBezTo>
                  <a:pt x="952739" y="254"/>
                  <a:pt x="953373" y="406"/>
                  <a:pt x="953830" y="609"/>
                </a:cubicBezTo>
                <a:cubicBezTo>
                  <a:pt x="954287" y="812"/>
                  <a:pt x="954617" y="1067"/>
                  <a:pt x="954820" y="1373"/>
                </a:cubicBezTo>
                <a:cubicBezTo>
                  <a:pt x="955023" y="1678"/>
                  <a:pt x="955125" y="2033"/>
                  <a:pt x="955125" y="2439"/>
                </a:cubicBezTo>
                <a:lnTo>
                  <a:pt x="955125" y="104251"/>
                </a:lnTo>
                <a:close/>
                <a:moveTo>
                  <a:pt x="1013899" y="99303"/>
                </a:moveTo>
                <a:cubicBezTo>
                  <a:pt x="1013899" y="100776"/>
                  <a:pt x="1013797" y="101943"/>
                  <a:pt x="1013594" y="102806"/>
                </a:cubicBezTo>
                <a:cubicBezTo>
                  <a:pt x="1013391" y="103670"/>
                  <a:pt x="1013086" y="104304"/>
                  <a:pt x="1012680" y="104710"/>
                </a:cubicBezTo>
                <a:cubicBezTo>
                  <a:pt x="1012274" y="105116"/>
                  <a:pt x="1011665" y="105497"/>
                  <a:pt x="1010852" y="105853"/>
                </a:cubicBezTo>
                <a:cubicBezTo>
                  <a:pt x="1010040" y="106208"/>
                  <a:pt x="1009114" y="106500"/>
                  <a:pt x="1008073" y="106728"/>
                </a:cubicBezTo>
                <a:cubicBezTo>
                  <a:pt x="1007032" y="106957"/>
                  <a:pt x="1005928" y="107147"/>
                  <a:pt x="1004760" y="107299"/>
                </a:cubicBezTo>
                <a:cubicBezTo>
                  <a:pt x="1003593" y="107452"/>
                  <a:pt x="1002425" y="107528"/>
                  <a:pt x="1001257" y="107528"/>
                </a:cubicBezTo>
                <a:cubicBezTo>
                  <a:pt x="997703" y="107528"/>
                  <a:pt x="994657" y="107058"/>
                  <a:pt x="992119" y="106117"/>
                </a:cubicBezTo>
                <a:cubicBezTo>
                  <a:pt x="989580" y="105174"/>
                  <a:pt x="987499" y="103749"/>
                  <a:pt x="985874" y="101840"/>
                </a:cubicBezTo>
                <a:cubicBezTo>
                  <a:pt x="984250" y="99932"/>
                  <a:pt x="983069" y="97515"/>
                  <a:pt x="982333" y="94589"/>
                </a:cubicBezTo>
                <a:cubicBezTo>
                  <a:pt x="981597" y="91664"/>
                  <a:pt x="981229" y="88216"/>
                  <a:pt x="981229" y="84247"/>
                </a:cubicBezTo>
                <a:lnTo>
                  <a:pt x="981229" y="44093"/>
                </a:lnTo>
                <a:lnTo>
                  <a:pt x="971634" y="44093"/>
                </a:lnTo>
                <a:cubicBezTo>
                  <a:pt x="970872" y="44093"/>
                  <a:pt x="970263" y="43686"/>
                  <a:pt x="969806" y="42874"/>
                </a:cubicBezTo>
                <a:cubicBezTo>
                  <a:pt x="969349" y="42062"/>
                  <a:pt x="969121" y="40742"/>
                  <a:pt x="969121" y="38914"/>
                </a:cubicBezTo>
                <a:cubicBezTo>
                  <a:pt x="969121" y="37950"/>
                  <a:pt x="969184" y="37137"/>
                  <a:pt x="969311" y="36477"/>
                </a:cubicBezTo>
                <a:cubicBezTo>
                  <a:pt x="969438" y="35817"/>
                  <a:pt x="969603" y="35272"/>
                  <a:pt x="969806" y="34840"/>
                </a:cubicBezTo>
                <a:cubicBezTo>
                  <a:pt x="970009" y="34408"/>
                  <a:pt x="970276" y="34104"/>
                  <a:pt x="970606" y="33926"/>
                </a:cubicBezTo>
                <a:cubicBezTo>
                  <a:pt x="970936" y="33748"/>
                  <a:pt x="971304" y="33660"/>
                  <a:pt x="971710" y="33660"/>
                </a:cubicBezTo>
                <a:lnTo>
                  <a:pt x="981229" y="33660"/>
                </a:lnTo>
                <a:lnTo>
                  <a:pt x="981229" y="17363"/>
                </a:lnTo>
                <a:cubicBezTo>
                  <a:pt x="981229" y="17007"/>
                  <a:pt x="981318" y="16677"/>
                  <a:pt x="981496" y="16373"/>
                </a:cubicBezTo>
                <a:cubicBezTo>
                  <a:pt x="981673" y="16068"/>
                  <a:pt x="982003" y="15802"/>
                  <a:pt x="982486" y="15573"/>
                </a:cubicBezTo>
                <a:cubicBezTo>
                  <a:pt x="982968" y="15345"/>
                  <a:pt x="983615" y="15180"/>
                  <a:pt x="984427" y="15078"/>
                </a:cubicBezTo>
                <a:cubicBezTo>
                  <a:pt x="985240" y="14977"/>
                  <a:pt x="986255" y="14926"/>
                  <a:pt x="987474" y="14926"/>
                </a:cubicBezTo>
                <a:cubicBezTo>
                  <a:pt x="988743" y="14926"/>
                  <a:pt x="989784" y="14977"/>
                  <a:pt x="990596" y="15078"/>
                </a:cubicBezTo>
                <a:cubicBezTo>
                  <a:pt x="991408" y="15180"/>
                  <a:pt x="992043" y="15345"/>
                  <a:pt x="992500" y="15573"/>
                </a:cubicBezTo>
                <a:cubicBezTo>
                  <a:pt x="992957" y="15802"/>
                  <a:pt x="993287" y="16068"/>
                  <a:pt x="993490" y="16373"/>
                </a:cubicBezTo>
                <a:cubicBezTo>
                  <a:pt x="993693" y="16677"/>
                  <a:pt x="993794" y="17007"/>
                  <a:pt x="993794" y="17363"/>
                </a:cubicBezTo>
                <a:lnTo>
                  <a:pt x="993794" y="33660"/>
                </a:lnTo>
                <a:lnTo>
                  <a:pt x="1011386" y="33660"/>
                </a:lnTo>
                <a:cubicBezTo>
                  <a:pt x="1011792" y="33660"/>
                  <a:pt x="1012147" y="33748"/>
                  <a:pt x="1012452" y="33926"/>
                </a:cubicBezTo>
                <a:cubicBezTo>
                  <a:pt x="1012756" y="34104"/>
                  <a:pt x="1013023" y="34408"/>
                  <a:pt x="1013251" y="34840"/>
                </a:cubicBezTo>
                <a:cubicBezTo>
                  <a:pt x="1013480" y="35272"/>
                  <a:pt x="1013645" y="35817"/>
                  <a:pt x="1013746" y="36477"/>
                </a:cubicBezTo>
                <a:cubicBezTo>
                  <a:pt x="1013848" y="37137"/>
                  <a:pt x="1013899" y="37950"/>
                  <a:pt x="1013899" y="38914"/>
                </a:cubicBezTo>
                <a:cubicBezTo>
                  <a:pt x="1013899" y="40742"/>
                  <a:pt x="1013670" y="42062"/>
                  <a:pt x="1013213" y="42874"/>
                </a:cubicBezTo>
                <a:cubicBezTo>
                  <a:pt x="1012756" y="43686"/>
                  <a:pt x="1012147" y="44093"/>
                  <a:pt x="1011386" y="44093"/>
                </a:cubicBezTo>
                <a:lnTo>
                  <a:pt x="993794" y="44093"/>
                </a:lnTo>
                <a:lnTo>
                  <a:pt x="993794" y="82433"/>
                </a:lnTo>
                <a:cubicBezTo>
                  <a:pt x="993794" y="87167"/>
                  <a:pt x="994492" y="90744"/>
                  <a:pt x="995888" y="93164"/>
                </a:cubicBezTo>
                <a:cubicBezTo>
                  <a:pt x="997285" y="95581"/>
                  <a:pt x="999785" y="96790"/>
                  <a:pt x="1003389" y="96790"/>
                </a:cubicBezTo>
                <a:cubicBezTo>
                  <a:pt x="1004557" y="96790"/>
                  <a:pt x="1005598" y="96676"/>
                  <a:pt x="1006512" y="96448"/>
                </a:cubicBezTo>
                <a:cubicBezTo>
                  <a:pt x="1007426" y="96219"/>
                  <a:pt x="1008238" y="95978"/>
                  <a:pt x="1008949" y="95724"/>
                </a:cubicBezTo>
                <a:cubicBezTo>
                  <a:pt x="1009659" y="95470"/>
                  <a:pt x="1010269" y="95229"/>
                  <a:pt x="1010776" y="95001"/>
                </a:cubicBezTo>
                <a:cubicBezTo>
                  <a:pt x="1011284" y="94772"/>
                  <a:pt x="1011741" y="94658"/>
                  <a:pt x="1012147" y="94658"/>
                </a:cubicBezTo>
                <a:cubicBezTo>
                  <a:pt x="1012401" y="94658"/>
                  <a:pt x="1012642" y="94722"/>
                  <a:pt x="1012871" y="94848"/>
                </a:cubicBezTo>
                <a:cubicBezTo>
                  <a:pt x="1013099" y="94975"/>
                  <a:pt x="1013277" y="95217"/>
                  <a:pt x="1013404" y="95572"/>
                </a:cubicBezTo>
                <a:cubicBezTo>
                  <a:pt x="1013531" y="95927"/>
                  <a:pt x="1013645" y="96410"/>
                  <a:pt x="1013746" y="97019"/>
                </a:cubicBezTo>
                <a:cubicBezTo>
                  <a:pt x="1013848" y="97628"/>
                  <a:pt x="1013899" y="98390"/>
                  <a:pt x="1013899" y="99303"/>
                </a:cubicBezTo>
                <a:close/>
                <a:moveTo>
                  <a:pt x="1078302" y="104253"/>
                </a:moveTo>
                <a:cubicBezTo>
                  <a:pt x="1078302" y="104660"/>
                  <a:pt x="1078201" y="105002"/>
                  <a:pt x="1077997" y="105281"/>
                </a:cubicBezTo>
                <a:cubicBezTo>
                  <a:pt x="1077794" y="105561"/>
                  <a:pt x="1077464" y="105802"/>
                  <a:pt x="1077007" y="106005"/>
                </a:cubicBezTo>
                <a:cubicBezTo>
                  <a:pt x="1076551" y="106208"/>
                  <a:pt x="1075916" y="106360"/>
                  <a:pt x="1075104" y="106462"/>
                </a:cubicBezTo>
                <a:cubicBezTo>
                  <a:pt x="1074291" y="106563"/>
                  <a:pt x="1073251" y="106614"/>
                  <a:pt x="1071981" y="106614"/>
                </a:cubicBezTo>
                <a:cubicBezTo>
                  <a:pt x="1070763" y="106614"/>
                  <a:pt x="1069748" y="106563"/>
                  <a:pt x="1068935" y="106462"/>
                </a:cubicBezTo>
                <a:cubicBezTo>
                  <a:pt x="1068123" y="106360"/>
                  <a:pt x="1067476" y="106208"/>
                  <a:pt x="1066993" y="106005"/>
                </a:cubicBezTo>
                <a:cubicBezTo>
                  <a:pt x="1066511" y="105802"/>
                  <a:pt x="1066181" y="105561"/>
                  <a:pt x="1066003" y="105281"/>
                </a:cubicBezTo>
                <a:cubicBezTo>
                  <a:pt x="1065826" y="105002"/>
                  <a:pt x="1065737" y="104660"/>
                  <a:pt x="1065737" y="104253"/>
                </a:cubicBezTo>
                <a:lnTo>
                  <a:pt x="1065737" y="35716"/>
                </a:lnTo>
                <a:cubicBezTo>
                  <a:pt x="1065737" y="35360"/>
                  <a:pt x="1065826" y="35030"/>
                  <a:pt x="1066003" y="34726"/>
                </a:cubicBezTo>
                <a:cubicBezTo>
                  <a:pt x="1066181" y="34421"/>
                  <a:pt x="1066511" y="34167"/>
                  <a:pt x="1066993" y="33964"/>
                </a:cubicBezTo>
                <a:cubicBezTo>
                  <a:pt x="1067476" y="33761"/>
                  <a:pt x="1068123" y="33609"/>
                  <a:pt x="1068935" y="33507"/>
                </a:cubicBezTo>
                <a:cubicBezTo>
                  <a:pt x="1069748" y="33406"/>
                  <a:pt x="1070763" y="33355"/>
                  <a:pt x="1071981" y="33355"/>
                </a:cubicBezTo>
                <a:cubicBezTo>
                  <a:pt x="1073251" y="33355"/>
                  <a:pt x="1074291" y="33406"/>
                  <a:pt x="1075104" y="33507"/>
                </a:cubicBezTo>
                <a:cubicBezTo>
                  <a:pt x="1075916" y="33609"/>
                  <a:pt x="1076551" y="33761"/>
                  <a:pt x="1077007" y="33964"/>
                </a:cubicBezTo>
                <a:cubicBezTo>
                  <a:pt x="1077464" y="34167"/>
                  <a:pt x="1077794" y="34421"/>
                  <a:pt x="1077997" y="34726"/>
                </a:cubicBezTo>
                <a:cubicBezTo>
                  <a:pt x="1078201" y="35030"/>
                  <a:pt x="1078302" y="35360"/>
                  <a:pt x="1078302" y="35716"/>
                </a:cubicBezTo>
                <a:lnTo>
                  <a:pt x="1078302" y="104253"/>
                </a:lnTo>
                <a:moveTo>
                  <a:pt x="1079749" y="12489"/>
                </a:moveTo>
                <a:cubicBezTo>
                  <a:pt x="1079749" y="15434"/>
                  <a:pt x="1079191" y="17439"/>
                  <a:pt x="1078074" y="18505"/>
                </a:cubicBezTo>
                <a:cubicBezTo>
                  <a:pt x="1076957" y="19571"/>
                  <a:pt x="1074901" y="20104"/>
                  <a:pt x="1071905" y="20104"/>
                </a:cubicBezTo>
                <a:cubicBezTo>
                  <a:pt x="1068961" y="20104"/>
                  <a:pt x="1066943" y="19584"/>
                  <a:pt x="1065851" y="18543"/>
                </a:cubicBezTo>
                <a:cubicBezTo>
                  <a:pt x="1064760" y="17502"/>
                  <a:pt x="1064214" y="15535"/>
                  <a:pt x="1064214" y="12641"/>
                </a:cubicBezTo>
                <a:cubicBezTo>
                  <a:pt x="1064214" y="9697"/>
                  <a:pt x="1064772" y="7691"/>
                  <a:pt x="1065889" y="6625"/>
                </a:cubicBezTo>
                <a:cubicBezTo>
                  <a:pt x="1067006" y="5559"/>
                  <a:pt x="1069062" y="5026"/>
                  <a:pt x="1072058" y="5026"/>
                </a:cubicBezTo>
                <a:cubicBezTo>
                  <a:pt x="1075002" y="5026"/>
                  <a:pt x="1077020" y="5546"/>
                  <a:pt x="1078112" y="6587"/>
                </a:cubicBezTo>
                <a:cubicBezTo>
                  <a:pt x="1079203" y="7628"/>
                  <a:pt x="1079749" y="9595"/>
                  <a:pt x="1079749" y="12489"/>
                </a:cubicBezTo>
                <a:close/>
                <a:moveTo>
                  <a:pt x="1159389" y="78057"/>
                </a:moveTo>
                <a:cubicBezTo>
                  <a:pt x="1159389" y="82575"/>
                  <a:pt x="1158602" y="86649"/>
                  <a:pt x="1157028" y="90279"/>
                </a:cubicBezTo>
                <a:cubicBezTo>
                  <a:pt x="1155454" y="93909"/>
                  <a:pt x="1153195" y="97019"/>
                  <a:pt x="1150250" y="99608"/>
                </a:cubicBezTo>
                <a:cubicBezTo>
                  <a:pt x="1147306" y="102197"/>
                  <a:pt x="1143676" y="104190"/>
                  <a:pt x="1139361" y="105586"/>
                </a:cubicBezTo>
                <a:cubicBezTo>
                  <a:pt x="1135045" y="106982"/>
                  <a:pt x="1130171" y="107680"/>
                  <a:pt x="1124739" y="107680"/>
                </a:cubicBezTo>
                <a:cubicBezTo>
                  <a:pt x="1121439" y="107680"/>
                  <a:pt x="1118355" y="107412"/>
                  <a:pt x="1115487" y="106876"/>
                </a:cubicBezTo>
                <a:cubicBezTo>
                  <a:pt x="1112618" y="106341"/>
                  <a:pt x="1110067" y="105704"/>
                  <a:pt x="1107833" y="104965"/>
                </a:cubicBezTo>
                <a:cubicBezTo>
                  <a:pt x="1105599" y="104226"/>
                  <a:pt x="1103746" y="103461"/>
                  <a:pt x="1102274" y="102671"/>
                </a:cubicBezTo>
                <a:cubicBezTo>
                  <a:pt x="1100802" y="101881"/>
                  <a:pt x="1099875" y="101307"/>
                  <a:pt x="1099495" y="100950"/>
                </a:cubicBezTo>
                <a:cubicBezTo>
                  <a:pt x="1099114" y="100593"/>
                  <a:pt x="1098822" y="100237"/>
                  <a:pt x="1098619" y="99882"/>
                </a:cubicBezTo>
                <a:cubicBezTo>
                  <a:pt x="1098416" y="99525"/>
                  <a:pt x="1098238" y="99092"/>
                  <a:pt x="1098086" y="98582"/>
                </a:cubicBezTo>
                <a:cubicBezTo>
                  <a:pt x="1097933" y="98071"/>
                  <a:pt x="1097819" y="97446"/>
                  <a:pt x="1097743" y="96707"/>
                </a:cubicBezTo>
                <a:cubicBezTo>
                  <a:pt x="1097667" y="95968"/>
                  <a:pt x="1097629" y="95063"/>
                  <a:pt x="1097629" y="93992"/>
                </a:cubicBezTo>
                <a:cubicBezTo>
                  <a:pt x="1097629" y="92158"/>
                  <a:pt x="1097806" y="90884"/>
                  <a:pt x="1098162" y="90170"/>
                </a:cubicBezTo>
                <a:cubicBezTo>
                  <a:pt x="1098517" y="89456"/>
                  <a:pt x="1099025" y="89099"/>
                  <a:pt x="1099685" y="89099"/>
                </a:cubicBezTo>
                <a:cubicBezTo>
                  <a:pt x="1100142" y="89099"/>
                  <a:pt x="1101043" y="89509"/>
                  <a:pt x="1102388" y="90329"/>
                </a:cubicBezTo>
                <a:cubicBezTo>
                  <a:pt x="1103734" y="91150"/>
                  <a:pt x="1105460" y="92034"/>
                  <a:pt x="1107567" y="92983"/>
                </a:cubicBezTo>
                <a:cubicBezTo>
                  <a:pt x="1109674" y="93931"/>
                  <a:pt x="1112136" y="94816"/>
                  <a:pt x="1114954" y="95636"/>
                </a:cubicBezTo>
                <a:cubicBezTo>
                  <a:pt x="1117771" y="96456"/>
                  <a:pt x="1120906" y="96867"/>
                  <a:pt x="1124358" y="96867"/>
                </a:cubicBezTo>
                <a:cubicBezTo>
                  <a:pt x="1127709" y="96867"/>
                  <a:pt x="1130654" y="96435"/>
                  <a:pt x="1133192" y="95572"/>
                </a:cubicBezTo>
                <a:cubicBezTo>
                  <a:pt x="1135731" y="94709"/>
                  <a:pt x="1137863" y="93490"/>
                  <a:pt x="1139589" y="91917"/>
                </a:cubicBezTo>
                <a:cubicBezTo>
                  <a:pt x="1141315" y="90343"/>
                  <a:pt x="1142610" y="88477"/>
                  <a:pt x="1143473" y="86319"/>
                </a:cubicBezTo>
                <a:cubicBezTo>
                  <a:pt x="1144336" y="84162"/>
                  <a:pt x="1144767" y="81814"/>
                  <a:pt x="1144767" y="79275"/>
                </a:cubicBezTo>
                <a:cubicBezTo>
                  <a:pt x="1144767" y="76483"/>
                  <a:pt x="1144222" y="73970"/>
                  <a:pt x="1143130" y="71736"/>
                </a:cubicBezTo>
                <a:cubicBezTo>
                  <a:pt x="1142039" y="69502"/>
                  <a:pt x="1140439" y="67573"/>
                  <a:pt x="1138333" y="65948"/>
                </a:cubicBezTo>
                <a:cubicBezTo>
                  <a:pt x="1136226" y="64324"/>
                  <a:pt x="1133636" y="63080"/>
                  <a:pt x="1130565" y="62217"/>
                </a:cubicBezTo>
                <a:cubicBezTo>
                  <a:pt x="1127493" y="61354"/>
                  <a:pt x="1124003" y="60922"/>
                  <a:pt x="1120094" y="60922"/>
                </a:cubicBezTo>
                <a:lnTo>
                  <a:pt x="1110727" y="60922"/>
                </a:lnTo>
                <a:cubicBezTo>
                  <a:pt x="1110321" y="60922"/>
                  <a:pt x="1109927" y="60834"/>
                  <a:pt x="1109547" y="60656"/>
                </a:cubicBezTo>
                <a:cubicBezTo>
                  <a:pt x="1109166" y="60478"/>
                  <a:pt x="1108836" y="60186"/>
                  <a:pt x="1108557" y="59780"/>
                </a:cubicBezTo>
                <a:cubicBezTo>
                  <a:pt x="1108277" y="59374"/>
                  <a:pt x="1108049" y="58841"/>
                  <a:pt x="1107871" y="58181"/>
                </a:cubicBezTo>
                <a:cubicBezTo>
                  <a:pt x="1107694" y="57521"/>
                  <a:pt x="1107605" y="56658"/>
                  <a:pt x="1107605" y="55592"/>
                </a:cubicBezTo>
                <a:cubicBezTo>
                  <a:pt x="1107605" y="54627"/>
                  <a:pt x="1107681" y="53827"/>
                  <a:pt x="1107833" y="53193"/>
                </a:cubicBezTo>
                <a:cubicBezTo>
                  <a:pt x="1107986" y="52558"/>
                  <a:pt x="1108201" y="52051"/>
                  <a:pt x="1108481" y="51670"/>
                </a:cubicBezTo>
                <a:cubicBezTo>
                  <a:pt x="1108760" y="51289"/>
                  <a:pt x="1109077" y="51010"/>
                  <a:pt x="1109432" y="50832"/>
                </a:cubicBezTo>
                <a:cubicBezTo>
                  <a:pt x="1109788" y="50654"/>
                  <a:pt x="1110194" y="50566"/>
                  <a:pt x="1110651" y="50566"/>
                </a:cubicBezTo>
                <a:lnTo>
                  <a:pt x="1119256" y="50566"/>
                </a:lnTo>
                <a:cubicBezTo>
                  <a:pt x="1122607" y="50566"/>
                  <a:pt x="1125615" y="50132"/>
                  <a:pt x="1128280" y="49266"/>
                </a:cubicBezTo>
                <a:cubicBezTo>
                  <a:pt x="1130946" y="48398"/>
                  <a:pt x="1133205" y="47149"/>
                  <a:pt x="1135058" y="45518"/>
                </a:cubicBezTo>
                <a:cubicBezTo>
                  <a:pt x="1136911" y="43886"/>
                  <a:pt x="1138333" y="41935"/>
                  <a:pt x="1139323" y="39666"/>
                </a:cubicBezTo>
                <a:cubicBezTo>
                  <a:pt x="1140312" y="37396"/>
                  <a:pt x="1140807" y="34858"/>
                  <a:pt x="1140807" y="32053"/>
                </a:cubicBezTo>
                <a:cubicBezTo>
                  <a:pt x="1140807" y="30013"/>
                  <a:pt x="1140477" y="28062"/>
                  <a:pt x="1139818" y="26201"/>
                </a:cubicBezTo>
                <a:cubicBezTo>
                  <a:pt x="1139158" y="24339"/>
                  <a:pt x="1138168" y="22720"/>
                  <a:pt x="1136848" y="21344"/>
                </a:cubicBezTo>
                <a:cubicBezTo>
                  <a:pt x="1135528" y="19967"/>
                  <a:pt x="1133839" y="18884"/>
                  <a:pt x="1131783" y="18093"/>
                </a:cubicBezTo>
                <a:cubicBezTo>
                  <a:pt x="1129727" y="17302"/>
                  <a:pt x="1127354" y="16906"/>
                  <a:pt x="1124663" y="16906"/>
                </a:cubicBezTo>
                <a:cubicBezTo>
                  <a:pt x="1121718" y="16906"/>
                  <a:pt x="1119015" y="17350"/>
                  <a:pt x="1116553" y="18239"/>
                </a:cubicBezTo>
                <a:cubicBezTo>
                  <a:pt x="1114091" y="19127"/>
                  <a:pt x="1111895" y="20079"/>
                  <a:pt x="1109966" y="21094"/>
                </a:cubicBezTo>
                <a:cubicBezTo>
                  <a:pt x="1108036" y="22110"/>
                  <a:pt x="1106437" y="23062"/>
                  <a:pt x="1105168" y="23950"/>
                </a:cubicBezTo>
                <a:cubicBezTo>
                  <a:pt x="1103899" y="24839"/>
                  <a:pt x="1103010" y="25283"/>
                  <a:pt x="1102503" y="25283"/>
                </a:cubicBezTo>
                <a:cubicBezTo>
                  <a:pt x="1102147" y="25283"/>
                  <a:pt x="1101830" y="25219"/>
                  <a:pt x="1101551" y="25092"/>
                </a:cubicBezTo>
                <a:cubicBezTo>
                  <a:pt x="1101271" y="24965"/>
                  <a:pt x="1101043" y="24712"/>
                  <a:pt x="1100865" y="24331"/>
                </a:cubicBezTo>
                <a:cubicBezTo>
                  <a:pt x="1100688" y="23950"/>
                  <a:pt x="1100561" y="23417"/>
                  <a:pt x="1100485" y="22732"/>
                </a:cubicBezTo>
                <a:cubicBezTo>
                  <a:pt x="1100408" y="22046"/>
                  <a:pt x="1100370" y="21145"/>
                  <a:pt x="1100370" y="20028"/>
                </a:cubicBezTo>
                <a:cubicBezTo>
                  <a:pt x="1100370" y="19267"/>
                  <a:pt x="1100396" y="18594"/>
                  <a:pt x="1100446" y="18010"/>
                </a:cubicBezTo>
                <a:cubicBezTo>
                  <a:pt x="1100497" y="17426"/>
                  <a:pt x="1100599" y="16919"/>
                  <a:pt x="1100751" y="16487"/>
                </a:cubicBezTo>
                <a:cubicBezTo>
                  <a:pt x="1100903" y="16056"/>
                  <a:pt x="1101081" y="15662"/>
                  <a:pt x="1101284" y="15307"/>
                </a:cubicBezTo>
                <a:cubicBezTo>
                  <a:pt x="1101487" y="14951"/>
                  <a:pt x="1101830" y="14533"/>
                  <a:pt x="1102312" y="14050"/>
                </a:cubicBezTo>
                <a:cubicBezTo>
                  <a:pt x="1102794" y="13568"/>
                  <a:pt x="1103772" y="12870"/>
                  <a:pt x="1105244" y="11956"/>
                </a:cubicBezTo>
                <a:cubicBezTo>
                  <a:pt x="1106716" y="11042"/>
                  <a:pt x="1108531" y="10141"/>
                  <a:pt x="1110689" y="9253"/>
                </a:cubicBezTo>
                <a:cubicBezTo>
                  <a:pt x="1112847" y="8364"/>
                  <a:pt x="1115334" y="7615"/>
                  <a:pt x="1118152" y="7006"/>
                </a:cubicBezTo>
                <a:cubicBezTo>
                  <a:pt x="1120970" y="6397"/>
                  <a:pt x="1124003" y="6092"/>
                  <a:pt x="1127252" y="6092"/>
                </a:cubicBezTo>
                <a:cubicBezTo>
                  <a:pt x="1131821" y="6092"/>
                  <a:pt x="1135832" y="6678"/>
                  <a:pt x="1139284" y="7851"/>
                </a:cubicBezTo>
                <a:cubicBezTo>
                  <a:pt x="1142737" y="9022"/>
                  <a:pt x="1145618" y="10676"/>
                  <a:pt x="1147928" y="12815"/>
                </a:cubicBezTo>
                <a:cubicBezTo>
                  <a:pt x="1150238" y="14954"/>
                  <a:pt x="1151964" y="17513"/>
                  <a:pt x="1153106" y="20492"/>
                </a:cubicBezTo>
                <a:cubicBezTo>
                  <a:pt x="1154248" y="23472"/>
                  <a:pt x="1154820" y="26769"/>
                  <a:pt x="1154820" y="30385"/>
                </a:cubicBezTo>
                <a:cubicBezTo>
                  <a:pt x="1154820" y="33491"/>
                  <a:pt x="1154413" y="36382"/>
                  <a:pt x="1153601" y="39057"/>
                </a:cubicBezTo>
                <a:cubicBezTo>
                  <a:pt x="1152789" y="41730"/>
                  <a:pt x="1151596" y="44098"/>
                  <a:pt x="1150022" y="46161"/>
                </a:cubicBezTo>
                <a:cubicBezTo>
                  <a:pt x="1148448" y="48223"/>
                  <a:pt x="1146519" y="49980"/>
                  <a:pt x="1144234" y="51432"/>
                </a:cubicBezTo>
                <a:cubicBezTo>
                  <a:pt x="1141950" y="52883"/>
                  <a:pt x="1139310" y="53889"/>
                  <a:pt x="1136314" y="54449"/>
                </a:cubicBezTo>
                <a:lnTo>
                  <a:pt x="1136314" y="54602"/>
                </a:lnTo>
                <a:cubicBezTo>
                  <a:pt x="1139716" y="54957"/>
                  <a:pt x="1142826" y="55807"/>
                  <a:pt x="1145643" y="57153"/>
                </a:cubicBezTo>
                <a:cubicBezTo>
                  <a:pt x="1148461" y="58498"/>
                  <a:pt x="1150885" y="60186"/>
                  <a:pt x="1152916" y="62217"/>
                </a:cubicBezTo>
                <a:cubicBezTo>
                  <a:pt x="1154947" y="64248"/>
                  <a:pt x="1156533" y="66621"/>
                  <a:pt x="1157675" y="69337"/>
                </a:cubicBezTo>
                <a:cubicBezTo>
                  <a:pt x="1158818" y="72053"/>
                  <a:pt x="1159389" y="74960"/>
                  <a:pt x="1159389" y="78057"/>
                </a:cubicBezTo>
                <a:close/>
                <a:moveTo>
                  <a:pt x="1239208" y="100522"/>
                </a:moveTo>
                <a:cubicBezTo>
                  <a:pt x="1239208" y="101436"/>
                  <a:pt x="1239144" y="102248"/>
                  <a:pt x="1239017" y="102959"/>
                </a:cubicBezTo>
                <a:cubicBezTo>
                  <a:pt x="1238890" y="103670"/>
                  <a:pt x="1238713" y="104266"/>
                  <a:pt x="1238484" y="104748"/>
                </a:cubicBezTo>
                <a:cubicBezTo>
                  <a:pt x="1238256" y="105231"/>
                  <a:pt x="1237951" y="105586"/>
                  <a:pt x="1237570" y="105815"/>
                </a:cubicBezTo>
                <a:cubicBezTo>
                  <a:pt x="1237190" y="106043"/>
                  <a:pt x="1236771" y="106157"/>
                  <a:pt x="1236314" y="106157"/>
                </a:cubicBezTo>
                <a:lnTo>
                  <a:pt x="1181864" y="106157"/>
                </a:lnTo>
                <a:cubicBezTo>
                  <a:pt x="1181154" y="106157"/>
                  <a:pt x="1180532" y="106068"/>
                  <a:pt x="1179999" y="105891"/>
                </a:cubicBezTo>
                <a:cubicBezTo>
                  <a:pt x="1179466" y="105713"/>
                  <a:pt x="1179009" y="105421"/>
                  <a:pt x="1178628" y="105015"/>
                </a:cubicBezTo>
                <a:cubicBezTo>
                  <a:pt x="1178247" y="104609"/>
                  <a:pt x="1177968" y="104025"/>
                  <a:pt x="1177790" y="103263"/>
                </a:cubicBezTo>
                <a:cubicBezTo>
                  <a:pt x="1177613" y="102502"/>
                  <a:pt x="1177524" y="101563"/>
                  <a:pt x="1177524" y="100446"/>
                </a:cubicBezTo>
                <a:cubicBezTo>
                  <a:pt x="1177524" y="99430"/>
                  <a:pt x="1177562" y="98542"/>
                  <a:pt x="1177638" y="97780"/>
                </a:cubicBezTo>
                <a:cubicBezTo>
                  <a:pt x="1177714" y="97019"/>
                  <a:pt x="1177879" y="96346"/>
                  <a:pt x="1178133" y="95762"/>
                </a:cubicBezTo>
                <a:cubicBezTo>
                  <a:pt x="1178387" y="95178"/>
                  <a:pt x="1178704" y="94595"/>
                  <a:pt x="1179085" y="94011"/>
                </a:cubicBezTo>
                <a:cubicBezTo>
                  <a:pt x="1179466" y="93427"/>
                  <a:pt x="1179961" y="92805"/>
                  <a:pt x="1180570" y="92145"/>
                </a:cubicBezTo>
                <a:lnTo>
                  <a:pt x="1199684" y="71862"/>
                </a:lnTo>
                <a:cubicBezTo>
                  <a:pt x="1204101" y="67188"/>
                  <a:pt x="1207642" y="62997"/>
                  <a:pt x="1210308" y="59287"/>
                </a:cubicBezTo>
                <a:cubicBezTo>
                  <a:pt x="1212973" y="55578"/>
                  <a:pt x="1215029" y="52200"/>
                  <a:pt x="1216476" y="49152"/>
                </a:cubicBezTo>
                <a:cubicBezTo>
                  <a:pt x="1217923" y="46103"/>
                  <a:pt x="1218875" y="43333"/>
                  <a:pt x="1219332" y="40844"/>
                </a:cubicBezTo>
                <a:cubicBezTo>
                  <a:pt x="1219789" y="38355"/>
                  <a:pt x="1220017" y="36018"/>
                  <a:pt x="1220017" y="33833"/>
                </a:cubicBezTo>
                <a:cubicBezTo>
                  <a:pt x="1220017" y="31647"/>
                  <a:pt x="1219662" y="29576"/>
                  <a:pt x="1218951" y="27620"/>
                </a:cubicBezTo>
                <a:cubicBezTo>
                  <a:pt x="1218240" y="25662"/>
                  <a:pt x="1217212" y="23946"/>
                  <a:pt x="1215867" y="22472"/>
                </a:cubicBezTo>
                <a:cubicBezTo>
                  <a:pt x="1214521" y="20997"/>
                  <a:pt x="1212833" y="19828"/>
                  <a:pt x="1210803" y="18964"/>
                </a:cubicBezTo>
                <a:cubicBezTo>
                  <a:pt x="1208772" y="18100"/>
                  <a:pt x="1206436" y="17667"/>
                  <a:pt x="1203797" y="17667"/>
                </a:cubicBezTo>
                <a:cubicBezTo>
                  <a:pt x="1200700" y="17667"/>
                  <a:pt x="1197920" y="18099"/>
                  <a:pt x="1195458" y="18962"/>
                </a:cubicBezTo>
                <a:cubicBezTo>
                  <a:pt x="1192996" y="19825"/>
                  <a:pt x="1190838" y="20764"/>
                  <a:pt x="1188985" y="21780"/>
                </a:cubicBezTo>
                <a:cubicBezTo>
                  <a:pt x="1187132" y="22795"/>
                  <a:pt x="1185583" y="23734"/>
                  <a:pt x="1184339" y="24597"/>
                </a:cubicBezTo>
                <a:cubicBezTo>
                  <a:pt x="1183096" y="25460"/>
                  <a:pt x="1182169" y="25892"/>
                  <a:pt x="1181560" y="25892"/>
                </a:cubicBezTo>
                <a:cubicBezTo>
                  <a:pt x="1181204" y="25892"/>
                  <a:pt x="1180887" y="25790"/>
                  <a:pt x="1180608" y="25587"/>
                </a:cubicBezTo>
                <a:cubicBezTo>
                  <a:pt x="1180329" y="25384"/>
                  <a:pt x="1180100" y="25054"/>
                  <a:pt x="1179923" y="24597"/>
                </a:cubicBezTo>
                <a:cubicBezTo>
                  <a:pt x="1179745" y="24140"/>
                  <a:pt x="1179605" y="23531"/>
                  <a:pt x="1179504" y="22770"/>
                </a:cubicBezTo>
                <a:cubicBezTo>
                  <a:pt x="1179402" y="22008"/>
                  <a:pt x="1179351" y="21094"/>
                  <a:pt x="1179351" y="20028"/>
                </a:cubicBezTo>
                <a:cubicBezTo>
                  <a:pt x="1179351" y="19267"/>
                  <a:pt x="1179377" y="18607"/>
                  <a:pt x="1179428" y="18048"/>
                </a:cubicBezTo>
                <a:cubicBezTo>
                  <a:pt x="1179478" y="17490"/>
                  <a:pt x="1179567" y="17007"/>
                  <a:pt x="1179694" y="16601"/>
                </a:cubicBezTo>
                <a:cubicBezTo>
                  <a:pt x="1179821" y="16195"/>
                  <a:pt x="1179986" y="15814"/>
                  <a:pt x="1180189" y="15459"/>
                </a:cubicBezTo>
                <a:cubicBezTo>
                  <a:pt x="1180392" y="15104"/>
                  <a:pt x="1180798" y="14659"/>
                  <a:pt x="1181408" y="14126"/>
                </a:cubicBezTo>
                <a:cubicBezTo>
                  <a:pt x="1182017" y="13593"/>
                  <a:pt x="1183070" y="12870"/>
                  <a:pt x="1184568" y="11956"/>
                </a:cubicBezTo>
                <a:cubicBezTo>
                  <a:pt x="1186066" y="11042"/>
                  <a:pt x="1187944" y="10141"/>
                  <a:pt x="1190203" y="9253"/>
                </a:cubicBezTo>
                <a:cubicBezTo>
                  <a:pt x="1192462" y="8364"/>
                  <a:pt x="1194950" y="7615"/>
                  <a:pt x="1197666" y="7006"/>
                </a:cubicBezTo>
                <a:cubicBezTo>
                  <a:pt x="1200382" y="6397"/>
                  <a:pt x="1203238" y="6092"/>
                  <a:pt x="1206233" y="6092"/>
                </a:cubicBezTo>
                <a:cubicBezTo>
                  <a:pt x="1211006" y="6092"/>
                  <a:pt x="1215181" y="6766"/>
                  <a:pt x="1218761" y="8113"/>
                </a:cubicBezTo>
                <a:cubicBezTo>
                  <a:pt x="1222340" y="9458"/>
                  <a:pt x="1225310" y="11299"/>
                  <a:pt x="1227670" y="13636"/>
                </a:cubicBezTo>
                <a:cubicBezTo>
                  <a:pt x="1230031" y="15973"/>
                  <a:pt x="1231795" y="18692"/>
                  <a:pt x="1232963" y="21792"/>
                </a:cubicBezTo>
                <a:cubicBezTo>
                  <a:pt x="1234131" y="24890"/>
                  <a:pt x="1234715" y="28192"/>
                  <a:pt x="1234715" y="31699"/>
                </a:cubicBezTo>
                <a:cubicBezTo>
                  <a:pt x="1234715" y="34849"/>
                  <a:pt x="1234435" y="37988"/>
                  <a:pt x="1233877" y="41113"/>
                </a:cubicBezTo>
                <a:cubicBezTo>
                  <a:pt x="1233318" y="44237"/>
                  <a:pt x="1232138" y="47615"/>
                  <a:pt x="1230336" y="51249"/>
                </a:cubicBezTo>
                <a:cubicBezTo>
                  <a:pt x="1228534" y="54882"/>
                  <a:pt x="1225932" y="58921"/>
                  <a:pt x="1222530" y="63366"/>
                </a:cubicBezTo>
                <a:cubicBezTo>
                  <a:pt x="1219129" y="67812"/>
                  <a:pt x="1214610" y="72931"/>
                  <a:pt x="1208975" y="78723"/>
                </a:cubicBezTo>
                <a:lnTo>
                  <a:pt x="1193364" y="95039"/>
                </a:lnTo>
                <a:lnTo>
                  <a:pt x="1236238" y="95039"/>
                </a:lnTo>
                <a:cubicBezTo>
                  <a:pt x="1236644" y="95039"/>
                  <a:pt x="1237037" y="95153"/>
                  <a:pt x="1237418" y="95382"/>
                </a:cubicBezTo>
                <a:cubicBezTo>
                  <a:pt x="1237799" y="95610"/>
                  <a:pt x="1238129" y="95953"/>
                  <a:pt x="1238408" y="96410"/>
                </a:cubicBezTo>
                <a:cubicBezTo>
                  <a:pt x="1238687" y="96867"/>
                  <a:pt x="1238890" y="97438"/>
                  <a:pt x="1239017" y="98123"/>
                </a:cubicBezTo>
                <a:cubicBezTo>
                  <a:pt x="1239144" y="98808"/>
                  <a:pt x="1239208" y="99608"/>
                  <a:pt x="1239208" y="100522"/>
                </a:cubicBezTo>
                <a:close/>
                <a:moveTo>
                  <a:pt x="1331046" y="31946"/>
                </a:moveTo>
                <a:cubicBezTo>
                  <a:pt x="1331046" y="35860"/>
                  <a:pt x="1330614" y="39419"/>
                  <a:pt x="1329751" y="42622"/>
                </a:cubicBezTo>
                <a:cubicBezTo>
                  <a:pt x="1328888" y="45825"/>
                  <a:pt x="1327568" y="48559"/>
                  <a:pt x="1325791" y="50823"/>
                </a:cubicBezTo>
                <a:cubicBezTo>
                  <a:pt x="1324015" y="53085"/>
                  <a:pt x="1321768" y="54852"/>
                  <a:pt x="1319052" y="56122"/>
                </a:cubicBezTo>
                <a:cubicBezTo>
                  <a:pt x="1316336" y="57393"/>
                  <a:pt x="1313150" y="58029"/>
                  <a:pt x="1309495" y="58029"/>
                </a:cubicBezTo>
                <a:cubicBezTo>
                  <a:pt x="1305789" y="58029"/>
                  <a:pt x="1302616" y="57444"/>
                  <a:pt x="1299976" y="56275"/>
                </a:cubicBezTo>
                <a:cubicBezTo>
                  <a:pt x="1297336" y="55105"/>
                  <a:pt x="1295178" y="53415"/>
                  <a:pt x="1293503" y="51203"/>
                </a:cubicBezTo>
                <a:cubicBezTo>
                  <a:pt x="1291827" y="48992"/>
                  <a:pt x="1290596" y="46297"/>
                  <a:pt x="1289809" y="43119"/>
                </a:cubicBezTo>
                <a:cubicBezTo>
                  <a:pt x="1289022" y="39941"/>
                  <a:pt x="1288629" y="36319"/>
                  <a:pt x="1288629" y="32251"/>
                </a:cubicBezTo>
                <a:cubicBezTo>
                  <a:pt x="1288629" y="28540"/>
                  <a:pt x="1289048" y="25108"/>
                  <a:pt x="1289885" y="21956"/>
                </a:cubicBezTo>
                <a:cubicBezTo>
                  <a:pt x="1290723" y="18803"/>
                  <a:pt x="1292005" y="16083"/>
                  <a:pt x="1293731" y="13796"/>
                </a:cubicBezTo>
                <a:cubicBezTo>
                  <a:pt x="1295457" y="11506"/>
                  <a:pt x="1297678" y="9701"/>
                  <a:pt x="1300394" y="8379"/>
                </a:cubicBezTo>
                <a:cubicBezTo>
                  <a:pt x="1303111" y="7058"/>
                  <a:pt x="1306322" y="6397"/>
                  <a:pt x="1310028" y="6397"/>
                </a:cubicBezTo>
                <a:cubicBezTo>
                  <a:pt x="1314038" y="6397"/>
                  <a:pt x="1317402" y="7084"/>
                  <a:pt x="1320118" y="8458"/>
                </a:cubicBezTo>
                <a:cubicBezTo>
                  <a:pt x="1322834" y="9830"/>
                  <a:pt x="1325004" y="11673"/>
                  <a:pt x="1326629" y="13986"/>
                </a:cubicBezTo>
                <a:cubicBezTo>
                  <a:pt x="1328254" y="16299"/>
                  <a:pt x="1329396" y="19007"/>
                  <a:pt x="1330056" y="22108"/>
                </a:cubicBezTo>
                <a:cubicBezTo>
                  <a:pt x="1330716" y="25210"/>
                  <a:pt x="1331046" y="28489"/>
                  <a:pt x="1331046" y="31946"/>
                </a:cubicBezTo>
                <a:moveTo>
                  <a:pt x="1320385" y="32327"/>
                </a:moveTo>
                <a:cubicBezTo>
                  <a:pt x="1320385" y="29478"/>
                  <a:pt x="1320181" y="26946"/>
                  <a:pt x="1319775" y="24733"/>
                </a:cubicBezTo>
                <a:cubicBezTo>
                  <a:pt x="1319369" y="22520"/>
                  <a:pt x="1318747" y="20676"/>
                  <a:pt x="1317910" y="19200"/>
                </a:cubicBezTo>
                <a:cubicBezTo>
                  <a:pt x="1317072" y="17725"/>
                  <a:pt x="1315968" y="16618"/>
                  <a:pt x="1314597" y="15880"/>
                </a:cubicBezTo>
                <a:cubicBezTo>
                  <a:pt x="1313226" y="15143"/>
                  <a:pt x="1311602" y="14774"/>
                  <a:pt x="1309723" y="14774"/>
                </a:cubicBezTo>
                <a:cubicBezTo>
                  <a:pt x="1307946" y="14774"/>
                  <a:pt x="1306398" y="15130"/>
                  <a:pt x="1305078" y="15842"/>
                </a:cubicBezTo>
                <a:cubicBezTo>
                  <a:pt x="1303758" y="16555"/>
                  <a:pt x="1302679" y="17623"/>
                  <a:pt x="1301841" y="19048"/>
                </a:cubicBezTo>
                <a:cubicBezTo>
                  <a:pt x="1301004" y="20472"/>
                  <a:pt x="1300382" y="22241"/>
                  <a:pt x="1299976" y="24352"/>
                </a:cubicBezTo>
                <a:cubicBezTo>
                  <a:pt x="1299569" y="26464"/>
                  <a:pt x="1299366" y="28944"/>
                  <a:pt x="1299366" y="31794"/>
                </a:cubicBezTo>
                <a:cubicBezTo>
                  <a:pt x="1299366" y="35252"/>
                  <a:pt x="1299607" y="38140"/>
                  <a:pt x="1300090" y="40456"/>
                </a:cubicBezTo>
                <a:cubicBezTo>
                  <a:pt x="1300572" y="42771"/>
                  <a:pt x="1301257" y="44603"/>
                  <a:pt x="1302146" y="45951"/>
                </a:cubicBezTo>
                <a:cubicBezTo>
                  <a:pt x="1303034" y="47300"/>
                  <a:pt x="1304151" y="48241"/>
                  <a:pt x="1305497" y="48776"/>
                </a:cubicBezTo>
                <a:cubicBezTo>
                  <a:pt x="1306842" y="49309"/>
                  <a:pt x="1308378" y="49576"/>
                  <a:pt x="1310104" y="49576"/>
                </a:cubicBezTo>
                <a:cubicBezTo>
                  <a:pt x="1312135" y="49576"/>
                  <a:pt x="1313797" y="49194"/>
                  <a:pt x="1315092" y="48431"/>
                </a:cubicBezTo>
                <a:cubicBezTo>
                  <a:pt x="1316387" y="47668"/>
                  <a:pt x="1317427" y="46536"/>
                  <a:pt x="1318214" y="45035"/>
                </a:cubicBezTo>
                <a:cubicBezTo>
                  <a:pt x="1319001" y="43534"/>
                  <a:pt x="1319560" y="41728"/>
                  <a:pt x="1319890" y="39616"/>
                </a:cubicBezTo>
                <a:cubicBezTo>
                  <a:pt x="1320220" y="37505"/>
                  <a:pt x="1320385" y="35075"/>
                  <a:pt x="1320385" y="32327"/>
                </a:cubicBezTo>
                <a:moveTo>
                  <a:pt x="1389151" y="81293"/>
                </a:moveTo>
                <a:cubicBezTo>
                  <a:pt x="1389151" y="85207"/>
                  <a:pt x="1388719" y="88766"/>
                  <a:pt x="1387856" y="91969"/>
                </a:cubicBezTo>
                <a:cubicBezTo>
                  <a:pt x="1386993" y="95172"/>
                  <a:pt x="1385673" y="97906"/>
                  <a:pt x="1383896" y="100170"/>
                </a:cubicBezTo>
                <a:cubicBezTo>
                  <a:pt x="1382119" y="102432"/>
                  <a:pt x="1379873" y="104199"/>
                  <a:pt x="1377157" y="105469"/>
                </a:cubicBezTo>
                <a:cubicBezTo>
                  <a:pt x="1374440" y="106740"/>
                  <a:pt x="1371255" y="107376"/>
                  <a:pt x="1367599" y="107376"/>
                </a:cubicBezTo>
                <a:cubicBezTo>
                  <a:pt x="1363893" y="107376"/>
                  <a:pt x="1360720" y="106791"/>
                  <a:pt x="1358080" y="105622"/>
                </a:cubicBezTo>
                <a:cubicBezTo>
                  <a:pt x="1355440" y="104452"/>
                  <a:pt x="1353283" y="102762"/>
                  <a:pt x="1351607" y="100550"/>
                </a:cubicBezTo>
                <a:cubicBezTo>
                  <a:pt x="1349932" y="98339"/>
                  <a:pt x="1348701" y="95644"/>
                  <a:pt x="1347914" y="92466"/>
                </a:cubicBezTo>
                <a:cubicBezTo>
                  <a:pt x="1347127" y="89289"/>
                  <a:pt x="1346733" y="85666"/>
                  <a:pt x="1346733" y="81598"/>
                </a:cubicBezTo>
                <a:cubicBezTo>
                  <a:pt x="1346733" y="77887"/>
                  <a:pt x="1347152" y="74455"/>
                  <a:pt x="1347990" y="71303"/>
                </a:cubicBezTo>
                <a:cubicBezTo>
                  <a:pt x="1348828" y="68151"/>
                  <a:pt x="1350110" y="65430"/>
                  <a:pt x="1351836" y="63143"/>
                </a:cubicBezTo>
                <a:cubicBezTo>
                  <a:pt x="1353562" y="60853"/>
                  <a:pt x="1355783" y="59048"/>
                  <a:pt x="1358499" y="57726"/>
                </a:cubicBezTo>
                <a:cubicBezTo>
                  <a:pt x="1361215" y="56405"/>
                  <a:pt x="1364426" y="55744"/>
                  <a:pt x="1368132" y="55744"/>
                </a:cubicBezTo>
                <a:cubicBezTo>
                  <a:pt x="1372143" y="55744"/>
                  <a:pt x="1375507" y="56431"/>
                  <a:pt x="1378223" y="57805"/>
                </a:cubicBezTo>
                <a:cubicBezTo>
                  <a:pt x="1380939" y="59177"/>
                  <a:pt x="1383109" y="61020"/>
                  <a:pt x="1384734" y="63333"/>
                </a:cubicBezTo>
                <a:cubicBezTo>
                  <a:pt x="1386358" y="65646"/>
                  <a:pt x="1387501" y="68354"/>
                  <a:pt x="1388161" y="71455"/>
                </a:cubicBezTo>
                <a:cubicBezTo>
                  <a:pt x="1388821" y="74557"/>
                  <a:pt x="1389151" y="77836"/>
                  <a:pt x="1389151" y="81293"/>
                </a:cubicBezTo>
                <a:moveTo>
                  <a:pt x="1378489" y="81674"/>
                </a:moveTo>
                <a:cubicBezTo>
                  <a:pt x="1378489" y="78825"/>
                  <a:pt x="1378286" y="76293"/>
                  <a:pt x="1377880" y="74080"/>
                </a:cubicBezTo>
                <a:cubicBezTo>
                  <a:pt x="1377474" y="71867"/>
                  <a:pt x="1376852" y="70023"/>
                  <a:pt x="1376014" y="68547"/>
                </a:cubicBezTo>
                <a:cubicBezTo>
                  <a:pt x="1375177" y="67072"/>
                  <a:pt x="1374072" y="65965"/>
                  <a:pt x="1372702" y="65227"/>
                </a:cubicBezTo>
                <a:cubicBezTo>
                  <a:pt x="1371331" y="64490"/>
                  <a:pt x="1369706" y="64121"/>
                  <a:pt x="1367828" y="64121"/>
                </a:cubicBezTo>
                <a:cubicBezTo>
                  <a:pt x="1366051" y="64121"/>
                  <a:pt x="1364502" y="64477"/>
                  <a:pt x="1363182" y="65189"/>
                </a:cubicBezTo>
                <a:cubicBezTo>
                  <a:pt x="1361863" y="65902"/>
                  <a:pt x="1360784" y="66970"/>
                  <a:pt x="1359946" y="68395"/>
                </a:cubicBezTo>
                <a:cubicBezTo>
                  <a:pt x="1359108" y="69820"/>
                  <a:pt x="1358486" y="71588"/>
                  <a:pt x="1358080" y="73699"/>
                </a:cubicBezTo>
                <a:cubicBezTo>
                  <a:pt x="1357674" y="75811"/>
                  <a:pt x="1357471" y="78292"/>
                  <a:pt x="1357471" y="81141"/>
                </a:cubicBezTo>
                <a:cubicBezTo>
                  <a:pt x="1357471" y="84600"/>
                  <a:pt x="1357712" y="87487"/>
                  <a:pt x="1358194" y="89803"/>
                </a:cubicBezTo>
                <a:cubicBezTo>
                  <a:pt x="1358677" y="92118"/>
                  <a:pt x="1359362" y="93950"/>
                  <a:pt x="1360251" y="95298"/>
                </a:cubicBezTo>
                <a:cubicBezTo>
                  <a:pt x="1361139" y="96647"/>
                  <a:pt x="1362256" y="97588"/>
                  <a:pt x="1363601" y="98123"/>
                </a:cubicBezTo>
                <a:cubicBezTo>
                  <a:pt x="1364947" y="98656"/>
                  <a:pt x="1366482" y="98923"/>
                  <a:pt x="1368209" y="98923"/>
                </a:cubicBezTo>
                <a:cubicBezTo>
                  <a:pt x="1370239" y="98923"/>
                  <a:pt x="1371902" y="98541"/>
                  <a:pt x="1373197" y="97778"/>
                </a:cubicBezTo>
                <a:cubicBezTo>
                  <a:pt x="1374491" y="97015"/>
                  <a:pt x="1375532" y="95883"/>
                  <a:pt x="1376319" y="94382"/>
                </a:cubicBezTo>
                <a:cubicBezTo>
                  <a:pt x="1377106" y="92881"/>
                  <a:pt x="1377664" y="91075"/>
                  <a:pt x="1377994" y="88963"/>
                </a:cubicBezTo>
                <a:cubicBezTo>
                  <a:pt x="1378324" y="86852"/>
                  <a:pt x="1378489" y="84422"/>
                  <a:pt x="1378489" y="81674"/>
                </a:cubicBezTo>
                <a:moveTo>
                  <a:pt x="1309495" y="106764"/>
                </a:moveTo>
                <a:cubicBezTo>
                  <a:pt x="1309241" y="107223"/>
                  <a:pt x="1308936" y="107566"/>
                  <a:pt x="1308581" y="107794"/>
                </a:cubicBezTo>
                <a:cubicBezTo>
                  <a:pt x="1308225" y="108023"/>
                  <a:pt x="1307794" y="108226"/>
                  <a:pt x="1307286" y="108404"/>
                </a:cubicBezTo>
                <a:cubicBezTo>
                  <a:pt x="1306779" y="108581"/>
                  <a:pt x="1306169" y="108708"/>
                  <a:pt x="1305459" y="108784"/>
                </a:cubicBezTo>
                <a:cubicBezTo>
                  <a:pt x="1304748" y="108861"/>
                  <a:pt x="1303885" y="108899"/>
                  <a:pt x="1302869" y="108899"/>
                </a:cubicBezTo>
                <a:cubicBezTo>
                  <a:pt x="1301752" y="108899"/>
                  <a:pt x="1300851" y="108797"/>
                  <a:pt x="1300166" y="108594"/>
                </a:cubicBezTo>
                <a:cubicBezTo>
                  <a:pt x="1299481" y="108391"/>
                  <a:pt x="1298998" y="108124"/>
                  <a:pt x="1298719" y="107794"/>
                </a:cubicBezTo>
                <a:cubicBezTo>
                  <a:pt x="1298440" y="107464"/>
                  <a:pt x="1298338" y="107058"/>
                  <a:pt x="1298414" y="106574"/>
                </a:cubicBezTo>
                <a:cubicBezTo>
                  <a:pt x="1298491" y="106091"/>
                  <a:pt x="1298732" y="105546"/>
                  <a:pt x="1299138" y="104936"/>
                </a:cubicBezTo>
                <a:lnTo>
                  <a:pt x="1367676" y="6704"/>
                </a:lnTo>
                <a:cubicBezTo>
                  <a:pt x="1367929" y="6296"/>
                  <a:pt x="1368234" y="5953"/>
                  <a:pt x="1368589" y="5673"/>
                </a:cubicBezTo>
                <a:cubicBezTo>
                  <a:pt x="1368945" y="5394"/>
                  <a:pt x="1369389" y="5178"/>
                  <a:pt x="1369922" y="5026"/>
                </a:cubicBezTo>
                <a:cubicBezTo>
                  <a:pt x="1370455" y="4874"/>
                  <a:pt x="1371064" y="4760"/>
                  <a:pt x="1371750" y="4683"/>
                </a:cubicBezTo>
                <a:cubicBezTo>
                  <a:pt x="1372435" y="4607"/>
                  <a:pt x="1373311" y="4569"/>
                  <a:pt x="1374377" y="4569"/>
                </a:cubicBezTo>
                <a:cubicBezTo>
                  <a:pt x="1375443" y="4569"/>
                  <a:pt x="1376319" y="4658"/>
                  <a:pt x="1377004" y="4836"/>
                </a:cubicBezTo>
                <a:cubicBezTo>
                  <a:pt x="1377690" y="5013"/>
                  <a:pt x="1378185" y="5280"/>
                  <a:pt x="1378489" y="5635"/>
                </a:cubicBezTo>
                <a:cubicBezTo>
                  <a:pt x="1378794" y="5991"/>
                  <a:pt x="1378908" y="6423"/>
                  <a:pt x="1378832" y="6932"/>
                </a:cubicBezTo>
                <a:cubicBezTo>
                  <a:pt x="1378756" y="7440"/>
                  <a:pt x="1378515" y="7973"/>
                  <a:pt x="1378108" y="8532"/>
                </a:cubicBezTo>
                <a:lnTo>
                  <a:pt x="1309495" y="106764"/>
                </a:lnTo>
                <a:close/>
                <a:moveTo>
                  <a:pt x="1507959" y="104253"/>
                </a:moveTo>
                <a:cubicBezTo>
                  <a:pt x="1507959" y="104660"/>
                  <a:pt x="1507857" y="105002"/>
                  <a:pt x="1507654" y="105281"/>
                </a:cubicBezTo>
                <a:cubicBezTo>
                  <a:pt x="1507451" y="105561"/>
                  <a:pt x="1507121" y="105802"/>
                  <a:pt x="1506664" y="106005"/>
                </a:cubicBezTo>
                <a:cubicBezTo>
                  <a:pt x="1506207" y="106208"/>
                  <a:pt x="1505573" y="106360"/>
                  <a:pt x="1504760" y="106462"/>
                </a:cubicBezTo>
                <a:cubicBezTo>
                  <a:pt x="1503948" y="106563"/>
                  <a:pt x="1502933" y="106614"/>
                  <a:pt x="1501714" y="106614"/>
                </a:cubicBezTo>
                <a:cubicBezTo>
                  <a:pt x="1500445" y="106614"/>
                  <a:pt x="1499404" y="106563"/>
                  <a:pt x="1498592" y="106462"/>
                </a:cubicBezTo>
                <a:cubicBezTo>
                  <a:pt x="1497780" y="106360"/>
                  <a:pt x="1497132" y="106208"/>
                  <a:pt x="1496650" y="106005"/>
                </a:cubicBezTo>
                <a:cubicBezTo>
                  <a:pt x="1496168" y="105802"/>
                  <a:pt x="1495825" y="105561"/>
                  <a:pt x="1495622" y="105281"/>
                </a:cubicBezTo>
                <a:cubicBezTo>
                  <a:pt x="1495419" y="105002"/>
                  <a:pt x="1495317" y="104660"/>
                  <a:pt x="1495317" y="104253"/>
                </a:cubicBezTo>
                <a:lnTo>
                  <a:pt x="1495317" y="62598"/>
                </a:lnTo>
                <a:cubicBezTo>
                  <a:pt x="1495317" y="59704"/>
                  <a:pt x="1495063" y="57064"/>
                  <a:pt x="1494556" y="54678"/>
                </a:cubicBezTo>
                <a:cubicBezTo>
                  <a:pt x="1494048" y="52292"/>
                  <a:pt x="1493236" y="50236"/>
                  <a:pt x="1492119" y="48509"/>
                </a:cubicBezTo>
                <a:cubicBezTo>
                  <a:pt x="1491002" y="46783"/>
                  <a:pt x="1489580" y="45463"/>
                  <a:pt x="1487854" y="44549"/>
                </a:cubicBezTo>
                <a:cubicBezTo>
                  <a:pt x="1486128" y="43636"/>
                  <a:pt x="1484097" y="43179"/>
                  <a:pt x="1481762" y="43179"/>
                </a:cubicBezTo>
                <a:cubicBezTo>
                  <a:pt x="1478868" y="43179"/>
                  <a:pt x="1475962" y="44296"/>
                  <a:pt x="1473043" y="46529"/>
                </a:cubicBezTo>
                <a:cubicBezTo>
                  <a:pt x="1470123" y="48763"/>
                  <a:pt x="1466912" y="52038"/>
                  <a:pt x="1463409" y="56353"/>
                </a:cubicBezTo>
                <a:lnTo>
                  <a:pt x="1463409" y="104253"/>
                </a:lnTo>
                <a:cubicBezTo>
                  <a:pt x="1463409" y="104660"/>
                  <a:pt x="1463308" y="105002"/>
                  <a:pt x="1463105" y="105281"/>
                </a:cubicBezTo>
                <a:cubicBezTo>
                  <a:pt x="1462902" y="105561"/>
                  <a:pt x="1462559" y="105802"/>
                  <a:pt x="1462077" y="106005"/>
                </a:cubicBezTo>
                <a:cubicBezTo>
                  <a:pt x="1461594" y="106208"/>
                  <a:pt x="1460947" y="106360"/>
                  <a:pt x="1460135" y="106462"/>
                </a:cubicBezTo>
                <a:cubicBezTo>
                  <a:pt x="1459322" y="106563"/>
                  <a:pt x="1458307" y="106614"/>
                  <a:pt x="1457089" y="106614"/>
                </a:cubicBezTo>
                <a:cubicBezTo>
                  <a:pt x="1455921" y="106614"/>
                  <a:pt x="1454918" y="106563"/>
                  <a:pt x="1454080" y="106462"/>
                </a:cubicBezTo>
                <a:cubicBezTo>
                  <a:pt x="1453243" y="106360"/>
                  <a:pt x="1452583" y="106208"/>
                  <a:pt x="1452101" y="106005"/>
                </a:cubicBezTo>
                <a:cubicBezTo>
                  <a:pt x="1451618" y="105802"/>
                  <a:pt x="1451288" y="105561"/>
                  <a:pt x="1451111" y="105281"/>
                </a:cubicBezTo>
                <a:cubicBezTo>
                  <a:pt x="1450933" y="105002"/>
                  <a:pt x="1450844" y="104660"/>
                  <a:pt x="1450844" y="104253"/>
                </a:cubicBezTo>
                <a:lnTo>
                  <a:pt x="1450844" y="62598"/>
                </a:lnTo>
                <a:cubicBezTo>
                  <a:pt x="1450844" y="59704"/>
                  <a:pt x="1450565" y="57064"/>
                  <a:pt x="1450006" y="54678"/>
                </a:cubicBezTo>
                <a:cubicBezTo>
                  <a:pt x="1449448" y="52292"/>
                  <a:pt x="1448610" y="50236"/>
                  <a:pt x="1447493" y="48509"/>
                </a:cubicBezTo>
                <a:cubicBezTo>
                  <a:pt x="1446376" y="46783"/>
                  <a:pt x="1444968" y="45463"/>
                  <a:pt x="1443267" y="44549"/>
                </a:cubicBezTo>
                <a:cubicBezTo>
                  <a:pt x="1441566" y="43636"/>
                  <a:pt x="1439548" y="43179"/>
                  <a:pt x="1437213" y="43179"/>
                </a:cubicBezTo>
                <a:cubicBezTo>
                  <a:pt x="1434319" y="43179"/>
                  <a:pt x="1431400" y="44296"/>
                  <a:pt x="1428455" y="46529"/>
                </a:cubicBezTo>
                <a:cubicBezTo>
                  <a:pt x="1425510" y="48763"/>
                  <a:pt x="1422312" y="52038"/>
                  <a:pt x="1418860" y="56353"/>
                </a:cubicBezTo>
                <a:lnTo>
                  <a:pt x="1418860" y="104253"/>
                </a:lnTo>
                <a:cubicBezTo>
                  <a:pt x="1418860" y="104660"/>
                  <a:pt x="1418758" y="105002"/>
                  <a:pt x="1418555" y="105281"/>
                </a:cubicBezTo>
                <a:cubicBezTo>
                  <a:pt x="1418352" y="105561"/>
                  <a:pt x="1418022" y="105802"/>
                  <a:pt x="1417565" y="106005"/>
                </a:cubicBezTo>
                <a:cubicBezTo>
                  <a:pt x="1417108" y="106208"/>
                  <a:pt x="1416474" y="106360"/>
                  <a:pt x="1415661" y="106462"/>
                </a:cubicBezTo>
                <a:cubicBezTo>
                  <a:pt x="1414849" y="106563"/>
                  <a:pt x="1413808" y="106614"/>
                  <a:pt x="1412539" y="106614"/>
                </a:cubicBezTo>
                <a:cubicBezTo>
                  <a:pt x="1411321" y="106614"/>
                  <a:pt x="1410305" y="106563"/>
                  <a:pt x="1409493" y="106462"/>
                </a:cubicBezTo>
                <a:cubicBezTo>
                  <a:pt x="1408681" y="106360"/>
                  <a:pt x="1408033" y="106208"/>
                  <a:pt x="1407551" y="106005"/>
                </a:cubicBezTo>
                <a:cubicBezTo>
                  <a:pt x="1407069" y="105802"/>
                  <a:pt x="1406739" y="105561"/>
                  <a:pt x="1406561" y="105281"/>
                </a:cubicBezTo>
                <a:cubicBezTo>
                  <a:pt x="1406383" y="105002"/>
                  <a:pt x="1406295" y="104660"/>
                  <a:pt x="1406295" y="104253"/>
                </a:cubicBezTo>
                <a:lnTo>
                  <a:pt x="1406295" y="35716"/>
                </a:lnTo>
                <a:cubicBezTo>
                  <a:pt x="1406295" y="35310"/>
                  <a:pt x="1406371" y="34967"/>
                  <a:pt x="1406523" y="34688"/>
                </a:cubicBezTo>
                <a:cubicBezTo>
                  <a:pt x="1406675" y="34408"/>
                  <a:pt x="1406980" y="34155"/>
                  <a:pt x="1407437" y="33926"/>
                </a:cubicBezTo>
                <a:cubicBezTo>
                  <a:pt x="1407894" y="33698"/>
                  <a:pt x="1408478" y="33545"/>
                  <a:pt x="1409188" y="33469"/>
                </a:cubicBezTo>
                <a:cubicBezTo>
                  <a:pt x="1409899" y="33393"/>
                  <a:pt x="1410838" y="33355"/>
                  <a:pt x="1412006" y="33355"/>
                </a:cubicBezTo>
                <a:cubicBezTo>
                  <a:pt x="1413123" y="33355"/>
                  <a:pt x="1414049" y="33393"/>
                  <a:pt x="1414786" y="33469"/>
                </a:cubicBezTo>
                <a:cubicBezTo>
                  <a:pt x="1415522" y="33545"/>
                  <a:pt x="1416093" y="33698"/>
                  <a:pt x="1416499" y="33926"/>
                </a:cubicBezTo>
                <a:cubicBezTo>
                  <a:pt x="1416905" y="34155"/>
                  <a:pt x="1417197" y="34408"/>
                  <a:pt x="1417375" y="34688"/>
                </a:cubicBezTo>
                <a:cubicBezTo>
                  <a:pt x="1417552" y="34967"/>
                  <a:pt x="1417641" y="35310"/>
                  <a:pt x="1417641" y="35716"/>
                </a:cubicBezTo>
                <a:lnTo>
                  <a:pt x="1417641" y="44778"/>
                </a:lnTo>
                <a:cubicBezTo>
                  <a:pt x="1421500" y="40463"/>
                  <a:pt x="1425244" y="37302"/>
                  <a:pt x="1428874" y="35297"/>
                </a:cubicBezTo>
                <a:cubicBezTo>
                  <a:pt x="1432504" y="33292"/>
                  <a:pt x="1436172" y="32289"/>
                  <a:pt x="1439878" y="32289"/>
                </a:cubicBezTo>
                <a:cubicBezTo>
                  <a:pt x="1442721" y="32289"/>
                  <a:pt x="1445272" y="32619"/>
                  <a:pt x="1447531" y="33279"/>
                </a:cubicBezTo>
                <a:cubicBezTo>
                  <a:pt x="1449791" y="33939"/>
                  <a:pt x="1451783" y="34865"/>
                  <a:pt x="1453509" y="36058"/>
                </a:cubicBezTo>
                <a:cubicBezTo>
                  <a:pt x="1455235" y="37251"/>
                  <a:pt x="1456708" y="38673"/>
                  <a:pt x="1457926" y="40323"/>
                </a:cubicBezTo>
                <a:cubicBezTo>
                  <a:pt x="1459145" y="41973"/>
                  <a:pt x="1460160" y="43813"/>
                  <a:pt x="1460972" y="45844"/>
                </a:cubicBezTo>
                <a:cubicBezTo>
                  <a:pt x="1463257" y="43356"/>
                  <a:pt x="1465427" y="41250"/>
                  <a:pt x="1467483" y="39523"/>
                </a:cubicBezTo>
                <a:cubicBezTo>
                  <a:pt x="1469540" y="37797"/>
                  <a:pt x="1471520" y="36401"/>
                  <a:pt x="1473423" y="35335"/>
                </a:cubicBezTo>
                <a:cubicBezTo>
                  <a:pt x="1475327" y="34269"/>
                  <a:pt x="1477180" y="33495"/>
                  <a:pt x="1478983" y="33012"/>
                </a:cubicBezTo>
                <a:cubicBezTo>
                  <a:pt x="1480785" y="32530"/>
                  <a:pt x="1482600" y="32289"/>
                  <a:pt x="1484427" y="32289"/>
                </a:cubicBezTo>
                <a:cubicBezTo>
                  <a:pt x="1488844" y="32289"/>
                  <a:pt x="1492550" y="33063"/>
                  <a:pt x="1495546" y="34612"/>
                </a:cubicBezTo>
                <a:cubicBezTo>
                  <a:pt x="1498541" y="36160"/>
                  <a:pt x="1500965" y="38229"/>
                  <a:pt x="1502818" y="40818"/>
                </a:cubicBezTo>
                <a:cubicBezTo>
                  <a:pt x="1504671" y="43407"/>
                  <a:pt x="1505991" y="46441"/>
                  <a:pt x="1506778" y="49918"/>
                </a:cubicBezTo>
                <a:cubicBezTo>
                  <a:pt x="1507565" y="53396"/>
                  <a:pt x="1507959" y="57064"/>
                  <a:pt x="1507959" y="60922"/>
                </a:cubicBezTo>
                <a:lnTo>
                  <a:pt x="1507959" y="104253"/>
                </a:lnTo>
                <a:close/>
                <a:moveTo>
                  <a:pt x="1547492" y="95267"/>
                </a:moveTo>
                <a:cubicBezTo>
                  <a:pt x="1547492" y="96841"/>
                  <a:pt x="1547416" y="98288"/>
                  <a:pt x="1547264" y="99608"/>
                </a:cubicBezTo>
                <a:cubicBezTo>
                  <a:pt x="1547112" y="100928"/>
                  <a:pt x="1546858" y="102172"/>
                  <a:pt x="1546502" y="103340"/>
                </a:cubicBezTo>
                <a:cubicBezTo>
                  <a:pt x="1546147" y="104507"/>
                  <a:pt x="1545677" y="105662"/>
                  <a:pt x="1545093" y="106804"/>
                </a:cubicBezTo>
                <a:cubicBezTo>
                  <a:pt x="1544510" y="107947"/>
                  <a:pt x="1543786" y="109153"/>
                  <a:pt x="1542923" y="110422"/>
                </a:cubicBezTo>
                <a:lnTo>
                  <a:pt x="1532490" y="126109"/>
                </a:lnTo>
                <a:cubicBezTo>
                  <a:pt x="1532236" y="126465"/>
                  <a:pt x="1531944" y="126769"/>
                  <a:pt x="1531614" y="127023"/>
                </a:cubicBezTo>
                <a:cubicBezTo>
                  <a:pt x="1531284" y="127277"/>
                  <a:pt x="1530878" y="127505"/>
                  <a:pt x="1530396" y="127708"/>
                </a:cubicBezTo>
                <a:cubicBezTo>
                  <a:pt x="1529914" y="127912"/>
                  <a:pt x="1529355" y="128051"/>
                  <a:pt x="1528721" y="128127"/>
                </a:cubicBezTo>
                <a:cubicBezTo>
                  <a:pt x="1528086" y="128203"/>
                  <a:pt x="1527286" y="128242"/>
                  <a:pt x="1526322" y="128242"/>
                </a:cubicBezTo>
                <a:cubicBezTo>
                  <a:pt x="1525459" y="128242"/>
                  <a:pt x="1524735" y="128203"/>
                  <a:pt x="1524151" y="128127"/>
                </a:cubicBezTo>
                <a:cubicBezTo>
                  <a:pt x="1523568" y="128051"/>
                  <a:pt x="1523149" y="127924"/>
                  <a:pt x="1522895" y="127747"/>
                </a:cubicBezTo>
                <a:cubicBezTo>
                  <a:pt x="1522641" y="127569"/>
                  <a:pt x="1522501" y="127328"/>
                  <a:pt x="1522476" y="127023"/>
                </a:cubicBezTo>
                <a:cubicBezTo>
                  <a:pt x="1522451" y="126718"/>
                  <a:pt x="1522540" y="126363"/>
                  <a:pt x="1522743" y="125957"/>
                </a:cubicBezTo>
                <a:lnTo>
                  <a:pt x="1532871" y="105015"/>
                </a:lnTo>
                <a:lnTo>
                  <a:pt x="1532871" y="95267"/>
                </a:lnTo>
                <a:cubicBezTo>
                  <a:pt x="1532871" y="93897"/>
                  <a:pt x="1533011" y="92805"/>
                  <a:pt x="1533290" y="91993"/>
                </a:cubicBezTo>
                <a:cubicBezTo>
                  <a:pt x="1533569" y="91180"/>
                  <a:pt x="1534013" y="90571"/>
                  <a:pt x="1534622" y="90165"/>
                </a:cubicBezTo>
                <a:cubicBezTo>
                  <a:pt x="1535232" y="89759"/>
                  <a:pt x="1535993" y="89480"/>
                  <a:pt x="1536907" y="89327"/>
                </a:cubicBezTo>
                <a:cubicBezTo>
                  <a:pt x="1537821" y="89175"/>
                  <a:pt x="1538938" y="89099"/>
                  <a:pt x="1540258" y="89099"/>
                </a:cubicBezTo>
                <a:cubicBezTo>
                  <a:pt x="1541527" y="89099"/>
                  <a:pt x="1542619" y="89175"/>
                  <a:pt x="1543532" y="89327"/>
                </a:cubicBezTo>
                <a:cubicBezTo>
                  <a:pt x="1544446" y="89480"/>
                  <a:pt x="1545195" y="89759"/>
                  <a:pt x="1545779" y="90165"/>
                </a:cubicBezTo>
                <a:cubicBezTo>
                  <a:pt x="1546363" y="90571"/>
                  <a:pt x="1546794" y="91180"/>
                  <a:pt x="1547073" y="91993"/>
                </a:cubicBezTo>
                <a:cubicBezTo>
                  <a:pt x="1547353" y="92805"/>
                  <a:pt x="1547492" y="93897"/>
                  <a:pt x="1547492" y="95267"/>
                </a:cubicBezTo>
                <a:close/>
                <a:moveTo>
                  <a:pt x="1641362" y="31946"/>
                </a:moveTo>
                <a:cubicBezTo>
                  <a:pt x="1641362" y="35860"/>
                  <a:pt x="1640931" y="39419"/>
                  <a:pt x="1640068" y="42622"/>
                </a:cubicBezTo>
                <a:cubicBezTo>
                  <a:pt x="1639205" y="45825"/>
                  <a:pt x="1637885" y="48559"/>
                  <a:pt x="1636108" y="50823"/>
                </a:cubicBezTo>
                <a:cubicBezTo>
                  <a:pt x="1634331" y="53085"/>
                  <a:pt x="1632084" y="54852"/>
                  <a:pt x="1629368" y="56122"/>
                </a:cubicBezTo>
                <a:cubicBezTo>
                  <a:pt x="1626652" y="57393"/>
                  <a:pt x="1623466" y="58029"/>
                  <a:pt x="1619811" y="58029"/>
                </a:cubicBezTo>
                <a:cubicBezTo>
                  <a:pt x="1616105" y="58029"/>
                  <a:pt x="1612932" y="57444"/>
                  <a:pt x="1610292" y="56275"/>
                </a:cubicBezTo>
                <a:cubicBezTo>
                  <a:pt x="1607652" y="55105"/>
                  <a:pt x="1605494" y="53415"/>
                  <a:pt x="1603819" y="51203"/>
                </a:cubicBezTo>
                <a:cubicBezTo>
                  <a:pt x="1602143" y="48992"/>
                  <a:pt x="1600912" y="46297"/>
                  <a:pt x="1600125" y="43119"/>
                </a:cubicBezTo>
                <a:cubicBezTo>
                  <a:pt x="1599338" y="39941"/>
                  <a:pt x="1598945" y="36319"/>
                  <a:pt x="1598945" y="32251"/>
                </a:cubicBezTo>
                <a:cubicBezTo>
                  <a:pt x="1598945" y="28540"/>
                  <a:pt x="1599364" y="25108"/>
                  <a:pt x="1600202" y="21956"/>
                </a:cubicBezTo>
                <a:cubicBezTo>
                  <a:pt x="1601039" y="18803"/>
                  <a:pt x="1602321" y="16083"/>
                  <a:pt x="1604047" y="13796"/>
                </a:cubicBezTo>
                <a:cubicBezTo>
                  <a:pt x="1605773" y="11506"/>
                  <a:pt x="1607994" y="9701"/>
                  <a:pt x="1610711" y="8379"/>
                </a:cubicBezTo>
                <a:cubicBezTo>
                  <a:pt x="1613427" y="7058"/>
                  <a:pt x="1616638" y="6397"/>
                  <a:pt x="1620344" y="6397"/>
                </a:cubicBezTo>
                <a:cubicBezTo>
                  <a:pt x="1624355" y="6397"/>
                  <a:pt x="1627718" y="7084"/>
                  <a:pt x="1630434" y="8458"/>
                </a:cubicBezTo>
                <a:cubicBezTo>
                  <a:pt x="1633150" y="9830"/>
                  <a:pt x="1635321" y="11673"/>
                  <a:pt x="1636945" y="13986"/>
                </a:cubicBezTo>
                <a:cubicBezTo>
                  <a:pt x="1638570" y="16299"/>
                  <a:pt x="1639712" y="19007"/>
                  <a:pt x="1640372" y="22108"/>
                </a:cubicBezTo>
                <a:cubicBezTo>
                  <a:pt x="1641032" y="25210"/>
                  <a:pt x="1641362" y="28489"/>
                  <a:pt x="1641362" y="31946"/>
                </a:cubicBezTo>
                <a:moveTo>
                  <a:pt x="1630701" y="32327"/>
                </a:moveTo>
                <a:cubicBezTo>
                  <a:pt x="1630701" y="29478"/>
                  <a:pt x="1630498" y="26946"/>
                  <a:pt x="1630092" y="24733"/>
                </a:cubicBezTo>
                <a:cubicBezTo>
                  <a:pt x="1629685" y="22520"/>
                  <a:pt x="1629063" y="20676"/>
                  <a:pt x="1628226" y="19200"/>
                </a:cubicBezTo>
                <a:cubicBezTo>
                  <a:pt x="1627388" y="17725"/>
                  <a:pt x="1626284" y="16618"/>
                  <a:pt x="1624913" y="15880"/>
                </a:cubicBezTo>
                <a:cubicBezTo>
                  <a:pt x="1623542" y="15143"/>
                  <a:pt x="1621918" y="14774"/>
                  <a:pt x="1620039" y="14774"/>
                </a:cubicBezTo>
                <a:cubicBezTo>
                  <a:pt x="1618262" y="14774"/>
                  <a:pt x="1616714" y="15130"/>
                  <a:pt x="1615394" y="15842"/>
                </a:cubicBezTo>
                <a:cubicBezTo>
                  <a:pt x="1614074" y="16555"/>
                  <a:pt x="1612995" y="17623"/>
                  <a:pt x="1612158" y="19048"/>
                </a:cubicBezTo>
                <a:cubicBezTo>
                  <a:pt x="1611320" y="20472"/>
                  <a:pt x="1610698" y="22241"/>
                  <a:pt x="1610292" y="24352"/>
                </a:cubicBezTo>
                <a:cubicBezTo>
                  <a:pt x="1609886" y="26464"/>
                  <a:pt x="1609683" y="28944"/>
                  <a:pt x="1609683" y="31794"/>
                </a:cubicBezTo>
                <a:cubicBezTo>
                  <a:pt x="1609683" y="35252"/>
                  <a:pt x="1609924" y="38140"/>
                  <a:pt x="1610406" y="40456"/>
                </a:cubicBezTo>
                <a:cubicBezTo>
                  <a:pt x="1610888" y="42771"/>
                  <a:pt x="1611574" y="44603"/>
                  <a:pt x="1612462" y="45951"/>
                </a:cubicBezTo>
                <a:cubicBezTo>
                  <a:pt x="1613351" y="47300"/>
                  <a:pt x="1614467" y="48241"/>
                  <a:pt x="1615813" y="48776"/>
                </a:cubicBezTo>
                <a:cubicBezTo>
                  <a:pt x="1617158" y="49309"/>
                  <a:pt x="1618694" y="49576"/>
                  <a:pt x="1620420" y="49576"/>
                </a:cubicBezTo>
                <a:cubicBezTo>
                  <a:pt x="1622451" y="49576"/>
                  <a:pt x="1624114" y="49194"/>
                  <a:pt x="1625408" y="48431"/>
                </a:cubicBezTo>
                <a:cubicBezTo>
                  <a:pt x="1626703" y="47668"/>
                  <a:pt x="1627743" y="46536"/>
                  <a:pt x="1628530" y="45035"/>
                </a:cubicBezTo>
                <a:cubicBezTo>
                  <a:pt x="1629317" y="43534"/>
                  <a:pt x="1629876" y="41728"/>
                  <a:pt x="1630206" y="39616"/>
                </a:cubicBezTo>
                <a:cubicBezTo>
                  <a:pt x="1630536" y="37505"/>
                  <a:pt x="1630701" y="35075"/>
                  <a:pt x="1630701" y="32327"/>
                </a:cubicBezTo>
                <a:moveTo>
                  <a:pt x="1699467" y="81293"/>
                </a:moveTo>
                <a:cubicBezTo>
                  <a:pt x="1699467" y="85207"/>
                  <a:pt x="1699035" y="88766"/>
                  <a:pt x="1698172" y="91969"/>
                </a:cubicBezTo>
                <a:cubicBezTo>
                  <a:pt x="1697309" y="95172"/>
                  <a:pt x="1695989" y="97906"/>
                  <a:pt x="1694212" y="100170"/>
                </a:cubicBezTo>
                <a:cubicBezTo>
                  <a:pt x="1692435" y="102432"/>
                  <a:pt x="1690189" y="104199"/>
                  <a:pt x="1687473" y="105469"/>
                </a:cubicBezTo>
                <a:cubicBezTo>
                  <a:pt x="1684757" y="106740"/>
                  <a:pt x="1681571" y="107376"/>
                  <a:pt x="1677916" y="107376"/>
                </a:cubicBezTo>
                <a:cubicBezTo>
                  <a:pt x="1674209" y="107376"/>
                  <a:pt x="1671036" y="106791"/>
                  <a:pt x="1668396" y="105622"/>
                </a:cubicBezTo>
                <a:cubicBezTo>
                  <a:pt x="1665756" y="104452"/>
                  <a:pt x="1663599" y="102762"/>
                  <a:pt x="1661923" y="100550"/>
                </a:cubicBezTo>
                <a:cubicBezTo>
                  <a:pt x="1660248" y="98339"/>
                  <a:pt x="1659017" y="95644"/>
                  <a:pt x="1658230" y="92466"/>
                </a:cubicBezTo>
                <a:cubicBezTo>
                  <a:pt x="1657443" y="89289"/>
                  <a:pt x="1657050" y="85666"/>
                  <a:pt x="1657050" y="81598"/>
                </a:cubicBezTo>
                <a:cubicBezTo>
                  <a:pt x="1657050" y="77887"/>
                  <a:pt x="1657469" y="74455"/>
                  <a:pt x="1658306" y="71303"/>
                </a:cubicBezTo>
                <a:cubicBezTo>
                  <a:pt x="1659144" y="68151"/>
                  <a:pt x="1660426" y="65430"/>
                  <a:pt x="1662152" y="63143"/>
                </a:cubicBezTo>
                <a:cubicBezTo>
                  <a:pt x="1663878" y="60853"/>
                  <a:pt x="1666099" y="59048"/>
                  <a:pt x="1668815" y="57726"/>
                </a:cubicBezTo>
                <a:cubicBezTo>
                  <a:pt x="1671531" y="56405"/>
                  <a:pt x="1674743" y="55744"/>
                  <a:pt x="1678449" y="55744"/>
                </a:cubicBezTo>
                <a:cubicBezTo>
                  <a:pt x="1682459" y="55744"/>
                  <a:pt x="1685823" y="56431"/>
                  <a:pt x="1688539" y="57805"/>
                </a:cubicBezTo>
                <a:cubicBezTo>
                  <a:pt x="1691255" y="59177"/>
                  <a:pt x="1693425" y="61020"/>
                  <a:pt x="1695050" y="63333"/>
                </a:cubicBezTo>
                <a:cubicBezTo>
                  <a:pt x="1696675" y="65646"/>
                  <a:pt x="1697817" y="68354"/>
                  <a:pt x="1698477" y="71455"/>
                </a:cubicBezTo>
                <a:cubicBezTo>
                  <a:pt x="1699137" y="74557"/>
                  <a:pt x="1699467" y="77836"/>
                  <a:pt x="1699467" y="81293"/>
                </a:cubicBezTo>
                <a:moveTo>
                  <a:pt x="1688805" y="81674"/>
                </a:moveTo>
                <a:cubicBezTo>
                  <a:pt x="1688805" y="78825"/>
                  <a:pt x="1688602" y="76293"/>
                  <a:pt x="1688196" y="74080"/>
                </a:cubicBezTo>
                <a:cubicBezTo>
                  <a:pt x="1687790" y="71867"/>
                  <a:pt x="1687168" y="70023"/>
                  <a:pt x="1686330" y="68547"/>
                </a:cubicBezTo>
                <a:cubicBezTo>
                  <a:pt x="1685493" y="67072"/>
                  <a:pt x="1684389" y="65965"/>
                  <a:pt x="1683018" y="65227"/>
                </a:cubicBezTo>
                <a:cubicBezTo>
                  <a:pt x="1681647" y="64490"/>
                  <a:pt x="1680022" y="64121"/>
                  <a:pt x="1678144" y="64121"/>
                </a:cubicBezTo>
                <a:cubicBezTo>
                  <a:pt x="1676367" y="64121"/>
                  <a:pt x="1674819" y="64477"/>
                  <a:pt x="1673499" y="65189"/>
                </a:cubicBezTo>
                <a:cubicBezTo>
                  <a:pt x="1672179" y="65902"/>
                  <a:pt x="1671100" y="66970"/>
                  <a:pt x="1670262" y="68395"/>
                </a:cubicBezTo>
                <a:cubicBezTo>
                  <a:pt x="1669425" y="69820"/>
                  <a:pt x="1668803" y="71588"/>
                  <a:pt x="1668396" y="73699"/>
                </a:cubicBezTo>
                <a:cubicBezTo>
                  <a:pt x="1667990" y="75811"/>
                  <a:pt x="1667787" y="78292"/>
                  <a:pt x="1667787" y="81141"/>
                </a:cubicBezTo>
                <a:cubicBezTo>
                  <a:pt x="1667787" y="84600"/>
                  <a:pt x="1668028" y="87487"/>
                  <a:pt x="1668511" y="89803"/>
                </a:cubicBezTo>
                <a:cubicBezTo>
                  <a:pt x="1668993" y="92118"/>
                  <a:pt x="1669678" y="93950"/>
                  <a:pt x="1670567" y="95298"/>
                </a:cubicBezTo>
                <a:cubicBezTo>
                  <a:pt x="1671455" y="96647"/>
                  <a:pt x="1672572" y="97588"/>
                  <a:pt x="1673918" y="98123"/>
                </a:cubicBezTo>
                <a:cubicBezTo>
                  <a:pt x="1675263" y="98656"/>
                  <a:pt x="1676799" y="98923"/>
                  <a:pt x="1678525" y="98923"/>
                </a:cubicBezTo>
                <a:cubicBezTo>
                  <a:pt x="1680556" y="98923"/>
                  <a:pt x="1682218" y="98541"/>
                  <a:pt x="1683513" y="97778"/>
                </a:cubicBezTo>
                <a:cubicBezTo>
                  <a:pt x="1684807" y="97015"/>
                  <a:pt x="1685848" y="95883"/>
                  <a:pt x="1686635" y="94382"/>
                </a:cubicBezTo>
                <a:cubicBezTo>
                  <a:pt x="1687422" y="92881"/>
                  <a:pt x="1687980" y="91075"/>
                  <a:pt x="1688310" y="88963"/>
                </a:cubicBezTo>
                <a:cubicBezTo>
                  <a:pt x="1688640" y="86852"/>
                  <a:pt x="1688805" y="84422"/>
                  <a:pt x="1688805" y="81674"/>
                </a:cubicBezTo>
                <a:moveTo>
                  <a:pt x="1619811" y="106764"/>
                </a:moveTo>
                <a:cubicBezTo>
                  <a:pt x="1619557" y="107223"/>
                  <a:pt x="1619252" y="107566"/>
                  <a:pt x="1618897" y="107794"/>
                </a:cubicBezTo>
                <a:cubicBezTo>
                  <a:pt x="1618542" y="108023"/>
                  <a:pt x="1618110" y="108226"/>
                  <a:pt x="1617602" y="108404"/>
                </a:cubicBezTo>
                <a:cubicBezTo>
                  <a:pt x="1617095" y="108581"/>
                  <a:pt x="1616486" y="108708"/>
                  <a:pt x="1615775" y="108784"/>
                </a:cubicBezTo>
                <a:cubicBezTo>
                  <a:pt x="1615064" y="108861"/>
                  <a:pt x="1614201" y="108899"/>
                  <a:pt x="1613186" y="108899"/>
                </a:cubicBezTo>
                <a:cubicBezTo>
                  <a:pt x="1612069" y="108899"/>
                  <a:pt x="1611168" y="108797"/>
                  <a:pt x="1610482" y="108594"/>
                </a:cubicBezTo>
                <a:cubicBezTo>
                  <a:pt x="1609797" y="108391"/>
                  <a:pt x="1609314" y="108124"/>
                  <a:pt x="1609035" y="107794"/>
                </a:cubicBezTo>
                <a:cubicBezTo>
                  <a:pt x="1608756" y="107464"/>
                  <a:pt x="1608654" y="107058"/>
                  <a:pt x="1608731" y="106574"/>
                </a:cubicBezTo>
                <a:cubicBezTo>
                  <a:pt x="1608807" y="106091"/>
                  <a:pt x="1609048" y="105546"/>
                  <a:pt x="1609454" y="104936"/>
                </a:cubicBezTo>
                <a:lnTo>
                  <a:pt x="1677992" y="6704"/>
                </a:lnTo>
                <a:cubicBezTo>
                  <a:pt x="1678246" y="6296"/>
                  <a:pt x="1678550" y="5953"/>
                  <a:pt x="1678906" y="5673"/>
                </a:cubicBezTo>
                <a:cubicBezTo>
                  <a:pt x="1679261" y="5394"/>
                  <a:pt x="1679705" y="5178"/>
                  <a:pt x="1680238" y="5026"/>
                </a:cubicBezTo>
                <a:cubicBezTo>
                  <a:pt x="1680771" y="4874"/>
                  <a:pt x="1681381" y="4760"/>
                  <a:pt x="1682066" y="4683"/>
                </a:cubicBezTo>
                <a:cubicBezTo>
                  <a:pt x="1682751" y="4607"/>
                  <a:pt x="1683627" y="4569"/>
                  <a:pt x="1684693" y="4569"/>
                </a:cubicBezTo>
                <a:cubicBezTo>
                  <a:pt x="1685759" y="4569"/>
                  <a:pt x="1686635" y="4658"/>
                  <a:pt x="1687320" y="4836"/>
                </a:cubicBezTo>
                <a:cubicBezTo>
                  <a:pt x="1688006" y="5013"/>
                  <a:pt x="1688501" y="5280"/>
                  <a:pt x="1688805" y="5635"/>
                </a:cubicBezTo>
                <a:cubicBezTo>
                  <a:pt x="1689110" y="5991"/>
                  <a:pt x="1689224" y="6423"/>
                  <a:pt x="1689148" y="6932"/>
                </a:cubicBezTo>
                <a:cubicBezTo>
                  <a:pt x="1689072" y="7440"/>
                  <a:pt x="1688831" y="7973"/>
                  <a:pt x="1688425" y="8532"/>
                </a:cubicBezTo>
                <a:lnTo>
                  <a:pt x="1619811" y="106764"/>
                </a:lnTo>
                <a:close/>
                <a:moveTo>
                  <a:pt x="1768546" y="102806"/>
                </a:moveTo>
                <a:cubicBezTo>
                  <a:pt x="1768952" y="103517"/>
                  <a:pt x="1769155" y="104114"/>
                  <a:pt x="1769155" y="104596"/>
                </a:cubicBezTo>
                <a:cubicBezTo>
                  <a:pt x="1769155" y="105078"/>
                  <a:pt x="1768914" y="105472"/>
                  <a:pt x="1768432" y="105776"/>
                </a:cubicBezTo>
                <a:cubicBezTo>
                  <a:pt x="1767950" y="106081"/>
                  <a:pt x="1767214" y="106297"/>
                  <a:pt x="1766224" y="106424"/>
                </a:cubicBezTo>
                <a:cubicBezTo>
                  <a:pt x="1765234" y="106551"/>
                  <a:pt x="1763952" y="106614"/>
                  <a:pt x="1762378" y="106614"/>
                </a:cubicBezTo>
                <a:cubicBezTo>
                  <a:pt x="1760855" y="106614"/>
                  <a:pt x="1759649" y="106576"/>
                  <a:pt x="1758761" y="106500"/>
                </a:cubicBezTo>
                <a:cubicBezTo>
                  <a:pt x="1757872" y="106424"/>
                  <a:pt x="1757161" y="106297"/>
                  <a:pt x="1756628" y="106119"/>
                </a:cubicBezTo>
                <a:cubicBezTo>
                  <a:pt x="1756095" y="105941"/>
                  <a:pt x="1755689" y="105713"/>
                  <a:pt x="1755410" y="105434"/>
                </a:cubicBezTo>
                <a:cubicBezTo>
                  <a:pt x="1755131" y="105155"/>
                  <a:pt x="1754889" y="104837"/>
                  <a:pt x="1754686" y="104482"/>
                </a:cubicBezTo>
                <a:lnTo>
                  <a:pt x="1738237" y="77295"/>
                </a:lnTo>
                <a:lnTo>
                  <a:pt x="1721864" y="104482"/>
                </a:lnTo>
                <a:cubicBezTo>
                  <a:pt x="1721661" y="104837"/>
                  <a:pt x="1721420" y="105155"/>
                  <a:pt x="1721141" y="105434"/>
                </a:cubicBezTo>
                <a:cubicBezTo>
                  <a:pt x="1720862" y="105713"/>
                  <a:pt x="1720456" y="105941"/>
                  <a:pt x="1719923" y="106119"/>
                </a:cubicBezTo>
                <a:cubicBezTo>
                  <a:pt x="1719389" y="106297"/>
                  <a:pt x="1718691" y="106424"/>
                  <a:pt x="1717828" y="106500"/>
                </a:cubicBezTo>
                <a:cubicBezTo>
                  <a:pt x="1716965" y="106576"/>
                  <a:pt x="1715823" y="106614"/>
                  <a:pt x="1714401" y="106614"/>
                </a:cubicBezTo>
                <a:cubicBezTo>
                  <a:pt x="1712929" y="106614"/>
                  <a:pt x="1711723" y="106551"/>
                  <a:pt x="1710784" y="106424"/>
                </a:cubicBezTo>
                <a:cubicBezTo>
                  <a:pt x="1709845" y="106297"/>
                  <a:pt x="1709160" y="106081"/>
                  <a:pt x="1708728" y="105776"/>
                </a:cubicBezTo>
                <a:cubicBezTo>
                  <a:pt x="1708297" y="105472"/>
                  <a:pt x="1708093" y="105078"/>
                  <a:pt x="1708119" y="104596"/>
                </a:cubicBezTo>
                <a:cubicBezTo>
                  <a:pt x="1708144" y="104114"/>
                  <a:pt x="1708385" y="103517"/>
                  <a:pt x="1708842" y="102806"/>
                </a:cubicBezTo>
                <a:lnTo>
                  <a:pt x="1730165" y="69375"/>
                </a:lnTo>
                <a:lnTo>
                  <a:pt x="1709985" y="37163"/>
                </a:lnTo>
                <a:cubicBezTo>
                  <a:pt x="1709578" y="36452"/>
                  <a:pt x="1709363" y="35855"/>
                  <a:pt x="1709337" y="35373"/>
                </a:cubicBezTo>
                <a:cubicBezTo>
                  <a:pt x="1709312" y="34891"/>
                  <a:pt x="1709540" y="34485"/>
                  <a:pt x="1710023" y="34155"/>
                </a:cubicBezTo>
                <a:cubicBezTo>
                  <a:pt x="1710505" y="33825"/>
                  <a:pt x="1711241" y="33609"/>
                  <a:pt x="1712231" y="33507"/>
                </a:cubicBezTo>
                <a:cubicBezTo>
                  <a:pt x="1713221" y="33406"/>
                  <a:pt x="1714528" y="33355"/>
                  <a:pt x="1716153" y="33355"/>
                </a:cubicBezTo>
                <a:cubicBezTo>
                  <a:pt x="1717625" y="33355"/>
                  <a:pt x="1718806" y="33393"/>
                  <a:pt x="1719694" y="33469"/>
                </a:cubicBezTo>
                <a:cubicBezTo>
                  <a:pt x="1720583" y="33545"/>
                  <a:pt x="1721281" y="33660"/>
                  <a:pt x="1721788" y="33812"/>
                </a:cubicBezTo>
                <a:cubicBezTo>
                  <a:pt x="1722296" y="33964"/>
                  <a:pt x="1722677" y="34167"/>
                  <a:pt x="1722931" y="34421"/>
                </a:cubicBezTo>
                <a:cubicBezTo>
                  <a:pt x="1723184" y="34675"/>
                  <a:pt x="1723413" y="34980"/>
                  <a:pt x="1723616" y="35335"/>
                </a:cubicBezTo>
                <a:lnTo>
                  <a:pt x="1739227" y="60846"/>
                </a:lnTo>
                <a:lnTo>
                  <a:pt x="1755067" y="35335"/>
                </a:lnTo>
                <a:cubicBezTo>
                  <a:pt x="1755270" y="35030"/>
                  <a:pt x="1755499" y="34751"/>
                  <a:pt x="1755752" y="34497"/>
                </a:cubicBezTo>
                <a:cubicBezTo>
                  <a:pt x="1756006" y="34243"/>
                  <a:pt x="1756349" y="34028"/>
                  <a:pt x="1756781" y="33850"/>
                </a:cubicBezTo>
                <a:cubicBezTo>
                  <a:pt x="1757212" y="33672"/>
                  <a:pt x="1757821" y="33545"/>
                  <a:pt x="1758608" y="33469"/>
                </a:cubicBezTo>
                <a:cubicBezTo>
                  <a:pt x="1759395" y="33393"/>
                  <a:pt x="1760474" y="33355"/>
                  <a:pt x="1761845" y="33355"/>
                </a:cubicBezTo>
                <a:cubicBezTo>
                  <a:pt x="1763317" y="33355"/>
                  <a:pt x="1764523" y="33406"/>
                  <a:pt x="1765462" y="33507"/>
                </a:cubicBezTo>
                <a:cubicBezTo>
                  <a:pt x="1766401" y="33609"/>
                  <a:pt x="1767099" y="33799"/>
                  <a:pt x="1767556" y="34078"/>
                </a:cubicBezTo>
                <a:cubicBezTo>
                  <a:pt x="1768013" y="34358"/>
                  <a:pt x="1768216" y="34751"/>
                  <a:pt x="1768165" y="35259"/>
                </a:cubicBezTo>
                <a:cubicBezTo>
                  <a:pt x="1768115" y="35766"/>
                  <a:pt x="1767861" y="36401"/>
                  <a:pt x="1767404" y="37163"/>
                </a:cubicBezTo>
                <a:lnTo>
                  <a:pt x="1747376" y="68995"/>
                </a:lnTo>
                <a:lnTo>
                  <a:pt x="1768546" y="102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FECA6-816F-43CD-8A46-0CFB6042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477" y="578529"/>
            <a:ext cx="345714" cy="332197"/>
          </a:xfrm>
          <a:custGeom xmlns:a="http://schemas.openxmlformats.org/drawingml/2006/main">
            <a:pathLst>
              <a:path w="345714" h="332197" fill="none">
                <a:moveTo>
                  <a:pt x="0" y="0"/>
                </a:moveTo>
                <a:lnTo>
                  <a:pt x="345714" y="332197"/>
                </a:lnTo>
              </a:path>
            </a:pathLst>
          </a:custGeom>
          <a:noFill xmlns:a="http://schemas.openxmlformats.org/drawingml/2006/main"/>
          <a:ln xmlns:a="http://schemas.openxmlformats.org/drawingml/2006/main" w="12997" cap="rnd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12A94-AA33-4A58-8549-61CF1F76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039" y="879535"/>
            <a:ext cx="74342" cy="73302"/>
          </a:xfrm>
          <a:custGeom xmlns:a="http://schemas.openxmlformats.org/drawingml/2006/main">
            <a:pathLst>
              <a:path w="74342" h="73302">
                <a:moveTo>
                  <a:pt x="48348" y="0"/>
                </a:moveTo>
                <a:lnTo>
                  <a:pt x="74342" y="73302"/>
                </a:lnTo>
                <a:lnTo>
                  <a:pt x="0" y="49908"/>
                </a:lnTo>
                <a:lnTo>
                  <a:pt x="483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DB50C-B740-475A-8C53-A21E660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9" y="578529"/>
            <a:ext cx="337396" cy="331678"/>
          </a:xfrm>
          <a:custGeom xmlns:a="http://schemas.openxmlformats.org/drawingml/2006/main">
            <a:pathLst>
              <a:path w="337396" h="331678" fill="none">
                <a:moveTo>
                  <a:pt x="337396" y="0"/>
                </a:moveTo>
                <a:lnTo>
                  <a:pt x="0" y="331678"/>
                </a:lnTo>
              </a:path>
            </a:pathLst>
          </a:custGeom>
          <a:noFill xmlns:a="http://schemas.openxmlformats.org/drawingml/2006/main"/>
          <a:ln xmlns:a="http://schemas.openxmlformats.org/drawingml/2006/main" w="12997" cap="rnd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07C86-CB1C-4B4E-973B-43B71AD4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380" y="879015"/>
            <a:ext cx="74342" cy="73822"/>
          </a:xfrm>
          <a:custGeom xmlns:a="http://schemas.openxmlformats.org/drawingml/2006/main">
            <a:pathLst>
              <a:path w="74342" h="73822">
                <a:moveTo>
                  <a:pt x="74342" y="49908"/>
                </a:moveTo>
                <a:lnTo>
                  <a:pt x="0" y="73822"/>
                </a:lnTo>
                <a:lnTo>
                  <a:pt x="25474" y="0"/>
                </a:lnTo>
                <a:lnTo>
                  <a:pt x="74342" y="499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273C8-57AB-4A93-84D5-64CCA7AF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0" y="291041"/>
            <a:ext cx="509473" cy="287488"/>
          </a:xfrm>
          <a:custGeom xmlns:a="http://schemas.openxmlformats.org/drawingml/2006/main">
            <a:pathLst>
              <a:path w="509473" h="287488">
                <a:moveTo>
                  <a:pt x="34311" y="287488"/>
                </a:moveTo>
                <a:cubicBezTo>
                  <a:pt x="15076" y="287488"/>
                  <a:pt x="0" y="271892"/>
                  <a:pt x="0" y="253177"/>
                </a:cubicBezTo>
                <a:lnTo>
                  <a:pt x="0" y="34311"/>
                </a:lnTo>
                <a:cubicBezTo>
                  <a:pt x="0" y="15596"/>
                  <a:pt x="15076" y="0"/>
                  <a:pt x="34311" y="0"/>
                </a:cubicBezTo>
                <a:lnTo>
                  <a:pt x="475162" y="0"/>
                </a:lnTo>
                <a:cubicBezTo>
                  <a:pt x="494397" y="0"/>
                  <a:pt x="509473" y="15596"/>
                  <a:pt x="509473" y="34311"/>
                </a:cubicBezTo>
                <a:lnTo>
                  <a:pt x="509473" y="253177"/>
                </a:lnTo>
                <a:cubicBezTo>
                  <a:pt x="509473" y="271892"/>
                  <a:pt x="494397" y="287488"/>
                  <a:pt x="475162" y="287488"/>
                </a:cubicBezTo>
                <a:lnTo>
                  <a:pt x="34311" y="28748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4A13E-7271-4177-9048-71F5C2B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0" y="291041"/>
            <a:ext cx="509473" cy="287488"/>
          </a:xfrm>
          <a:custGeom xmlns:a="http://schemas.openxmlformats.org/drawingml/2006/main">
            <a:pathLst>
              <a:path w="509473" h="287488" fill="none">
                <a:moveTo>
                  <a:pt x="34311" y="287488"/>
                </a:moveTo>
                <a:lnTo>
                  <a:pt x="475162" y="287488"/>
                </a:lnTo>
                <a:cubicBezTo>
                  <a:pt x="494397" y="287488"/>
                  <a:pt x="509473" y="271892"/>
                  <a:pt x="509473" y="253177"/>
                </a:cubicBezTo>
                <a:lnTo>
                  <a:pt x="509473" y="34311"/>
                </a:lnTo>
                <a:cubicBezTo>
                  <a:pt x="509473" y="15596"/>
                  <a:pt x="494397" y="0"/>
                  <a:pt x="475162" y="0"/>
                </a:cubicBezTo>
                <a:lnTo>
                  <a:pt x="34311" y="0"/>
                </a:lnTo>
                <a:cubicBezTo>
                  <a:pt x="15076" y="0"/>
                  <a:pt x="0" y="15596"/>
                  <a:pt x="0" y="34311"/>
                </a:cubicBezTo>
                <a:lnTo>
                  <a:pt x="0" y="253177"/>
                </a:lnTo>
                <a:cubicBezTo>
                  <a:pt x="0" y="271892"/>
                  <a:pt x="15076" y="287488"/>
                  <a:pt x="34311" y="2874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997" cap="sq">
            <a:solidFill>
              <a:srgbClr val="538135"/>
            </a:solidFill>
            <a:miter/>
          </a:ln>
        </p:spPr>
      </p:sp>
      <p:sp>
        <p:nvSpPr>
          <p:cNvPr id="77" name="Text %m">
            <a:extLst xmlns:a="http://schemas.openxmlformats.org/drawingml/2006/main">
              <a:ext uri="{FF2B5EF4-FFF2-40B4-BE49-F238E27FC236}">
                <a16:creationId xmlns:a16="http://schemas.microsoft.com/office/drawing/2014/main" id="{F627D2D2-6D53-44BA-BF4A-ECB2824A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945" y="380245"/>
            <a:ext cx="219110" cy="104330"/>
          </a:xfrm>
          <a:custGeom xmlns:a="http://schemas.openxmlformats.org/drawingml/2006/main">
            <a:pathLst>
              <a:path w="219110" h="104330">
                <a:moveTo>
                  <a:pt x="42417" y="27377"/>
                </a:moveTo>
                <a:cubicBezTo>
                  <a:pt x="42417" y="31291"/>
                  <a:pt x="41986" y="34849"/>
                  <a:pt x="41123" y="38053"/>
                </a:cubicBezTo>
                <a:cubicBezTo>
                  <a:pt x="40260" y="41256"/>
                  <a:pt x="38940" y="43989"/>
                  <a:pt x="37163" y="46253"/>
                </a:cubicBezTo>
                <a:cubicBezTo>
                  <a:pt x="35386" y="48516"/>
                  <a:pt x="33139" y="50282"/>
                  <a:pt x="30423" y="51553"/>
                </a:cubicBezTo>
                <a:cubicBezTo>
                  <a:pt x="27707" y="52824"/>
                  <a:pt x="24521" y="53459"/>
                  <a:pt x="20866" y="53459"/>
                </a:cubicBezTo>
                <a:cubicBezTo>
                  <a:pt x="17160" y="53459"/>
                  <a:pt x="13987" y="52875"/>
                  <a:pt x="11347" y="51705"/>
                </a:cubicBezTo>
                <a:cubicBezTo>
                  <a:pt x="8707" y="50536"/>
                  <a:pt x="6549" y="48846"/>
                  <a:pt x="4874" y="46634"/>
                </a:cubicBezTo>
                <a:cubicBezTo>
                  <a:pt x="3198" y="44423"/>
                  <a:pt x="1967" y="41728"/>
                  <a:pt x="1180" y="38550"/>
                </a:cubicBezTo>
                <a:cubicBezTo>
                  <a:pt x="393" y="35372"/>
                  <a:pt x="0" y="31749"/>
                  <a:pt x="0" y="27682"/>
                </a:cubicBezTo>
                <a:cubicBezTo>
                  <a:pt x="0" y="23971"/>
                  <a:pt x="419" y="20539"/>
                  <a:pt x="1257" y="17387"/>
                </a:cubicBezTo>
                <a:cubicBezTo>
                  <a:pt x="2094" y="14234"/>
                  <a:pt x="3376" y="11514"/>
                  <a:pt x="5102" y="9226"/>
                </a:cubicBezTo>
                <a:cubicBezTo>
                  <a:pt x="6828" y="6937"/>
                  <a:pt x="9050" y="5132"/>
                  <a:pt x="11766" y="3810"/>
                </a:cubicBezTo>
                <a:cubicBezTo>
                  <a:pt x="14482" y="2488"/>
                  <a:pt x="17693" y="1828"/>
                  <a:pt x="21399" y="1828"/>
                </a:cubicBezTo>
                <a:cubicBezTo>
                  <a:pt x="25410" y="1828"/>
                  <a:pt x="28773" y="2515"/>
                  <a:pt x="31489" y="3889"/>
                </a:cubicBezTo>
                <a:cubicBezTo>
                  <a:pt x="34205" y="5261"/>
                  <a:pt x="36376" y="7104"/>
                  <a:pt x="38000" y="9417"/>
                </a:cubicBezTo>
                <a:cubicBezTo>
                  <a:pt x="39625" y="11730"/>
                  <a:pt x="40767" y="14437"/>
                  <a:pt x="41427" y="17539"/>
                </a:cubicBezTo>
                <a:cubicBezTo>
                  <a:pt x="42087" y="20641"/>
                  <a:pt x="42417" y="23920"/>
                  <a:pt x="42417" y="27377"/>
                </a:cubicBezTo>
                <a:moveTo>
                  <a:pt x="31756" y="27758"/>
                </a:moveTo>
                <a:cubicBezTo>
                  <a:pt x="31756" y="24908"/>
                  <a:pt x="31553" y="22377"/>
                  <a:pt x="31147" y="20164"/>
                </a:cubicBezTo>
                <a:cubicBezTo>
                  <a:pt x="30740" y="17951"/>
                  <a:pt x="30118" y="16106"/>
                  <a:pt x="29281" y="14631"/>
                </a:cubicBezTo>
                <a:cubicBezTo>
                  <a:pt x="28443" y="13155"/>
                  <a:pt x="27339" y="12049"/>
                  <a:pt x="25968" y="11311"/>
                </a:cubicBezTo>
                <a:cubicBezTo>
                  <a:pt x="24597" y="10573"/>
                  <a:pt x="22973" y="10204"/>
                  <a:pt x="21094" y="10204"/>
                </a:cubicBezTo>
                <a:cubicBezTo>
                  <a:pt x="19317" y="10204"/>
                  <a:pt x="17769" y="10561"/>
                  <a:pt x="16449" y="11273"/>
                </a:cubicBezTo>
                <a:cubicBezTo>
                  <a:pt x="15129" y="11985"/>
                  <a:pt x="14050" y="13054"/>
                  <a:pt x="13213" y="14479"/>
                </a:cubicBezTo>
                <a:cubicBezTo>
                  <a:pt x="12375" y="15903"/>
                  <a:pt x="11753" y="17671"/>
                  <a:pt x="11347" y="19783"/>
                </a:cubicBezTo>
                <a:cubicBezTo>
                  <a:pt x="10941" y="21895"/>
                  <a:pt x="10738" y="24375"/>
                  <a:pt x="10738" y="27225"/>
                </a:cubicBezTo>
                <a:cubicBezTo>
                  <a:pt x="10738" y="30683"/>
                  <a:pt x="10979" y="33571"/>
                  <a:pt x="11461" y="35887"/>
                </a:cubicBezTo>
                <a:cubicBezTo>
                  <a:pt x="11943" y="38202"/>
                  <a:pt x="12629" y="40033"/>
                  <a:pt x="13517" y="41382"/>
                </a:cubicBezTo>
                <a:cubicBezTo>
                  <a:pt x="14406" y="42731"/>
                  <a:pt x="15523" y="43672"/>
                  <a:pt x="16868" y="44207"/>
                </a:cubicBezTo>
                <a:cubicBezTo>
                  <a:pt x="18213" y="44740"/>
                  <a:pt x="19749" y="45006"/>
                  <a:pt x="21475" y="45006"/>
                </a:cubicBezTo>
                <a:cubicBezTo>
                  <a:pt x="23506" y="45006"/>
                  <a:pt x="25169" y="44625"/>
                  <a:pt x="26463" y="43862"/>
                </a:cubicBezTo>
                <a:cubicBezTo>
                  <a:pt x="27758" y="43099"/>
                  <a:pt x="28799" y="41967"/>
                  <a:pt x="29585" y="40466"/>
                </a:cubicBezTo>
                <a:cubicBezTo>
                  <a:pt x="30372" y="38965"/>
                  <a:pt x="30931" y="37159"/>
                  <a:pt x="31261" y="35047"/>
                </a:cubicBezTo>
                <a:cubicBezTo>
                  <a:pt x="31591" y="32935"/>
                  <a:pt x="31756" y="30506"/>
                  <a:pt x="31756" y="27758"/>
                </a:cubicBezTo>
                <a:moveTo>
                  <a:pt x="100522" y="76724"/>
                </a:moveTo>
                <a:cubicBezTo>
                  <a:pt x="100522" y="80638"/>
                  <a:pt x="100090" y="84197"/>
                  <a:pt x="99227" y="87400"/>
                </a:cubicBezTo>
                <a:cubicBezTo>
                  <a:pt x="98364" y="90603"/>
                  <a:pt x="97044" y="93337"/>
                  <a:pt x="95267" y="95600"/>
                </a:cubicBezTo>
                <a:cubicBezTo>
                  <a:pt x="93490" y="97863"/>
                  <a:pt x="91244" y="99629"/>
                  <a:pt x="88528" y="100900"/>
                </a:cubicBezTo>
                <a:cubicBezTo>
                  <a:pt x="85812" y="102171"/>
                  <a:pt x="82626" y="102806"/>
                  <a:pt x="78971" y="102806"/>
                </a:cubicBezTo>
                <a:cubicBezTo>
                  <a:pt x="75264" y="102806"/>
                  <a:pt x="72091" y="102222"/>
                  <a:pt x="69451" y="101053"/>
                </a:cubicBezTo>
                <a:cubicBezTo>
                  <a:pt x="66812" y="99883"/>
                  <a:pt x="64654" y="98193"/>
                  <a:pt x="62978" y="95981"/>
                </a:cubicBezTo>
                <a:cubicBezTo>
                  <a:pt x="61303" y="93770"/>
                  <a:pt x="60072" y="91075"/>
                  <a:pt x="59285" y="87897"/>
                </a:cubicBezTo>
                <a:cubicBezTo>
                  <a:pt x="58498" y="84719"/>
                  <a:pt x="58105" y="81097"/>
                  <a:pt x="58105" y="77029"/>
                </a:cubicBezTo>
                <a:cubicBezTo>
                  <a:pt x="58105" y="73318"/>
                  <a:pt x="58524" y="69886"/>
                  <a:pt x="59361" y="66734"/>
                </a:cubicBezTo>
                <a:cubicBezTo>
                  <a:pt x="60199" y="63581"/>
                  <a:pt x="61481" y="60861"/>
                  <a:pt x="63207" y="58574"/>
                </a:cubicBezTo>
                <a:cubicBezTo>
                  <a:pt x="64933" y="56284"/>
                  <a:pt x="67154" y="54479"/>
                  <a:pt x="69870" y="53157"/>
                </a:cubicBezTo>
                <a:cubicBezTo>
                  <a:pt x="72586" y="51836"/>
                  <a:pt x="75798" y="51175"/>
                  <a:pt x="79504" y="51175"/>
                </a:cubicBezTo>
                <a:cubicBezTo>
                  <a:pt x="83514" y="51175"/>
                  <a:pt x="86878" y="51862"/>
                  <a:pt x="89594" y="53236"/>
                </a:cubicBezTo>
                <a:cubicBezTo>
                  <a:pt x="92310" y="54608"/>
                  <a:pt x="94480" y="56451"/>
                  <a:pt x="96105" y="58764"/>
                </a:cubicBezTo>
                <a:cubicBezTo>
                  <a:pt x="97730" y="61077"/>
                  <a:pt x="98872" y="63784"/>
                  <a:pt x="99532" y="66886"/>
                </a:cubicBezTo>
                <a:cubicBezTo>
                  <a:pt x="100192" y="69988"/>
                  <a:pt x="100522" y="73267"/>
                  <a:pt x="100522" y="76724"/>
                </a:cubicBezTo>
                <a:moveTo>
                  <a:pt x="89860" y="77105"/>
                </a:moveTo>
                <a:cubicBezTo>
                  <a:pt x="89860" y="74255"/>
                  <a:pt x="89657" y="71724"/>
                  <a:pt x="89251" y="69511"/>
                </a:cubicBezTo>
                <a:cubicBezTo>
                  <a:pt x="88845" y="67298"/>
                  <a:pt x="88223" y="65453"/>
                  <a:pt x="87385" y="63978"/>
                </a:cubicBezTo>
                <a:cubicBezTo>
                  <a:pt x="86548" y="62503"/>
                  <a:pt x="85444" y="61396"/>
                  <a:pt x="84073" y="60658"/>
                </a:cubicBezTo>
                <a:cubicBezTo>
                  <a:pt x="82702" y="59920"/>
                  <a:pt x="81077" y="59552"/>
                  <a:pt x="79199" y="59552"/>
                </a:cubicBezTo>
                <a:cubicBezTo>
                  <a:pt x="77422" y="59552"/>
                  <a:pt x="75874" y="59908"/>
                  <a:pt x="74554" y="60620"/>
                </a:cubicBezTo>
                <a:cubicBezTo>
                  <a:pt x="73234" y="61332"/>
                  <a:pt x="72155" y="62401"/>
                  <a:pt x="71317" y="63826"/>
                </a:cubicBezTo>
                <a:cubicBezTo>
                  <a:pt x="70480" y="65250"/>
                  <a:pt x="69858" y="67019"/>
                  <a:pt x="69451" y="69130"/>
                </a:cubicBezTo>
                <a:cubicBezTo>
                  <a:pt x="69045" y="71242"/>
                  <a:pt x="68842" y="73722"/>
                  <a:pt x="68842" y="76572"/>
                </a:cubicBezTo>
                <a:cubicBezTo>
                  <a:pt x="68842" y="80030"/>
                  <a:pt x="69083" y="82918"/>
                  <a:pt x="69566" y="85234"/>
                </a:cubicBezTo>
                <a:cubicBezTo>
                  <a:pt x="70048" y="87549"/>
                  <a:pt x="70733" y="89381"/>
                  <a:pt x="71622" y="90729"/>
                </a:cubicBezTo>
                <a:cubicBezTo>
                  <a:pt x="72510" y="92078"/>
                  <a:pt x="73627" y="93019"/>
                  <a:pt x="74973" y="93554"/>
                </a:cubicBezTo>
                <a:cubicBezTo>
                  <a:pt x="76318" y="94087"/>
                  <a:pt x="77854" y="94353"/>
                  <a:pt x="79580" y="94353"/>
                </a:cubicBezTo>
                <a:cubicBezTo>
                  <a:pt x="81611" y="94353"/>
                  <a:pt x="83273" y="93972"/>
                  <a:pt x="84568" y="93209"/>
                </a:cubicBezTo>
                <a:cubicBezTo>
                  <a:pt x="85862" y="92446"/>
                  <a:pt x="86903" y="91314"/>
                  <a:pt x="87690" y="89813"/>
                </a:cubicBezTo>
                <a:cubicBezTo>
                  <a:pt x="88477" y="88312"/>
                  <a:pt x="89035" y="86506"/>
                  <a:pt x="89365" y="84394"/>
                </a:cubicBezTo>
                <a:cubicBezTo>
                  <a:pt x="89695" y="82282"/>
                  <a:pt x="89860" y="79853"/>
                  <a:pt x="89860" y="77105"/>
                </a:cubicBezTo>
                <a:moveTo>
                  <a:pt x="20866" y="102195"/>
                </a:moveTo>
                <a:cubicBezTo>
                  <a:pt x="20612" y="102653"/>
                  <a:pt x="20307" y="102997"/>
                  <a:pt x="19952" y="103225"/>
                </a:cubicBezTo>
                <a:cubicBezTo>
                  <a:pt x="19597" y="103454"/>
                  <a:pt x="19165" y="103657"/>
                  <a:pt x="18657" y="103835"/>
                </a:cubicBezTo>
                <a:cubicBezTo>
                  <a:pt x="18150" y="104012"/>
                  <a:pt x="17541" y="104139"/>
                  <a:pt x="16830" y="104215"/>
                </a:cubicBezTo>
                <a:cubicBezTo>
                  <a:pt x="16119" y="104291"/>
                  <a:pt x="15256" y="104330"/>
                  <a:pt x="14241" y="104330"/>
                </a:cubicBezTo>
                <a:cubicBezTo>
                  <a:pt x="13124" y="104330"/>
                  <a:pt x="12223" y="104228"/>
                  <a:pt x="11537" y="104025"/>
                </a:cubicBezTo>
                <a:cubicBezTo>
                  <a:pt x="10852" y="103822"/>
                  <a:pt x="10369" y="103555"/>
                  <a:pt x="10090" y="103225"/>
                </a:cubicBezTo>
                <a:cubicBezTo>
                  <a:pt x="9811" y="102895"/>
                  <a:pt x="9709" y="102488"/>
                  <a:pt x="9786" y="102004"/>
                </a:cubicBezTo>
                <a:cubicBezTo>
                  <a:pt x="9862" y="101522"/>
                  <a:pt x="10103" y="100976"/>
                  <a:pt x="10509" y="100367"/>
                </a:cubicBezTo>
                <a:lnTo>
                  <a:pt x="79047" y="2135"/>
                </a:lnTo>
                <a:cubicBezTo>
                  <a:pt x="79301" y="1727"/>
                  <a:pt x="79605" y="1383"/>
                  <a:pt x="79961" y="1104"/>
                </a:cubicBezTo>
                <a:cubicBezTo>
                  <a:pt x="80316" y="825"/>
                  <a:pt x="80760" y="609"/>
                  <a:pt x="81293" y="457"/>
                </a:cubicBezTo>
                <a:cubicBezTo>
                  <a:pt x="81826" y="305"/>
                  <a:pt x="82436" y="190"/>
                  <a:pt x="83121" y="114"/>
                </a:cubicBezTo>
                <a:cubicBezTo>
                  <a:pt x="83806" y="38"/>
                  <a:pt x="84682" y="0"/>
                  <a:pt x="85748" y="0"/>
                </a:cubicBezTo>
                <a:cubicBezTo>
                  <a:pt x="86814" y="0"/>
                  <a:pt x="87690" y="89"/>
                  <a:pt x="88375" y="267"/>
                </a:cubicBezTo>
                <a:cubicBezTo>
                  <a:pt x="89061" y="444"/>
                  <a:pt x="89556" y="711"/>
                  <a:pt x="89860" y="1066"/>
                </a:cubicBezTo>
                <a:cubicBezTo>
                  <a:pt x="90165" y="1422"/>
                  <a:pt x="90279" y="1854"/>
                  <a:pt x="90203" y="2363"/>
                </a:cubicBezTo>
                <a:cubicBezTo>
                  <a:pt x="90127" y="2871"/>
                  <a:pt x="89886" y="3404"/>
                  <a:pt x="89480" y="3962"/>
                </a:cubicBezTo>
                <a:lnTo>
                  <a:pt x="20866" y="102195"/>
                </a:lnTo>
                <a:close/>
                <a:moveTo>
                  <a:pt x="219110" y="99684"/>
                </a:moveTo>
                <a:cubicBezTo>
                  <a:pt x="219110" y="100090"/>
                  <a:pt x="219009" y="100433"/>
                  <a:pt x="218806" y="100712"/>
                </a:cubicBezTo>
                <a:cubicBezTo>
                  <a:pt x="218602" y="100991"/>
                  <a:pt x="218272" y="101233"/>
                  <a:pt x="217816" y="101436"/>
                </a:cubicBezTo>
                <a:cubicBezTo>
                  <a:pt x="217359" y="101639"/>
                  <a:pt x="216724" y="101791"/>
                  <a:pt x="215912" y="101893"/>
                </a:cubicBezTo>
                <a:cubicBezTo>
                  <a:pt x="215099" y="101994"/>
                  <a:pt x="214084" y="102045"/>
                  <a:pt x="212866" y="102045"/>
                </a:cubicBezTo>
                <a:cubicBezTo>
                  <a:pt x="211596" y="102045"/>
                  <a:pt x="210556" y="101994"/>
                  <a:pt x="209743" y="101893"/>
                </a:cubicBezTo>
                <a:cubicBezTo>
                  <a:pt x="208931" y="101791"/>
                  <a:pt x="208284" y="101639"/>
                  <a:pt x="207801" y="101436"/>
                </a:cubicBezTo>
                <a:cubicBezTo>
                  <a:pt x="207319" y="101233"/>
                  <a:pt x="206976" y="100991"/>
                  <a:pt x="206773" y="100712"/>
                </a:cubicBezTo>
                <a:cubicBezTo>
                  <a:pt x="206570" y="100433"/>
                  <a:pt x="206469" y="100090"/>
                  <a:pt x="206469" y="99684"/>
                </a:cubicBezTo>
                <a:lnTo>
                  <a:pt x="206469" y="58029"/>
                </a:lnTo>
                <a:cubicBezTo>
                  <a:pt x="206469" y="55135"/>
                  <a:pt x="206215" y="52495"/>
                  <a:pt x="205707" y="50109"/>
                </a:cubicBezTo>
                <a:cubicBezTo>
                  <a:pt x="205200" y="47723"/>
                  <a:pt x="204387" y="45666"/>
                  <a:pt x="203270" y="43940"/>
                </a:cubicBezTo>
                <a:cubicBezTo>
                  <a:pt x="202153" y="42214"/>
                  <a:pt x="200732" y="40894"/>
                  <a:pt x="199006" y="39980"/>
                </a:cubicBezTo>
                <a:cubicBezTo>
                  <a:pt x="197280" y="39066"/>
                  <a:pt x="195249" y="38610"/>
                  <a:pt x="192914" y="38610"/>
                </a:cubicBezTo>
                <a:cubicBezTo>
                  <a:pt x="190020" y="38610"/>
                  <a:pt x="187113" y="39726"/>
                  <a:pt x="184194" y="41960"/>
                </a:cubicBezTo>
                <a:cubicBezTo>
                  <a:pt x="181275" y="44194"/>
                  <a:pt x="178064" y="47469"/>
                  <a:pt x="174561" y="51784"/>
                </a:cubicBezTo>
                <a:lnTo>
                  <a:pt x="174561" y="99684"/>
                </a:lnTo>
                <a:cubicBezTo>
                  <a:pt x="174561" y="100090"/>
                  <a:pt x="174459" y="100433"/>
                  <a:pt x="174256" y="100712"/>
                </a:cubicBezTo>
                <a:cubicBezTo>
                  <a:pt x="174053" y="100991"/>
                  <a:pt x="173710" y="101233"/>
                  <a:pt x="173228" y="101436"/>
                </a:cubicBezTo>
                <a:cubicBezTo>
                  <a:pt x="172746" y="101639"/>
                  <a:pt x="172098" y="101791"/>
                  <a:pt x="171286" y="101893"/>
                </a:cubicBezTo>
                <a:cubicBezTo>
                  <a:pt x="170474" y="101994"/>
                  <a:pt x="169458" y="102045"/>
                  <a:pt x="168240" y="102045"/>
                </a:cubicBezTo>
                <a:cubicBezTo>
                  <a:pt x="167072" y="102045"/>
                  <a:pt x="166070" y="101994"/>
                  <a:pt x="165232" y="101893"/>
                </a:cubicBezTo>
                <a:cubicBezTo>
                  <a:pt x="164394" y="101791"/>
                  <a:pt x="163734" y="101639"/>
                  <a:pt x="163252" y="101436"/>
                </a:cubicBezTo>
                <a:cubicBezTo>
                  <a:pt x="162770" y="101233"/>
                  <a:pt x="162440" y="100991"/>
                  <a:pt x="162262" y="100712"/>
                </a:cubicBezTo>
                <a:cubicBezTo>
                  <a:pt x="162084" y="100433"/>
                  <a:pt x="161995" y="100090"/>
                  <a:pt x="161995" y="99684"/>
                </a:cubicBezTo>
                <a:lnTo>
                  <a:pt x="161995" y="58029"/>
                </a:lnTo>
                <a:cubicBezTo>
                  <a:pt x="161995" y="55135"/>
                  <a:pt x="161716" y="52495"/>
                  <a:pt x="161158" y="50109"/>
                </a:cubicBezTo>
                <a:cubicBezTo>
                  <a:pt x="160599" y="47723"/>
                  <a:pt x="159762" y="45666"/>
                  <a:pt x="158645" y="43940"/>
                </a:cubicBezTo>
                <a:cubicBezTo>
                  <a:pt x="157528" y="42214"/>
                  <a:pt x="156119" y="40894"/>
                  <a:pt x="154418" y="39980"/>
                </a:cubicBezTo>
                <a:cubicBezTo>
                  <a:pt x="152718" y="39066"/>
                  <a:pt x="150699" y="38610"/>
                  <a:pt x="148364" y="38610"/>
                </a:cubicBezTo>
                <a:cubicBezTo>
                  <a:pt x="145470" y="38610"/>
                  <a:pt x="142551" y="39726"/>
                  <a:pt x="139607" y="41960"/>
                </a:cubicBezTo>
                <a:cubicBezTo>
                  <a:pt x="136662" y="44194"/>
                  <a:pt x="133464" y="47469"/>
                  <a:pt x="130011" y="51784"/>
                </a:cubicBezTo>
                <a:lnTo>
                  <a:pt x="130011" y="99684"/>
                </a:lnTo>
                <a:cubicBezTo>
                  <a:pt x="130011" y="100090"/>
                  <a:pt x="129910" y="100433"/>
                  <a:pt x="129707" y="100712"/>
                </a:cubicBezTo>
                <a:cubicBezTo>
                  <a:pt x="129504" y="100991"/>
                  <a:pt x="129174" y="101233"/>
                  <a:pt x="128717" y="101436"/>
                </a:cubicBezTo>
                <a:cubicBezTo>
                  <a:pt x="128260" y="101639"/>
                  <a:pt x="127625" y="101791"/>
                  <a:pt x="126813" y="101893"/>
                </a:cubicBezTo>
                <a:cubicBezTo>
                  <a:pt x="126001" y="101994"/>
                  <a:pt x="124960" y="102045"/>
                  <a:pt x="123691" y="102045"/>
                </a:cubicBezTo>
                <a:cubicBezTo>
                  <a:pt x="122472" y="102045"/>
                  <a:pt x="121457" y="101994"/>
                  <a:pt x="120644" y="101893"/>
                </a:cubicBezTo>
                <a:cubicBezTo>
                  <a:pt x="119832" y="101791"/>
                  <a:pt x="119185" y="101639"/>
                  <a:pt x="118703" y="101436"/>
                </a:cubicBezTo>
                <a:cubicBezTo>
                  <a:pt x="118220" y="101233"/>
                  <a:pt x="117890" y="100991"/>
                  <a:pt x="117713" y="100712"/>
                </a:cubicBezTo>
                <a:cubicBezTo>
                  <a:pt x="117535" y="100433"/>
                  <a:pt x="117446" y="100090"/>
                  <a:pt x="117446" y="99684"/>
                </a:cubicBezTo>
                <a:lnTo>
                  <a:pt x="117446" y="31147"/>
                </a:lnTo>
                <a:cubicBezTo>
                  <a:pt x="117446" y="30740"/>
                  <a:pt x="117522" y="30398"/>
                  <a:pt x="117674" y="30118"/>
                </a:cubicBezTo>
                <a:cubicBezTo>
                  <a:pt x="117827" y="29839"/>
                  <a:pt x="118131" y="29585"/>
                  <a:pt x="118588" y="29357"/>
                </a:cubicBezTo>
                <a:cubicBezTo>
                  <a:pt x="119045" y="29129"/>
                  <a:pt x="119629" y="28976"/>
                  <a:pt x="120340" y="28900"/>
                </a:cubicBezTo>
                <a:cubicBezTo>
                  <a:pt x="121051" y="28824"/>
                  <a:pt x="121990" y="28786"/>
                  <a:pt x="123157" y="28786"/>
                </a:cubicBezTo>
                <a:cubicBezTo>
                  <a:pt x="124274" y="28786"/>
                  <a:pt x="125201" y="28824"/>
                  <a:pt x="125937" y="28900"/>
                </a:cubicBezTo>
                <a:cubicBezTo>
                  <a:pt x="126673" y="28976"/>
                  <a:pt x="127244" y="29129"/>
                  <a:pt x="127651" y="29357"/>
                </a:cubicBezTo>
                <a:cubicBezTo>
                  <a:pt x="128057" y="29585"/>
                  <a:pt x="128349" y="29839"/>
                  <a:pt x="128526" y="30118"/>
                </a:cubicBezTo>
                <a:cubicBezTo>
                  <a:pt x="128704" y="30398"/>
                  <a:pt x="128793" y="30740"/>
                  <a:pt x="128793" y="31147"/>
                </a:cubicBezTo>
                <a:lnTo>
                  <a:pt x="128793" y="40209"/>
                </a:lnTo>
                <a:cubicBezTo>
                  <a:pt x="132651" y="35893"/>
                  <a:pt x="136395" y="32733"/>
                  <a:pt x="140025" y="30728"/>
                </a:cubicBezTo>
                <a:cubicBezTo>
                  <a:pt x="143655" y="28722"/>
                  <a:pt x="147323" y="27720"/>
                  <a:pt x="151029" y="27720"/>
                </a:cubicBezTo>
                <a:cubicBezTo>
                  <a:pt x="153872" y="27720"/>
                  <a:pt x="156424" y="28050"/>
                  <a:pt x="158683" y="28710"/>
                </a:cubicBezTo>
                <a:cubicBezTo>
                  <a:pt x="160942" y="29370"/>
                  <a:pt x="162935" y="30296"/>
                  <a:pt x="164661" y="31489"/>
                </a:cubicBezTo>
                <a:cubicBezTo>
                  <a:pt x="166387" y="32682"/>
                  <a:pt x="167859" y="34104"/>
                  <a:pt x="169078" y="35754"/>
                </a:cubicBezTo>
                <a:cubicBezTo>
                  <a:pt x="170296" y="37404"/>
                  <a:pt x="171312" y="39244"/>
                  <a:pt x="172124" y="41275"/>
                </a:cubicBezTo>
                <a:cubicBezTo>
                  <a:pt x="174408" y="38787"/>
                  <a:pt x="176579" y="36680"/>
                  <a:pt x="178635" y="34954"/>
                </a:cubicBezTo>
                <a:cubicBezTo>
                  <a:pt x="180691" y="33228"/>
                  <a:pt x="182671" y="31832"/>
                  <a:pt x="184575" y="30766"/>
                </a:cubicBezTo>
                <a:cubicBezTo>
                  <a:pt x="186479" y="29700"/>
                  <a:pt x="188332" y="28925"/>
                  <a:pt x="190134" y="28443"/>
                </a:cubicBezTo>
                <a:cubicBezTo>
                  <a:pt x="191936" y="27961"/>
                  <a:pt x="193751" y="27720"/>
                  <a:pt x="195579" y="27720"/>
                </a:cubicBezTo>
                <a:cubicBezTo>
                  <a:pt x="199996" y="27720"/>
                  <a:pt x="203702" y="28494"/>
                  <a:pt x="206697" y="30042"/>
                </a:cubicBezTo>
                <a:cubicBezTo>
                  <a:pt x="209693" y="31591"/>
                  <a:pt x="212117" y="33660"/>
                  <a:pt x="213970" y="36249"/>
                </a:cubicBezTo>
                <a:cubicBezTo>
                  <a:pt x="215823" y="38838"/>
                  <a:pt x="217143" y="41871"/>
                  <a:pt x="217930" y="45349"/>
                </a:cubicBezTo>
                <a:cubicBezTo>
                  <a:pt x="218717" y="48827"/>
                  <a:pt x="219110" y="52495"/>
                  <a:pt x="219110" y="56353"/>
                </a:cubicBezTo>
                <a:lnTo>
                  <a:pt x="219110" y="996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B2FEB-CC18-4891-92C3-DA422FF9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708" y="291041"/>
            <a:ext cx="509473" cy="287488"/>
          </a:xfrm>
          <a:custGeom xmlns:a="http://schemas.openxmlformats.org/drawingml/2006/main">
            <a:pathLst>
              <a:path w="509473" h="287488">
                <a:moveTo>
                  <a:pt x="44709" y="287488"/>
                </a:moveTo>
                <a:cubicBezTo>
                  <a:pt x="20275" y="287488"/>
                  <a:pt x="0" y="267214"/>
                  <a:pt x="0" y="242260"/>
                </a:cubicBezTo>
                <a:lnTo>
                  <a:pt x="0" y="44709"/>
                </a:lnTo>
                <a:cubicBezTo>
                  <a:pt x="0" y="20275"/>
                  <a:pt x="20275" y="0"/>
                  <a:pt x="44709" y="0"/>
                </a:cubicBezTo>
                <a:lnTo>
                  <a:pt x="464764" y="0"/>
                </a:lnTo>
                <a:cubicBezTo>
                  <a:pt x="489718" y="0"/>
                  <a:pt x="509473" y="20275"/>
                  <a:pt x="509473" y="44709"/>
                </a:cubicBezTo>
                <a:lnTo>
                  <a:pt x="509473" y="242260"/>
                </a:lnTo>
                <a:cubicBezTo>
                  <a:pt x="509473" y="267214"/>
                  <a:pt x="489718" y="287488"/>
                  <a:pt x="464764" y="287488"/>
                </a:cubicBezTo>
                <a:lnTo>
                  <a:pt x="44709" y="28748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E2B7B-6937-4003-B80C-EE1322D0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708" y="291041"/>
            <a:ext cx="509473" cy="287488"/>
          </a:xfrm>
          <a:custGeom xmlns:a="http://schemas.openxmlformats.org/drawingml/2006/main">
            <a:pathLst>
              <a:path w="509473" h="287488" fill="none">
                <a:moveTo>
                  <a:pt x="44709" y="287488"/>
                </a:moveTo>
                <a:lnTo>
                  <a:pt x="464764" y="287488"/>
                </a:lnTo>
                <a:cubicBezTo>
                  <a:pt x="489718" y="287488"/>
                  <a:pt x="509473" y="267214"/>
                  <a:pt x="509473" y="242260"/>
                </a:cubicBezTo>
                <a:lnTo>
                  <a:pt x="509473" y="44709"/>
                </a:lnTo>
                <a:cubicBezTo>
                  <a:pt x="509473" y="20275"/>
                  <a:pt x="489718" y="0"/>
                  <a:pt x="464764" y="0"/>
                </a:cubicBezTo>
                <a:lnTo>
                  <a:pt x="44709" y="0"/>
                </a:lnTo>
                <a:cubicBezTo>
                  <a:pt x="20275" y="0"/>
                  <a:pt x="0" y="20275"/>
                  <a:pt x="0" y="44709"/>
                </a:cubicBezTo>
                <a:lnTo>
                  <a:pt x="0" y="242260"/>
                </a:lnTo>
                <a:cubicBezTo>
                  <a:pt x="0" y="267214"/>
                  <a:pt x="20275" y="287488"/>
                  <a:pt x="44709" y="2874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997" cap="sq">
            <a:solidFill>
              <a:srgbClr val="538135"/>
            </a:solidFill>
            <a:miter/>
          </a:ln>
        </p:spPr>
      </p:sp>
      <p:sp>
        <p:nvSpPr>
          <p:cNvPr id="80" name="Text %x">
            <a:extLst xmlns:a="http://schemas.openxmlformats.org/drawingml/2006/main">
              <a:ext uri="{FF2B5EF4-FFF2-40B4-BE49-F238E27FC236}">
                <a16:creationId xmlns:a16="http://schemas.microsoft.com/office/drawing/2014/main" id="{27238F82-2044-4521-948A-04587E3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506" y="380245"/>
            <a:ext cx="169992" cy="104330"/>
          </a:xfrm>
          <a:custGeom xmlns:a="http://schemas.openxmlformats.org/drawingml/2006/main">
            <a:pathLst>
              <a:path w="169992" h="104330">
                <a:moveTo>
                  <a:pt x="42417" y="27377"/>
                </a:moveTo>
                <a:cubicBezTo>
                  <a:pt x="42417" y="31291"/>
                  <a:pt x="41986" y="34849"/>
                  <a:pt x="41123" y="38053"/>
                </a:cubicBezTo>
                <a:cubicBezTo>
                  <a:pt x="40260" y="41256"/>
                  <a:pt x="38940" y="43989"/>
                  <a:pt x="37163" y="46253"/>
                </a:cubicBezTo>
                <a:cubicBezTo>
                  <a:pt x="35386" y="48516"/>
                  <a:pt x="33139" y="50282"/>
                  <a:pt x="30423" y="51553"/>
                </a:cubicBezTo>
                <a:cubicBezTo>
                  <a:pt x="27707" y="52824"/>
                  <a:pt x="24521" y="53459"/>
                  <a:pt x="20866" y="53459"/>
                </a:cubicBezTo>
                <a:cubicBezTo>
                  <a:pt x="17160" y="53459"/>
                  <a:pt x="13987" y="52875"/>
                  <a:pt x="11347" y="51705"/>
                </a:cubicBezTo>
                <a:cubicBezTo>
                  <a:pt x="8707" y="50536"/>
                  <a:pt x="6549" y="48846"/>
                  <a:pt x="4874" y="46634"/>
                </a:cubicBezTo>
                <a:cubicBezTo>
                  <a:pt x="3198" y="44423"/>
                  <a:pt x="1967" y="41728"/>
                  <a:pt x="1180" y="38550"/>
                </a:cubicBezTo>
                <a:cubicBezTo>
                  <a:pt x="393" y="35372"/>
                  <a:pt x="0" y="31749"/>
                  <a:pt x="0" y="27682"/>
                </a:cubicBezTo>
                <a:cubicBezTo>
                  <a:pt x="0" y="23971"/>
                  <a:pt x="419" y="20539"/>
                  <a:pt x="1257" y="17387"/>
                </a:cubicBezTo>
                <a:cubicBezTo>
                  <a:pt x="2094" y="14234"/>
                  <a:pt x="3376" y="11514"/>
                  <a:pt x="5102" y="9226"/>
                </a:cubicBezTo>
                <a:cubicBezTo>
                  <a:pt x="6828" y="6937"/>
                  <a:pt x="9050" y="5132"/>
                  <a:pt x="11766" y="3810"/>
                </a:cubicBezTo>
                <a:cubicBezTo>
                  <a:pt x="14482" y="2488"/>
                  <a:pt x="17693" y="1828"/>
                  <a:pt x="21399" y="1828"/>
                </a:cubicBezTo>
                <a:cubicBezTo>
                  <a:pt x="25410" y="1828"/>
                  <a:pt x="28773" y="2515"/>
                  <a:pt x="31489" y="3889"/>
                </a:cubicBezTo>
                <a:cubicBezTo>
                  <a:pt x="34205" y="5261"/>
                  <a:pt x="36376" y="7104"/>
                  <a:pt x="38000" y="9417"/>
                </a:cubicBezTo>
                <a:cubicBezTo>
                  <a:pt x="39625" y="11730"/>
                  <a:pt x="40767" y="14437"/>
                  <a:pt x="41427" y="17539"/>
                </a:cubicBezTo>
                <a:cubicBezTo>
                  <a:pt x="42087" y="20641"/>
                  <a:pt x="42417" y="23920"/>
                  <a:pt x="42417" y="27377"/>
                </a:cubicBezTo>
                <a:moveTo>
                  <a:pt x="31756" y="27758"/>
                </a:moveTo>
                <a:cubicBezTo>
                  <a:pt x="31756" y="24908"/>
                  <a:pt x="31553" y="22377"/>
                  <a:pt x="31147" y="20164"/>
                </a:cubicBezTo>
                <a:cubicBezTo>
                  <a:pt x="30740" y="17951"/>
                  <a:pt x="30118" y="16106"/>
                  <a:pt x="29281" y="14631"/>
                </a:cubicBezTo>
                <a:cubicBezTo>
                  <a:pt x="28443" y="13155"/>
                  <a:pt x="27339" y="12049"/>
                  <a:pt x="25968" y="11311"/>
                </a:cubicBezTo>
                <a:cubicBezTo>
                  <a:pt x="24597" y="10573"/>
                  <a:pt x="22973" y="10204"/>
                  <a:pt x="21094" y="10204"/>
                </a:cubicBezTo>
                <a:cubicBezTo>
                  <a:pt x="19317" y="10204"/>
                  <a:pt x="17769" y="10561"/>
                  <a:pt x="16449" y="11273"/>
                </a:cubicBezTo>
                <a:cubicBezTo>
                  <a:pt x="15129" y="11985"/>
                  <a:pt x="14050" y="13054"/>
                  <a:pt x="13213" y="14479"/>
                </a:cubicBezTo>
                <a:cubicBezTo>
                  <a:pt x="12375" y="15903"/>
                  <a:pt x="11753" y="17671"/>
                  <a:pt x="11347" y="19783"/>
                </a:cubicBezTo>
                <a:cubicBezTo>
                  <a:pt x="10941" y="21895"/>
                  <a:pt x="10738" y="24375"/>
                  <a:pt x="10738" y="27225"/>
                </a:cubicBezTo>
                <a:cubicBezTo>
                  <a:pt x="10738" y="30683"/>
                  <a:pt x="10979" y="33571"/>
                  <a:pt x="11461" y="35887"/>
                </a:cubicBezTo>
                <a:cubicBezTo>
                  <a:pt x="11943" y="38202"/>
                  <a:pt x="12629" y="40033"/>
                  <a:pt x="13517" y="41382"/>
                </a:cubicBezTo>
                <a:cubicBezTo>
                  <a:pt x="14406" y="42731"/>
                  <a:pt x="15523" y="43672"/>
                  <a:pt x="16868" y="44207"/>
                </a:cubicBezTo>
                <a:cubicBezTo>
                  <a:pt x="18213" y="44740"/>
                  <a:pt x="19749" y="45006"/>
                  <a:pt x="21475" y="45006"/>
                </a:cubicBezTo>
                <a:cubicBezTo>
                  <a:pt x="23506" y="45006"/>
                  <a:pt x="25169" y="44625"/>
                  <a:pt x="26463" y="43862"/>
                </a:cubicBezTo>
                <a:cubicBezTo>
                  <a:pt x="27758" y="43099"/>
                  <a:pt x="28799" y="41967"/>
                  <a:pt x="29585" y="40466"/>
                </a:cubicBezTo>
                <a:cubicBezTo>
                  <a:pt x="30372" y="38965"/>
                  <a:pt x="30931" y="37159"/>
                  <a:pt x="31261" y="35047"/>
                </a:cubicBezTo>
                <a:cubicBezTo>
                  <a:pt x="31591" y="32935"/>
                  <a:pt x="31756" y="30506"/>
                  <a:pt x="31756" y="27758"/>
                </a:cubicBezTo>
                <a:moveTo>
                  <a:pt x="100522" y="76724"/>
                </a:moveTo>
                <a:cubicBezTo>
                  <a:pt x="100522" y="80638"/>
                  <a:pt x="100090" y="84197"/>
                  <a:pt x="99227" y="87400"/>
                </a:cubicBezTo>
                <a:cubicBezTo>
                  <a:pt x="98364" y="90603"/>
                  <a:pt x="97044" y="93337"/>
                  <a:pt x="95267" y="95600"/>
                </a:cubicBezTo>
                <a:cubicBezTo>
                  <a:pt x="93490" y="97863"/>
                  <a:pt x="91244" y="99629"/>
                  <a:pt x="88528" y="100900"/>
                </a:cubicBezTo>
                <a:cubicBezTo>
                  <a:pt x="85812" y="102171"/>
                  <a:pt x="82626" y="102806"/>
                  <a:pt x="78971" y="102806"/>
                </a:cubicBezTo>
                <a:cubicBezTo>
                  <a:pt x="75264" y="102806"/>
                  <a:pt x="72091" y="102222"/>
                  <a:pt x="69451" y="101053"/>
                </a:cubicBezTo>
                <a:cubicBezTo>
                  <a:pt x="66812" y="99883"/>
                  <a:pt x="64654" y="98193"/>
                  <a:pt x="62978" y="95981"/>
                </a:cubicBezTo>
                <a:cubicBezTo>
                  <a:pt x="61303" y="93770"/>
                  <a:pt x="60072" y="91075"/>
                  <a:pt x="59285" y="87897"/>
                </a:cubicBezTo>
                <a:cubicBezTo>
                  <a:pt x="58498" y="84719"/>
                  <a:pt x="58105" y="81097"/>
                  <a:pt x="58105" y="77029"/>
                </a:cubicBezTo>
                <a:cubicBezTo>
                  <a:pt x="58105" y="73318"/>
                  <a:pt x="58524" y="69886"/>
                  <a:pt x="59361" y="66734"/>
                </a:cubicBezTo>
                <a:cubicBezTo>
                  <a:pt x="60199" y="63581"/>
                  <a:pt x="61481" y="60861"/>
                  <a:pt x="63207" y="58574"/>
                </a:cubicBezTo>
                <a:cubicBezTo>
                  <a:pt x="64933" y="56284"/>
                  <a:pt x="67154" y="54479"/>
                  <a:pt x="69870" y="53157"/>
                </a:cubicBezTo>
                <a:cubicBezTo>
                  <a:pt x="72586" y="51836"/>
                  <a:pt x="75798" y="51175"/>
                  <a:pt x="79504" y="51175"/>
                </a:cubicBezTo>
                <a:cubicBezTo>
                  <a:pt x="83514" y="51175"/>
                  <a:pt x="86878" y="51862"/>
                  <a:pt x="89594" y="53236"/>
                </a:cubicBezTo>
                <a:cubicBezTo>
                  <a:pt x="92310" y="54608"/>
                  <a:pt x="94480" y="56451"/>
                  <a:pt x="96105" y="58764"/>
                </a:cubicBezTo>
                <a:cubicBezTo>
                  <a:pt x="97730" y="61077"/>
                  <a:pt x="98872" y="63784"/>
                  <a:pt x="99532" y="66886"/>
                </a:cubicBezTo>
                <a:cubicBezTo>
                  <a:pt x="100192" y="69988"/>
                  <a:pt x="100522" y="73267"/>
                  <a:pt x="100522" y="76724"/>
                </a:cubicBezTo>
                <a:moveTo>
                  <a:pt x="89860" y="77105"/>
                </a:moveTo>
                <a:cubicBezTo>
                  <a:pt x="89860" y="74255"/>
                  <a:pt x="89657" y="71724"/>
                  <a:pt x="89251" y="69511"/>
                </a:cubicBezTo>
                <a:cubicBezTo>
                  <a:pt x="88845" y="67298"/>
                  <a:pt x="88223" y="65453"/>
                  <a:pt x="87385" y="63978"/>
                </a:cubicBezTo>
                <a:cubicBezTo>
                  <a:pt x="86548" y="62503"/>
                  <a:pt x="85444" y="61396"/>
                  <a:pt x="84073" y="60658"/>
                </a:cubicBezTo>
                <a:cubicBezTo>
                  <a:pt x="82702" y="59920"/>
                  <a:pt x="81077" y="59552"/>
                  <a:pt x="79199" y="59552"/>
                </a:cubicBezTo>
                <a:cubicBezTo>
                  <a:pt x="77422" y="59552"/>
                  <a:pt x="75874" y="59908"/>
                  <a:pt x="74554" y="60620"/>
                </a:cubicBezTo>
                <a:cubicBezTo>
                  <a:pt x="73234" y="61332"/>
                  <a:pt x="72155" y="62401"/>
                  <a:pt x="71317" y="63826"/>
                </a:cubicBezTo>
                <a:cubicBezTo>
                  <a:pt x="70480" y="65250"/>
                  <a:pt x="69858" y="67019"/>
                  <a:pt x="69451" y="69130"/>
                </a:cubicBezTo>
                <a:cubicBezTo>
                  <a:pt x="69045" y="71242"/>
                  <a:pt x="68842" y="73722"/>
                  <a:pt x="68842" y="76572"/>
                </a:cubicBezTo>
                <a:cubicBezTo>
                  <a:pt x="68842" y="80030"/>
                  <a:pt x="69083" y="82918"/>
                  <a:pt x="69566" y="85234"/>
                </a:cubicBezTo>
                <a:cubicBezTo>
                  <a:pt x="70048" y="87549"/>
                  <a:pt x="70733" y="89381"/>
                  <a:pt x="71622" y="90729"/>
                </a:cubicBezTo>
                <a:cubicBezTo>
                  <a:pt x="72510" y="92078"/>
                  <a:pt x="73627" y="93019"/>
                  <a:pt x="74973" y="93554"/>
                </a:cubicBezTo>
                <a:cubicBezTo>
                  <a:pt x="76318" y="94087"/>
                  <a:pt x="77854" y="94353"/>
                  <a:pt x="79580" y="94353"/>
                </a:cubicBezTo>
                <a:cubicBezTo>
                  <a:pt x="81611" y="94353"/>
                  <a:pt x="83273" y="93972"/>
                  <a:pt x="84568" y="93209"/>
                </a:cubicBezTo>
                <a:cubicBezTo>
                  <a:pt x="85862" y="92446"/>
                  <a:pt x="86903" y="91314"/>
                  <a:pt x="87690" y="89813"/>
                </a:cubicBezTo>
                <a:cubicBezTo>
                  <a:pt x="88477" y="88312"/>
                  <a:pt x="89035" y="86506"/>
                  <a:pt x="89365" y="84394"/>
                </a:cubicBezTo>
                <a:cubicBezTo>
                  <a:pt x="89695" y="82282"/>
                  <a:pt x="89860" y="79853"/>
                  <a:pt x="89860" y="77105"/>
                </a:cubicBezTo>
                <a:moveTo>
                  <a:pt x="20866" y="102195"/>
                </a:moveTo>
                <a:cubicBezTo>
                  <a:pt x="20612" y="102653"/>
                  <a:pt x="20307" y="102997"/>
                  <a:pt x="19952" y="103225"/>
                </a:cubicBezTo>
                <a:cubicBezTo>
                  <a:pt x="19597" y="103454"/>
                  <a:pt x="19165" y="103657"/>
                  <a:pt x="18657" y="103835"/>
                </a:cubicBezTo>
                <a:cubicBezTo>
                  <a:pt x="18150" y="104012"/>
                  <a:pt x="17541" y="104139"/>
                  <a:pt x="16830" y="104215"/>
                </a:cubicBezTo>
                <a:cubicBezTo>
                  <a:pt x="16119" y="104291"/>
                  <a:pt x="15256" y="104330"/>
                  <a:pt x="14241" y="104330"/>
                </a:cubicBezTo>
                <a:cubicBezTo>
                  <a:pt x="13124" y="104330"/>
                  <a:pt x="12223" y="104228"/>
                  <a:pt x="11537" y="104025"/>
                </a:cubicBezTo>
                <a:cubicBezTo>
                  <a:pt x="10852" y="103822"/>
                  <a:pt x="10369" y="103555"/>
                  <a:pt x="10090" y="103225"/>
                </a:cubicBezTo>
                <a:cubicBezTo>
                  <a:pt x="9811" y="102895"/>
                  <a:pt x="9709" y="102488"/>
                  <a:pt x="9786" y="102004"/>
                </a:cubicBezTo>
                <a:cubicBezTo>
                  <a:pt x="9862" y="101522"/>
                  <a:pt x="10103" y="100976"/>
                  <a:pt x="10509" y="100367"/>
                </a:cubicBezTo>
                <a:lnTo>
                  <a:pt x="79047" y="2135"/>
                </a:lnTo>
                <a:cubicBezTo>
                  <a:pt x="79301" y="1727"/>
                  <a:pt x="79605" y="1383"/>
                  <a:pt x="79961" y="1104"/>
                </a:cubicBezTo>
                <a:cubicBezTo>
                  <a:pt x="80316" y="825"/>
                  <a:pt x="80760" y="609"/>
                  <a:pt x="81293" y="457"/>
                </a:cubicBezTo>
                <a:cubicBezTo>
                  <a:pt x="81826" y="305"/>
                  <a:pt x="82436" y="190"/>
                  <a:pt x="83121" y="114"/>
                </a:cubicBezTo>
                <a:cubicBezTo>
                  <a:pt x="83806" y="38"/>
                  <a:pt x="84682" y="0"/>
                  <a:pt x="85748" y="0"/>
                </a:cubicBezTo>
                <a:cubicBezTo>
                  <a:pt x="86814" y="0"/>
                  <a:pt x="87690" y="89"/>
                  <a:pt x="88375" y="267"/>
                </a:cubicBezTo>
                <a:cubicBezTo>
                  <a:pt x="89061" y="444"/>
                  <a:pt x="89556" y="711"/>
                  <a:pt x="89860" y="1066"/>
                </a:cubicBezTo>
                <a:cubicBezTo>
                  <a:pt x="90165" y="1422"/>
                  <a:pt x="90279" y="1854"/>
                  <a:pt x="90203" y="2363"/>
                </a:cubicBezTo>
                <a:cubicBezTo>
                  <a:pt x="90127" y="2871"/>
                  <a:pt x="89886" y="3404"/>
                  <a:pt x="89480" y="3962"/>
                </a:cubicBezTo>
                <a:lnTo>
                  <a:pt x="20866" y="102195"/>
                </a:lnTo>
                <a:close/>
                <a:moveTo>
                  <a:pt x="169383" y="98237"/>
                </a:moveTo>
                <a:cubicBezTo>
                  <a:pt x="169789" y="98948"/>
                  <a:pt x="169992" y="99545"/>
                  <a:pt x="169992" y="100027"/>
                </a:cubicBezTo>
                <a:cubicBezTo>
                  <a:pt x="169992" y="100509"/>
                  <a:pt x="169751" y="100903"/>
                  <a:pt x="169269" y="101207"/>
                </a:cubicBezTo>
                <a:cubicBezTo>
                  <a:pt x="168787" y="101512"/>
                  <a:pt x="168050" y="101728"/>
                  <a:pt x="167061" y="101855"/>
                </a:cubicBezTo>
                <a:cubicBezTo>
                  <a:pt x="166071" y="101981"/>
                  <a:pt x="164789" y="102045"/>
                  <a:pt x="163215" y="102045"/>
                </a:cubicBezTo>
                <a:cubicBezTo>
                  <a:pt x="161692" y="102045"/>
                  <a:pt x="160486" y="102007"/>
                  <a:pt x="159598" y="101931"/>
                </a:cubicBezTo>
                <a:cubicBezTo>
                  <a:pt x="158709" y="101855"/>
                  <a:pt x="157998" y="101728"/>
                  <a:pt x="157465" y="101550"/>
                </a:cubicBezTo>
                <a:cubicBezTo>
                  <a:pt x="156932" y="101372"/>
                  <a:pt x="156526" y="101144"/>
                  <a:pt x="156247" y="100865"/>
                </a:cubicBezTo>
                <a:cubicBezTo>
                  <a:pt x="155968" y="100585"/>
                  <a:pt x="155726" y="100268"/>
                  <a:pt x="155523" y="99913"/>
                </a:cubicBezTo>
                <a:lnTo>
                  <a:pt x="139074" y="72726"/>
                </a:lnTo>
                <a:lnTo>
                  <a:pt x="122701" y="99913"/>
                </a:lnTo>
                <a:cubicBezTo>
                  <a:pt x="122498" y="100268"/>
                  <a:pt x="122257" y="100585"/>
                  <a:pt x="121978" y="100865"/>
                </a:cubicBezTo>
                <a:cubicBezTo>
                  <a:pt x="121699" y="101144"/>
                  <a:pt x="121293" y="101372"/>
                  <a:pt x="120760" y="101550"/>
                </a:cubicBezTo>
                <a:cubicBezTo>
                  <a:pt x="120226" y="101728"/>
                  <a:pt x="119528" y="101855"/>
                  <a:pt x="118665" y="101931"/>
                </a:cubicBezTo>
                <a:cubicBezTo>
                  <a:pt x="117802" y="102007"/>
                  <a:pt x="116660" y="102045"/>
                  <a:pt x="115238" y="102045"/>
                </a:cubicBezTo>
                <a:cubicBezTo>
                  <a:pt x="113766" y="102045"/>
                  <a:pt x="112560" y="101981"/>
                  <a:pt x="111621" y="101855"/>
                </a:cubicBezTo>
                <a:cubicBezTo>
                  <a:pt x="110682" y="101728"/>
                  <a:pt x="109997" y="101512"/>
                  <a:pt x="109565" y="101207"/>
                </a:cubicBezTo>
                <a:cubicBezTo>
                  <a:pt x="109134" y="100903"/>
                  <a:pt x="108930" y="100509"/>
                  <a:pt x="108956" y="100027"/>
                </a:cubicBezTo>
                <a:cubicBezTo>
                  <a:pt x="108981" y="99545"/>
                  <a:pt x="109222" y="98948"/>
                  <a:pt x="109679" y="98237"/>
                </a:cubicBezTo>
                <a:lnTo>
                  <a:pt x="131002" y="64806"/>
                </a:lnTo>
                <a:lnTo>
                  <a:pt x="110822" y="32593"/>
                </a:lnTo>
                <a:cubicBezTo>
                  <a:pt x="110415" y="31883"/>
                  <a:pt x="110200" y="31286"/>
                  <a:pt x="110174" y="30804"/>
                </a:cubicBezTo>
                <a:cubicBezTo>
                  <a:pt x="110149" y="30322"/>
                  <a:pt x="110377" y="29915"/>
                  <a:pt x="110860" y="29585"/>
                </a:cubicBezTo>
                <a:cubicBezTo>
                  <a:pt x="111342" y="29255"/>
                  <a:pt x="112078" y="29040"/>
                  <a:pt x="113068" y="28938"/>
                </a:cubicBezTo>
                <a:cubicBezTo>
                  <a:pt x="114058" y="28837"/>
                  <a:pt x="115365" y="28786"/>
                  <a:pt x="116990" y="28786"/>
                </a:cubicBezTo>
                <a:cubicBezTo>
                  <a:pt x="118462" y="28786"/>
                  <a:pt x="119643" y="28824"/>
                  <a:pt x="120531" y="28900"/>
                </a:cubicBezTo>
                <a:cubicBezTo>
                  <a:pt x="121420" y="28976"/>
                  <a:pt x="122118" y="29090"/>
                  <a:pt x="122625" y="29243"/>
                </a:cubicBezTo>
                <a:cubicBezTo>
                  <a:pt x="123133" y="29395"/>
                  <a:pt x="123514" y="29598"/>
                  <a:pt x="123768" y="29852"/>
                </a:cubicBezTo>
                <a:cubicBezTo>
                  <a:pt x="124021" y="30106"/>
                  <a:pt x="124250" y="30410"/>
                  <a:pt x="124453" y="30766"/>
                </a:cubicBezTo>
                <a:lnTo>
                  <a:pt x="140064" y="56277"/>
                </a:lnTo>
                <a:lnTo>
                  <a:pt x="155904" y="30766"/>
                </a:lnTo>
                <a:cubicBezTo>
                  <a:pt x="156107" y="30461"/>
                  <a:pt x="156336" y="30182"/>
                  <a:pt x="156589" y="29928"/>
                </a:cubicBezTo>
                <a:cubicBezTo>
                  <a:pt x="156843" y="29674"/>
                  <a:pt x="157186" y="29458"/>
                  <a:pt x="157618" y="29281"/>
                </a:cubicBezTo>
                <a:cubicBezTo>
                  <a:pt x="158049" y="29103"/>
                  <a:pt x="158658" y="28976"/>
                  <a:pt x="159445" y="28900"/>
                </a:cubicBezTo>
                <a:cubicBezTo>
                  <a:pt x="160232" y="28824"/>
                  <a:pt x="161311" y="28786"/>
                  <a:pt x="162682" y="28786"/>
                </a:cubicBezTo>
                <a:cubicBezTo>
                  <a:pt x="164154" y="28786"/>
                  <a:pt x="165360" y="28837"/>
                  <a:pt x="166299" y="28938"/>
                </a:cubicBezTo>
                <a:cubicBezTo>
                  <a:pt x="167238" y="29040"/>
                  <a:pt x="167936" y="29230"/>
                  <a:pt x="168393" y="29509"/>
                </a:cubicBezTo>
                <a:cubicBezTo>
                  <a:pt x="168850" y="29788"/>
                  <a:pt x="169053" y="30182"/>
                  <a:pt x="169002" y="30690"/>
                </a:cubicBezTo>
                <a:cubicBezTo>
                  <a:pt x="168952" y="31197"/>
                  <a:pt x="168698" y="31832"/>
                  <a:pt x="168241" y="32593"/>
                </a:cubicBezTo>
                <a:lnTo>
                  <a:pt x="148213" y="64425"/>
                </a:lnTo>
                <a:lnTo>
                  <a:pt x="169383" y="98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27F4C-85AE-4F52-B0BA-82A70E4B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263" y="291041"/>
            <a:ext cx="509993" cy="287488"/>
          </a:xfrm>
          <a:custGeom xmlns:a="http://schemas.openxmlformats.org/drawingml/2006/main">
            <a:pathLst>
              <a:path w="509993" h="287488">
                <a:moveTo>
                  <a:pt x="34311" y="287488"/>
                </a:moveTo>
                <a:cubicBezTo>
                  <a:pt x="15596" y="287488"/>
                  <a:pt x="0" y="271892"/>
                  <a:pt x="0" y="253177"/>
                </a:cubicBezTo>
                <a:lnTo>
                  <a:pt x="0" y="34311"/>
                </a:lnTo>
                <a:cubicBezTo>
                  <a:pt x="0" y="15596"/>
                  <a:pt x="15596" y="0"/>
                  <a:pt x="34311" y="0"/>
                </a:cubicBezTo>
                <a:lnTo>
                  <a:pt x="475682" y="0"/>
                </a:lnTo>
                <a:cubicBezTo>
                  <a:pt x="494397" y="0"/>
                  <a:pt x="509993" y="15596"/>
                  <a:pt x="509993" y="34311"/>
                </a:cubicBezTo>
                <a:lnTo>
                  <a:pt x="509993" y="253177"/>
                </a:lnTo>
                <a:cubicBezTo>
                  <a:pt x="509993" y="271892"/>
                  <a:pt x="494397" y="287488"/>
                  <a:pt x="475682" y="287488"/>
                </a:cubicBezTo>
                <a:lnTo>
                  <a:pt x="34311" y="28748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2B188-C608-4D04-ACFB-F2610D0D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263" y="291041"/>
            <a:ext cx="509993" cy="287488"/>
          </a:xfrm>
          <a:custGeom xmlns:a="http://schemas.openxmlformats.org/drawingml/2006/main">
            <a:pathLst>
              <a:path w="509993" h="287488" fill="none">
                <a:moveTo>
                  <a:pt x="34311" y="287488"/>
                </a:moveTo>
                <a:lnTo>
                  <a:pt x="475682" y="287488"/>
                </a:lnTo>
                <a:cubicBezTo>
                  <a:pt x="494397" y="287488"/>
                  <a:pt x="509993" y="271892"/>
                  <a:pt x="509993" y="253177"/>
                </a:cubicBezTo>
                <a:lnTo>
                  <a:pt x="509993" y="34311"/>
                </a:lnTo>
                <a:cubicBezTo>
                  <a:pt x="509993" y="15596"/>
                  <a:pt x="494397" y="0"/>
                  <a:pt x="475682" y="0"/>
                </a:cubicBezTo>
                <a:lnTo>
                  <a:pt x="34311" y="0"/>
                </a:lnTo>
                <a:cubicBezTo>
                  <a:pt x="15596" y="0"/>
                  <a:pt x="0" y="15596"/>
                  <a:pt x="0" y="34311"/>
                </a:cubicBezTo>
                <a:lnTo>
                  <a:pt x="0" y="253177"/>
                </a:lnTo>
                <a:cubicBezTo>
                  <a:pt x="0" y="271892"/>
                  <a:pt x="15596" y="287488"/>
                  <a:pt x="34311" y="2874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997" cap="sq">
            <a:solidFill>
              <a:srgbClr val="538135"/>
            </a:solidFill>
            <a:miter/>
          </a:ln>
        </p:spPr>
      </p:sp>
      <p:sp>
        <p:nvSpPr>
          <p:cNvPr id="83" name="Text %m">
            <a:extLst xmlns:a="http://schemas.openxmlformats.org/drawingml/2006/main">
              <a:ext uri="{FF2B5EF4-FFF2-40B4-BE49-F238E27FC236}">
                <a16:creationId xmlns:a16="http://schemas.microsoft.com/office/drawing/2014/main" id="{85842782-7CBF-4101-AC95-8650C970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67" y="380245"/>
            <a:ext cx="219112" cy="104330"/>
          </a:xfrm>
          <a:custGeom xmlns:a="http://schemas.openxmlformats.org/drawingml/2006/main">
            <a:pathLst>
              <a:path w="219112" h="104330">
                <a:moveTo>
                  <a:pt x="42417" y="27377"/>
                </a:moveTo>
                <a:cubicBezTo>
                  <a:pt x="42417" y="31291"/>
                  <a:pt x="41986" y="34849"/>
                  <a:pt x="41123" y="38053"/>
                </a:cubicBezTo>
                <a:cubicBezTo>
                  <a:pt x="40260" y="41256"/>
                  <a:pt x="38940" y="43989"/>
                  <a:pt x="37163" y="46253"/>
                </a:cubicBezTo>
                <a:cubicBezTo>
                  <a:pt x="35386" y="48516"/>
                  <a:pt x="33139" y="50282"/>
                  <a:pt x="30423" y="51553"/>
                </a:cubicBezTo>
                <a:cubicBezTo>
                  <a:pt x="27707" y="52824"/>
                  <a:pt x="24521" y="53459"/>
                  <a:pt x="20866" y="53459"/>
                </a:cubicBezTo>
                <a:cubicBezTo>
                  <a:pt x="17160" y="53459"/>
                  <a:pt x="13987" y="52875"/>
                  <a:pt x="11347" y="51705"/>
                </a:cubicBezTo>
                <a:cubicBezTo>
                  <a:pt x="8707" y="50536"/>
                  <a:pt x="6549" y="48846"/>
                  <a:pt x="4874" y="46634"/>
                </a:cubicBezTo>
                <a:cubicBezTo>
                  <a:pt x="3198" y="44423"/>
                  <a:pt x="1967" y="41728"/>
                  <a:pt x="1180" y="38550"/>
                </a:cubicBezTo>
                <a:cubicBezTo>
                  <a:pt x="393" y="35372"/>
                  <a:pt x="0" y="31749"/>
                  <a:pt x="0" y="27682"/>
                </a:cubicBezTo>
                <a:cubicBezTo>
                  <a:pt x="0" y="23971"/>
                  <a:pt x="419" y="20539"/>
                  <a:pt x="1257" y="17387"/>
                </a:cubicBezTo>
                <a:cubicBezTo>
                  <a:pt x="2094" y="14234"/>
                  <a:pt x="3376" y="11514"/>
                  <a:pt x="5102" y="9226"/>
                </a:cubicBezTo>
                <a:cubicBezTo>
                  <a:pt x="6828" y="6937"/>
                  <a:pt x="9050" y="5132"/>
                  <a:pt x="11766" y="3810"/>
                </a:cubicBezTo>
                <a:cubicBezTo>
                  <a:pt x="14482" y="2488"/>
                  <a:pt x="17693" y="1828"/>
                  <a:pt x="21399" y="1828"/>
                </a:cubicBezTo>
                <a:cubicBezTo>
                  <a:pt x="25410" y="1828"/>
                  <a:pt x="28773" y="2515"/>
                  <a:pt x="31489" y="3889"/>
                </a:cubicBezTo>
                <a:cubicBezTo>
                  <a:pt x="34205" y="5261"/>
                  <a:pt x="36376" y="7104"/>
                  <a:pt x="38000" y="9417"/>
                </a:cubicBezTo>
                <a:cubicBezTo>
                  <a:pt x="39625" y="11730"/>
                  <a:pt x="40767" y="14437"/>
                  <a:pt x="41427" y="17539"/>
                </a:cubicBezTo>
                <a:cubicBezTo>
                  <a:pt x="42087" y="20641"/>
                  <a:pt x="42417" y="23920"/>
                  <a:pt x="42417" y="27377"/>
                </a:cubicBezTo>
                <a:moveTo>
                  <a:pt x="31756" y="27758"/>
                </a:moveTo>
                <a:cubicBezTo>
                  <a:pt x="31756" y="24908"/>
                  <a:pt x="31553" y="22377"/>
                  <a:pt x="31147" y="20164"/>
                </a:cubicBezTo>
                <a:cubicBezTo>
                  <a:pt x="30740" y="17951"/>
                  <a:pt x="30118" y="16106"/>
                  <a:pt x="29281" y="14631"/>
                </a:cubicBezTo>
                <a:cubicBezTo>
                  <a:pt x="28443" y="13155"/>
                  <a:pt x="27339" y="12049"/>
                  <a:pt x="25968" y="11311"/>
                </a:cubicBezTo>
                <a:cubicBezTo>
                  <a:pt x="24597" y="10573"/>
                  <a:pt x="22973" y="10204"/>
                  <a:pt x="21094" y="10204"/>
                </a:cubicBezTo>
                <a:cubicBezTo>
                  <a:pt x="19317" y="10204"/>
                  <a:pt x="17769" y="10561"/>
                  <a:pt x="16449" y="11273"/>
                </a:cubicBezTo>
                <a:cubicBezTo>
                  <a:pt x="15129" y="11985"/>
                  <a:pt x="14050" y="13054"/>
                  <a:pt x="13213" y="14479"/>
                </a:cubicBezTo>
                <a:cubicBezTo>
                  <a:pt x="12375" y="15903"/>
                  <a:pt x="11753" y="17671"/>
                  <a:pt x="11347" y="19783"/>
                </a:cubicBezTo>
                <a:cubicBezTo>
                  <a:pt x="10941" y="21895"/>
                  <a:pt x="10738" y="24375"/>
                  <a:pt x="10738" y="27225"/>
                </a:cubicBezTo>
                <a:cubicBezTo>
                  <a:pt x="10738" y="30683"/>
                  <a:pt x="10979" y="33571"/>
                  <a:pt x="11461" y="35887"/>
                </a:cubicBezTo>
                <a:cubicBezTo>
                  <a:pt x="11943" y="38202"/>
                  <a:pt x="12629" y="40033"/>
                  <a:pt x="13517" y="41382"/>
                </a:cubicBezTo>
                <a:cubicBezTo>
                  <a:pt x="14406" y="42731"/>
                  <a:pt x="15523" y="43672"/>
                  <a:pt x="16868" y="44207"/>
                </a:cubicBezTo>
                <a:cubicBezTo>
                  <a:pt x="18213" y="44740"/>
                  <a:pt x="19749" y="45006"/>
                  <a:pt x="21475" y="45006"/>
                </a:cubicBezTo>
                <a:cubicBezTo>
                  <a:pt x="23506" y="45006"/>
                  <a:pt x="25169" y="44625"/>
                  <a:pt x="26463" y="43862"/>
                </a:cubicBezTo>
                <a:cubicBezTo>
                  <a:pt x="27758" y="43099"/>
                  <a:pt x="28799" y="41967"/>
                  <a:pt x="29585" y="40466"/>
                </a:cubicBezTo>
                <a:cubicBezTo>
                  <a:pt x="30372" y="38965"/>
                  <a:pt x="30931" y="37159"/>
                  <a:pt x="31261" y="35047"/>
                </a:cubicBezTo>
                <a:cubicBezTo>
                  <a:pt x="31591" y="32935"/>
                  <a:pt x="31756" y="30506"/>
                  <a:pt x="31756" y="27758"/>
                </a:cubicBezTo>
                <a:moveTo>
                  <a:pt x="100522" y="76724"/>
                </a:moveTo>
                <a:cubicBezTo>
                  <a:pt x="100522" y="80638"/>
                  <a:pt x="100090" y="84197"/>
                  <a:pt x="99227" y="87400"/>
                </a:cubicBezTo>
                <a:cubicBezTo>
                  <a:pt x="98364" y="90603"/>
                  <a:pt x="97044" y="93337"/>
                  <a:pt x="95267" y="95600"/>
                </a:cubicBezTo>
                <a:cubicBezTo>
                  <a:pt x="93490" y="97863"/>
                  <a:pt x="91244" y="99629"/>
                  <a:pt x="88528" y="100900"/>
                </a:cubicBezTo>
                <a:cubicBezTo>
                  <a:pt x="85812" y="102171"/>
                  <a:pt x="82626" y="102806"/>
                  <a:pt x="78971" y="102806"/>
                </a:cubicBezTo>
                <a:cubicBezTo>
                  <a:pt x="75264" y="102806"/>
                  <a:pt x="72091" y="102222"/>
                  <a:pt x="69451" y="101053"/>
                </a:cubicBezTo>
                <a:cubicBezTo>
                  <a:pt x="66812" y="99883"/>
                  <a:pt x="64654" y="98193"/>
                  <a:pt x="62978" y="95981"/>
                </a:cubicBezTo>
                <a:cubicBezTo>
                  <a:pt x="61303" y="93770"/>
                  <a:pt x="60072" y="91075"/>
                  <a:pt x="59285" y="87897"/>
                </a:cubicBezTo>
                <a:cubicBezTo>
                  <a:pt x="58498" y="84719"/>
                  <a:pt x="58105" y="81097"/>
                  <a:pt x="58105" y="77029"/>
                </a:cubicBezTo>
                <a:cubicBezTo>
                  <a:pt x="58105" y="73318"/>
                  <a:pt x="58524" y="69886"/>
                  <a:pt x="59361" y="66734"/>
                </a:cubicBezTo>
                <a:cubicBezTo>
                  <a:pt x="60199" y="63581"/>
                  <a:pt x="61481" y="60861"/>
                  <a:pt x="63207" y="58574"/>
                </a:cubicBezTo>
                <a:cubicBezTo>
                  <a:pt x="64933" y="56284"/>
                  <a:pt x="67154" y="54479"/>
                  <a:pt x="69870" y="53157"/>
                </a:cubicBezTo>
                <a:cubicBezTo>
                  <a:pt x="72586" y="51836"/>
                  <a:pt x="75798" y="51175"/>
                  <a:pt x="79504" y="51175"/>
                </a:cubicBezTo>
                <a:cubicBezTo>
                  <a:pt x="83514" y="51175"/>
                  <a:pt x="86878" y="51862"/>
                  <a:pt x="89594" y="53236"/>
                </a:cubicBezTo>
                <a:cubicBezTo>
                  <a:pt x="92310" y="54608"/>
                  <a:pt x="94480" y="56451"/>
                  <a:pt x="96105" y="58764"/>
                </a:cubicBezTo>
                <a:cubicBezTo>
                  <a:pt x="97730" y="61077"/>
                  <a:pt x="98872" y="63784"/>
                  <a:pt x="99532" y="66886"/>
                </a:cubicBezTo>
                <a:cubicBezTo>
                  <a:pt x="100192" y="69988"/>
                  <a:pt x="100522" y="73267"/>
                  <a:pt x="100522" y="76724"/>
                </a:cubicBezTo>
                <a:moveTo>
                  <a:pt x="89860" y="77105"/>
                </a:moveTo>
                <a:cubicBezTo>
                  <a:pt x="89860" y="74255"/>
                  <a:pt x="89657" y="71724"/>
                  <a:pt x="89251" y="69511"/>
                </a:cubicBezTo>
                <a:cubicBezTo>
                  <a:pt x="88845" y="67298"/>
                  <a:pt x="88223" y="65453"/>
                  <a:pt x="87385" y="63978"/>
                </a:cubicBezTo>
                <a:cubicBezTo>
                  <a:pt x="86548" y="62503"/>
                  <a:pt x="85444" y="61396"/>
                  <a:pt x="84073" y="60658"/>
                </a:cubicBezTo>
                <a:cubicBezTo>
                  <a:pt x="82702" y="59920"/>
                  <a:pt x="81077" y="59552"/>
                  <a:pt x="79199" y="59552"/>
                </a:cubicBezTo>
                <a:cubicBezTo>
                  <a:pt x="77422" y="59552"/>
                  <a:pt x="75874" y="59908"/>
                  <a:pt x="74554" y="60620"/>
                </a:cubicBezTo>
                <a:cubicBezTo>
                  <a:pt x="73234" y="61332"/>
                  <a:pt x="72155" y="62401"/>
                  <a:pt x="71317" y="63826"/>
                </a:cubicBezTo>
                <a:cubicBezTo>
                  <a:pt x="70480" y="65250"/>
                  <a:pt x="69858" y="67019"/>
                  <a:pt x="69451" y="69130"/>
                </a:cubicBezTo>
                <a:cubicBezTo>
                  <a:pt x="69045" y="71242"/>
                  <a:pt x="68842" y="73722"/>
                  <a:pt x="68842" y="76572"/>
                </a:cubicBezTo>
                <a:cubicBezTo>
                  <a:pt x="68842" y="80030"/>
                  <a:pt x="69083" y="82918"/>
                  <a:pt x="69566" y="85234"/>
                </a:cubicBezTo>
                <a:cubicBezTo>
                  <a:pt x="70048" y="87549"/>
                  <a:pt x="70733" y="89381"/>
                  <a:pt x="71622" y="90729"/>
                </a:cubicBezTo>
                <a:cubicBezTo>
                  <a:pt x="72510" y="92078"/>
                  <a:pt x="73627" y="93019"/>
                  <a:pt x="74973" y="93554"/>
                </a:cubicBezTo>
                <a:cubicBezTo>
                  <a:pt x="76318" y="94087"/>
                  <a:pt x="77854" y="94353"/>
                  <a:pt x="79580" y="94353"/>
                </a:cubicBezTo>
                <a:cubicBezTo>
                  <a:pt x="81611" y="94353"/>
                  <a:pt x="83273" y="93972"/>
                  <a:pt x="84568" y="93209"/>
                </a:cubicBezTo>
                <a:cubicBezTo>
                  <a:pt x="85862" y="92446"/>
                  <a:pt x="86903" y="91314"/>
                  <a:pt x="87690" y="89813"/>
                </a:cubicBezTo>
                <a:cubicBezTo>
                  <a:pt x="88477" y="88312"/>
                  <a:pt x="89035" y="86506"/>
                  <a:pt x="89365" y="84394"/>
                </a:cubicBezTo>
                <a:cubicBezTo>
                  <a:pt x="89695" y="82282"/>
                  <a:pt x="89860" y="79853"/>
                  <a:pt x="89860" y="77105"/>
                </a:cubicBezTo>
                <a:moveTo>
                  <a:pt x="20866" y="102195"/>
                </a:moveTo>
                <a:cubicBezTo>
                  <a:pt x="20612" y="102653"/>
                  <a:pt x="20307" y="102997"/>
                  <a:pt x="19952" y="103225"/>
                </a:cubicBezTo>
                <a:cubicBezTo>
                  <a:pt x="19597" y="103454"/>
                  <a:pt x="19165" y="103657"/>
                  <a:pt x="18657" y="103835"/>
                </a:cubicBezTo>
                <a:cubicBezTo>
                  <a:pt x="18150" y="104012"/>
                  <a:pt x="17541" y="104139"/>
                  <a:pt x="16830" y="104215"/>
                </a:cubicBezTo>
                <a:cubicBezTo>
                  <a:pt x="16119" y="104291"/>
                  <a:pt x="15256" y="104330"/>
                  <a:pt x="14241" y="104330"/>
                </a:cubicBezTo>
                <a:cubicBezTo>
                  <a:pt x="13124" y="104330"/>
                  <a:pt x="12223" y="104228"/>
                  <a:pt x="11537" y="104025"/>
                </a:cubicBezTo>
                <a:cubicBezTo>
                  <a:pt x="10852" y="103822"/>
                  <a:pt x="10369" y="103555"/>
                  <a:pt x="10090" y="103225"/>
                </a:cubicBezTo>
                <a:cubicBezTo>
                  <a:pt x="9811" y="102895"/>
                  <a:pt x="9709" y="102488"/>
                  <a:pt x="9786" y="102004"/>
                </a:cubicBezTo>
                <a:cubicBezTo>
                  <a:pt x="9862" y="101522"/>
                  <a:pt x="10103" y="100976"/>
                  <a:pt x="10509" y="100367"/>
                </a:cubicBezTo>
                <a:lnTo>
                  <a:pt x="79047" y="2135"/>
                </a:lnTo>
                <a:cubicBezTo>
                  <a:pt x="79301" y="1727"/>
                  <a:pt x="79605" y="1383"/>
                  <a:pt x="79961" y="1104"/>
                </a:cubicBezTo>
                <a:cubicBezTo>
                  <a:pt x="80316" y="825"/>
                  <a:pt x="80760" y="609"/>
                  <a:pt x="81293" y="457"/>
                </a:cubicBezTo>
                <a:cubicBezTo>
                  <a:pt x="81826" y="305"/>
                  <a:pt x="82436" y="190"/>
                  <a:pt x="83121" y="114"/>
                </a:cubicBezTo>
                <a:cubicBezTo>
                  <a:pt x="83806" y="38"/>
                  <a:pt x="84682" y="0"/>
                  <a:pt x="85748" y="0"/>
                </a:cubicBezTo>
                <a:cubicBezTo>
                  <a:pt x="86814" y="0"/>
                  <a:pt x="87690" y="89"/>
                  <a:pt x="88375" y="267"/>
                </a:cubicBezTo>
                <a:cubicBezTo>
                  <a:pt x="89061" y="444"/>
                  <a:pt x="89556" y="711"/>
                  <a:pt x="89860" y="1066"/>
                </a:cubicBezTo>
                <a:cubicBezTo>
                  <a:pt x="90165" y="1422"/>
                  <a:pt x="90279" y="1854"/>
                  <a:pt x="90203" y="2363"/>
                </a:cubicBezTo>
                <a:cubicBezTo>
                  <a:pt x="90127" y="2871"/>
                  <a:pt x="89886" y="3404"/>
                  <a:pt x="89480" y="3962"/>
                </a:cubicBezTo>
                <a:lnTo>
                  <a:pt x="20866" y="102195"/>
                </a:lnTo>
                <a:close/>
                <a:moveTo>
                  <a:pt x="219112" y="99684"/>
                </a:moveTo>
                <a:cubicBezTo>
                  <a:pt x="219112" y="100090"/>
                  <a:pt x="219010" y="100433"/>
                  <a:pt x="218807" y="100712"/>
                </a:cubicBezTo>
                <a:cubicBezTo>
                  <a:pt x="218604" y="100991"/>
                  <a:pt x="218274" y="101233"/>
                  <a:pt x="217817" y="101436"/>
                </a:cubicBezTo>
                <a:cubicBezTo>
                  <a:pt x="217360" y="101639"/>
                  <a:pt x="216726" y="101791"/>
                  <a:pt x="215913" y="101893"/>
                </a:cubicBezTo>
                <a:cubicBezTo>
                  <a:pt x="215101" y="101994"/>
                  <a:pt x="214086" y="102045"/>
                  <a:pt x="212867" y="102045"/>
                </a:cubicBezTo>
                <a:cubicBezTo>
                  <a:pt x="211598" y="102045"/>
                  <a:pt x="210557" y="101994"/>
                  <a:pt x="209745" y="101893"/>
                </a:cubicBezTo>
                <a:cubicBezTo>
                  <a:pt x="208933" y="101791"/>
                  <a:pt x="208285" y="101639"/>
                  <a:pt x="207803" y="101436"/>
                </a:cubicBezTo>
                <a:cubicBezTo>
                  <a:pt x="207321" y="101233"/>
                  <a:pt x="206978" y="100991"/>
                  <a:pt x="206775" y="100712"/>
                </a:cubicBezTo>
                <a:cubicBezTo>
                  <a:pt x="206572" y="100433"/>
                  <a:pt x="206471" y="100090"/>
                  <a:pt x="206471" y="99684"/>
                </a:cubicBezTo>
                <a:lnTo>
                  <a:pt x="206471" y="58029"/>
                </a:lnTo>
                <a:cubicBezTo>
                  <a:pt x="206471" y="55135"/>
                  <a:pt x="206217" y="52495"/>
                  <a:pt x="205709" y="50109"/>
                </a:cubicBezTo>
                <a:cubicBezTo>
                  <a:pt x="205201" y="47723"/>
                  <a:pt x="204389" y="45666"/>
                  <a:pt x="203272" y="43940"/>
                </a:cubicBezTo>
                <a:cubicBezTo>
                  <a:pt x="202155" y="42214"/>
                  <a:pt x="200734" y="40894"/>
                  <a:pt x="199008" y="39980"/>
                </a:cubicBezTo>
                <a:cubicBezTo>
                  <a:pt x="197281" y="39066"/>
                  <a:pt x="195251" y="38610"/>
                  <a:pt x="192915" y="38610"/>
                </a:cubicBezTo>
                <a:cubicBezTo>
                  <a:pt x="190021" y="38610"/>
                  <a:pt x="187115" y="39726"/>
                  <a:pt x="184196" y="41960"/>
                </a:cubicBezTo>
                <a:cubicBezTo>
                  <a:pt x="181277" y="44194"/>
                  <a:pt x="178065" y="47469"/>
                  <a:pt x="174562" y="51784"/>
                </a:cubicBezTo>
                <a:lnTo>
                  <a:pt x="174562" y="99684"/>
                </a:lnTo>
                <a:cubicBezTo>
                  <a:pt x="174562" y="100090"/>
                  <a:pt x="174461" y="100433"/>
                  <a:pt x="174258" y="100712"/>
                </a:cubicBezTo>
                <a:cubicBezTo>
                  <a:pt x="174055" y="100991"/>
                  <a:pt x="173712" y="101233"/>
                  <a:pt x="173230" y="101436"/>
                </a:cubicBezTo>
                <a:cubicBezTo>
                  <a:pt x="172747" y="101639"/>
                  <a:pt x="172100" y="101791"/>
                  <a:pt x="171288" y="101893"/>
                </a:cubicBezTo>
                <a:cubicBezTo>
                  <a:pt x="170476" y="101994"/>
                  <a:pt x="169460" y="102045"/>
                  <a:pt x="168242" y="102045"/>
                </a:cubicBezTo>
                <a:cubicBezTo>
                  <a:pt x="167074" y="102045"/>
                  <a:pt x="166071" y="101994"/>
                  <a:pt x="165234" y="101893"/>
                </a:cubicBezTo>
                <a:cubicBezTo>
                  <a:pt x="164396" y="101791"/>
                  <a:pt x="163736" y="101639"/>
                  <a:pt x="163254" y="101436"/>
                </a:cubicBezTo>
                <a:cubicBezTo>
                  <a:pt x="162771" y="101233"/>
                  <a:pt x="162441" y="100991"/>
                  <a:pt x="162264" y="100712"/>
                </a:cubicBezTo>
                <a:cubicBezTo>
                  <a:pt x="162086" y="100433"/>
                  <a:pt x="161997" y="100090"/>
                  <a:pt x="161997" y="99684"/>
                </a:cubicBezTo>
                <a:lnTo>
                  <a:pt x="161997" y="58029"/>
                </a:lnTo>
                <a:cubicBezTo>
                  <a:pt x="161997" y="55135"/>
                  <a:pt x="161718" y="52495"/>
                  <a:pt x="161160" y="50109"/>
                </a:cubicBezTo>
                <a:cubicBezTo>
                  <a:pt x="160601" y="47723"/>
                  <a:pt x="159763" y="45666"/>
                  <a:pt x="158646" y="43940"/>
                </a:cubicBezTo>
                <a:cubicBezTo>
                  <a:pt x="157530" y="42214"/>
                  <a:pt x="156121" y="40894"/>
                  <a:pt x="154420" y="39980"/>
                </a:cubicBezTo>
                <a:cubicBezTo>
                  <a:pt x="152719" y="39066"/>
                  <a:pt x="150701" y="38610"/>
                  <a:pt x="148366" y="38610"/>
                </a:cubicBezTo>
                <a:cubicBezTo>
                  <a:pt x="145472" y="38610"/>
                  <a:pt x="142553" y="39726"/>
                  <a:pt x="139608" y="41960"/>
                </a:cubicBezTo>
                <a:cubicBezTo>
                  <a:pt x="136664" y="44194"/>
                  <a:pt x="133465" y="47469"/>
                  <a:pt x="130013" y="51784"/>
                </a:cubicBezTo>
                <a:lnTo>
                  <a:pt x="130013" y="99684"/>
                </a:lnTo>
                <a:cubicBezTo>
                  <a:pt x="130013" y="100090"/>
                  <a:pt x="129911" y="100433"/>
                  <a:pt x="129708" y="100712"/>
                </a:cubicBezTo>
                <a:cubicBezTo>
                  <a:pt x="129505" y="100991"/>
                  <a:pt x="129175" y="101233"/>
                  <a:pt x="128718" y="101436"/>
                </a:cubicBezTo>
                <a:cubicBezTo>
                  <a:pt x="128261" y="101639"/>
                  <a:pt x="127627" y="101791"/>
                  <a:pt x="126815" y="101893"/>
                </a:cubicBezTo>
                <a:cubicBezTo>
                  <a:pt x="126002" y="101994"/>
                  <a:pt x="124961" y="102045"/>
                  <a:pt x="123692" y="102045"/>
                </a:cubicBezTo>
                <a:cubicBezTo>
                  <a:pt x="122474" y="102045"/>
                  <a:pt x="121458" y="101994"/>
                  <a:pt x="120646" y="101893"/>
                </a:cubicBezTo>
                <a:cubicBezTo>
                  <a:pt x="119834" y="101791"/>
                  <a:pt x="119187" y="101639"/>
                  <a:pt x="118704" y="101436"/>
                </a:cubicBezTo>
                <a:cubicBezTo>
                  <a:pt x="118222" y="101233"/>
                  <a:pt x="117892" y="100991"/>
                  <a:pt x="117714" y="100712"/>
                </a:cubicBezTo>
                <a:cubicBezTo>
                  <a:pt x="117537" y="100433"/>
                  <a:pt x="117448" y="100090"/>
                  <a:pt x="117448" y="99684"/>
                </a:cubicBezTo>
                <a:lnTo>
                  <a:pt x="117448" y="31147"/>
                </a:lnTo>
                <a:cubicBezTo>
                  <a:pt x="117448" y="30740"/>
                  <a:pt x="117524" y="30398"/>
                  <a:pt x="117676" y="30118"/>
                </a:cubicBezTo>
                <a:cubicBezTo>
                  <a:pt x="117828" y="29839"/>
                  <a:pt x="118133" y="29585"/>
                  <a:pt x="118590" y="29357"/>
                </a:cubicBezTo>
                <a:cubicBezTo>
                  <a:pt x="119047" y="29129"/>
                  <a:pt x="119631" y="28976"/>
                  <a:pt x="120342" y="28900"/>
                </a:cubicBezTo>
                <a:cubicBezTo>
                  <a:pt x="121052" y="28824"/>
                  <a:pt x="121992" y="28786"/>
                  <a:pt x="123159" y="28786"/>
                </a:cubicBezTo>
                <a:cubicBezTo>
                  <a:pt x="124276" y="28786"/>
                  <a:pt x="125203" y="28824"/>
                  <a:pt x="125939" y="28900"/>
                </a:cubicBezTo>
                <a:cubicBezTo>
                  <a:pt x="126675" y="28976"/>
                  <a:pt x="127246" y="29129"/>
                  <a:pt x="127652" y="29357"/>
                </a:cubicBezTo>
                <a:cubicBezTo>
                  <a:pt x="128058" y="29585"/>
                  <a:pt x="128350" y="29839"/>
                  <a:pt x="128528" y="30118"/>
                </a:cubicBezTo>
                <a:cubicBezTo>
                  <a:pt x="128706" y="30398"/>
                  <a:pt x="128795" y="30740"/>
                  <a:pt x="128795" y="31147"/>
                </a:cubicBezTo>
                <a:lnTo>
                  <a:pt x="128795" y="40209"/>
                </a:lnTo>
                <a:cubicBezTo>
                  <a:pt x="132653" y="35893"/>
                  <a:pt x="136397" y="32733"/>
                  <a:pt x="140027" y="30728"/>
                </a:cubicBezTo>
                <a:cubicBezTo>
                  <a:pt x="143657" y="28722"/>
                  <a:pt x="147325" y="27720"/>
                  <a:pt x="151031" y="27720"/>
                </a:cubicBezTo>
                <a:cubicBezTo>
                  <a:pt x="153874" y="27720"/>
                  <a:pt x="156425" y="28050"/>
                  <a:pt x="158685" y="28710"/>
                </a:cubicBezTo>
                <a:cubicBezTo>
                  <a:pt x="160944" y="29370"/>
                  <a:pt x="162936" y="30296"/>
                  <a:pt x="164663" y="31489"/>
                </a:cubicBezTo>
                <a:cubicBezTo>
                  <a:pt x="166389" y="32682"/>
                  <a:pt x="167861" y="34104"/>
                  <a:pt x="169079" y="35754"/>
                </a:cubicBezTo>
                <a:cubicBezTo>
                  <a:pt x="170298" y="37404"/>
                  <a:pt x="171313" y="39244"/>
                  <a:pt x="172126" y="41275"/>
                </a:cubicBezTo>
                <a:cubicBezTo>
                  <a:pt x="174410" y="38787"/>
                  <a:pt x="176580" y="36680"/>
                  <a:pt x="178637" y="34954"/>
                </a:cubicBezTo>
                <a:cubicBezTo>
                  <a:pt x="180693" y="33228"/>
                  <a:pt x="182673" y="31832"/>
                  <a:pt x="184577" y="30766"/>
                </a:cubicBezTo>
                <a:cubicBezTo>
                  <a:pt x="186480" y="29700"/>
                  <a:pt x="188333" y="28925"/>
                  <a:pt x="190136" y="28443"/>
                </a:cubicBezTo>
                <a:cubicBezTo>
                  <a:pt x="191938" y="27961"/>
                  <a:pt x="193753" y="27720"/>
                  <a:pt x="195581" y="27720"/>
                </a:cubicBezTo>
                <a:cubicBezTo>
                  <a:pt x="199998" y="27720"/>
                  <a:pt x="203704" y="28494"/>
                  <a:pt x="206699" y="30042"/>
                </a:cubicBezTo>
                <a:cubicBezTo>
                  <a:pt x="209694" y="31591"/>
                  <a:pt x="212119" y="33660"/>
                  <a:pt x="213972" y="36249"/>
                </a:cubicBezTo>
                <a:cubicBezTo>
                  <a:pt x="215825" y="38838"/>
                  <a:pt x="217145" y="41871"/>
                  <a:pt x="217932" y="45349"/>
                </a:cubicBezTo>
                <a:cubicBezTo>
                  <a:pt x="218718" y="48827"/>
                  <a:pt x="219112" y="52495"/>
                  <a:pt x="219112" y="56353"/>
                </a:cubicBezTo>
                <a:lnTo>
                  <a:pt x="219112" y="996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58548-678A-48EE-BD86-8A9DF4A7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222" y="291041"/>
            <a:ext cx="509993" cy="287488"/>
          </a:xfrm>
          <a:custGeom xmlns:a="http://schemas.openxmlformats.org/drawingml/2006/main">
            <a:pathLst>
              <a:path w="509993" h="287488">
                <a:moveTo>
                  <a:pt x="45229" y="287488"/>
                </a:moveTo>
                <a:cubicBezTo>
                  <a:pt x="20275" y="287488"/>
                  <a:pt x="0" y="267214"/>
                  <a:pt x="0" y="242260"/>
                </a:cubicBezTo>
                <a:lnTo>
                  <a:pt x="0" y="44709"/>
                </a:lnTo>
                <a:cubicBezTo>
                  <a:pt x="0" y="20275"/>
                  <a:pt x="20275" y="0"/>
                  <a:pt x="45229" y="0"/>
                </a:cubicBezTo>
                <a:lnTo>
                  <a:pt x="465284" y="0"/>
                </a:lnTo>
                <a:cubicBezTo>
                  <a:pt x="489718" y="0"/>
                  <a:pt x="509993" y="20275"/>
                  <a:pt x="509993" y="44709"/>
                </a:cubicBezTo>
                <a:lnTo>
                  <a:pt x="509993" y="242260"/>
                </a:lnTo>
                <a:cubicBezTo>
                  <a:pt x="509993" y="267214"/>
                  <a:pt x="489718" y="287488"/>
                  <a:pt x="465284" y="287488"/>
                </a:cubicBezTo>
                <a:lnTo>
                  <a:pt x="45229" y="28748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9B9F0-3DB8-4864-A91C-DF7B7C74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222" y="291041"/>
            <a:ext cx="509993" cy="287488"/>
          </a:xfrm>
          <a:custGeom xmlns:a="http://schemas.openxmlformats.org/drawingml/2006/main">
            <a:pathLst>
              <a:path w="509993" h="287488" fill="none">
                <a:moveTo>
                  <a:pt x="45229" y="287488"/>
                </a:moveTo>
                <a:lnTo>
                  <a:pt x="465284" y="287488"/>
                </a:lnTo>
                <a:cubicBezTo>
                  <a:pt x="489718" y="287488"/>
                  <a:pt x="509993" y="267214"/>
                  <a:pt x="509993" y="242260"/>
                </a:cubicBezTo>
                <a:lnTo>
                  <a:pt x="509993" y="44709"/>
                </a:lnTo>
                <a:cubicBezTo>
                  <a:pt x="509993" y="20275"/>
                  <a:pt x="489718" y="0"/>
                  <a:pt x="465284" y="0"/>
                </a:cubicBezTo>
                <a:lnTo>
                  <a:pt x="45229" y="0"/>
                </a:lnTo>
                <a:cubicBezTo>
                  <a:pt x="20275" y="0"/>
                  <a:pt x="0" y="20275"/>
                  <a:pt x="0" y="44709"/>
                </a:cubicBezTo>
                <a:lnTo>
                  <a:pt x="0" y="242260"/>
                </a:lnTo>
                <a:cubicBezTo>
                  <a:pt x="0" y="267214"/>
                  <a:pt x="20275" y="287488"/>
                  <a:pt x="45229" y="2874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997" cap="sq">
            <a:solidFill>
              <a:srgbClr val="538135"/>
            </a:solidFill>
            <a:miter/>
          </a:ln>
        </p:spPr>
      </p:sp>
      <p:sp>
        <p:nvSpPr>
          <p:cNvPr id="86" name="Text %x">
            <a:extLst xmlns:a="http://schemas.openxmlformats.org/drawingml/2006/main">
              <a:ext uri="{FF2B5EF4-FFF2-40B4-BE49-F238E27FC236}">
                <a16:creationId xmlns:a16="http://schemas.microsoft.com/office/drawing/2014/main" id="{67A267EC-2A31-499A-B2E9-12BB99FD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028" y="380245"/>
            <a:ext cx="169993" cy="104330"/>
          </a:xfrm>
          <a:custGeom xmlns:a="http://schemas.openxmlformats.org/drawingml/2006/main">
            <a:pathLst>
              <a:path w="169993" h="104330">
                <a:moveTo>
                  <a:pt x="42417" y="27377"/>
                </a:moveTo>
                <a:cubicBezTo>
                  <a:pt x="42417" y="31291"/>
                  <a:pt x="41986" y="34849"/>
                  <a:pt x="41123" y="38053"/>
                </a:cubicBezTo>
                <a:cubicBezTo>
                  <a:pt x="40260" y="41256"/>
                  <a:pt x="38940" y="43989"/>
                  <a:pt x="37163" y="46253"/>
                </a:cubicBezTo>
                <a:cubicBezTo>
                  <a:pt x="35386" y="48516"/>
                  <a:pt x="33139" y="50282"/>
                  <a:pt x="30423" y="51553"/>
                </a:cubicBezTo>
                <a:cubicBezTo>
                  <a:pt x="27707" y="52824"/>
                  <a:pt x="24521" y="53459"/>
                  <a:pt x="20866" y="53459"/>
                </a:cubicBezTo>
                <a:cubicBezTo>
                  <a:pt x="17160" y="53459"/>
                  <a:pt x="13987" y="52875"/>
                  <a:pt x="11347" y="51705"/>
                </a:cubicBezTo>
                <a:cubicBezTo>
                  <a:pt x="8707" y="50536"/>
                  <a:pt x="6549" y="48846"/>
                  <a:pt x="4874" y="46634"/>
                </a:cubicBezTo>
                <a:cubicBezTo>
                  <a:pt x="3198" y="44423"/>
                  <a:pt x="1967" y="41728"/>
                  <a:pt x="1180" y="38550"/>
                </a:cubicBezTo>
                <a:cubicBezTo>
                  <a:pt x="393" y="35372"/>
                  <a:pt x="0" y="31749"/>
                  <a:pt x="0" y="27682"/>
                </a:cubicBezTo>
                <a:cubicBezTo>
                  <a:pt x="0" y="23971"/>
                  <a:pt x="419" y="20539"/>
                  <a:pt x="1257" y="17387"/>
                </a:cubicBezTo>
                <a:cubicBezTo>
                  <a:pt x="2094" y="14234"/>
                  <a:pt x="3376" y="11514"/>
                  <a:pt x="5102" y="9226"/>
                </a:cubicBezTo>
                <a:cubicBezTo>
                  <a:pt x="6828" y="6937"/>
                  <a:pt x="9050" y="5132"/>
                  <a:pt x="11766" y="3810"/>
                </a:cubicBezTo>
                <a:cubicBezTo>
                  <a:pt x="14482" y="2488"/>
                  <a:pt x="17693" y="1828"/>
                  <a:pt x="21399" y="1828"/>
                </a:cubicBezTo>
                <a:cubicBezTo>
                  <a:pt x="25410" y="1828"/>
                  <a:pt x="28773" y="2515"/>
                  <a:pt x="31489" y="3889"/>
                </a:cubicBezTo>
                <a:cubicBezTo>
                  <a:pt x="34205" y="5261"/>
                  <a:pt x="36376" y="7104"/>
                  <a:pt x="38000" y="9417"/>
                </a:cubicBezTo>
                <a:cubicBezTo>
                  <a:pt x="39625" y="11730"/>
                  <a:pt x="40767" y="14437"/>
                  <a:pt x="41427" y="17539"/>
                </a:cubicBezTo>
                <a:cubicBezTo>
                  <a:pt x="42087" y="20641"/>
                  <a:pt x="42417" y="23920"/>
                  <a:pt x="42417" y="27377"/>
                </a:cubicBezTo>
                <a:moveTo>
                  <a:pt x="31756" y="27758"/>
                </a:moveTo>
                <a:cubicBezTo>
                  <a:pt x="31756" y="24908"/>
                  <a:pt x="31553" y="22377"/>
                  <a:pt x="31147" y="20164"/>
                </a:cubicBezTo>
                <a:cubicBezTo>
                  <a:pt x="30740" y="17951"/>
                  <a:pt x="30118" y="16106"/>
                  <a:pt x="29281" y="14631"/>
                </a:cubicBezTo>
                <a:cubicBezTo>
                  <a:pt x="28443" y="13155"/>
                  <a:pt x="27339" y="12049"/>
                  <a:pt x="25968" y="11311"/>
                </a:cubicBezTo>
                <a:cubicBezTo>
                  <a:pt x="24597" y="10573"/>
                  <a:pt x="22973" y="10204"/>
                  <a:pt x="21094" y="10204"/>
                </a:cubicBezTo>
                <a:cubicBezTo>
                  <a:pt x="19317" y="10204"/>
                  <a:pt x="17769" y="10561"/>
                  <a:pt x="16449" y="11273"/>
                </a:cubicBezTo>
                <a:cubicBezTo>
                  <a:pt x="15129" y="11985"/>
                  <a:pt x="14050" y="13054"/>
                  <a:pt x="13213" y="14479"/>
                </a:cubicBezTo>
                <a:cubicBezTo>
                  <a:pt x="12375" y="15903"/>
                  <a:pt x="11753" y="17671"/>
                  <a:pt x="11347" y="19783"/>
                </a:cubicBezTo>
                <a:cubicBezTo>
                  <a:pt x="10941" y="21895"/>
                  <a:pt x="10738" y="24375"/>
                  <a:pt x="10738" y="27225"/>
                </a:cubicBezTo>
                <a:cubicBezTo>
                  <a:pt x="10738" y="30683"/>
                  <a:pt x="10979" y="33571"/>
                  <a:pt x="11461" y="35887"/>
                </a:cubicBezTo>
                <a:cubicBezTo>
                  <a:pt x="11943" y="38202"/>
                  <a:pt x="12629" y="40033"/>
                  <a:pt x="13517" y="41382"/>
                </a:cubicBezTo>
                <a:cubicBezTo>
                  <a:pt x="14406" y="42731"/>
                  <a:pt x="15523" y="43672"/>
                  <a:pt x="16868" y="44207"/>
                </a:cubicBezTo>
                <a:cubicBezTo>
                  <a:pt x="18213" y="44740"/>
                  <a:pt x="19749" y="45006"/>
                  <a:pt x="21475" y="45006"/>
                </a:cubicBezTo>
                <a:cubicBezTo>
                  <a:pt x="23506" y="45006"/>
                  <a:pt x="25169" y="44625"/>
                  <a:pt x="26463" y="43862"/>
                </a:cubicBezTo>
                <a:cubicBezTo>
                  <a:pt x="27758" y="43099"/>
                  <a:pt x="28799" y="41967"/>
                  <a:pt x="29585" y="40466"/>
                </a:cubicBezTo>
                <a:cubicBezTo>
                  <a:pt x="30372" y="38965"/>
                  <a:pt x="30931" y="37159"/>
                  <a:pt x="31261" y="35047"/>
                </a:cubicBezTo>
                <a:cubicBezTo>
                  <a:pt x="31591" y="32935"/>
                  <a:pt x="31756" y="30506"/>
                  <a:pt x="31756" y="27758"/>
                </a:cubicBezTo>
                <a:moveTo>
                  <a:pt x="100522" y="76724"/>
                </a:moveTo>
                <a:cubicBezTo>
                  <a:pt x="100522" y="80638"/>
                  <a:pt x="100090" y="84197"/>
                  <a:pt x="99227" y="87400"/>
                </a:cubicBezTo>
                <a:cubicBezTo>
                  <a:pt x="98364" y="90603"/>
                  <a:pt x="97044" y="93337"/>
                  <a:pt x="95267" y="95600"/>
                </a:cubicBezTo>
                <a:cubicBezTo>
                  <a:pt x="93490" y="97863"/>
                  <a:pt x="91244" y="99629"/>
                  <a:pt x="88528" y="100900"/>
                </a:cubicBezTo>
                <a:cubicBezTo>
                  <a:pt x="85812" y="102171"/>
                  <a:pt x="82626" y="102806"/>
                  <a:pt x="78971" y="102806"/>
                </a:cubicBezTo>
                <a:cubicBezTo>
                  <a:pt x="75264" y="102806"/>
                  <a:pt x="72091" y="102222"/>
                  <a:pt x="69451" y="101053"/>
                </a:cubicBezTo>
                <a:cubicBezTo>
                  <a:pt x="66812" y="99883"/>
                  <a:pt x="64654" y="98193"/>
                  <a:pt x="62978" y="95981"/>
                </a:cubicBezTo>
                <a:cubicBezTo>
                  <a:pt x="61303" y="93770"/>
                  <a:pt x="60072" y="91075"/>
                  <a:pt x="59285" y="87897"/>
                </a:cubicBezTo>
                <a:cubicBezTo>
                  <a:pt x="58498" y="84719"/>
                  <a:pt x="58105" y="81097"/>
                  <a:pt x="58105" y="77029"/>
                </a:cubicBezTo>
                <a:cubicBezTo>
                  <a:pt x="58105" y="73318"/>
                  <a:pt x="58524" y="69886"/>
                  <a:pt x="59361" y="66734"/>
                </a:cubicBezTo>
                <a:cubicBezTo>
                  <a:pt x="60199" y="63581"/>
                  <a:pt x="61481" y="60861"/>
                  <a:pt x="63207" y="58574"/>
                </a:cubicBezTo>
                <a:cubicBezTo>
                  <a:pt x="64933" y="56284"/>
                  <a:pt x="67154" y="54479"/>
                  <a:pt x="69870" y="53157"/>
                </a:cubicBezTo>
                <a:cubicBezTo>
                  <a:pt x="72586" y="51836"/>
                  <a:pt x="75798" y="51175"/>
                  <a:pt x="79504" y="51175"/>
                </a:cubicBezTo>
                <a:cubicBezTo>
                  <a:pt x="83514" y="51175"/>
                  <a:pt x="86878" y="51862"/>
                  <a:pt x="89594" y="53236"/>
                </a:cubicBezTo>
                <a:cubicBezTo>
                  <a:pt x="92310" y="54608"/>
                  <a:pt x="94480" y="56451"/>
                  <a:pt x="96105" y="58764"/>
                </a:cubicBezTo>
                <a:cubicBezTo>
                  <a:pt x="97730" y="61077"/>
                  <a:pt x="98872" y="63784"/>
                  <a:pt x="99532" y="66886"/>
                </a:cubicBezTo>
                <a:cubicBezTo>
                  <a:pt x="100192" y="69988"/>
                  <a:pt x="100522" y="73267"/>
                  <a:pt x="100522" y="76724"/>
                </a:cubicBezTo>
                <a:moveTo>
                  <a:pt x="89860" y="77105"/>
                </a:moveTo>
                <a:cubicBezTo>
                  <a:pt x="89860" y="74255"/>
                  <a:pt x="89657" y="71724"/>
                  <a:pt x="89251" y="69511"/>
                </a:cubicBezTo>
                <a:cubicBezTo>
                  <a:pt x="88845" y="67298"/>
                  <a:pt x="88223" y="65453"/>
                  <a:pt x="87385" y="63978"/>
                </a:cubicBezTo>
                <a:cubicBezTo>
                  <a:pt x="86548" y="62503"/>
                  <a:pt x="85444" y="61396"/>
                  <a:pt x="84073" y="60658"/>
                </a:cubicBezTo>
                <a:cubicBezTo>
                  <a:pt x="82702" y="59920"/>
                  <a:pt x="81077" y="59552"/>
                  <a:pt x="79199" y="59552"/>
                </a:cubicBezTo>
                <a:cubicBezTo>
                  <a:pt x="77422" y="59552"/>
                  <a:pt x="75874" y="59908"/>
                  <a:pt x="74554" y="60620"/>
                </a:cubicBezTo>
                <a:cubicBezTo>
                  <a:pt x="73234" y="61332"/>
                  <a:pt x="72155" y="62401"/>
                  <a:pt x="71317" y="63826"/>
                </a:cubicBezTo>
                <a:cubicBezTo>
                  <a:pt x="70480" y="65250"/>
                  <a:pt x="69858" y="67019"/>
                  <a:pt x="69451" y="69130"/>
                </a:cubicBezTo>
                <a:cubicBezTo>
                  <a:pt x="69045" y="71242"/>
                  <a:pt x="68842" y="73722"/>
                  <a:pt x="68842" y="76572"/>
                </a:cubicBezTo>
                <a:cubicBezTo>
                  <a:pt x="68842" y="80030"/>
                  <a:pt x="69083" y="82918"/>
                  <a:pt x="69566" y="85234"/>
                </a:cubicBezTo>
                <a:cubicBezTo>
                  <a:pt x="70048" y="87549"/>
                  <a:pt x="70733" y="89381"/>
                  <a:pt x="71622" y="90729"/>
                </a:cubicBezTo>
                <a:cubicBezTo>
                  <a:pt x="72510" y="92078"/>
                  <a:pt x="73627" y="93019"/>
                  <a:pt x="74973" y="93554"/>
                </a:cubicBezTo>
                <a:cubicBezTo>
                  <a:pt x="76318" y="94087"/>
                  <a:pt x="77854" y="94353"/>
                  <a:pt x="79580" y="94353"/>
                </a:cubicBezTo>
                <a:cubicBezTo>
                  <a:pt x="81611" y="94353"/>
                  <a:pt x="83273" y="93972"/>
                  <a:pt x="84568" y="93209"/>
                </a:cubicBezTo>
                <a:cubicBezTo>
                  <a:pt x="85862" y="92446"/>
                  <a:pt x="86903" y="91314"/>
                  <a:pt x="87690" y="89813"/>
                </a:cubicBezTo>
                <a:cubicBezTo>
                  <a:pt x="88477" y="88312"/>
                  <a:pt x="89035" y="86506"/>
                  <a:pt x="89365" y="84394"/>
                </a:cubicBezTo>
                <a:cubicBezTo>
                  <a:pt x="89695" y="82282"/>
                  <a:pt x="89860" y="79853"/>
                  <a:pt x="89860" y="77105"/>
                </a:cubicBezTo>
                <a:moveTo>
                  <a:pt x="20866" y="102195"/>
                </a:moveTo>
                <a:cubicBezTo>
                  <a:pt x="20612" y="102653"/>
                  <a:pt x="20307" y="102997"/>
                  <a:pt x="19952" y="103225"/>
                </a:cubicBezTo>
                <a:cubicBezTo>
                  <a:pt x="19597" y="103454"/>
                  <a:pt x="19165" y="103657"/>
                  <a:pt x="18657" y="103835"/>
                </a:cubicBezTo>
                <a:cubicBezTo>
                  <a:pt x="18150" y="104012"/>
                  <a:pt x="17541" y="104139"/>
                  <a:pt x="16830" y="104215"/>
                </a:cubicBezTo>
                <a:cubicBezTo>
                  <a:pt x="16119" y="104291"/>
                  <a:pt x="15256" y="104330"/>
                  <a:pt x="14241" y="104330"/>
                </a:cubicBezTo>
                <a:cubicBezTo>
                  <a:pt x="13124" y="104330"/>
                  <a:pt x="12223" y="104228"/>
                  <a:pt x="11537" y="104025"/>
                </a:cubicBezTo>
                <a:cubicBezTo>
                  <a:pt x="10852" y="103822"/>
                  <a:pt x="10369" y="103555"/>
                  <a:pt x="10090" y="103225"/>
                </a:cubicBezTo>
                <a:cubicBezTo>
                  <a:pt x="9811" y="102895"/>
                  <a:pt x="9709" y="102488"/>
                  <a:pt x="9786" y="102004"/>
                </a:cubicBezTo>
                <a:cubicBezTo>
                  <a:pt x="9862" y="101522"/>
                  <a:pt x="10103" y="100976"/>
                  <a:pt x="10509" y="100367"/>
                </a:cubicBezTo>
                <a:lnTo>
                  <a:pt x="79047" y="2135"/>
                </a:lnTo>
                <a:cubicBezTo>
                  <a:pt x="79301" y="1727"/>
                  <a:pt x="79605" y="1383"/>
                  <a:pt x="79961" y="1104"/>
                </a:cubicBezTo>
                <a:cubicBezTo>
                  <a:pt x="80316" y="825"/>
                  <a:pt x="80760" y="609"/>
                  <a:pt x="81293" y="457"/>
                </a:cubicBezTo>
                <a:cubicBezTo>
                  <a:pt x="81826" y="305"/>
                  <a:pt x="82436" y="190"/>
                  <a:pt x="83121" y="114"/>
                </a:cubicBezTo>
                <a:cubicBezTo>
                  <a:pt x="83806" y="38"/>
                  <a:pt x="84682" y="0"/>
                  <a:pt x="85748" y="0"/>
                </a:cubicBezTo>
                <a:cubicBezTo>
                  <a:pt x="86814" y="0"/>
                  <a:pt x="87690" y="89"/>
                  <a:pt x="88375" y="267"/>
                </a:cubicBezTo>
                <a:cubicBezTo>
                  <a:pt x="89061" y="444"/>
                  <a:pt x="89556" y="711"/>
                  <a:pt x="89860" y="1066"/>
                </a:cubicBezTo>
                <a:cubicBezTo>
                  <a:pt x="90165" y="1422"/>
                  <a:pt x="90279" y="1854"/>
                  <a:pt x="90203" y="2363"/>
                </a:cubicBezTo>
                <a:cubicBezTo>
                  <a:pt x="90127" y="2871"/>
                  <a:pt x="89886" y="3404"/>
                  <a:pt x="89480" y="3962"/>
                </a:cubicBezTo>
                <a:lnTo>
                  <a:pt x="20866" y="102195"/>
                </a:lnTo>
                <a:close/>
                <a:moveTo>
                  <a:pt x="169384" y="98237"/>
                </a:moveTo>
                <a:cubicBezTo>
                  <a:pt x="169790" y="98948"/>
                  <a:pt x="169993" y="99545"/>
                  <a:pt x="169993" y="100027"/>
                </a:cubicBezTo>
                <a:cubicBezTo>
                  <a:pt x="169993" y="100509"/>
                  <a:pt x="169752" y="100903"/>
                  <a:pt x="169270" y="101207"/>
                </a:cubicBezTo>
                <a:cubicBezTo>
                  <a:pt x="168787" y="101512"/>
                  <a:pt x="168051" y="101728"/>
                  <a:pt x="167061" y="101855"/>
                </a:cubicBezTo>
                <a:cubicBezTo>
                  <a:pt x="166071" y="101981"/>
                  <a:pt x="164789" y="102045"/>
                  <a:pt x="163216" y="102045"/>
                </a:cubicBezTo>
                <a:cubicBezTo>
                  <a:pt x="161693" y="102045"/>
                  <a:pt x="160487" y="102007"/>
                  <a:pt x="159598" y="101931"/>
                </a:cubicBezTo>
                <a:cubicBezTo>
                  <a:pt x="158710" y="101855"/>
                  <a:pt x="157999" y="101728"/>
                  <a:pt x="157466" y="101550"/>
                </a:cubicBezTo>
                <a:cubicBezTo>
                  <a:pt x="156933" y="101372"/>
                  <a:pt x="156527" y="101144"/>
                  <a:pt x="156248" y="100865"/>
                </a:cubicBezTo>
                <a:cubicBezTo>
                  <a:pt x="155968" y="100585"/>
                  <a:pt x="155727" y="100268"/>
                  <a:pt x="155524" y="99913"/>
                </a:cubicBezTo>
                <a:lnTo>
                  <a:pt x="139075" y="72726"/>
                </a:lnTo>
                <a:lnTo>
                  <a:pt x="122702" y="99913"/>
                </a:lnTo>
                <a:cubicBezTo>
                  <a:pt x="122499" y="100268"/>
                  <a:pt x="122258" y="100585"/>
                  <a:pt x="121979" y="100865"/>
                </a:cubicBezTo>
                <a:cubicBezTo>
                  <a:pt x="121700" y="101144"/>
                  <a:pt x="121293" y="101372"/>
                  <a:pt x="120760" y="101550"/>
                </a:cubicBezTo>
                <a:cubicBezTo>
                  <a:pt x="120227" y="101728"/>
                  <a:pt x="119529" y="101855"/>
                  <a:pt x="118666" y="101931"/>
                </a:cubicBezTo>
                <a:cubicBezTo>
                  <a:pt x="117803" y="102007"/>
                  <a:pt x="116661" y="102045"/>
                  <a:pt x="115239" y="102045"/>
                </a:cubicBezTo>
                <a:cubicBezTo>
                  <a:pt x="113767" y="102045"/>
                  <a:pt x="112561" y="101981"/>
                  <a:pt x="111622" y="101855"/>
                </a:cubicBezTo>
                <a:cubicBezTo>
                  <a:pt x="110683" y="101728"/>
                  <a:pt x="109997" y="101512"/>
                  <a:pt x="109566" y="101207"/>
                </a:cubicBezTo>
                <a:cubicBezTo>
                  <a:pt x="109134" y="100903"/>
                  <a:pt x="108931" y="100509"/>
                  <a:pt x="108957" y="100027"/>
                </a:cubicBezTo>
                <a:cubicBezTo>
                  <a:pt x="108982" y="99545"/>
                  <a:pt x="109223" y="98948"/>
                  <a:pt x="109680" y="98237"/>
                </a:cubicBezTo>
                <a:lnTo>
                  <a:pt x="131003" y="64806"/>
                </a:lnTo>
                <a:lnTo>
                  <a:pt x="110822" y="32593"/>
                </a:lnTo>
                <a:cubicBezTo>
                  <a:pt x="110416" y="31883"/>
                  <a:pt x="110201" y="31286"/>
                  <a:pt x="110175" y="30804"/>
                </a:cubicBezTo>
                <a:cubicBezTo>
                  <a:pt x="110150" y="30322"/>
                  <a:pt x="110378" y="29915"/>
                  <a:pt x="110860" y="29585"/>
                </a:cubicBezTo>
                <a:cubicBezTo>
                  <a:pt x="111343" y="29255"/>
                  <a:pt x="112079" y="29040"/>
                  <a:pt x="113069" y="28938"/>
                </a:cubicBezTo>
                <a:cubicBezTo>
                  <a:pt x="114059" y="28837"/>
                  <a:pt x="115366" y="28786"/>
                  <a:pt x="116991" y="28786"/>
                </a:cubicBezTo>
                <a:cubicBezTo>
                  <a:pt x="118463" y="28786"/>
                  <a:pt x="119643" y="28824"/>
                  <a:pt x="120532" y="28900"/>
                </a:cubicBezTo>
                <a:cubicBezTo>
                  <a:pt x="121420" y="28976"/>
                  <a:pt x="122118" y="29090"/>
                  <a:pt x="122626" y="29243"/>
                </a:cubicBezTo>
                <a:cubicBezTo>
                  <a:pt x="123134" y="29395"/>
                  <a:pt x="123515" y="29598"/>
                  <a:pt x="123768" y="29852"/>
                </a:cubicBezTo>
                <a:cubicBezTo>
                  <a:pt x="124022" y="30106"/>
                  <a:pt x="124251" y="30410"/>
                  <a:pt x="124454" y="30766"/>
                </a:cubicBezTo>
                <a:lnTo>
                  <a:pt x="140065" y="56277"/>
                </a:lnTo>
                <a:lnTo>
                  <a:pt x="155905" y="30766"/>
                </a:lnTo>
                <a:cubicBezTo>
                  <a:pt x="156108" y="30461"/>
                  <a:pt x="156336" y="30182"/>
                  <a:pt x="156590" y="29928"/>
                </a:cubicBezTo>
                <a:cubicBezTo>
                  <a:pt x="156844" y="29674"/>
                  <a:pt x="157187" y="29458"/>
                  <a:pt x="157618" y="29281"/>
                </a:cubicBezTo>
                <a:cubicBezTo>
                  <a:pt x="158050" y="29103"/>
                  <a:pt x="158659" y="28976"/>
                  <a:pt x="159446" y="28900"/>
                </a:cubicBezTo>
                <a:cubicBezTo>
                  <a:pt x="160233" y="28824"/>
                  <a:pt x="161312" y="28786"/>
                  <a:pt x="162683" y="28786"/>
                </a:cubicBezTo>
                <a:cubicBezTo>
                  <a:pt x="164155" y="28786"/>
                  <a:pt x="165361" y="28837"/>
                  <a:pt x="166300" y="28938"/>
                </a:cubicBezTo>
                <a:cubicBezTo>
                  <a:pt x="167239" y="29040"/>
                  <a:pt x="167937" y="29230"/>
                  <a:pt x="168394" y="29509"/>
                </a:cubicBezTo>
                <a:cubicBezTo>
                  <a:pt x="168851" y="29788"/>
                  <a:pt x="169054" y="30182"/>
                  <a:pt x="169003" y="30690"/>
                </a:cubicBezTo>
                <a:cubicBezTo>
                  <a:pt x="168952" y="31197"/>
                  <a:pt x="168699" y="31832"/>
                  <a:pt x="168242" y="32593"/>
                </a:cubicBezTo>
                <a:lnTo>
                  <a:pt x="148214" y="64425"/>
                </a:lnTo>
                <a:lnTo>
                  <a:pt x="169384" y="98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E6901-6A73-41C9-B78C-3DF30FED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785" y="952836"/>
            <a:ext cx="637361" cy="287488"/>
          </a:xfrm>
          <a:custGeom xmlns:a="http://schemas.openxmlformats.org/drawingml/2006/main">
            <a:pathLst>
              <a:path w="637361" h="287488">
                <a:moveTo>
                  <a:pt x="43149" y="287488"/>
                </a:moveTo>
                <a:cubicBezTo>
                  <a:pt x="19235" y="287488"/>
                  <a:pt x="0" y="268253"/>
                  <a:pt x="0" y="244339"/>
                </a:cubicBezTo>
                <a:lnTo>
                  <a:pt x="0" y="43149"/>
                </a:lnTo>
                <a:cubicBezTo>
                  <a:pt x="0" y="19235"/>
                  <a:pt x="19235" y="0"/>
                  <a:pt x="43149" y="0"/>
                </a:cubicBezTo>
                <a:lnTo>
                  <a:pt x="594212" y="0"/>
                </a:lnTo>
                <a:cubicBezTo>
                  <a:pt x="618126" y="0"/>
                  <a:pt x="637361" y="19235"/>
                  <a:pt x="637361" y="43149"/>
                </a:cubicBezTo>
                <a:lnTo>
                  <a:pt x="637361" y="244339"/>
                </a:lnTo>
                <a:cubicBezTo>
                  <a:pt x="637361" y="268253"/>
                  <a:pt x="618126" y="287488"/>
                  <a:pt x="594212" y="287488"/>
                </a:cubicBezTo>
                <a:lnTo>
                  <a:pt x="43149" y="28748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36F23-DC73-46D4-8DEA-D47AC82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785" y="952836"/>
            <a:ext cx="637361" cy="287488"/>
          </a:xfrm>
          <a:custGeom xmlns:a="http://schemas.openxmlformats.org/drawingml/2006/main">
            <a:pathLst>
              <a:path w="637361" h="287488" fill="none">
                <a:moveTo>
                  <a:pt x="43149" y="287488"/>
                </a:moveTo>
                <a:lnTo>
                  <a:pt x="594212" y="287488"/>
                </a:lnTo>
                <a:cubicBezTo>
                  <a:pt x="618126" y="287488"/>
                  <a:pt x="637361" y="268253"/>
                  <a:pt x="637361" y="244339"/>
                </a:cubicBezTo>
                <a:lnTo>
                  <a:pt x="637361" y="43149"/>
                </a:lnTo>
                <a:cubicBezTo>
                  <a:pt x="637361" y="19235"/>
                  <a:pt x="618126" y="0"/>
                  <a:pt x="594212" y="0"/>
                </a:cubicBezTo>
                <a:lnTo>
                  <a:pt x="43149" y="0"/>
                </a:lnTo>
                <a:cubicBezTo>
                  <a:pt x="19235" y="0"/>
                  <a:pt x="0" y="19235"/>
                  <a:pt x="0" y="43149"/>
                </a:cubicBezTo>
                <a:lnTo>
                  <a:pt x="0" y="244339"/>
                </a:lnTo>
                <a:cubicBezTo>
                  <a:pt x="0" y="268253"/>
                  <a:pt x="19235" y="287488"/>
                  <a:pt x="43149" y="2874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997" cap="sq">
            <a:solidFill>
              <a:srgbClr val="538135"/>
            </a:solidFill>
            <a:miter/>
          </a:ln>
        </p:spPr>
      </p:sp>
      <p:sp>
        <p:nvSpPr>
          <p:cNvPr id="89" name="Text %cmp">
            <a:extLst xmlns:a="http://schemas.openxmlformats.org/drawingml/2006/main">
              <a:ext uri="{FF2B5EF4-FFF2-40B4-BE49-F238E27FC236}">
                <a16:creationId xmlns:a16="http://schemas.microsoft.com/office/drawing/2014/main" id="{40665605-BFB9-4EDD-8112-219C0D32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112" y="1042041"/>
            <a:ext cx="371507" cy="129308"/>
          </a:xfrm>
          <a:custGeom xmlns:a="http://schemas.openxmlformats.org/drawingml/2006/main">
            <a:pathLst>
              <a:path w="371507" h="129308">
                <a:moveTo>
                  <a:pt x="42417" y="27377"/>
                </a:moveTo>
                <a:cubicBezTo>
                  <a:pt x="42417" y="31291"/>
                  <a:pt x="41986" y="34849"/>
                  <a:pt x="41123" y="38053"/>
                </a:cubicBezTo>
                <a:cubicBezTo>
                  <a:pt x="40260" y="41256"/>
                  <a:pt x="38940" y="43989"/>
                  <a:pt x="37163" y="46253"/>
                </a:cubicBezTo>
                <a:cubicBezTo>
                  <a:pt x="35386" y="48516"/>
                  <a:pt x="33139" y="50282"/>
                  <a:pt x="30423" y="51553"/>
                </a:cubicBezTo>
                <a:cubicBezTo>
                  <a:pt x="27707" y="52824"/>
                  <a:pt x="24521" y="53459"/>
                  <a:pt x="20866" y="53459"/>
                </a:cubicBezTo>
                <a:cubicBezTo>
                  <a:pt x="17160" y="53459"/>
                  <a:pt x="13987" y="52875"/>
                  <a:pt x="11347" y="51705"/>
                </a:cubicBezTo>
                <a:cubicBezTo>
                  <a:pt x="8707" y="50536"/>
                  <a:pt x="6549" y="48846"/>
                  <a:pt x="4874" y="46634"/>
                </a:cubicBezTo>
                <a:cubicBezTo>
                  <a:pt x="3198" y="44423"/>
                  <a:pt x="1967" y="41728"/>
                  <a:pt x="1180" y="38550"/>
                </a:cubicBezTo>
                <a:cubicBezTo>
                  <a:pt x="393" y="35372"/>
                  <a:pt x="0" y="31749"/>
                  <a:pt x="0" y="27682"/>
                </a:cubicBezTo>
                <a:cubicBezTo>
                  <a:pt x="0" y="23971"/>
                  <a:pt x="419" y="20539"/>
                  <a:pt x="1257" y="17387"/>
                </a:cubicBezTo>
                <a:cubicBezTo>
                  <a:pt x="2094" y="14234"/>
                  <a:pt x="3376" y="11514"/>
                  <a:pt x="5102" y="9226"/>
                </a:cubicBezTo>
                <a:cubicBezTo>
                  <a:pt x="6828" y="6937"/>
                  <a:pt x="9050" y="5132"/>
                  <a:pt x="11766" y="3810"/>
                </a:cubicBezTo>
                <a:cubicBezTo>
                  <a:pt x="14482" y="2488"/>
                  <a:pt x="17693" y="1828"/>
                  <a:pt x="21399" y="1828"/>
                </a:cubicBezTo>
                <a:cubicBezTo>
                  <a:pt x="25410" y="1828"/>
                  <a:pt x="28773" y="2515"/>
                  <a:pt x="31489" y="3889"/>
                </a:cubicBezTo>
                <a:cubicBezTo>
                  <a:pt x="34205" y="5261"/>
                  <a:pt x="36376" y="7104"/>
                  <a:pt x="38000" y="9417"/>
                </a:cubicBezTo>
                <a:cubicBezTo>
                  <a:pt x="39625" y="11730"/>
                  <a:pt x="40767" y="14437"/>
                  <a:pt x="41427" y="17539"/>
                </a:cubicBezTo>
                <a:cubicBezTo>
                  <a:pt x="42087" y="20641"/>
                  <a:pt x="42417" y="23920"/>
                  <a:pt x="42417" y="27377"/>
                </a:cubicBezTo>
                <a:moveTo>
                  <a:pt x="31756" y="27758"/>
                </a:moveTo>
                <a:cubicBezTo>
                  <a:pt x="31756" y="24908"/>
                  <a:pt x="31553" y="22377"/>
                  <a:pt x="31147" y="20164"/>
                </a:cubicBezTo>
                <a:cubicBezTo>
                  <a:pt x="30740" y="17951"/>
                  <a:pt x="30118" y="16106"/>
                  <a:pt x="29281" y="14631"/>
                </a:cubicBezTo>
                <a:cubicBezTo>
                  <a:pt x="28443" y="13155"/>
                  <a:pt x="27339" y="12049"/>
                  <a:pt x="25968" y="11311"/>
                </a:cubicBezTo>
                <a:cubicBezTo>
                  <a:pt x="24597" y="10573"/>
                  <a:pt x="22973" y="10204"/>
                  <a:pt x="21094" y="10204"/>
                </a:cubicBezTo>
                <a:cubicBezTo>
                  <a:pt x="19317" y="10204"/>
                  <a:pt x="17769" y="10561"/>
                  <a:pt x="16449" y="11273"/>
                </a:cubicBezTo>
                <a:cubicBezTo>
                  <a:pt x="15129" y="11985"/>
                  <a:pt x="14050" y="13054"/>
                  <a:pt x="13213" y="14479"/>
                </a:cubicBezTo>
                <a:cubicBezTo>
                  <a:pt x="12375" y="15903"/>
                  <a:pt x="11753" y="17671"/>
                  <a:pt x="11347" y="19783"/>
                </a:cubicBezTo>
                <a:cubicBezTo>
                  <a:pt x="10941" y="21895"/>
                  <a:pt x="10738" y="24375"/>
                  <a:pt x="10738" y="27225"/>
                </a:cubicBezTo>
                <a:cubicBezTo>
                  <a:pt x="10738" y="30683"/>
                  <a:pt x="10979" y="33571"/>
                  <a:pt x="11461" y="35887"/>
                </a:cubicBezTo>
                <a:cubicBezTo>
                  <a:pt x="11943" y="38202"/>
                  <a:pt x="12629" y="40033"/>
                  <a:pt x="13517" y="41382"/>
                </a:cubicBezTo>
                <a:cubicBezTo>
                  <a:pt x="14406" y="42731"/>
                  <a:pt x="15523" y="43672"/>
                  <a:pt x="16868" y="44207"/>
                </a:cubicBezTo>
                <a:cubicBezTo>
                  <a:pt x="18213" y="44740"/>
                  <a:pt x="19749" y="45006"/>
                  <a:pt x="21475" y="45006"/>
                </a:cubicBezTo>
                <a:cubicBezTo>
                  <a:pt x="23506" y="45006"/>
                  <a:pt x="25169" y="44625"/>
                  <a:pt x="26463" y="43862"/>
                </a:cubicBezTo>
                <a:cubicBezTo>
                  <a:pt x="27758" y="43099"/>
                  <a:pt x="28799" y="41967"/>
                  <a:pt x="29585" y="40466"/>
                </a:cubicBezTo>
                <a:cubicBezTo>
                  <a:pt x="30372" y="38965"/>
                  <a:pt x="30931" y="37159"/>
                  <a:pt x="31261" y="35047"/>
                </a:cubicBezTo>
                <a:cubicBezTo>
                  <a:pt x="31591" y="32935"/>
                  <a:pt x="31756" y="30506"/>
                  <a:pt x="31756" y="27758"/>
                </a:cubicBezTo>
                <a:moveTo>
                  <a:pt x="100522" y="76724"/>
                </a:moveTo>
                <a:cubicBezTo>
                  <a:pt x="100522" y="80638"/>
                  <a:pt x="100090" y="84197"/>
                  <a:pt x="99227" y="87400"/>
                </a:cubicBezTo>
                <a:cubicBezTo>
                  <a:pt x="98364" y="90603"/>
                  <a:pt x="97044" y="93337"/>
                  <a:pt x="95267" y="95600"/>
                </a:cubicBezTo>
                <a:cubicBezTo>
                  <a:pt x="93490" y="97863"/>
                  <a:pt x="91244" y="99629"/>
                  <a:pt x="88528" y="100900"/>
                </a:cubicBezTo>
                <a:cubicBezTo>
                  <a:pt x="85812" y="102171"/>
                  <a:pt x="82626" y="102806"/>
                  <a:pt x="78971" y="102806"/>
                </a:cubicBezTo>
                <a:cubicBezTo>
                  <a:pt x="75264" y="102806"/>
                  <a:pt x="72091" y="102222"/>
                  <a:pt x="69451" y="101053"/>
                </a:cubicBezTo>
                <a:cubicBezTo>
                  <a:pt x="66812" y="99883"/>
                  <a:pt x="64654" y="98193"/>
                  <a:pt x="62978" y="95981"/>
                </a:cubicBezTo>
                <a:cubicBezTo>
                  <a:pt x="61303" y="93770"/>
                  <a:pt x="60072" y="91075"/>
                  <a:pt x="59285" y="87897"/>
                </a:cubicBezTo>
                <a:cubicBezTo>
                  <a:pt x="58498" y="84719"/>
                  <a:pt x="58105" y="81097"/>
                  <a:pt x="58105" y="77029"/>
                </a:cubicBezTo>
                <a:cubicBezTo>
                  <a:pt x="58105" y="73318"/>
                  <a:pt x="58524" y="69886"/>
                  <a:pt x="59361" y="66734"/>
                </a:cubicBezTo>
                <a:cubicBezTo>
                  <a:pt x="60199" y="63581"/>
                  <a:pt x="61481" y="60861"/>
                  <a:pt x="63207" y="58574"/>
                </a:cubicBezTo>
                <a:cubicBezTo>
                  <a:pt x="64933" y="56284"/>
                  <a:pt x="67154" y="54479"/>
                  <a:pt x="69870" y="53157"/>
                </a:cubicBezTo>
                <a:cubicBezTo>
                  <a:pt x="72586" y="51836"/>
                  <a:pt x="75798" y="51175"/>
                  <a:pt x="79504" y="51175"/>
                </a:cubicBezTo>
                <a:cubicBezTo>
                  <a:pt x="83514" y="51175"/>
                  <a:pt x="86878" y="51862"/>
                  <a:pt x="89594" y="53236"/>
                </a:cubicBezTo>
                <a:cubicBezTo>
                  <a:pt x="92310" y="54608"/>
                  <a:pt x="94480" y="56451"/>
                  <a:pt x="96105" y="58764"/>
                </a:cubicBezTo>
                <a:cubicBezTo>
                  <a:pt x="97730" y="61077"/>
                  <a:pt x="98872" y="63784"/>
                  <a:pt x="99532" y="66886"/>
                </a:cubicBezTo>
                <a:cubicBezTo>
                  <a:pt x="100192" y="69988"/>
                  <a:pt x="100522" y="73267"/>
                  <a:pt x="100522" y="76724"/>
                </a:cubicBezTo>
                <a:moveTo>
                  <a:pt x="89860" y="77105"/>
                </a:moveTo>
                <a:cubicBezTo>
                  <a:pt x="89860" y="74255"/>
                  <a:pt x="89657" y="71724"/>
                  <a:pt x="89251" y="69511"/>
                </a:cubicBezTo>
                <a:cubicBezTo>
                  <a:pt x="88845" y="67298"/>
                  <a:pt x="88223" y="65453"/>
                  <a:pt x="87385" y="63978"/>
                </a:cubicBezTo>
                <a:cubicBezTo>
                  <a:pt x="86548" y="62503"/>
                  <a:pt x="85444" y="61396"/>
                  <a:pt x="84073" y="60658"/>
                </a:cubicBezTo>
                <a:cubicBezTo>
                  <a:pt x="82702" y="59920"/>
                  <a:pt x="81077" y="59552"/>
                  <a:pt x="79199" y="59552"/>
                </a:cubicBezTo>
                <a:cubicBezTo>
                  <a:pt x="77422" y="59552"/>
                  <a:pt x="75874" y="59908"/>
                  <a:pt x="74554" y="60620"/>
                </a:cubicBezTo>
                <a:cubicBezTo>
                  <a:pt x="73234" y="61332"/>
                  <a:pt x="72155" y="62401"/>
                  <a:pt x="71317" y="63826"/>
                </a:cubicBezTo>
                <a:cubicBezTo>
                  <a:pt x="70480" y="65250"/>
                  <a:pt x="69858" y="67019"/>
                  <a:pt x="69451" y="69130"/>
                </a:cubicBezTo>
                <a:cubicBezTo>
                  <a:pt x="69045" y="71242"/>
                  <a:pt x="68842" y="73722"/>
                  <a:pt x="68842" y="76572"/>
                </a:cubicBezTo>
                <a:cubicBezTo>
                  <a:pt x="68842" y="80030"/>
                  <a:pt x="69083" y="82918"/>
                  <a:pt x="69566" y="85234"/>
                </a:cubicBezTo>
                <a:cubicBezTo>
                  <a:pt x="70048" y="87549"/>
                  <a:pt x="70733" y="89381"/>
                  <a:pt x="71622" y="90729"/>
                </a:cubicBezTo>
                <a:cubicBezTo>
                  <a:pt x="72510" y="92078"/>
                  <a:pt x="73627" y="93019"/>
                  <a:pt x="74973" y="93554"/>
                </a:cubicBezTo>
                <a:cubicBezTo>
                  <a:pt x="76318" y="94087"/>
                  <a:pt x="77854" y="94353"/>
                  <a:pt x="79580" y="94353"/>
                </a:cubicBezTo>
                <a:cubicBezTo>
                  <a:pt x="81611" y="94353"/>
                  <a:pt x="83273" y="93972"/>
                  <a:pt x="84568" y="93209"/>
                </a:cubicBezTo>
                <a:cubicBezTo>
                  <a:pt x="85862" y="92446"/>
                  <a:pt x="86903" y="91314"/>
                  <a:pt x="87690" y="89813"/>
                </a:cubicBezTo>
                <a:cubicBezTo>
                  <a:pt x="88477" y="88312"/>
                  <a:pt x="89035" y="86506"/>
                  <a:pt x="89365" y="84394"/>
                </a:cubicBezTo>
                <a:cubicBezTo>
                  <a:pt x="89695" y="82282"/>
                  <a:pt x="89860" y="79853"/>
                  <a:pt x="89860" y="77105"/>
                </a:cubicBezTo>
                <a:moveTo>
                  <a:pt x="20866" y="102195"/>
                </a:moveTo>
                <a:cubicBezTo>
                  <a:pt x="20612" y="102653"/>
                  <a:pt x="20307" y="102997"/>
                  <a:pt x="19952" y="103225"/>
                </a:cubicBezTo>
                <a:cubicBezTo>
                  <a:pt x="19597" y="103454"/>
                  <a:pt x="19165" y="103657"/>
                  <a:pt x="18657" y="103835"/>
                </a:cubicBezTo>
                <a:cubicBezTo>
                  <a:pt x="18150" y="104012"/>
                  <a:pt x="17541" y="104139"/>
                  <a:pt x="16830" y="104215"/>
                </a:cubicBezTo>
                <a:cubicBezTo>
                  <a:pt x="16119" y="104291"/>
                  <a:pt x="15256" y="104330"/>
                  <a:pt x="14241" y="104330"/>
                </a:cubicBezTo>
                <a:cubicBezTo>
                  <a:pt x="13124" y="104330"/>
                  <a:pt x="12223" y="104228"/>
                  <a:pt x="11537" y="104025"/>
                </a:cubicBezTo>
                <a:cubicBezTo>
                  <a:pt x="10852" y="103822"/>
                  <a:pt x="10369" y="103555"/>
                  <a:pt x="10090" y="103225"/>
                </a:cubicBezTo>
                <a:cubicBezTo>
                  <a:pt x="9811" y="102895"/>
                  <a:pt x="9709" y="102488"/>
                  <a:pt x="9786" y="102004"/>
                </a:cubicBezTo>
                <a:cubicBezTo>
                  <a:pt x="9862" y="101522"/>
                  <a:pt x="10103" y="100976"/>
                  <a:pt x="10509" y="100367"/>
                </a:cubicBezTo>
                <a:lnTo>
                  <a:pt x="79047" y="2135"/>
                </a:lnTo>
                <a:cubicBezTo>
                  <a:pt x="79301" y="1727"/>
                  <a:pt x="79605" y="1383"/>
                  <a:pt x="79961" y="1104"/>
                </a:cubicBezTo>
                <a:cubicBezTo>
                  <a:pt x="80316" y="825"/>
                  <a:pt x="80760" y="609"/>
                  <a:pt x="81293" y="457"/>
                </a:cubicBezTo>
                <a:cubicBezTo>
                  <a:pt x="81826" y="305"/>
                  <a:pt x="82436" y="190"/>
                  <a:pt x="83121" y="114"/>
                </a:cubicBezTo>
                <a:cubicBezTo>
                  <a:pt x="83806" y="38"/>
                  <a:pt x="84682" y="0"/>
                  <a:pt x="85748" y="0"/>
                </a:cubicBezTo>
                <a:cubicBezTo>
                  <a:pt x="86814" y="0"/>
                  <a:pt x="87690" y="89"/>
                  <a:pt x="88375" y="267"/>
                </a:cubicBezTo>
                <a:cubicBezTo>
                  <a:pt x="89061" y="444"/>
                  <a:pt x="89556" y="711"/>
                  <a:pt x="89860" y="1066"/>
                </a:cubicBezTo>
                <a:cubicBezTo>
                  <a:pt x="90165" y="1422"/>
                  <a:pt x="90279" y="1854"/>
                  <a:pt x="90203" y="2363"/>
                </a:cubicBezTo>
                <a:cubicBezTo>
                  <a:pt x="90127" y="2871"/>
                  <a:pt x="89886" y="3404"/>
                  <a:pt x="89480" y="3962"/>
                </a:cubicBezTo>
                <a:lnTo>
                  <a:pt x="20866" y="102195"/>
                </a:lnTo>
                <a:close/>
                <a:moveTo>
                  <a:pt x="167014" y="89327"/>
                </a:moveTo>
                <a:cubicBezTo>
                  <a:pt x="167014" y="90190"/>
                  <a:pt x="166988" y="90939"/>
                  <a:pt x="166937" y="91574"/>
                </a:cubicBezTo>
                <a:cubicBezTo>
                  <a:pt x="166887" y="92209"/>
                  <a:pt x="166798" y="92742"/>
                  <a:pt x="166671" y="93173"/>
                </a:cubicBezTo>
                <a:cubicBezTo>
                  <a:pt x="166544" y="93605"/>
                  <a:pt x="166392" y="93985"/>
                  <a:pt x="166214" y="94315"/>
                </a:cubicBezTo>
                <a:cubicBezTo>
                  <a:pt x="166036" y="94645"/>
                  <a:pt x="165630" y="95128"/>
                  <a:pt x="164996" y="95762"/>
                </a:cubicBezTo>
                <a:cubicBezTo>
                  <a:pt x="164361" y="96397"/>
                  <a:pt x="163282" y="97184"/>
                  <a:pt x="161759" y="98123"/>
                </a:cubicBezTo>
                <a:cubicBezTo>
                  <a:pt x="160236" y="99062"/>
                  <a:pt x="158523" y="99900"/>
                  <a:pt x="156619" y="100636"/>
                </a:cubicBezTo>
                <a:cubicBezTo>
                  <a:pt x="154715" y="101372"/>
                  <a:pt x="152646" y="101969"/>
                  <a:pt x="150412" y="102426"/>
                </a:cubicBezTo>
                <a:cubicBezTo>
                  <a:pt x="148178" y="102883"/>
                  <a:pt x="145868" y="103111"/>
                  <a:pt x="143482" y="103111"/>
                </a:cubicBezTo>
                <a:cubicBezTo>
                  <a:pt x="138558" y="103111"/>
                  <a:pt x="134192" y="102297"/>
                  <a:pt x="130384" y="100669"/>
                </a:cubicBezTo>
                <a:cubicBezTo>
                  <a:pt x="126576" y="99042"/>
                  <a:pt x="123391" y="96663"/>
                  <a:pt x="120827" y="93535"/>
                </a:cubicBezTo>
                <a:cubicBezTo>
                  <a:pt x="118263" y="90406"/>
                  <a:pt x="116308" y="86565"/>
                  <a:pt x="114963" y="82012"/>
                </a:cubicBezTo>
                <a:cubicBezTo>
                  <a:pt x="113618" y="77459"/>
                  <a:pt x="112945" y="72206"/>
                  <a:pt x="112945" y="66255"/>
                </a:cubicBezTo>
                <a:cubicBezTo>
                  <a:pt x="112945" y="59489"/>
                  <a:pt x="113770" y="53677"/>
                  <a:pt x="115420" y="48819"/>
                </a:cubicBezTo>
                <a:cubicBezTo>
                  <a:pt x="117070" y="43961"/>
                  <a:pt x="119329" y="39980"/>
                  <a:pt x="122198" y="36877"/>
                </a:cubicBezTo>
                <a:cubicBezTo>
                  <a:pt x="125066" y="33774"/>
                  <a:pt x="128442" y="31472"/>
                  <a:pt x="132326" y="29971"/>
                </a:cubicBezTo>
                <a:cubicBezTo>
                  <a:pt x="136210" y="28470"/>
                  <a:pt x="140411" y="27720"/>
                  <a:pt x="144929" y="27720"/>
                </a:cubicBezTo>
                <a:cubicBezTo>
                  <a:pt x="147112" y="27720"/>
                  <a:pt x="149232" y="27923"/>
                  <a:pt x="151288" y="28329"/>
                </a:cubicBezTo>
                <a:cubicBezTo>
                  <a:pt x="153344" y="28735"/>
                  <a:pt x="155235" y="29268"/>
                  <a:pt x="156961" y="29928"/>
                </a:cubicBezTo>
                <a:cubicBezTo>
                  <a:pt x="158688" y="30588"/>
                  <a:pt x="160223" y="31350"/>
                  <a:pt x="161569" y="32213"/>
                </a:cubicBezTo>
                <a:cubicBezTo>
                  <a:pt x="162914" y="33076"/>
                  <a:pt x="163891" y="33812"/>
                  <a:pt x="164501" y="34421"/>
                </a:cubicBezTo>
                <a:cubicBezTo>
                  <a:pt x="165110" y="35030"/>
                  <a:pt x="165529" y="35513"/>
                  <a:pt x="165757" y="35868"/>
                </a:cubicBezTo>
                <a:cubicBezTo>
                  <a:pt x="165986" y="36223"/>
                  <a:pt x="166176" y="36642"/>
                  <a:pt x="166328" y="37125"/>
                </a:cubicBezTo>
                <a:cubicBezTo>
                  <a:pt x="166480" y="37607"/>
                  <a:pt x="166582" y="38153"/>
                  <a:pt x="166633" y="38762"/>
                </a:cubicBezTo>
                <a:cubicBezTo>
                  <a:pt x="166684" y="39371"/>
                  <a:pt x="166709" y="40133"/>
                  <a:pt x="166709" y="41046"/>
                </a:cubicBezTo>
                <a:cubicBezTo>
                  <a:pt x="166709" y="43026"/>
                  <a:pt x="166480" y="44410"/>
                  <a:pt x="166024" y="45197"/>
                </a:cubicBezTo>
                <a:cubicBezTo>
                  <a:pt x="165567" y="45984"/>
                  <a:pt x="165008" y="46377"/>
                  <a:pt x="164348" y="46377"/>
                </a:cubicBezTo>
                <a:cubicBezTo>
                  <a:pt x="163587" y="46377"/>
                  <a:pt x="162711" y="45958"/>
                  <a:pt x="161721" y="45121"/>
                </a:cubicBezTo>
                <a:cubicBezTo>
                  <a:pt x="160731" y="44283"/>
                  <a:pt x="159474" y="43356"/>
                  <a:pt x="157951" y="42341"/>
                </a:cubicBezTo>
                <a:cubicBezTo>
                  <a:pt x="156428" y="41326"/>
                  <a:pt x="154588" y="40399"/>
                  <a:pt x="152430" y="39561"/>
                </a:cubicBezTo>
                <a:cubicBezTo>
                  <a:pt x="150273" y="38724"/>
                  <a:pt x="147721" y="38305"/>
                  <a:pt x="144777" y="38305"/>
                </a:cubicBezTo>
                <a:cubicBezTo>
                  <a:pt x="138735" y="38305"/>
                  <a:pt x="134103" y="40635"/>
                  <a:pt x="130879" y="45294"/>
                </a:cubicBezTo>
                <a:cubicBezTo>
                  <a:pt x="127655" y="49952"/>
                  <a:pt x="126043" y="56710"/>
                  <a:pt x="126043" y="65568"/>
                </a:cubicBezTo>
                <a:cubicBezTo>
                  <a:pt x="126043" y="69997"/>
                  <a:pt x="126462" y="73879"/>
                  <a:pt x="127300" y="77214"/>
                </a:cubicBezTo>
                <a:cubicBezTo>
                  <a:pt x="128137" y="80549"/>
                  <a:pt x="129369" y="83337"/>
                  <a:pt x="130993" y="85577"/>
                </a:cubicBezTo>
                <a:cubicBezTo>
                  <a:pt x="132618" y="87817"/>
                  <a:pt x="134610" y="89484"/>
                  <a:pt x="136971" y="90579"/>
                </a:cubicBezTo>
                <a:cubicBezTo>
                  <a:pt x="139332" y="91674"/>
                  <a:pt x="142035" y="92221"/>
                  <a:pt x="145082" y="92221"/>
                </a:cubicBezTo>
                <a:cubicBezTo>
                  <a:pt x="147975" y="92221"/>
                  <a:pt x="150514" y="91764"/>
                  <a:pt x="152697" y="90850"/>
                </a:cubicBezTo>
                <a:cubicBezTo>
                  <a:pt x="154880" y="89937"/>
                  <a:pt x="156771" y="88934"/>
                  <a:pt x="158370" y="87842"/>
                </a:cubicBezTo>
                <a:cubicBezTo>
                  <a:pt x="159969" y="86751"/>
                  <a:pt x="161315" y="85761"/>
                  <a:pt x="162406" y="84872"/>
                </a:cubicBezTo>
                <a:cubicBezTo>
                  <a:pt x="163498" y="83984"/>
                  <a:pt x="164348" y="83540"/>
                  <a:pt x="164957" y="83540"/>
                </a:cubicBezTo>
                <a:cubicBezTo>
                  <a:pt x="165313" y="83540"/>
                  <a:pt x="165617" y="83641"/>
                  <a:pt x="165871" y="83844"/>
                </a:cubicBezTo>
                <a:cubicBezTo>
                  <a:pt x="166125" y="84047"/>
                  <a:pt x="166341" y="84390"/>
                  <a:pt x="166519" y="84872"/>
                </a:cubicBezTo>
                <a:cubicBezTo>
                  <a:pt x="166696" y="85355"/>
                  <a:pt x="166823" y="85964"/>
                  <a:pt x="166899" y="86700"/>
                </a:cubicBezTo>
                <a:cubicBezTo>
                  <a:pt x="166975" y="87436"/>
                  <a:pt x="167014" y="88312"/>
                  <a:pt x="167014" y="89327"/>
                </a:cubicBezTo>
                <a:close/>
                <a:moveTo>
                  <a:pt x="285441" y="99684"/>
                </a:moveTo>
                <a:cubicBezTo>
                  <a:pt x="285441" y="100090"/>
                  <a:pt x="285339" y="100433"/>
                  <a:pt x="285136" y="100712"/>
                </a:cubicBezTo>
                <a:cubicBezTo>
                  <a:pt x="284933" y="100991"/>
                  <a:pt x="284603" y="101233"/>
                  <a:pt x="284146" y="101436"/>
                </a:cubicBezTo>
                <a:cubicBezTo>
                  <a:pt x="283689" y="101639"/>
                  <a:pt x="283055" y="101791"/>
                  <a:pt x="282242" y="101893"/>
                </a:cubicBezTo>
                <a:cubicBezTo>
                  <a:pt x="281430" y="101994"/>
                  <a:pt x="280415" y="102045"/>
                  <a:pt x="279196" y="102045"/>
                </a:cubicBezTo>
                <a:cubicBezTo>
                  <a:pt x="277927" y="102045"/>
                  <a:pt x="276886" y="101994"/>
                  <a:pt x="276074" y="101893"/>
                </a:cubicBezTo>
                <a:cubicBezTo>
                  <a:pt x="275262" y="101791"/>
                  <a:pt x="274614" y="101639"/>
                  <a:pt x="274132" y="101436"/>
                </a:cubicBezTo>
                <a:cubicBezTo>
                  <a:pt x="273650" y="101233"/>
                  <a:pt x="273307" y="100991"/>
                  <a:pt x="273104" y="100712"/>
                </a:cubicBezTo>
                <a:cubicBezTo>
                  <a:pt x="272901" y="100433"/>
                  <a:pt x="272799" y="100090"/>
                  <a:pt x="272799" y="99684"/>
                </a:cubicBezTo>
                <a:lnTo>
                  <a:pt x="272799" y="58029"/>
                </a:lnTo>
                <a:cubicBezTo>
                  <a:pt x="272799" y="55135"/>
                  <a:pt x="272546" y="52495"/>
                  <a:pt x="272038" y="50109"/>
                </a:cubicBezTo>
                <a:cubicBezTo>
                  <a:pt x="271530" y="47723"/>
                  <a:pt x="270718" y="45666"/>
                  <a:pt x="269601" y="43940"/>
                </a:cubicBezTo>
                <a:cubicBezTo>
                  <a:pt x="268484" y="42214"/>
                  <a:pt x="267063" y="40894"/>
                  <a:pt x="265336" y="39980"/>
                </a:cubicBezTo>
                <a:cubicBezTo>
                  <a:pt x="263610" y="39066"/>
                  <a:pt x="261579" y="38610"/>
                  <a:pt x="259244" y="38610"/>
                </a:cubicBezTo>
                <a:cubicBezTo>
                  <a:pt x="256350" y="38610"/>
                  <a:pt x="253444" y="39726"/>
                  <a:pt x="250525" y="41960"/>
                </a:cubicBezTo>
                <a:cubicBezTo>
                  <a:pt x="247605" y="44194"/>
                  <a:pt x="244394" y="47469"/>
                  <a:pt x="240891" y="51784"/>
                </a:cubicBezTo>
                <a:lnTo>
                  <a:pt x="240891" y="99684"/>
                </a:lnTo>
                <a:cubicBezTo>
                  <a:pt x="240891" y="100090"/>
                  <a:pt x="240790" y="100433"/>
                  <a:pt x="240587" y="100712"/>
                </a:cubicBezTo>
                <a:cubicBezTo>
                  <a:pt x="240384" y="100991"/>
                  <a:pt x="240041" y="101233"/>
                  <a:pt x="239559" y="101436"/>
                </a:cubicBezTo>
                <a:cubicBezTo>
                  <a:pt x="239076" y="101639"/>
                  <a:pt x="238429" y="101791"/>
                  <a:pt x="237617" y="101893"/>
                </a:cubicBezTo>
                <a:cubicBezTo>
                  <a:pt x="236804" y="101994"/>
                  <a:pt x="235789" y="102045"/>
                  <a:pt x="234571" y="102045"/>
                </a:cubicBezTo>
                <a:cubicBezTo>
                  <a:pt x="233403" y="102045"/>
                  <a:pt x="232400" y="101994"/>
                  <a:pt x="231563" y="101893"/>
                </a:cubicBezTo>
                <a:cubicBezTo>
                  <a:pt x="230725" y="101791"/>
                  <a:pt x="230065" y="101639"/>
                  <a:pt x="229583" y="101436"/>
                </a:cubicBezTo>
                <a:cubicBezTo>
                  <a:pt x="229100" y="101233"/>
                  <a:pt x="228770" y="100991"/>
                  <a:pt x="228593" y="100712"/>
                </a:cubicBezTo>
                <a:cubicBezTo>
                  <a:pt x="228415" y="100433"/>
                  <a:pt x="228326" y="100090"/>
                  <a:pt x="228326" y="99684"/>
                </a:cubicBezTo>
                <a:lnTo>
                  <a:pt x="228326" y="58029"/>
                </a:lnTo>
                <a:cubicBezTo>
                  <a:pt x="228326" y="55135"/>
                  <a:pt x="228047" y="52495"/>
                  <a:pt x="227488" y="50109"/>
                </a:cubicBezTo>
                <a:cubicBezTo>
                  <a:pt x="226930" y="47723"/>
                  <a:pt x="226092" y="45666"/>
                  <a:pt x="224975" y="43940"/>
                </a:cubicBezTo>
                <a:cubicBezTo>
                  <a:pt x="223858" y="42214"/>
                  <a:pt x="222450" y="40894"/>
                  <a:pt x="220749" y="39980"/>
                </a:cubicBezTo>
                <a:cubicBezTo>
                  <a:pt x="219048" y="39066"/>
                  <a:pt x="217030" y="38610"/>
                  <a:pt x="214695" y="38610"/>
                </a:cubicBezTo>
                <a:cubicBezTo>
                  <a:pt x="211801" y="38610"/>
                  <a:pt x="208882" y="39726"/>
                  <a:pt x="205937" y="41960"/>
                </a:cubicBezTo>
                <a:cubicBezTo>
                  <a:pt x="202993" y="44194"/>
                  <a:pt x="199794" y="47469"/>
                  <a:pt x="196342" y="51784"/>
                </a:cubicBezTo>
                <a:lnTo>
                  <a:pt x="196342" y="99684"/>
                </a:lnTo>
                <a:cubicBezTo>
                  <a:pt x="196342" y="100090"/>
                  <a:pt x="196240" y="100433"/>
                  <a:pt x="196037" y="100712"/>
                </a:cubicBezTo>
                <a:cubicBezTo>
                  <a:pt x="195834" y="100991"/>
                  <a:pt x="195504" y="101233"/>
                  <a:pt x="195047" y="101436"/>
                </a:cubicBezTo>
                <a:cubicBezTo>
                  <a:pt x="194590" y="101639"/>
                  <a:pt x="193956" y="101791"/>
                  <a:pt x="193143" y="101893"/>
                </a:cubicBezTo>
                <a:cubicBezTo>
                  <a:pt x="192331" y="101994"/>
                  <a:pt x="191290" y="102045"/>
                  <a:pt x="190021" y="102045"/>
                </a:cubicBezTo>
                <a:cubicBezTo>
                  <a:pt x="188803" y="102045"/>
                  <a:pt x="187787" y="101994"/>
                  <a:pt x="186975" y="101893"/>
                </a:cubicBezTo>
                <a:cubicBezTo>
                  <a:pt x="186163" y="101791"/>
                  <a:pt x="185515" y="101639"/>
                  <a:pt x="185033" y="101436"/>
                </a:cubicBezTo>
                <a:cubicBezTo>
                  <a:pt x="184551" y="101233"/>
                  <a:pt x="184221" y="100991"/>
                  <a:pt x="184043" y="100712"/>
                </a:cubicBezTo>
                <a:cubicBezTo>
                  <a:pt x="183865" y="100433"/>
                  <a:pt x="183777" y="100090"/>
                  <a:pt x="183777" y="99684"/>
                </a:cubicBezTo>
                <a:lnTo>
                  <a:pt x="183777" y="31147"/>
                </a:lnTo>
                <a:cubicBezTo>
                  <a:pt x="183777" y="30740"/>
                  <a:pt x="183853" y="30398"/>
                  <a:pt x="184005" y="30118"/>
                </a:cubicBezTo>
                <a:cubicBezTo>
                  <a:pt x="184157" y="29839"/>
                  <a:pt x="184462" y="29585"/>
                  <a:pt x="184919" y="29357"/>
                </a:cubicBezTo>
                <a:cubicBezTo>
                  <a:pt x="185376" y="29129"/>
                  <a:pt x="185960" y="28976"/>
                  <a:pt x="186670" y="28900"/>
                </a:cubicBezTo>
                <a:cubicBezTo>
                  <a:pt x="187381" y="28824"/>
                  <a:pt x="188320" y="28786"/>
                  <a:pt x="189488" y="28786"/>
                </a:cubicBezTo>
                <a:cubicBezTo>
                  <a:pt x="190605" y="28786"/>
                  <a:pt x="191531" y="28824"/>
                  <a:pt x="192268" y="28900"/>
                </a:cubicBezTo>
                <a:cubicBezTo>
                  <a:pt x="193004" y="28976"/>
                  <a:pt x="193575" y="29129"/>
                  <a:pt x="193981" y="29357"/>
                </a:cubicBezTo>
                <a:cubicBezTo>
                  <a:pt x="194387" y="29585"/>
                  <a:pt x="194679" y="29839"/>
                  <a:pt x="194857" y="30118"/>
                </a:cubicBezTo>
                <a:cubicBezTo>
                  <a:pt x="195035" y="30398"/>
                  <a:pt x="195123" y="30740"/>
                  <a:pt x="195123" y="31147"/>
                </a:cubicBezTo>
                <a:lnTo>
                  <a:pt x="195123" y="40209"/>
                </a:lnTo>
                <a:cubicBezTo>
                  <a:pt x="198982" y="35893"/>
                  <a:pt x="202726" y="32733"/>
                  <a:pt x="206356" y="30728"/>
                </a:cubicBezTo>
                <a:cubicBezTo>
                  <a:pt x="209986" y="28722"/>
                  <a:pt x="213654" y="27720"/>
                  <a:pt x="217360" y="27720"/>
                </a:cubicBezTo>
                <a:cubicBezTo>
                  <a:pt x="220203" y="27720"/>
                  <a:pt x="222754" y="28050"/>
                  <a:pt x="225013" y="28710"/>
                </a:cubicBezTo>
                <a:cubicBezTo>
                  <a:pt x="227273" y="29370"/>
                  <a:pt x="229265" y="30296"/>
                  <a:pt x="230991" y="31489"/>
                </a:cubicBezTo>
                <a:cubicBezTo>
                  <a:pt x="232718" y="32682"/>
                  <a:pt x="234190" y="34104"/>
                  <a:pt x="235408" y="35754"/>
                </a:cubicBezTo>
                <a:cubicBezTo>
                  <a:pt x="236627" y="37404"/>
                  <a:pt x="237642" y="39244"/>
                  <a:pt x="238454" y="41275"/>
                </a:cubicBezTo>
                <a:cubicBezTo>
                  <a:pt x="240739" y="38787"/>
                  <a:pt x="242909" y="36680"/>
                  <a:pt x="244965" y="34954"/>
                </a:cubicBezTo>
                <a:cubicBezTo>
                  <a:pt x="247022" y="33228"/>
                  <a:pt x="249002" y="31832"/>
                  <a:pt x="250905" y="30766"/>
                </a:cubicBezTo>
                <a:cubicBezTo>
                  <a:pt x="252809" y="29700"/>
                  <a:pt x="254662" y="28925"/>
                  <a:pt x="256465" y="28443"/>
                </a:cubicBezTo>
                <a:cubicBezTo>
                  <a:pt x="258267" y="27961"/>
                  <a:pt x="260082" y="27720"/>
                  <a:pt x="261909" y="27720"/>
                </a:cubicBezTo>
                <a:cubicBezTo>
                  <a:pt x="266326" y="27720"/>
                  <a:pt x="270032" y="28494"/>
                  <a:pt x="273028" y="30042"/>
                </a:cubicBezTo>
                <a:cubicBezTo>
                  <a:pt x="276023" y="31591"/>
                  <a:pt x="278447" y="33660"/>
                  <a:pt x="280300" y="36249"/>
                </a:cubicBezTo>
                <a:cubicBezTo>
                  <a:pt x="282153" y="38838"/>
                  <a:pt x="283473" y="41871"/>
                  <a:pt x="284260" y="45349"/>
                </a:cubicBezTo>
                <a:cubicBezTo>
                  <a:pt x="285047" y="48827"/>
                  <a:pt x="285441" y="52495"/>
                  <a:pt x="285441" y="56353"/>
                </a:cubicBezTo>
                <a:lnTo>
                  <a:pt x="285441" y="99684"/>
                </a:lnTo>
                <a:close/>
                <a:moveTo>
                  <a:pt x="371507" y="64387"/>
                </a:moveTo>
                <a:cubicBezTo>
                  <a:pt x="371507" y="70383"/>
                  <a:pt x="370859" y="75769"/>
                  <a:pt x="369565" y="80546"/>
                </a:cubicBezTo>
                <a:cubicBezTo>
                  <a:pt x="368270" y="85323"/>
                  <a:pt x="366366" y="89377"/>
                  <a:pt x="363853" y="92707"/>
                </a:cubicBezTo>
                <a:cubicBezTo>
                  <a:pt x="361340" y="96035"/>
                  <a:pt x="358231" y="98601"/>
                  <a:pt x="354525" y="100405"/>
                </a:cubicBezTo>
                <a:cubicBezTo>
                  <a:pt x="350819" y="102209"/>
                  <a:pt x="346579" y="103111"/>
                  <a:pt x="341807" y="103111"/>
                </a:cubicBezTo>
                <a:cubicBezTo>
                  <a:pt x="339776" y="103111"/>
                  <a:pt x="337898" y="102908"/>
                  <a:pt x="336172" y="102502"/>
                </a:cubicBezTo>
                <a:cubicBezTo>
                  <a:pt x="334446" y="102096"/>
                  <a:pt x="332758" y="101461"/>
                  <a:pt x="331108" y="100598"/>
                </a:cubicBezTo>
                <a:cubicBezTo>
                  <a:pt x="329458" y="99733"/>
                  <a:pt x="327820" y="98640"/>
                  <a:pt x="326196" y="97319"/>
                </a:cubicBezTo>
                <a:cubicBezTo>
                  <a:pt x="324571" y="95997"/>
                  <a:pt x="322845" y="94447"/>
                  <a:pt x="321017" y="92669"/>
                </a:cubicBezTo>
                <a:lnTo>
                  <a:pt x="321017" y="126876"/>
                </a:lnTo>
                <a:cubicBezTo>
                  <a:pt x="321017" y="127280"/>
                  <a:pt x="320916" y="127635"/>
                  <a:pt x="320713" y="127939"/>
                </a:cubicBezTo>
                <a:cubicBezTo>
                  <a:pt x="320510" y="128244"/>
                  <a:pt x="320180" y="128497"/>
                  <a:pt x="319723" y="128698"/>
                </a:cubicBezTo>
                <a:cubicBezTo>
                  <a:pt x="319266" y="128902"/>
                  <a:pt x="318631" y="129054"/>
                  <a:pt x="317819" y="129155"/>
                </a:cubicBezTo>
                <a:cubicBezTo>
                  <a:pt x="317007" y="129257"/>
                  <a:pt x="315966" y="129308"/>
                  <a:pt x="314697" y="129308"/>
                </a:cubicBezTo>
                <a:cubicBezTo>
                  <a:pt x="313478" y="129308"/>
                  <a:pt x="312463" y="129257"/>
                  <a:pt x="311651" y="129155"/>
                </a:cubicBezTo>
                <a:cubicBezTo>
                  <a:pt x="310838" y="129054"/>
                  <a:pt x="310191" y="128902"/>
                  <a:pt x="309709" y="128698"/>
                </a:cubicBezTo>
                <a:cubicBezTo>
                  <a:pt x="309226" y="128495"/>
                  <a:pt x="308896" y="128242"/>
                  <a:pt x="308719" y="127937"/>
                </a:cubicBezTo>
                <a:cubicBezTo>
                  <a:pt x="308541" y="127632"/>
                  <a:pt x="308452" y="127277"/>
                  <a:pt x="308452" y="126871"/>
                </a:cubicBezTo>
                <a:lnTo>
                  <a:pt x="308452" y="31147"/>
                </a:lnTo>
                <a:cubicBezTo>
                  <a:pt x="308452" y="30690"/>
                  <a:pt x="308528" y="30322"/>
                  <a:pt x="308681" y="30042"/>
                </a:cubicBezTo>
                <a:cubicBezTo>
                  <a:pt x="308833" y="29763"/>
                  <a:pt x="309138" y="29522"/>
                  <a:pt x="309594" y="29319"/>
                </a:cubicBezTo>
                <a:cubicBezTo>
                  <a:pt x="310051" y="29116"/>
                  <a:pt x="310635" y="28976"/>
                  <a:pt x="311346" y="28900"/>
                </a:cubicBezTo>
                <a:cubicBezTo>
                  <a:pt x="312057" y="28824"/>
                  <a:pt x="312920" y="28786"/>
                  <a:pt x="313935" y="28786"/>
                </a:cubicBezTo>
                <a:cubicBezTo>
                  <a:pt x="315001" y="28786"/>
                  <a:pt x="315877" y="28824"/>
                  <a:pt x="316562" y="28900"/>
                </a:cubicBezTo>
                <a:cubicBezTo>
                  <a:pt x="317248" y="28976"/>
                  <a:pt x="317819" y="29116"/>
                  <a:pt x="318276" y="29319"/>
                </a:cubicBezTo>
                <a:cubicBezTo>
                  <a:pt x="318733" y="29522"/>
                  <a:pt x="319050" y="29764"/>
                  <a:pt x="319228" y="30045"/>
                </a:cubicBezTo>
                <a:cubicBezTo>
                  <a:pt x="319405" y="30324"/>
                  <a:pt x="319494" y="30692"/>
                  <a:pt x="319494" y="31149"/>
                </a:cubicBezTo>
                <a:lnTo>
                  <a:pt x="319494" y="40373"/>
                </a:lnTo>
                <a:cubicBezTo>
                  <a:pt x="321576" y="38239"/>
                  <a:pt x="323581" y="36384"/>
                  <a:pt x="325510" y="34809"/>
                </a:cubicBezTo>
                <a:cubicBezTo>
                  <a:pt x="327440" y="33234"/>
                  <a:pt x="329382" y="31926"/>
                  <a:pt x="331336" y="30885"/>
                </a:cubicBezTo>
                <a:cubicBezTo>
                  <a:pt x="333291" y="29842"/>
                  <a:pt x="335296" y="29055"/>
                  <a:pt x="337352" y="28522"/>
                </a:cubicBezTo>
                <a:cubicBezTo>
                  <a:pt x="339408" y="27987"/>
                  <a:pt x="341579" y="27720"/>
                  <a:pt x="343863" y="27720"/>
                </a:cubicBezTo>
                <a:cubicBezTo>
                  <a:pt x="348839" y="27720"/>
                  <a:pt x="353078" y="28685"/>
                  <a:pt x="356581" y="30616"/>
                </a:cubicBezTo>
                <a:cubicBezTo>
                  <a:pt x="360084" y="32547"/>
                  <a:pt x="362940" y="35190"/>
                  <a:pt x="365148" y="38545"/>
                </a:cubicBezTo>
                <a:cubicBezTo>
                  <a:pt x="367356" y="41899"/>
                  <a:pt x="368968" y="45800"/>
                  <a:pt x="369984" y="50247"/>
                </a:cubicBezTo>
                <a:cubicBezTo>
                  <a:pt x="370999" y="54692"/>
                  <a:pt x="371507" y="59406"/>
                  <a:pt x="371507" y="64387"/>
                </a:cubicBezTo>
                <a:moveTo>
                  <a:pt x="358256" y="65834"/>
                </a:moveTo>
                <a:cubicBezTo>
                  <a:pt x="358256" y="62326"/>
                  <a:pt x="357990" y="58933"/>
                  <a:pt x="357457" y="55654"/>
                </a:cubicBezTo>
                <a:cubicBezTo>
                  <a:pt x="356924" y="52374"/>
                  <a:pt x="356010" y="49464"/>
                  <a:pt x="354715" y="46922"/>
                </a:cubicBezTo>
                <a:cubicBezTo>
                  <a:pt x="353420" y="44381"/>
                  <a:pt x="351682" y="42347"/>
                  <a:pt x="349499" y="40823"/>
                </a:cubicBezTo>
                <a:cubicBezTo>
                  <a:pt x="347316" y="39297"/>
                  <a:pt x="344599" y="38533"/>
                  <a:pt x="341350" y="38533"/>
                </a:cubicBezTo>
                <a:cubicBezTo>
                  <a:pt x="339726" y="38533"/>
                  <a:pt x="338126" y="38775"/>
                  <a:pt x="336553" y="39259"/>
                </a:cubicBezTo>
                <a:cubicBezTo>
                  <a:pt x="334979" y="39742"/>
                  <a:pt x="333380" y="40504"/>
                  <a:pt x="331755" y="41546"/>
                </a:cubicBezTo>
                <a:cubicBezTo>
                  <a:pt x="330130" y="42589"/>
                  <a:pt x="328430" y="43962"/>
                  <a:pt x="326653" y="45666"/>
                </a:cubicBezTo>
                <a:cubicBezTo>
                  <a:pt x="324876" y="47370"/>
                  <a:pt x="322997" y="49468"/>
                  <a:pt x="321017" y="51960"/>
                </a:cubicBezTo>
                <a:lnTo>
                  <a:pt x="321017" y="79251"/>
                </a:lnTo>
                <a:cubicBezTo>
                  <a:pt x="324470" y="83473"/>
                  <a:pt x="327744" y="86703"/>
                  <a:pt x="330841" y="88942"/>
                </a:cubicBezTo>
                <a:cubicBezTo>
                  <a:pt x="333938" y="91179"/>
                  <a:pt x="337187" y="92297"/>
                  <a:pt x="340589" y="92297"/>
                </a:cubicBezTo>
                <a:cubicBezTo>
                  <a:pt x="343736" y="92297"/>
                  <a:pt x="346440" y="91535"/>
                  <a:pt x="348699" y="90010"/>
                </a:cubicBezTo>
                <a:cubicBezTo>
                  <a:pt x="350958" y="88484"/>
                  <a:pt x="352786" y="86450"/>
                  <a:pt x="354182" y="83909"/>
                </a:cubicBezTo>
                <a:cubicBezTo>
                  <a:pt x="355578" y="81367"/>
                  <a:pt x="356606" y="78520"/>
                  <a:pt x="357266" y="75368"/>
                </a:cubicBezTo>
                <a:cubicBezTo>
                  <a:pt x="357926" y="72215"/>
                  <a:pt x="358256" y="69037"/>
                  <a:pt x="358256" y="658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6EAE8-0D85-4519-99B7-54989589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999" y="578529"/>
            <a:ext cx="335317" cy="331158"/>
          </a:xfrm>
          <a:custGeom xmlns:a="http://schemas.openxmlformats.org/drawingml/2006/main">
            <a:pathLst>
              <a:path w="335317" h="331158" fill="none">
                <a:moveTo>
                  <a:pt x="0" y="0"/>
                </a:moveTo>
                <a:lnTo>
                  <a:pt x="335317" y="331158"/>
                </a:lnTo>
              </a:path>
            </a:pathLst>
          </a:custGeom>
          <a:noFill xmlns:a="http://schemas.openxmlformats.org/drawingml/2006/main"/>
          <a:ln xmlns:a="http://schemas.openxmlformats.org/drawingml/2006/main" w="12997" cap="rnd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7896C-54EF-4C7C-9682-8A6A92BE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635" y="879015"/>
            <a:ext cx="73822" cy="73822"/>
          </a:xfrm>
          <a:custGeom xmlns:a="http://schemas.openxmlformats.org/drawingml/2006/main">
            <a:pathLst>
              <a:path w="73822" h="73822">
                <a:moveTo>
                  <a:pt x="48868" y="0"/>
                </a:moveTo>
                <a:lnTo>
                  <a:pt x="73822" y="73822"/>
                </a:lnTo>
                <a:lnTo>
                  <a:pt x="0" y="49388"/>
                </a:lnTo>
                <a:lnTo>
                  <a:pt x="4886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105F6-5D9E-4722-A153-83868BC1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7654" y="578529"/>
            <a:ext cx="348833" cy="332197"/>
          </a:xfrm>
          <a:custGeom xmlns:a="http://schemas.openxmlformats.org/drawingml/2006/main">
            <a:pathLst>
              <a:path w="348833" h="332197" fill="none">
                <a:moveTo>
                  <a:pt x="348833" y="0"/>
                </a:moveTo>
                <a:lnTo>
                  <a:pt x="0" y="332197"/>
                </a:lnTo>
              </a:path>
            </a:pathLst>
          </a:custGeom>
          <a:noFill xmlns:a="http://schemas.openxmlformats.org/drawingml/2006/main"/>
          <a:ln xmlns:a="http://schemas.openxmlformats.org/drawingml/2006/main" w="12997" cap="rnd">
            <a:solidFill>
              <a:srgbClr val="000000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9EF1B-0E70-4FD0-BA6F-8B68984D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466" y="879535"/>
            <a:ext cx="74342" cy="73302"/>
          </a:xfrm>
          <a:custGeom xmlns:a="http://schemas.openxmlformats.org/drawingml/2006/main">
            <a:pathLst>
              <a:path w="74342" h="73302">
                <a:moveTo>
                  <a:pt x="74342" y="50427"/>
                </a:moveTo>
                <a:lnTo>
                  <a:pt x="0" y="73302"/>
                </a:lnTo>
                <a:lnTo>
                  <a:pt x="26513" y="0"/>
                </a:lnTo>
                <a:lnTo>
                  <a:pt x="74342" y="504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icmp.slt.2">
            <a:extLst xmlns:a="http://schemas.openxmlformats.org/drawingml/2006/main">
              <a:ext uri="{FF2B5EF4-FFF2-40B4-BE49-F238E27FC236}">
                <a16:creationId xmlns:a16="http://schemas.microsoft.com/office/drawing/2014/main" id="{E3A87CA9-BBC6-427C-8EE9-F467C5D4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035" y="710473"/>
            <a:ext cx="595964" cy="133877"/>
          </a:xfrm>
          <a:custGeom xmlns:a="http://schemas.openxmlformats.org/drawingml/2006/main">
            <a:pathLst>
              <a:path w="595964" h="133877">
                <a:moveTo>
                  <a:pt x="14088" y="104253"/>
                </a:moveTo>
                <a:cubicBezTo>
                  <a:pt x="14088" y="104660"/>
                  <a:pt x="13987" y="105002"/>
                  <a:pt x="13784" y="105281"/>
                </a:cubicBezTo>
                <a:cubicBezTo>
                  <a:pt x="13581" y="105561"/>
                  <a:pt x="13251" y="105802"/>
                  <a:pt x="12794" y="106005"/>
                </a:cubicBezTo>
                <a:cubicBezTo>
                  <a:pt x="12337" y="106208"/>
                  <a:pt x="11702" y="106360"/>
                  <a:pt x="10890" y="106462"/>
                </a:cubicBezTo>
                <a:cubicBezTo>
                  <a:pt x="10078" y="106563"/>
                  <a:pt x="9037" y="106614"/>
                  <a:pt x="7768" y="106614"/>
                </a:cubicBezTo>
                <a:cubicBezTo>
                  <a:pt x="6549" y="106614"/>
                  <a:pt x="5534" y="106563"/>
                  <a:pt x="4721" y="106462"/>
                </a:cubicBezTo>
                <a:cubicBezTo>
                  <a:pt x="3909" y="106360"/>
                  <a:pt x="3262" y="106208"/>
                  <a:pt x="2780" y="106005"/>
                </a:cubicBezTo>
                <a:cubicBezTo>
                  <a:pt x="2297" y="105802"/>
                  <a:pt x="1967" y="105561"/>
                  <a:pt x="1790" y="105281"/>
                </a:cubicBezTo>
                <a:cubicBezTo>
                  <a:pt x="1612" y="105002"/>
                  <a:pt x="1523" y="104660"/>
                  <a:pt x="1523" y="104253"/>
                </a:cubicBezTo>
                <a:lnTo>
                  <a:pt x="1523" y="35716"/>
                </a:lnTo>
                <a:cubicBezTo>
                  <a:pt x="1523" y="35360"/>
                  <a:pt x="1612" y="35030"/>
                  <a:pt x="1790" y="34726"/>
                </a:cubicBezTo>
                <a:cubicBezTo>
                  <a:pt x="1967" y="34421"/>
                  <a:pt x="2297" y="34167"/>
                  <a:pt x="2780" y="33964"/>
                </a:cubicBezTo>
                <a:cubicBezTo>
                  <a:pt x="3262" y="33761"/>
                  <a:pt x="3909" y="33609"/>
                  <a:pt x="4721" y="33507"/>
                </a:cubicBezTo>
                <a:cubicBezTo>
                  <a:pt x="5534" y="33406"/>
                  <a:pt x="6549" y="33355"/>
                  <a:pt x="7768" y="33355"/>
                </a:cubicBezTo>
                <a:cubicBezTo>
                  <a:pt x="9037" y="33355"/>
                  <a:pt x="10078" y="33406"/>
                  <a:pt x="10890" y="33507"/>
                </a:cubicBezTo>
                <a:cubicBezTo>
                  <a:pt x="11702" y="33609"/>
                  <a:pt x="12337" y="33761"/>
                  <a:pt x="12794" y="33964"/>
                </a:cubicBezTo>
                <a:cubicBezTo>
                  <a:pt x="13251" y="34167"/>
                  <a:pt x="13581" y="34421"/>
                  <a:pt x="13784" y="34726"/>
                </a:cubicBezTo>
                <a:cubicBezTo>
                  <a:pt x="13987" y="35030"/>
                  <a:pt x="14088" y="35360"/>
                  <a:pt x="14088" y="35716"/>
                </a:cubicBezTo>
                <a:lnTo>
                  <a:pt x="14088" y="104253"/>
                </a:lnTo>
                <a:moveTo>
                  <a:pt x="15535" y="12489"/>
                </a:moveTo>
                <a:cubicBezTo>
                  <a:pt x="15535" y="15434"/>
                  <a:pt x="14977" y="17439"/>
                  <a:pt x="13860" y="18505"/>
                </a:cubicBezTo>
                <a:cubicBezTo>
                  <a:pt x="12743" y="19571"/>
                  <a:pt x="10687" y="20104"/>
                  <a:pt x="7691" y="20104"/>
                </a:cubicBezTo>
                <a:cubicBezTo>
                  <a:pt x="4747" y="20104"/>
                  <a:pt x="2729" y="19584"/>
                  <a:pt x="1637" y="18543"/>
                </a:cubicBezTo>
                <a:cubicBezTo>
                  <a:pt x="546" y="17502"/>
                  <a:pt x="0" y="15535"/>
                  <a:pt x="0" y="12641"/>
                </a:cubicBezTo>
                <a:cubicBezTo>
                  <a:pt x="0" y="9697"/>
                  <a:pt x="558" y="7691"/>
                  <a:pt x="1675" y="6625"/>
                </a:cubicBezTo>
                <a:cubicBezTo>
                  <a:pt x="2792" y="5559"/>
                  <a:pt x="4848" y="5026"/>
                  <a:pt x="7844" y="5026"/>
                </a:cubicBezTo>
                <a:cubicBezTo>
                  <a:pt x="10788" y="5026"/>
                  <a:pt x="12806" y="5546"/>
                  <a:pt x="13898" y="6587"/>
                </a:cubicBezTo>
                <a:cubicBezTo>
                  <a:pt x="14989" y="7628"/>
                  <a:pt x="15535" y="9595"/>
                  <a:pt x="15535" y="12489"/>
                </a:cubicBezTo>
                <a:close/>
                <a:moveTo>
                  <a:pt x="86509" y="93897"/>
                </a:moveTo>
                <a:cubicBezTo>
                  <a:pt x="86509" y="94760"/>
                  <a:pt x="86484" y="95508"/>
                  <a:pt x="86433" y="96143"/>
                </a:cubicBezTo>
                <a:cubicBezTo>
                  <a:pt x="86382" y="96778"/>
                  <a:pt x="86294" y="97311"/>
                  <a:pt x="86167" y="97742"/>
                </a:cubicBezTo>
                <a:cubicBezTo>
                  <a:pt x="86040" y="98174"/>
                  <a:pt x="85887" y="98555"/>
                  <a:pt x="85710" y="98885"/>
                </a:cubicBezTo>
                <a:cubicBezTo>
                  <a:pt x="85532" y="99215"/>
                  <a:pt x="85126" y="99697"/>
                  <a:pt x="84491" y="100331"/>
                </a:cubicBezTo>
                <a:cubicBezTo>
                  <a:pt x="83857" y="100966"/>
                  <a:pt x="82778" y="101753"/>
                  <a:pt x="81255" y="102692"/>
                </a:cubicBezTo>
                <a:cubicBezTo>
                  <a:pt x="79732" y="103631"/>
                  <a:pt x="78018" y="104469"/>
                  <a:pt x="76114" y="105205"/>
                </a:cubicBezTo>
                <a:cubicBezTo>
                  <a:pt x="74211" y="105941"/>
                  <a:pt x="72142" y="106538"/>
                  <a:pt x="69908" y="106995"/>
                </a:cubicBezTo>
                <a:cubicBezTo>
                  <a:pt x="67674" y="107452"/>
                  <a:pt x="65364" y="107680"/>
                  <a:pt x="62978" y="107680"/>
                </a:cubicBezTo>
                <a:cubicBezTo>
                  <a:pt x="58054" y="107680"/>
                  <a:pt x="53687" y="106866"/>
                  <a:pt x="49880" y="105239"/>
                </a:cubicBezTo>
                <a:cubicBezTo>
                  <a:pt x="46072" y="103611"/>
                  <a:pt x="42886" y="101233"/>
                  <a:pt x="40323" y="98104"/>
                </a:cubicBezTo>
                <a:cubicBezTo>
                  <a:pt x="37759" y="94975"/>
                  <a:pt x="35804" y="91134"/>
                  <a:pt x="34459" y="86581"/>
                </a:cubicBezTo>
                <a:cubicBezTo>
                  <a:pt x="33113" y="82028"/>
                  <a:pt x="32441" y="76776"/>
                  <a:pt x="32441" y="70825"/>
                </a:cubicBezTo>
                <a:cubicBezTo>
                  <a:pt x="32441" y="64058"/>
                  <a:pt x="33266" y="58246"/>
                  <a:pt x="34916" y="53388"/>
                </a:cubicBezTo>
                <a:cubicBezTo>
                  <a:pt x="36566" y="48530"/>
                  <a:pt x="38825" y="44549"/>
                  <a:pt x="41693" y="41446"/>
                </a:cubicBezTo>
                <a:cubicBezTo>
                  <a:pt x="44562" y="38343"/>
                  <a:pt x="47938" y="36041"/>
                  <a:pt x="51822" y="34540"/>
                </a:cubicBezTo>
                <a:cubicBezTo>
                  <a:pt x="55705" y="33039"/>
                  <a:pt x="59907" y="32289"/>
                  <a:pt x="64425" y="32289"/>
                </a:cubicBezTo>
                <a:cubicBezTo>
                  <a:pt x="66608" y="32289"/>
                  <a:pt x="68728" y="32492"/>
                  <a:pt x="70784" y="32898"/>
                </a:cubicBezTo>
                <a:cubicBezTo>
                  <a:pt x="72840" y="33304"/>
                  <a:pt x="74731" y="33837"/>
                  <a:pt x="76457" y="34497"/>
                </a:cubicBezTo>
                <a:cubicBezTo>
                  <a:pt x="78183" y="35157"/>
                  <a:pt x="79719" y="35919"/>
                  <a:pt x="81064" y="36782"/>
                </a:cubicBezTo>
                <a:cubicBezTo>
                  <a:pt x="82410" y="37645"/>
                  <a:pt x="83387" y="38381"/>
                  <a:pt x="83996" y="38990"/>
                </a:cubicBezTo>
                <a:cubicBezTo>
                  <a:pt x="84606" y="39600"/>
                  <a:pt x="85024" y="40082"/>
                  <a:pt x="85253" y="40437"/>
                </a:cubicBezTo>
                <a:cubicBezTo>
                  <a:pt x="85481" y="40793"/>
                  <a:pt x="85672" y="41211"/>
                  <a:pt x="85824" y="41694"/>
                </a:cubicBezTo>
                <a:cubicBezTo>
                  <a:pt x="85976" y="42176"/>
                  <a:pt x="86078" y="42722"/>
                  <a:pt x="86129" y="43331"/>
                </a:cubicBezTo>
                <a:cubicBezTo>
                  <a:pt x="86179" y="43940"/>
                  <a:pt x="86205" y="44702"/>
                  <a:pt x="86205" y="45616"/>
                </a:cubicBezTo>
                <a:cubicBezTo>
                  <a:pt x="86205" y="47596"/>
                  <a:pt x="85976" y="48979"/>
                  <a:pt x="85519" y="49766"/>
                </a:cubicBezTo>
                <a:cubicBezTo>
                  <a:pt x="85062" y="50553"/>
                  <a:pt x="84504" y="50946"/>
                  <a:pt x="83844" y="50946"/>
                </a:cubicBezTo>
                <a:cubicBezTo>
                  <a:pt x="83082" y="50946"/>
                  <a:pt x="82207" y="50527"/>
                  <a:pt x="81217" y="49690"/>
                </a:cubicBezTo>
                <a:cubicBezTo>
                  <a:pt x="80227" y="48852"/>
                  <a:pt x="78970" y="47926"/>
                  <a:pt x="77447" y="46910"/>
                </a:cubicBezTo>
                <a:cubicBezTo>
                  <a:pt x="75924" y="45895"/>
                  <a:pt x="74084" y="44968"/>
                  <a:pt x="71926" y="44131"/>
                </a:cubicBezTo>
                <a:cubicBezTo>
                  <a:pt x="69768" y="43293"/>
                  <a:pt x="67217" y="42874"/>
                  <a:pt x="64273" y="42874"/>
                </a:cubicBezTo>
                <a:cubicBezTo>
                  <a:pt x="58231" y="42874"/>
                  <a:pt x="53599" y="45204"/>
                  <a:pt x="50375" y="49864"/>
                </a:cubicBezTo>
                <a:cubicBezTo>
                  <a:pt x="47151" y="54522"/>
                  <a:pt x="45539" y="61279"/>
                  <a:pt x="45539" y="70137"/>
                </a:cubicBezTo>
                <a:cubicBezTo>
                  <a:pt x="45539" y="74566"/>
                  <a:pt x="45958" y="78449"/>
                  <a:pt x="46796" y="81783"/>
                </a:cubicBezTo>
                <a:cubicBezTo>
                  <a:pt x="47633" y="85118"/>
                  <a:pt x="48864" y="87906"/>
                  <a:pt x="50489" y="90146"/>
                </a:cubicBezTo>
                <a:cubicBezTo>
                  <a:pt x="52114" y="92386"/>
                  <a:pt x="54106" y="94054"/>
                  <a:pt x="56467" y="95148"/>
                </a:cubicBezTo>
                <a:cubicBezTo>
                  <a:pt x="58828" y="96243"/>
                  <a:pt x="61531" y="96790"/>
                  <a:pt x="64577" y="96790"/>
                </a:cubicBezTo>
                <a:cubicBezTo>
                  <a:pt x="67471" y="96790"/>
                  <a:pt x="70010" y="96333"/>
                  <a:pt x="72193" y="95420"/>
                </a:cubicBezTo>
                <a:cubicBezTo>
                  <a:pt x="74376" y="94506"/>
                  <a:pt x="76267" y="93503"/>
                  <a:pt x="77866" y="92412"/>
                </a:cubicBezTo>
                <a:cubicBezTo>
                  <a:pt x="79465" y="91320"/>
                  <a:pt x="80811" y="90330"/>
                  <a:pt x="81902" y="89442"/>
                </a:cubicBezTo>
                <a:cubicBezTo>
                  <a:pt x="82994" y="88553"/>
                  <a:pt x="83844" y="88109"/>
                  <a:pt x="84453" y="88109"/>
                </a:cubicBezTo>
                <a:cubicBezTo>
                  <a:pt x="84809" y="88109"/>
                  <a:pt x="85113" y="88210"/>
                  <a:pt x="85367" y="88414"/>
                </a:cubicBezTo>
                <a:cubicBezTo>
                  <a:pt x="85621" y="88617"/>
                  <a:pt x="85837" y="88959"/>
                  <a:pt x="86014" y="89442"/>
                </a:cubicBezTo>
                <a:cubicBezTo>
                  <a:pt x="86192" y="89924"/>
                  <a:pt x="86319" y="90533"/>
                  <a:pt x="86395" y="91269"/>
                </a:cubicBezTo>
                <a:cubicBezTo>
                  <a:pt x="86471" y="92005"/>
                  <a:pt x="86509" y="92881"/>
                  <a:pt x="86509" y="93897"/>
                </a:cubicBezTo>
                <a:close/>
                <a:moveTo>
                  <a:pt x="204874" y="104253"/>
                </a:moveTo>
                <a:cubicBezTo>
                  <a:pt x="204874" y="104660"/>
                  <a:pt x="204772" y="105002"/>
                  <a:pt x="204569" y="105281"/>
                </a:cubicBezTo>
                <a:cubicBezTo>
                  <a:pt x="204366" y="105561"/>
                  <a:pt x="204036" y="105802"/>
                  <a:pt x="203579" y="106005"/>
                </a:cubicBezTo>
                <a:cubicBezTo>
                  <a:pt x="203122" y="106208"/>
                  <a:pt x="202488" y="106360"/>
                  <a:pt x="201676" y="106462"/>
                </a:cubicBezTo>
                <a:cubicBezTo>
                  <a:pt x="200863" y="106563"/>
                  <a:pt x="199848" y="106614"/>
                  <a:pt x="198629" y="106614"/>
                </a:cubicBezTo>
                <a:cubicBezTo>
                  <a:pt x="197360" y="106614"/>
                  <a:pt x="196319" y="106563"/>
                  <a:pt x="195507" y="106462"/>
                </a:cubicBezTo>
                <a:cubicBezTo>
                  <a:pt x="194695" y="106360"/>
                  <a:pt x="194048" y="106208"/>
                  <a:pt x="193565" y="106005"/>
                </a:cubicBezTo>
                <a:cubicBezTo>
                  <a:pt x="193083" y="105802"/>
                  <a:pt x="192740" y="105561"/>
                  <a:pt x="192537" y="105281"/>
                </a:cubicBezTo>
                <a:cubicBezTo>
                  <a:pt x="192334" y="105002"/>
                  <a:pt x="192233" y="104660"/>
                  <a:pt x="192233" y="104253"/>
                </a:cubicBezTo>
                <a:lnTo>
                  <a:pt x="192233" y="62598"/>
                </a:lnTo>
                <a:cubicBezTo>
                  <a:pt x="192233" y="59704"/>
                  <a:pt x="191979" y="57064"/>
                  <a:pt x="191471" y="54678"/>
                </a:cubicBezTo>
                <a:cubicBezTo>
                  <a:pt x="190963" y="52292"/>
                  <a:pt x="190151" y="50236"/>
                  <a:pt x="189034" y="48509"/>
                </a:cubicBezTo>
                <a:cubicBezTo>
                  <a:pt x="187917" y="46783"/>
                  <a:pt x="186496" y="45463"/>
                  <a:pt x="184770" y="44549"/>
                </a:cubicBezTo>
                <a:cubicBezTo>
                  <a:pt x="183043" y="43636"/>
                  <a:pt x="181013" y="43179"/>
                  <a:pt x="178677" y="43179"/>
                </a:cubicBezTo>
                <a:cubicBezTo>
                  <a:pt x="175784" y="43179"/>
                  <a:pt x="172877" y="44296"/>
                  <a:pt x="169958" y="46529"/>
                </a:cubicBezTo>
                <a:cubicBezTo>
                  <a:pt x="167039" y="48763"/>
                  <a:pt x="163828" y="52038"/>
                  <a:pt x="160324" y="56353"/>
                </a:cubicBezTo>
                <a:lnTo>
                  <a:pt x="160324" y="104253"/>
                </a:lnTo>
                <a:cubicBezTo>
                  <a:pt x="160324" y="104660"/>
                  <a:pt x="160223" y="105002"/>
                  <a:pt x="160020" y="105281"/>
                </a:cubicBezTo>
                <a:cubicBezTo>
                  <a:pt x="159817" y="105561"/>
                  <a:pt x="159474" y="105802"/>
                  <a:pt x="158992" y="106005"/>
                </a:cubicBezTo>
                <a:cubicBezTo>
                  <a:pt x="158509" y="106208"/>
                  <a:pt x="157862" y="106360"/>
                  <a:pt x="157050" y="106462"/>
                </a:cubicBezTo>
                <a:cubicBezTo>
                  <a:pt x="156238" y="106563"/>
                  <a:pt x="155222" y="106614"/>
                  <a:pt x="154004" y="106614"/>
                </a:cubicBezTo>
                <a:cubicBezTo>
                  <a:pt x="152836" y="106614"/>
                  <a:pt x="151833" y="106563"/>
                  <a:pt x="150996" y="106462"/>
                </a:cubicBezTo>
                <a:cubicBezTo>
                  <a:pt x="150158" y="106360"/>
                  <a:pt x="149498" y="106208"/>
                  <a:pt x="149016" y="106005"/>
                </a:cubicBezTo>
                <a:cubicBezTo>
                  <a:pt x="148533" y="105802"/>
                  <a:pt x="148203" y="105561"/>
                  <a:pt x="148026" y="105281"/>
                </a:cubicBezTo>
                <a:cubicBezTo>
                  <a:pt x="147848" y="105002"/>
                  <a:pt x="147759" y="104660"/>
                  <a:pt x="147759" y="104253"/>
                </a:cubicBezTo>
                <a:lnTo>
                  <a:pt x="147759" y="62598"/>
                </a:lnTo>
                <a:cubicBezTo>
                  <a:pt x="147759" y="59704"/>
                  <a:pt x="147480" y="57064"/>
                  <a:pt x="146922" y="54678"/>
                </a:cubicBezTo>
                <a:cubicBezTo>
                  <a:pt x="146363" y="52292"/>
                  <a:pt x="145525" y="50236"/>
                  <a:pt x="144409" y="48509"/>
                </a:cubicBezTo>
                <a:cubicBezTo>
                  <a:pt x="143292" y="46783"/>
                  <a:pt x="141883" y="45463"/>
                  <a:pt x="140182" y="44549"/>
                </a:cubicBezTo>
                <a:cubicBezTo>
                  <a:pt x="138481" y="43636"/>
                  <a:pt x="136463" y="43179"/>
                  <a:pt x="134128" y="43179"/>
                </a:cubicBezTo>
                <a:cubicBezTo>
                  <a:pt x="131234" y="43179"/>
                  <a:pt x="128315" y="44296"/>
                  <a:pt x="125370" y="46529"/>
                </a:cubicBezTo>
                <a:cubicBezTo>
                  <a:pt x="122426" y="48763"/>
                  <a:pt x="119227" y="52038"/>
                  <a:pt x="115775" y="56353"/>
                </a:cubicBezTo>
                <a:lnTo>
                  <a:pt x="115775" y="104253"/>
                </a:lnTo>
                <a:cubicBezTo>
                  <a:pt x="115775" y="104660"/>
                  <a:pt x="115673" y="105002"/>
                  <a:pt x="115470" y="105281"/>
                </a:cubicBezTo>
                <a:cubicBezTo>
                  <a:pt x="115267" y="105561"/>
                  <a:pt x="114937" y="105802"/>
                  <a:pt x="114480" y="106005"/>
                </a:cubicBezTo>
                <a:cubicBezTo>
                  <a:pt x="114023" y="106208"/>
                  <a:pt x="113389" y="106360"/>
                  <a:pt x="112577" y="106462"/>
                </a:cubicBezTo>
                <a:cubicBezTo>
                  <a:pt x="111764" y="106563"/>
                  <a:pt x="110724" y="106614"/>
                  <a:pt x="109454" y="106614"/>
                </a:cubicBezTo>
                <a:cubicBezTo>
                  <a:pt x="108236" y="106614"/>
                  <a:pt x="107220" y="106563"/>
                  <a:pt x="106408" y="106462"/>
                </a:cubicBezTo>
                <a:cubicBezTo>
                  <a:pt x="105596" y="106360"/>
                  <a:pt x="104949" y="106208"/>
                  <a:pt x="104466" y="106005"/>
                </a:cubicBezTo>
                <a:cubicBezTo>
                  <a:pt x="103984" y="105802"/>
                  <a:pt x="103654" y="105561"/>
                  <a:pt x="103476" y="105281"/>
                </a:cubicBezTo>
                <a:cubicBezTo>
                  <a:pt x="103299" y="105002"/>
                  <a:pt x="103210" y="104660"/>
                  <a:pt x="103210" y="104253"/>
                </a:cubicBezTo>
                <a:lnTo>
                  <a:pt x="103210" y="35716"/>
                </a:lnTo>
                <a:cubicBezTo>
                  <a:pt x="103210" y="35310"/>
                  <a:pt x="103286" y="34967"/>
                  <a:pt x="103438" y="34688"/>
                </a:cubicBezTo>
                <a:cubicBezTo>
                  <a:pt x="103591" y="34408"/>
                  <a:pt x="103895" y="34155"/>
                  <a:pt x="104352" y="33926"/>
                </a:cubicBezTo>
                <a:cubicBezTo>
                  <a:pt x="104809" y="33698"/>
                  <a:pt x="105393" y="33545"/>
                  <a:pt x="106104" y="33469"/>
                </a:cubicBezTo>
                <a:cubicBezTo>
                  <a:pt x="106814" y="33393"/>
                  <a:pt x="107754" y="33355"/>
                  <a:pt x="108921" y="33355"/>
                </a:cubicBezTo>
                <a:cubicBezTo>
                  <a:pt x="110038" y="33355"/>
                  <a:pt x="110965" y="33393"/>
                  <a:pt x="111701" y="33469"/>
                </a:cubicBezTo>
                <a:cubicBezTo>
                  <a:pt x="112437" y="33545"/>
                  <a:pt x="113008" y="33698"/>
                  <a:pt x="113414" y="33926"/>
                </a:cubicBezTo>
                <a:cubicBezTo>
                  <a:pt x="113820" y="34155"/>
                  <a:pt x="114112" y="34408"/>
                  <a:pt x="114290" y="34688"/>
                </a:cubicBezTo>
                <a:cubicBezTo>
                  <a:pt x="114468" y="34967"/>
                  <a:pt x="114557" y="35310"/>
                  <a:pt x="114557" y="35716"/>
                </a:cubicBezTo>
                <a:lnTo>
                  <a:pt x="114557" y="44778"/>
                </a:lnTo>
                <a:cubicBezTo>
                  <a:pt x="118415" y="40463"/>
                  <a:pt x="122159" y="37302"/>
                  <a:pt x="125789" y="35297"/>
                </a:cubicBezTo>
                <a:cubicBezTo>
                  <a:pt x="129419" y="33292"/>
                  <a:pt x="133087" y="32289"/>
                  <a:pt x="136793" y="32289"/>
                </a:cubicBezTo>
                <a:cubicBezTo>
                  <a:pt x="139636" y="32289"/>
                  <a:pt x="142187" y="32619"/>
                  <a:pt x="144447" y="33279"/>
                </a:cubicBezTo>
                <a:cubicBezTo>
                  <a:pt x="146706" y="33939"/>
                  <a:pt x="148698" y="34865"/>
                  <a:pt x="150425" y="36058"/>
                </a:cubicBezTo>
                <a:cubicBezTo>
                  <a:pt x="152151" y="37251"/>
                  <a:pt x="153623" y="38673"/>
                  <a:pt x="154841" y="40323"/>
                </a:cubicBezTo>
                <a:cubicBezTo>
                  <a:pt x="156060" y="41973"/>
                  <a:pt x="157075" y="43813"/>
                  <a:pt x="157888" y="45844"/>
                </a:cubicBezTo>
                <a:cubicBezTo>
                  <a:pt x="160172" y="43356"/>
                  <a:pt x="162343" y="41250"/>
                  <a:pt x="164399" y="39523"/>
                </a:cubicBezTo>
                <a:cubicBezTo>
                  <a:pt x="166455" y="37797"/>
                  <a:pt x="168435" y="36401"/>
                  <a:pt x="170339" y="35335"/>
                </a:cubicBezTo>
                <a:cubicBezTo>
                  <a:pt x="172242" y="34269"/>
                  <a:pt x="174095" y="33495"/>
                  <a:pt x="175898" y="33012"/>
                </a:cubicBezTo>
                <a:cubicBezTo>
                  <a:pt x="177700" y="32530"/>
                  <a:pt x="179515" y="32289"/>
                  <a:pt x="181343" y="32289"/>
                </a:cubicBezTo>
                <a:cubicBezTo>
                  <a:pt x="185760" y="32289"/>
                  <a:pt x="189466" y="33063"/>
                  <a:pt x="192461" y="34612"/>
                </a:cubicBezTo>
                <a:cubicBezTo>
                  <a:pt x="195456" y="36160"/>
                  <a:pt x="197881" y="38229"/>
                  <a:pt x="199734" y="40818"/>
                </a:cubicBezTo>
                <a:cubicBezTo>
                  <a:pt x="201587" y="43407"/>
                  <a:pt x="202907" y="46441"/>
                  <a:pt x="203694" y="49918"/>
                </a:cubicBezTo>
                <a:cubicBezTo>
                  <a:pt x="204480" y="53396"/>
                  <a:pt x="204874" y="57064"/>
                  <a:pt x="204874" y="60922"/>
                </a:cubicBezTo>
                <a:lnTo>
                  <a:pt x="204874" y="104253"/>
                </a:lnTo>
                <a:close/>
                <a:moveTo>
                  <a:pt x="290877" y="68956"/>
                </a:moveTo>
                <a:cubicBezTo>
                  <a:pt x="290877" y="74952"/>
                  <a:pt x="290230" y="80338"/>
                  <a:pt x="288935" y="85115"/>
                </a:cubicBezTo>
                <a:cubicBezTo>
                  <a:pt x="287641" y="89892"/>
                  <a:pt x="285737" y="93946"/>
                  <a:pt x="283224" y="97276"/>
                </a:cubicBezTo>
                <a:cubicBezTo>
                  <a:pt x="280711" y="100604"/>
                  <a:pt x="277601" y="103171"/>
                  <a:pt x="273895" y="104974"/>
                </a:cubicBezTo>
                <a:cubicBezTo>
                  <a:pt x="270189" y="106778"/>
                  <a:pt x="265950" y="107680"/>
                  <a:pt x="261177" y="107680"/>
                </a:cubicBezTo>
                <a:cubicBezTo>
                  <a:pt x="259147" y="107680"/>
                  <a:pt x="257268" y="107477"/>
                  <a:pt x="255542" y="107071"/>
                </a:cubicBezTo>
                <a:cubicBezTo>
                  <a:pt x="253816" y="106665"/>
                  <a:pt x="252128" y="106030"/>
                  <a:pt x="250478" y="105167"/>
                </a:cubicBezTo>
                <a:cubicBezTo>
                  <a:pt x="248828" y="104303"/>
                  <a:pt x="247191" y="103209"/>
                  <a:pt x="245566" y="101888"/>
                </a:cubicBezTo>
                <a:cubicBezTo>
                  <a:pt x="243942" y="100566"/>
                  <a:pt x="242215" y="99016"/>
                  <a:pt x="240388" y="97238"/>
                </a:cubicBezTo>
                <a:lnTo>
                  <a:pt x="240388" y="131445"/>
                </a:lnTo>
                <a:cubicBezTo>
                  <a:pt x="240388" y="131849"/>
                  <a:pt x="240286" y="132204"/>
                  <a:pt x="240083" y="132508"/>
                </a:cubicBezTo>
                <a:cubicBezTo>
                  <a:pt x="239880" y="132813"/>
                  <a:pt x="239550" y="133066"/>
                  <a:pt x="239093" y="133268"/>
                </a:cubicBezTo>
                <a:cubicBezTo>
                  <a:pt x="238636" y="133471"/>
                  <a:pt x="238002" y="133623"/>
                  <a:pt x="237189" y="133725"/>
                </a:cubicBezTo>
                <a:cubicBezTo>
                  <a:pt x="236377" y="133826"/>
                  <a:pt x="235336" y="133877"/>
                  <a:pt x="234067" y="133877"/>
                </a:cubicBezTo>
                <a:cubicBezTo>
                  <a:pt x="232849" y="133877"/>
                  <a:pt x="231833" y="133826"/>
                  <a:pt x="231021" y="133725"/>
                </a:cubicBezTo>
                <a:cubicBezTo>
                  <a:pt x="230209" y="133623"/>
                  <a:pt x="229561" y="133471"/>
                  <a:pt x="229079" y="133268"/>
                </a:cubicBezTo>
                <a:cubicBezTo>
                  <a:pt x="228597" y="133065"/>
                  <a:pt x="228267" y="132811"/>
                  <a:pt x="228089" y="132506"/>
                </a:cubicBezTo>
                <a:cubicBezTo>
                  <a:pt x="227911" y="132201"/>
                  <a:pt x="227822" y="131846"/>
                  <a:pt x="227822" y="131440"/>
                </a:cubicBezTo>
                <a:lnTo>
                  <a:pt x="227822" y="35716"/>
                </a:lnTo>
                <a:cubicBezTo>
                  <a:pt x="227822" y="35259"/>
                  <a:pt x="227899" y="34891"/>
                  <a:pt x="228051" y="34612"/>
                </a:cubicBezTo>
                <a:cubicBezTo>
                  <a:pt x="228203" y="34332"/>
                  <a:pt x="228508" y="34091"/>
                  <a:pt x="228965" y="33888"/>
                </a:cubicBezTo>
                <a:cubicBezTo>
                  <a:pt x="229422" y="33685"/>
                  <a:pt x="230006" y="33545"/>
                  <a:pt x="230716" y="33469"/>
                </a:cubicBezTo>
                <a:cubicBezTo>
                  <a:pt x="231427" y="33393"/>
                  <a:pt x="232290" y="33355"/>
                  <a:pt x="233305" y="33355"/>
                </a:cubicBezTo>
                <a:cubicBezTo>
                  <a:pt x="234372" y="33355"/>
                  <a:pt x="235247" y="33393"/>
                  <a:pt x="235933" y="33469"/>
                </a:cubicBezTo>
                <a:cubicBezTo>
                  <a:pt x="236618" y="33545"/>
                  <a:pt x="237189" y="33685"/>
                  <a:pt x="237646" y="33888"/>
                </a:cubicBezTo>
                <a:cubicBezTo>
                  <a:pt x="238103" y="34091"/>
                  <a:pt x="238420" y="34333"/>
                  <a:pt x="238598" y="34614"/>
                </a:cubicBezTo>
                <a:cubicBezTo>
                  <a:pt x="238776" y="34893"/>
                  <a:pt x="238865" y="35261"/>
                  <a:pt x="238865" y="35718"/>
                </a:cubicBezTo>
                <a:lnTo>
                  <a:pt x="238865" y="44942"/>
                </a:lnTo>
                <a:cubicBezTo>
                  <a:pt x="240946" y="42808"/>
                  <a:pt x="242952" y="40954"/>
                  <a:pt x="244881" y="39378"/>
                </a:cubicBezTo>
                <a:cubicBezTo>
                  <a:pt x="246810" y="37803"/>
                  <a:pt x="248752" y="36495"/>
                  <a:pt x="250706" y="35454"/>
                </a:cubicBezTo>
                <a:cubicBezTo>
                  <a:pt x="252661" y="34412"/>
                  <a:pt x="254666" y="33624"/>
                  <a:pt x="256723" y="33091"/>
                </a:cubicBezTo>
                <a:cubicBezTo>
                  <a:pt x="258779" y="32556"/>
                  <a:pt x="260949" y="32289"/>
                  <a:pt x="263234" y="32289"/>
                </a:cubicBezTo>
                <a:cubicBezTo>
                  <a:pt x="268209" y="32289"/>
                  <a:pt x="272448" y="33254"/>
                  <a:pt x="275951" y="35185"/>
                </a:cubicBezTo>
                <a:cubicBezTo>
                  <a:pt x="279454" y="37116"/>
                  <a:pt x="282310" y="39759"/>
                  <a:pt x="284518" y="43114"/>
                </a:cubicBezTo>
                <a:cubicBezTo>
                  <a:pt x="286727" y="46468"/>
                  <a:pt x="288339" y="50369"/>
                  <a:pt x="289354" y="54816"/>
                </a:cubicBezTo>
                <a:cubicBezTo>
                  <a:pt x="290369" y="59261"/>
                  <a:pt x="290877" y="63975"/>
                  <a:pt x="290877" y="68956"/>
                </a:cubicBezTo>
                <a:moveTo>
                  <a:pt x="277627" y="70403"/>
                </a:moveTo>
                <a:cubicBezTo>
                  <a:pt x="277627" y="66896"/>
                  <a:pt x="277360" y="63502"/>
                  <a:pt x="276827" y="60223"/>
                </a:cubicBezTo>
                <a:cubicBezTo>
                  <a:pt x="276294" y="56943"/>
                  <a:pt x="275380" y="54033"/>
                  <a:pt x="274085" y="51491"/>
                </a:cubicBezTo>
                <a:cubicBezTo>
                  <a:pt x="272791" y="48950"/>
                  <a:pt x="271052" y="46917"/>
                  <a:pt x="268869" y="45392"/>
                </a:cubicBezTo>
                <a:cubicBezTo>
                  <a:pt x="266686" y="43866"/>
                  <a:pt x="263970" y="43103"/>
                  <a:pt x="260721" y="43103"/>
                </a:cubicBezTo>
                <a:cubicBezTo>
                  <a:pt x="259096" y="43103"/>
                  <a:pt x="257497" y="43345"/>
                  <a:pt x="255923" y="43828"/>
                </a:cubicBezTo>
                <a:cubicBezTo>
                  <a:pt x="254349" y="44311"/>
                  <a:pt x="252750" y="45073"/>
                  <a:pt x="251125" y="46115"/>
                </a:cubicBezTo>
                <a:cubicBezTo>
                  <a:pt x="249501" y="47158"/>
                  <a:pt x="247800" y="48531"/>
                  <a:pt x="246023" y="50235"/>
                </a:cubicBezTo>
                <a:cubicBezTo>
                  <a:pt x="244246" y="51939"/>
                  <a:pt x="242368" y="54037"/>
                  <a:pt x="240388" y="56529"/>
                </a:cubicBezTo>
                <a:lnTo>
                  <a:pt x="240388" y="83821"/>
                </a:lnTo>
                <a:cubicBezTo>
                  <a:pt x="243840" y="88042"/>
                  <a:pt x="247115" y="91272"/>
                  <a:pt x="250211" y="93511"/>
                </a:cubicBezTo>
                <a:cubicBezTo>
                  <a:pt x="253308" y="95748"/>
                  <a:pt x="256558" y="96867"/>
                  <a:pt x="259959" y="96867"/>
                </a:cubicBezTo>
                <a:cubicBezTo>
                  <a:pt x="263107" y="96867"/>
                  <a:pt x="265810" y="96104"/>
                  <a:pt x="268069" y="94580"/>
                </a:cubicBezTo>
                <a:cubicBezTo>
                  <a:pt x="270329" y="93053"/>
                  <a:pt x="272156" y="91019"/>
                  <a:pt x="273552" y="88478"/>
                </a:cubicBezTo>
                <a:cubicBezTo>
                  <a:pt x="274948" y="85936"/>
                  <a:pt x="275977" y="83089"/>
                  <a:pt x="276637" y="79937"/>
                </a:cubicBezTo>
                <a:cubicBezTo>
                  <a:pt x="277297" y="76784"/>
                  <a:pt x="277627" y="73607"/>
                  <a:pt x="277627" y="70403"/>
                </a:cubicBezTo>
                <a:close/>
                <a:moveTo>
                  <a:pt x="325922" y="97895"/>
                </a:moveTo>
                <a:cubicBezTo>
                  <a:pt x="325922" y="101515"/>
                  <a:pt x="325326" y="103924"/>
                  <a:pt x="324133" y="105122"/>
                </a:cubicBezTo>
                <a:cubicBezTo>
                  <a:pt x="322940" y="106320"/>
                  <a:pt x="320769" y="106919"/>
                  <a:pt x="317622" y="106919"/>
                </a:cubicBezTo>
                <a:cubicBezTo>
                  <a:pt x="314576" y="106919"/>
                  <a:pt x="312469" y="106333"/>
                  <a:pt x="311301" y="105160"/>
                </a:cubicBezTo>
                <a:cubicBezTo>
                  <a:pt x="310133" y="103988"/>
                  <a:pt x="309550" y="101642"/>
                  <a:pt x="309550" y="98123"/>
                </a:cubicBezTo>
                <a:cubicBezTo>
                  <a:pt x="309550" y="94503"/>
                  <a:pt x="310146" y="92093"/>
                  <a:pt x="311339" y="90896"/>
                </a:cubicBezTo>
                <a:cubicBezTo>
                  <a:pt x="312532" y="89698"/>
                  <a:pt x="314703" y="89099"/>
                  <a:pt x="317850" y="89099"/>
                </a:cubicBezTo>
                <a:cubicBezTo>
                  <a:pt x="320896" y="89099"/>
                  <a:pt x="323003" y="89685"/>
                  <a:pt x="324171" y="90858"/>
                </a:cubicBezTo>
                <a:cubicBezTo>
                  <a:pt x="325339" y="92030"/>
                  <a:pt x="325922" y="94376"/>
                  <a:pt x="325922" y="97895"/>
                </a:cubicBezTo>
                <a:close/>
                <a:moveTo>
                  <a:pt x="392031" y="85651"/>
                </a:moveTo>
                <a:cubicBezTo>
                  <a:pt x="392031" y="89157"/>
                  <a:pt x="391384" y="92282"/>
                  <a:pt x="390089" y="95027"/>
                </a:cubicBezTo>
                <a:cubicBezTo>
                  <a:pt x="388795" y="97770"/>
                  <a:pt x="386954" y="100082"/>
                  <a:pt x="384568" y="101964"/>
                </a:cubicBezTo>
                <a:cubicBezTo>
                  <a:pt x="382182" y="103844"/>
                  <a:pt x="379339" y="105266"/>
                  <a:pt x="376039" y="106231"/>
                </a:cubicBezTo>
                <a:cubicBezTo>
                  <a:pt x="372739" y="107197"/>
                  <a:pt x="369109" y="107680"/>
                  <a:pt x="365149" y="107680"/>
                </a:cubicBezTo>
                <a:cubicBezTo>
                  <a:pt x="362712" y="107680"/>
                  <a:pt x="360390" y="107490"/>
                  <a:pt x="358181" y="107109"/>
                </a:cubicBezTo>
                <a:cubicBezTo>
                  <a:pt x="355973" y="106728"/>
                  <a:pt x="353993" y="106246"/>
                  <a:pt x="352241" y="105662"/>
                </a:cubicBezTo>
                <a:cubicBezTo>
                  <a:pt x="350490" y="105078"/>
                  <a:pt x="349005" y="104469"/>
                  <a:pt x="347786" y="103835"/>
                </a:cubicBezTo>
                <a:cubicBezTo>
                  <a:pt x="346568" y="103200"/>
                  <a:pt x="345679" y="102629"/>
                  <a:pt x="345121" y="102121"/>
                </a:cubicBezTo>
                <a:cubicBezTo>
                  <a:pt x="344563" y="101613"/>
                  <a:pt x="344156" y="100903"/>
                  <a:pt x="343903" y="99989"/>
                </a:cubicBezTo>
                <a:cubicBezTo>
                  <a:pt x="343649" y="99075"/>
                  <a:pt x="343522" y="97831"/>
                  <a:pt x="343522" y="96257"/>
                </a:cubicBezTo>
                <a:cubicBezTo>
                  <a:pt x="343522" y="95293"/>
                  <a:pt x="343573" y="94480"/>
                  <a:pt x="343674" y="93820"/>
                </a:cubicBezTo>
                <a:cubicBezTo>
                  <a:pt x="343776" y="93160"/>
                  <a:pt x="343903" y="92627"/>
                  <a:pt x="344055" y="92221"/>
                </a:cubicBezTo>
                <a:cubicBezTo>
                  <a:pt x="344207" y="91815"/>
                  <a:pt x="344423" y="91523"/>
                  <a:pt x="344702" y="91345"/>
                </a:cubicBezTo>
                <a:cubicBezTo>
                  <a:pt x="344981" y="91168"/>
                  <a:pt x="345299" y="91079"/>
                  <a:pt x="345654" y="91079"/>
                </a:cubicBezTo>
                <a:cubicBezTo>
                  <a:pt x="346212" y="91079"/>
                  <a:pt x="347037" y="91422"/>
                  <a:pt x="348129" y="92107"/>
                </a:cubicBezTo>
                <a:cubicBezTo>
                  <a:pt x="349221" y="92792"/>
                  <a:pt x="350566" y="93541"/>
                  <a:pt x="352165" y="94353"/>
                </a:cubicBezTo>
                <a:cubicBezTo>
                  <a:pt x="353764" y="95166"/>
                  <a:pt x="355655" y="95915"/>
                  <a:pt x="357839" y="96600"/>
                </a:cubicBezTo>
                <a:cubicBezTo>
                  <a:pt x="360022" y="97285"/>
                  <a:pt x="362535" y="97628"/>
                  <a:pt x="365378" y="97628"/>
                </a:cubicBezTo>
                <a:cubicBezTo>
                  <a:pt x="367510" y="97628"/>
                  <a:pt x="369439" y="97400"/>
                  <a:pt x="371165" y="96943"/>
                </a:cubicBezTo>
                <a:cubicBezTo>
                  <a:pt x="372891" y="96484"/>
                  <a:pt x="374389" y="95810"/>
                  <a:pt x="375658" y="94920"/>
                </a:cubicBezTo>
                <a:cubicBezTo>
                  <a:pt x="376928" y="94030"/>
                  <a:pt x="377905" y="92898"/>
                  <a:pt x="378590" y="91524"/>
                </a:cubicBezTo>
                <a:cubicBezTo>
                  <a:pt x="379276" y="90150"/>
                  <a:pt x="379618" y="88522"/>
                  <a:pt x="379618" y="86641"/>
                </a:cubicBezTo>
                <a:cubicBezTo>
                  <a:pt x="379618" y="84710"/>
                  <a:pt x="379123" y="83084"/>
                  <a:pt x="378133" y="81762"/>
                </a:cubicBezTo>
                <a:cubicBezTo>
                  <a:pt x="377143" y="80441"/>
                  <a:pt x="375836" y="79272"/>
                  <a:pt x="374211" y="78257"/>
                </a:cubicBezTo>
                <a:cubicBezTo>
                  <a:pt x="372587" y="77240"/>
                  <a:pt x="370759" y="76338"/>
                  <a:pt x="368728" y="75551"/>
                </a:cubicBezTo>
                <a:cubicBezTo>
                  <a:pt x="366698" y="74762"/>
                  <a:pt x="364603" y="73937"/>
                  <a:pt x="362446" y="73074"/>
                </a:cubicBezTo>
                <a:cubicBezTo>
                  <a:pt x="360288" y="72209"/>
                  <a:pt x="358181" y="71230"/>
                  <a:pt x="356125" y="70137"/>
                </a:cubicBezTo>
                <a:cubicBezTo>
                  <a:pt x="354069" y="69044"/>
                  <a:pt x="352229" y="67709"/>
                  <a:pt x="350604" y="66134"/>
                </a:cubicBezTo>
                <a:cubicBezTo>
                  <a:pt x="348979" y="64559"/>
                  <a:pt x="347672" y="62679"/>
                  <a:pt x="346682" y="60494"/>
                </a:cubicBezTo>
                <a:cubicBezTo>
                  <a:pt x="345692" y="58309"/>
                  <a:pt x="345197" y="55692"/>
                  <a:pt x="345197" y="52643"/>
                </a:cubicBezTo>
                <a:cubicBezTo>
                  <a:pt x="345197" y="49949"/>
                  <a:pt x="345718" y="47370"/>
                  <a:pt x="346758" y="44906"/>
                </a:cubicBezTo>
                <a:cubicBezTo>
                  <a:pt x="347799" y="42441"/>
                  <a:pt x="349360" y="40281"/>
                  <a:pt x="351442" y="38426"/>
                </a:cubicBezTo>
                <a:cubicBezTo>
                  <a:pt x="353523" y="36570"/>
                  <a:pt x="356125" y="35084"/>
                  <a:pt x="359247" y="33967"/>
                </a:cubicBezTo>
                <a:cubicBezTo>
                  <a:pt x="362370" y="32848"/>
                  <a:pt x="366012" y="32289"/>
                  <a:pt x="370175" y="32289"/>
                </a:cubicBezTo>
                <a:cubicBezTo>
                  <a:pt x="372003" y="32289"/>
                  <a:pt x="373831" y="32444"/>
                  <a:pt x="375658" y="32753"/>
                </a:cubicBezTo>
                <a:cubicBezTo>
                  <a:pt x="377486" y="33062"/>
                  <a:pt x="379136" y="33449"/>
                  <a:pt x="380608" y="33912"/>
                </a:cubicBezTo>
                <a:cubicBezTo>
                  <a:pt x="382081" y="34375"/>
                  <a:pt x="383337" y="34877"/>
                  <a:pt x="384378" y="35418"/>
                </a:cubicBezTo>
                <a:cubicBezTo>
                  <a:pt x="385419" y="35959"/>
                  <a:pt x="386205" y="36436"/>
                  <a:pt x="386739" y="36849"/>
                </a:cubicBezTo>
                <a:cubicBezTo>
                  <a:pt x="387272" y="37261"/>
                  <a:pt x="387627" y="37620"/>
                  <a:pt x="387805" y="37924"/>
                </a:cubicBezTo>
                <a:cubicBezTo>
                  <a:pt x="387982" y="38229"/>
                  <a:pt x="388109" y="38571"/>
                  <a:pt x="388185" y="38952"/>
                </a:cubicBezTo>
                <a:cubicBezTo>
                  <a:pt x="388262" y="39333"/>
                  <a:pt x="388338" y="39803"/>
                  <a:pt x="388414" y="40361"/>
                </a:cubicBezTo>
                <a:cubicBezTo>
                  <a:pt x="388490" y="40920"/>
                  <a:pt x="388528" y="41605"/>
                  <a:pt x="388528" y="42417"/>
                </a:cubicBezTo>
                <a:cubicBezTo>
                  <a:pt x="388528" y="43280"/>
                  <a:pt x="388490" y="44029"/>
                  <a:pt x="388414" y="44664"/>
                </a:cubicBezTo>
                <a:cubicBezTo>
                  <a:pt x="388338" y="45298"/>
                  <a:pt x="388211" y="45819"/>
                  <a:pt x="388033" y="46225"/>
                </a:cubicBezTo>
                <a:cubicBezTo>
                  <a:pt x="387855" y="46631"/>
                  <a:pt x="387640" y="46923"/>
                  <a:pt x="387386" y="47101"/>
                </a:cubicBezTo>
                <a:cubicBezTo>
                  <a:pt x="387132" y="47278"/>
                  <a:pt x="386853" y="47367"/>
                  <a:pt x="386548" y="47367"/>
                </a:cubicBezTo>
                <a:cubicBezTo>
                  <a:pt x="386091" y="47367"/>
                  <a:pt x="385431" y="47084"/>
                  <a:pt x="384568" y="46518"/>
                </a:cubicBezTo>
                <a:cubicBezTo>
                  <a:pt x="383705" y="45951"/>
                  <a:pt x="382588" y="45346"/>
                  <a:pt x="381217" y="44702"/>
                </a:cubicBezTo>
                <a:cubicBezTo>
                  <a:pt x="379847" y="44058"/>
                  <a:pt x="378235" y="43452"/>
                  <a:pt x="376382" y="42886"/>
                </a:cubicBezTo>
                <a:cubicBezTo>
                  <a:pt x="374529" y="42320"/>
                  <a:pt x="372409" y="42036"/>
                  <a:pt x="370023" y="42036"/>
                </a:cubicBezTo>
                <a:cubicBezTo>
                  <a:pt x="367891" y="42036"/>
                  <a:pt x="366012" y="42278"/>
                  <a:pt x="364388" y="42762"/>
                </a:cubicBezTo>
                <a:cubicBezTo>
                  <a:pt x="362763" y="43245"/>
                  <a:pt x="361430" y="43931"/>
                  <a:pt x="360390" y="44821"/>
                </a:cubicBezTo>
                <a:cubicBezTo>
                  <a:pt x="359349" y="45711"/>
                  <a:pt x="358562" y="46767"/>
                  <a:pt x="358029" y="47988"/>
                </a:cubicBezTo>
                <a:cubicBezTo>
                  <a:pt x="357496" y="49208"/>
                  <a:pt x="357229" y="50531"/>
                  <a:pt x="357229" y="51955"/>
                </a:cubicBezTo>
                <a:cubicBezTo>
                  <a:pt x="357229" y="53937"/>
                  <a:pt x="357737" y="55601"/>
                  <a:pt x="358752" y="56948"/>
                </a:cubicBezTo>
                <a:cubicBezTo>
                  <a:pt x="359768" y="58295"/>
                  <a:pt x="361088" y="59477"/>
                  <a:pt x="362712" y="60494"/>
                </a:cubicBezTo>
                <a:cubicBezTo>
                  <a:pt x="364337" y="61509"/>
                  <a:pt x="366190" y="62424"/>
                  <a:pt x="368271" y="63238"/>
                </a:cubicBezTo>
                <a:cubicBezTo>
                  <a:pt x="370353" y="64050"/>
                  <a:pt x="372473" y="64889"/>
                  <a:pt x="374630" y="65753"/>
                </a:cubicBezTo>
                <a:cubicBezTo>
                  <a:pt x="376788" y="66616"/>
                  <a:pt x="378920" y="67582"/>
                  <a:pt x="381027" y="68649"/>
                </a:cubicBezTo>
                <a:cubicBezTo>
                  <a:pt x="383134" y="69717"/>
                  <a:pt x="385000" y="71013"/>
                  <a:pt x="386624" y="72538"/>
                </a:cubicBezTo>
                <a:cubicBezTo>
                  <a:pt x="388249" y="74063"/>
                  <a:pt x="389556" y="75893"/>
                  <a:pt x="390546" y="78028"/>
                </a:cubicBezTo>
                <a:cubicBezTo>
                  <a:pt x="391536" y="80162"/>
                  <a:pt x="392031" y="82703"/>
                  <a:pt x="392031" y="85651"/>
                </a:cubicBezTo>
                <a:close/>
                <a:moveTo>
                  <a:pt x="422551" y="104251"/>
                </a:moveTo>
                <a:cubicBezTo>
                  <a:pt x="422551" y="104657"/>
                  <a:pt x="422449" y="105001"/>
                  <a:pt x="422246" y="105281"/>
                </a:cubicBezTo>
                <a:cubicBezTo>
                  <a:pt x="422043" y="105561"/>
                  <a:pt x="421713" y="105802"/>
                  <a:pt x="421256" y="106005"/>
                </a:cubicBezTo>
                <a:cubicBezTo>
                  <a:pt x="420799" y="106208"/>
                  <a:pt x="420165" y="106360"/>
                  <a:pt x="419352" y="106462"/>
                </a:cubicBezTo>
                <a:cubicBezTo>
                  <a:pt x="418540" y="106563"/>
                  <a:pt x="417499" y="106614"/>
                  <a:pt x="416230" y="106614"/>
                </a:cubicBezTo>
                <a:cubicBezTo>
                  <a:pt x="415012" y="106614"/>
                  <a:pt x="413996" y="106563"/>
                  <a:pt x="413184" y="106462"/>
                </a:cubicBezTo>
                <a:cubicBezTo>
                  <a:pt x="412372" y="106360"/>
                  <a:pt x="411724" y="106208"/>
                  <a:pt x="411242" y="106005"/>
                </a:cubicBezTo>
                <a:cubicBezTo>
                  <a:pt x="410760" y="105802"/>
                  <a:pt x="410430" y="105561"/>
                  <a:pt x="410252" y="105281"/>
                </a:cubicBezTo>
                <a:cubicBezTo>
                  <a:pt x="410074" y="105001"/>
                  <a:pt x="409986" y="104657"/>
                  <a:pt x="409986" y="104251"/>
                </a:cubicBezTo>
                <a:lnTo>
                  <a:pt x="409986" y="2439"/>
                </a:lnTo>
                <a:cubicBezTo>
                  <a:pt x="409986" y="2033"/>
                  <a:pt x="410074" y="1678"/>
                  <a:pt x="410252" y="1373"/>
                </a:cubicBezTo>
                <a:cubicBezTo>
                  <a:pt x="410430" y="1067"/>
                  <a:pt x="410760" y="812"/>
                  <a:pt x="411242" y="609"/>
                </a:cubicBezTo>
                <a:cubicBezTo>
                  <a:pt x="411724" y="406"/>
                  <a:pt x="412372" y="254"/>
                  <a:pt x="413184" y="152"/>
                </a:cubicBezTo>
                <a:cubicBezTo>
                  <a:pt x="413996" y="51"/>
                  <a:pt x="415012" y="0"/>
                  <a:pt x="416230" y="0"/>
                </a:cubicBezTo>
                <a:cubicBezTo>
                  <a:pt x="417499" y="0"/>
                  <a:pt x="418540" y="51"/>
                  <a:pt x="419352" y="152"/>
                </a:cubicBezTo>
                <a:cubicBezTo>
                  <a:pt x="420165" y="254"/>
                  <a:pt x="420799" y="406"/>
                  <a:pt x="421256" y="609"/>
                </a:cubicBezTo>
                <a:cubicBezTo>
                  <a:pt x="421713" y="812"/>
                  <a:pt x="422043" y="1067"/>
                  <a:pt x="422246" y="1373"/>
                </a:cubicBezTo>
                <a:cubicBezTo>
                  <a:pt x="422449" y="1678"/>
                  <a:pt x="422551" y="2033"/>
                  <a:pt x="422551" y="2439"/>
                </a:cubicBezTo>
                <a:lnTo>
                  <a:pt x="422551" y="104251"/>
                </a:lnTo>
                <a:close/>
                <a:moveTo>
                  <a:pt x="481340" y="99303"/>
                </a:moveTo>
                <a:cubicBezTo>
                  <a:pt x="481340" y="100776"/>
                  <a:pt x="481239" y="101943"/>
                  <a:pt x="481036" y="102806"/>
                </a:cubicBezTo>
                <a:cubicBezTo>
                  <a:pt x="480833" y="103670"/>
                  <a:pt x="480528" y="104304"/>
                  <a:pt x="480122" y="104710"/>
                </a:cubicBezTo>
                <a:cubicBezTo>
                  <a:pt x="479716" y="105116"/>
                  <a:pt x="479107" y="105497"/>
                  <a:pt x="478294" y="105853"/>
                </a:cubicBezTo>
                <a:cubicBezTo>
                  <a:pt x="477482" y="106208"/>
                  <a:pt x="476555" y="106500"/>
                  <a:pt x="475515" y="106728"/>
                </a:cubicBezTo>
                <a:cubicBezTo>
                  <a:pt x="474474" y="106957"/>
                  <a:pt x="473370" y="107147"/>
                  <a:pt x="472202" y="107299"/>
                </a:cubicBezTo>
                <a:cubicBezTo>
                  <a:pt x="471034" y="107452"/>
                  <a:pt x="469867" y="107528"/>
                  <a:pt x="468699" y="107528"/>
                </a:cubicBezTo>
                <a:cubicBezTo>
                  <a:pt x="465145" y="107528"/>
                  <a:pt x="462099" y="107058"/>
                  <a:pt x="459561" y="106117"/>
                </a:cubicBezTo>
                <a:cubicBezTo>
                  <a:pt x="457022" y="105174"/>
                  <a:pt x="454941" y="103749"/>
                  <a:pt x="453316" y="101840"/>
                </a:cubicBezTo>
                <a:cubicBezTo>
                  <a:pt x="451692" y="99932"/>
                  <a:pt x="450511" y="97515"/>
                  <a:pt x="449775" y="94589"/>
                </a:cubicBezTo>
                <a:cubicBezTo>
                  <a:pt x="449039" y="91664"/>
                  <a:pt x="448671" y="88216"/>
                  <a:pt x="448671" y="84247"/>
                </a:cubicBezTo>
                <a:lnTo>
                  <a:pt x="448671" y="44093"/>
                </a:lnTo>
                <a:lnTo>
                  <a:pt x="439076" y="44093"/>
                </a:lnTo>
                <a:cubicBezTo>
                  <a:pt x="438314" y="44093"/>
                  <a:pt x="437705" y="43686"/>
                  <a:pt x="437248" y="42874"/>
                </a:cubicBezTo>
                <a:cubicBezTo>
                  <a:pt x="436791" y="42062"/>
                  <a:pt x="436563" y="40742"/>
                  <a:pt x="436563" y="38914"/>
                </a:cubicBezTo>
                <a:cubicBezTo>
                  <a:pt x="436563" y="37950"/>
                  <a:pt x="436626" y="37137"/>
                  <a:pt x="436753" y="36477"/>
                </a:cubicBezTo>
                <a:cubicBezTo>
                  <a:pt x="436880" y="35817"/>
                  <a:pt x="437045" y="35272"/>
                  <a:pt x="437248" y="34840"/>
                </a:cubicBezTo>
                <a:cubicBezTo>
                  <a:pt x="437451" y="34408"/>
                  <a:pt x="437717" y="34104"/>
                  <a:pt x="438047" y="33926"/>
                </a:cubicBezTo>
                <a:cubicBezTo>
                  <a:pt x="438377" y="33748"/>
                  <a:pt x="438746" y="33660"/>
                  <a:pt x="439152" y="33660"/>
                </a:cubicBezTo>
                <a:lnTo>
                  <a:pt x="448671" y="33660"/>
                </a:lnTo>
                <a:lnTo>
                  <a:pt x="448671" y="17363"/>
                </a:lnTo>
                <a:cubicBezTo>
                  <a:pt x="448671" y="17007"/>
                  <a:pt x="448760" y="16677"/>
                  <a:pt x="448937" y="16373"/>
                </a:cubicBezTo>
                <a:cubicBezTo>
                  <a:pt x="449115" y="16068"/>
                  <a:pt x="449445" y="15802"/>
                  <a:pt x="449927" y="15573"/>
                </a:cubicBezTo>
                <a:cubicBezTo>
                  <a:pt x="450410" y="15345"/>
                  <a:pt x="451057" y="15180"/>
                  <a:pt x="451869" y="15078"/>
                </a:cubicBezTo>
                <a:cubicBezTo>
                  <a:pt x="452682" y="14977"/>
                  <a:pt x="453697" y="14926"/>
                  <a:pt x="454915" y="14926"/>
                </a:cubicBezTo>
                <a:cubicBezTo>
                  <a:pt x="456185" y="14926"/>
                  <a:pt x="457225" y="14977"/>
                  <a:pt x="458038" y="15078"/>
                </a:cubicBezTo>
                <a:cubicBezTo>
                  <a:pt x="458850" y="15180"/>
                  <a:pt x="459485" y="15345"/>
                  <a:pt x="459941" y="15573"/>
                </a:cubicBezTo>
                <a:cubicBezTo>
                  <a:pt x="460398" y="15802"/>
                  <a:pt x="460728" y="16068"/>
                  <a:pt x="460931" y="16373"/>
                </a:cubicBezTo>
                <a:cubicBezTo>
                  <a:pt x="461135" y="16677"/>
                  <a:pt x="461236" y="17007"/>
                  <a:pt x="461236" y="17363"/>
                </a:cubicBezTo>
                <a:lnTo>
                  <a:pt x="461236" y="33660"/>
                </a:lnTo>
                <a:lnTo>
                  <a:pt x="478827" y="33660"/>
                </a:lnTo>
                <a:cubicBezTo>
                  <a:pt x="479234" y="33660"/>
                  <a:pt x="479589" y="33748"/>
                  <a:pt x="479894" y="33926"/>
                </a:cubicBezTo>
                <a:cubicBezTo>
                  <a:pt x="480198" y="34104"/>
                  <a:pt x="480465" y="34408"/>
                  <a:pt x="480693" y="34840"/>
                </a:cubicBezTo>
                <a:cubicBezTo>
                  <a:pt x="480922" y="35272"/>
                  <a:pt x="481087" y="35817"/>
                  <a:pt x="481188" y="36477"/>
                </a:cubicBezTo>
                <a:cubicBezTo>
                  <a:pt x="481290" y="37137"/>
                  <a:pt x="481340" y="37950"/>
                  <a:pt x="481340" y="38914"/>
                </a:cubicBezTo>
                <a:cubicBezTo>
                  <a:pt x="481340" y="40742"/>
                  <a:pt x="481112" y="42062"/>
                  <a:pt x="480655" y="42874"/>
                </a:cubicBezTo>
                <a:cubicBezTo>
                  <a:pt x="480198" y="43686"/>
                  <a:pt x="479589" y="44093"/>
                  <a:pt x="478827" y="44093"/>
                </a:cubicBezTo>
                <a:lnTo>
                  <a:pt x="461236" y="44093"/>
                </a:lnTo>
                <a:lnTo>
                  <a:pt x="461236" y="82433"/>
                </a:lnTo>
                <a:cubicBezTo>
                  <a:pt x="461236" y="87167"/>
                  <a:pt x="461934" y="90744"/>
                  <a:pt x="463330" y="93164"/>
                </a:cubicBezTo>
                <a:cubicBezTo>
                  <a:pt x="464726" y="95581"/>
                  <a:pt x="467227" y="96790"/>
                  <a:pt x="470831" y="96790"/>
                </a:cubicBezTo>
                <a:cubicBezTo>
                  <a:pt x="471999" y="96790"/>
                  <a:pt x="473040" y="96676"/>
                  <a:pt x="473954" y="96448"/>
                </a:cubicBezTo>
                <a:cubicBezTo>
                  <a:pt x="474867" y="96219"/>
                  <a:pt x="475680" y="95978"/>
                  <a:pt x="476390" y="95724"/>
                </a:cubicBezTo>
                <a:cubicBezTo>
                  <a:pt x="477101" y="95470"/>
                  <a:pt x="477710" y="95229"/>
                  <a:pt x="478218" y="95001"/>
                </a:cubicBezTo>
                <a:cubicBezTo>
                  <a:pt x="478726" y="94772"/>
                  <a:pt x="479183" y="94658"/>
                  <a:pt x="479589" y="94658"/>
                </a:cubicBezTo>
                <a:cubicBezTo>
                  <a:pt x="479843" y="94658"/>
                  <a:pt x="480084" y="94722"/>
                  <a:pt x="480312" y="94848"/>
                </a:cubicBezTo>
                <a:cubicBezTo>
                  <a:pt x="480541" y="94975"/>
                  <a:pt x="480719" y="95217"/>
                  <a:pt x="480845" y="95572"/>
                </a:cubicBezTo>
                <a:cubicBezTo>
                  <a:pt x="480972" y="95927"/>
                  <a:pt x="481087" y="96410"/>
                  <a:pt x="481188" y="97019"/>
                </a:cubicBezTo>
                <a:cubicBezTo>
                  <a:pt x="481290" y="97628"/>
                  <a:pt x="481340" y="98390"/>
                  <a:pt x="481340" y="99303"/>
                </a:cubicBezTo>
                <a:close/>
                <a:moveTo>
                  <a:pt x="514169" y="97895"/>
                </a:moveTo>
                <a:cubicBezTo>
                  <a:pt x="514169" y="101515"/>
                  <a:pt x="513572" y="103924"/>
                  <a:pt x="512379" y="105122"/>
                </a:cubicBezTo>
                <a:cubicBezTo>
                  <a:pt x="511186" y="106320"/>
                  <a:pt x="509016" y="106919"/>
                  <a:pt x="505868" y="106919"/>
                </a:cubicBezTo>
                <a:cubicBezTo>
                  <a:pt x="502822" y="106919"/>
                  <a:pt x="500715" y="106333"/>
                  <a:pt x="499547" y="105160"/>
                </a:cubicBezTo>
                <a:cubicBezTo>
                  <a:pt x="498380" y="103988"/>
                  <a:pt x="497796" y="101642"/>
                  <a:pt x="497796" y="98123"/>
                </a:cubicBezTo>
                <a:cubicBezTo>
                  <a:pt x="497796" y="94503"/>
                  <a:pt x="498392" y="92093"/>
                  <a:pt x="499586" y="90896"/>
                </a:cubicBezTo>
                <a:cubicBezTo>
                  <a:pt x="500779" y="89698"/>
                  <a:pt x="502949" y="89099"/>
                  <a:pt x="506097" y="89099"/>
                </a:cubicBezTo>
                <a:cubicBezTo>
                  <a:pt x="509143" y="89099"/>
                  <a:pt x="511250" y="89685"/>
                  <a:pt x="512417" y="90858"/>
                </a:cubicBezTo>
                <a:cubicBezTo>
                  <a:pt x="513585" y="92030"/>
                  <a:pt x="514169" y="94376"/>
                  <a:pt x="514169" y="97895"/>
                </a:cubicBezTo>
                <a:close/>
                <a:moveTo>
                  <a:pt x="595964" y="100522"/>
                </a:moveTo>
                <a:cubicBezTo>
                  <a:pt x="595964" y="101436"/>
                  <a:pt x="595901" y="102248"/>
                  <a:pt x="595774" y="102959"/>
                </a:cubicBezTo>
                <a:cubicBezTo>
                  <a:pt x="595647" y="103670"/>
                  <a:pt x="595469" y="104266"/>
                  <a:pt x="595241" y="104748"/>
                </a:cubicBezTo>
                <a:cubicBezTo>
                  <a:pt x="595012" y="105231"/>
                  <a:pt x="594708" y="105586"/>
                  <a:pt x="594327" y="105815"/>
                </a:cubicBezTo>
                <a:cubicBezTo>
                  <a:pt x="593946" y="106043"/>
                  <a:pt x="593527" y="106157"/>
                  <a:pt x="593070" y="106157"/>
                </a:cubicBezTo>
                <a:lnTo>
                  <a:pt x="538621" y="106157"/>
                </a:lnTo>
                <a:cubicBezTo>
                  <a:pt x="537910" y="106157"/>
                  <a:pt x="537288" y="106068"/>
                  <a:pt x="536755" y="105891"/>
                </a:cubicBezTo>
                <a:cubicBezTo>
                  <a:pt x="536222" y="105713"/>
                  <a:pt x="535765" y="105421"/>
                  <a:pt x="535385" y="105015"/>
                </a:cubicBezTo>
                <a:cubicBezTo>
                  <a:pt x="535004" y="104609"/>
                  <a:pt x="534725" y="104025"/>
                  <a:pt x="534547" y="103263"/>
                </a:cubicBezTo>
                <a:cubicBezTo>
                  <a:pt x="534369" y="102502"/>
                  <a:pt x="534280" y="101563"/>
                  <a:pt x="534280" y="100446"/>
                </a:cubicBezTo>
                <a:cubicBezTo>
                  <a:pt x="534280" y="99430"/>
                  <a:pt x="534318" y="98542"/>
                  <a:pt x="534395" y="97780"/>
                </a:cubicBezTo>
                <a:cubicBezTo>
                  <a:pt x="534471" y="97019"/>
                  <a:pt x="534636" y="96346"/>
                  <a:pt x="534890" y="95762"/>
                </a:cubicBezTo>
                <a:cubicBezTo>
                  <a:pt x="535143" y="95178"/>
                  <a:pt x="535461" y="94595"/>
                  <a:pt x="535841" y="94011"/>
                </a:cubicBezTo>
                <a:cubicBezTo>
                  <a:pt x="536222" y="93427"/>
                  <a:pt x="536717" y="92805"/>
                  <a:pt x="537326" y="92145"/>
                </a:cubicBezTo>
                <a:lnTo>
                  <a:pt x="556441" y="71862"/>
                </a:lnTo>
                <a:cubicBezTo>
                  <a:pt x="560858" y="67188"/>
                  <a:pt x="564399" y="62997"/>
                  <a:pt x="567064" y="59287"/>
                </a:cubicBezTo>
                <a:cubicBezTo>
                  <a:pt x="569730" y="55578"/>
                  <a:pt x="571786" y="52200"/>
                  <a:pt x="573233" y="49152"/>
                </a:cubicBezTo>
                <a:cubicBezTo>
                  <a:pt x="574679" y="46103"/>
                  <a:pt x="575631" y="43333"/>
                  <a:pt x="576088" y="40844"/>
                </a:cubicBezTo>
                <a:cubicBezTo>
                  <a:pt x="576545" y="38355"/>
                  <a:pt x="576774" y="36018"/>
                  <a:pt x="576774" y="33833"/>
                </a:cubicBezTo>
                <a:cubicBezTo>
                  <a:pt x="576774" y="31647"/>
                  <a:pt x="576418" y="29576"/>
                  <a:pt x="575708" y="27620"/>
                </a:cubicBezTo>
                <a:cubicBezTo>
                  <a:pt x="574997" y="25662"/>
                  <a:pt x="573969" y="23946"/>
                  <a:pt x="572623" y="22472"/>
                </a:cubicBezTo>
                <a:cubicBezTo>
                  <a:pt x="571278" y="20997"/>
                  <a:pt x="569590" y="19828"/>
                  <a:pt x="567559" y="18964"/>
                </a:cubicBezTo>
                <a:cubicBezTo>
                  <a:pt x="565528" y="18100"/>
                  <a:pt x="563193" y="17667"/>
                  <a:pt x="560553" y="17667"/>
                </a:cubicBezTo>
                <a:cubicBezTo>
                  <a:pt x="557456" y="17667"/>
                  <a:pt x="554677" y="18099"/>
                  <a:pt x="552214" y="18962"/>
                </a:cubicBezTo>
                <a:cubicBezTo>
                  <a:pt x="549752" y="19825"/>
                  <a:pt x="547594" y="20764"/>
                  <a:pt x="545741" y="21780"/>
                </a:cubicBezTo>
                <a:cubicBezTo>
                  <a:pt x="543888" y="22795"/>
                  <a:pt x="542340" y="23734"/>
                  <a:pt x="541096" y="24597"/>
                </a:cubicBezTo>
                <a:cubicBezTo>
                  <a:pt x="539852" y="25460"/>
                  <a:pt x="538926" y="25892"/>
                  <a:pt x="538316" y="25892"/>
                </a:cubicBezTo>
                <a:cubicBezTo>
                  <a:pt x="537961" y="25892"/>
                  <a:pt x="537644" y="25790"/>
                  <a:pt x="537365" y="25587"/>
                </a:cubicBezTo>
                <a:cubicBezTo>
                  <a:pt x="537085" y="25384"/>
                  <a:pt x="536857" y="25054"/>
                  <a:pt x="536679" y="24597"/>
                </a:cubicBezTo>
                <a:cubicBezTo>
                  <a:pt x="536501" y="24140"/>
                  <a:pt x="536362" y="23531"/>
                  <a:pt x="536260" y="22770"/>
                </a:cubicBezTo>
                <a:cubicBezTo>
                  <a:pt x="536159" y="22008"/>
                  <a:pt x="536108" y="21094"/>
                  <a:pt x="536108" y="20028"/>
                </a:cubicBezTo>
                <a:cubicBezTo>
                  <a:pt x="536108" y="19267"/>
                  <a:pt x="536133" y="18607"/>
                  <a:pt x="536184" y="18048"/>
                </a:cubicBezTo>
                <a:cubicBezTo>
                  <a:pt x="536235" y="17490"/>
                  <a:pt x="536324" y="17007"/>
                  <a:pt x="536451" y="16601"/>
                </a:cubicBezTo>
                <a:cubicBezTo>
                  <a:pt x="536578" y="16195"/>
                  <a:pt x="536743" y="15814"/>
                  <a:pt x="536946" y="15459"/>
                </a:cubicBezTo>
                <a:cubicBezTo>
                  <a:pt x="537149" y="15104"/>
                  <a:pt x="537555" y="14659"/>
                  <a:pt x="538164" y="14126"/>
                </a:cubicBezTo>
                <a:cubicBezTo>
                  <a:pt x="538773" y="13593"/>
                  <a:pt x="539827" y="12870"/>
                  <a:pt x="541324" y="11956"/>
                </a:cubicBezTo>
                <a:cubicBezTo>
                  <a:pt x="542822" y="11042"/>
                  <a:pt x="544701" y="10141"/>
                  <a:pt x="546960" y="9253"/>
                </a:cubicBezTo>
                <a:cubicBezTo>
                  <a:pt x="549219" y="8364"/>
                  <a:pt x="551707" y="7615"/>
                  <a:pt x="554423" y="7006"/>
                </a:cubicBezTo>
                <a:cubicBezTo>
                  <a:pt x="557139" y="6397"/>
                  <a:pt x="559995" y="6092"/>
                  <a:pt x="562990" y="6092"/>
                </a:cubicBezTo>
                <a:cubicBezTo>
                  <a:pt x="567762" y="6092"/>
                  <a:pt x="571938" y="6766"/>
                  <a:pt x="575517" y="8113"/>
                </a:cubicBezTo>
                <a:cubicBezTo>
                  <a:pt x="579096" y="9458"/>
                  <a:pt x="582066" y="11299"/>
                  <a:pt x="584427" y="13636"/>
                </a:cubicBezTo>
                <a:cubicBezTo>
                  <a:pt x="586788" y="15973"/>
                  <a:pt x="588552" y="18692"/>
                  <a:pt x="589720" y="21792"/>
                </a:cubicBezTo>
                <a:cubicBezTo>
                  <a:pt x="590887" y="24890"/>
                  <a:pt x="591471" y="28192"/>
                  <a:pt x="591471" y="31699"/>
                </a:cubicBezTo>
                <a:cubicBezTo>
                  <a:pt x="591471" y="34849"/>
                  <a:pt x="591192" y="37988"/>
                  <a:pt x="590634" y="41113"/>
                </a:cubicBezTo>
                <a:cubicBezTo>
                  <a:pt x="590075" y="44237"/>
                  <a:pt x="588895" y="47615"/>
                  <a:pt x="587092" y="51249"/>
                </a:cubicBezTo>
                <a:cubicBezTo>
                  <a:pt x="585290" y="54882"/>
                  <a:pt x="582688" y="58921"/>
                  <a:pt x="579287" y="63366"/>
                </a:cubicBezTo>
                <a:cubicBezTo>
                  <a:pt x="575885" y="67812"/>
                  <a:pt x="571367" y="72931"/>
                  <a:pt x="565732" y="78723"/>
                </a:cubicBezTo>
                <a:lnTo>
                  <a:pt x="550120" y="95039"/>
                </a:lnTo>
                <a:lnTo>
                  <a:pt x="592994" y="95039"/>
                </a:lnTo>
                <a:cubicBezTo>
                  <a:pt x="593400" y="95039"/>
                  <a:pt x="593794" y="95153"/>
                  <a:pt x="594175" y="95382"/>
                </a:cubicBezTo>
                <a:cubicBezTo>
                  <a:pt x="594555" y="95610"/>
                  <a:pt x="594885" y="95953"/>
                  <a:pt x="595165" y="96410"/>
                </a:cubicBezTo>
                <a:cubicBezTo>
                  <a:pt x="595444" y="96867"/>
                  <a:pt x="595647" y="97438"/>
                  <a:pt x="595774" y="98123"/>
                </a:cubicBezTo>
                <a:cubicBezTo>
                  <a:pt x="595901" y="98808"/>
                  <a:pt x="595964" y="99608"/>
                  <a:pt x="595964" y="100522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icmp.slt.1">
            <a:extLst xmlns:a="http://schemas.openxmlformats.org/drawingml/2006/main">
              <a:ext uri="{FF2B5EF4-FFF2-40B4-BE49-F238E27FC236}">
                <a16:creationId xmlns:a16="http://schemas.microsoft.com/office/drawing/2014/main" id="{C6F486EF-0253-4323-8C4D-466FD94F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482" y="714107"/>
            <a:ext cx="596193" cy="133877"/>
          </a:xfrm>
          <a:custGeom xmlns:a="http://schemas.openxmlformats.org/drawingml/2006/main">
            <a:pathLst>
              <a:path w="596193" h="133877">
                <a:moveTo>
                  <a:pt x="14088" y="104253"/>
                </a:moveTo>
                <a:cubicBezTo>
                  <a:pt x="14088" y="104660"/>
                  <a:pt x="13987" y="105002"/>
                  <a:pt x="13784" y="105281"/>
                </a:cubicBezTo>
                <a:cubicBezTo>
                  <a:pt x="13581" y="105561"/>
                  <a:pt x="13251" y="105802"/>
                  <a:pt x="12794" y="106005"/>
                </a:cubicBezTo>
                <a:cubicBezTo>
                  <a:pt x="12337" y="106208"/>
                  <a:pt x="11702" y="106360"/>
                  <a:pt x="10890" y="106462"/>
                </a:cubicBezTo>
                <a:cubicBezTo>
                  <a:pt x="10078" y="106563"/>
                  <a:pt x="9037" y="106614"/>
                  <a:pt x="7768" y="106614"/>
                </a:cubicBezTo>
                <a:cubicBezTo>
                  <a:pt x="6549" y="106614"/>
                  <a:pt x="5534" y="106563"/>
                  <a:pt x="4721" y="106462"/>
                </a:cubicBezTo>
                <a:cubicBezTo>
                  <a:pt x="3909" y="106360"/>
                  <a:pt x="3262" y="106208"/>
                  <a:pt x="2780" y="106005"/>
                </a:cubicBezTo>
                <a:cubicBezTo>
                  <a:pt x="2297" y="105802"/>
                  <a:pt x="1967" y="105561"/>
                  <a:pt x="1790" y="105281"/>
                </a:cubicBezTo>
                <a:cubicBezTo>
                  <a:pt x="1612" y="105002"/>
                  <a:pt x="1523" y="104660"/>
                  <a:pt x="1523" y="104253"/>
                </a:cubicBezTo>
                <a:lnTo>
                  <a:pt x="1523" y="35716"/>
                </a:lnTo>
                <a:cubicBezTo>
                  <a:pt x="1523" y="35360"/>
                  <a:pt x="1612" y="35030"/>
                  <a:pt x="1790" y="34726"/>
                </a:cubicBezTo>
                <a:cubicBezTo>
                  <a:pt x="1967" y="34421"/>
                  <a:pt x="2297" y="34167"/>
                  <a:pt x="2780" y="33964"/>
                </a:cubicBezTo>
                <a:cubicBezTo>
                  <a:pt x="3262" y="33761"/>
                  <a:pt x="3909" y="33609"/>
                  <a:pt x="4721" y="33507"/>
                </a:cubicBezTo>
                <a:cubicBezTo>
                  <a:pt x="5534" y="33406"/>
                  <a:pt x="6549" y="33355"/>
                  <a:pt x="7768" y="33355"/>
                </a:cubicBezTo>
                <a:cubicBezTo>
                  <a:pt x="9037" y="33355"/>
                  <a:pt x="10078" y="33406"/>
                  <a:pt x="10890" y="33507"/>
                </a:cubicBezTo>
                <a:cubicBezTo>
                  <a:pt x="11702" y="33609"/>
                  <a:pt x="12337" y="33761"/>
                  <a:pt x="12794" y="33964"/>
                </a:cubicBezTo>
                <a:cubicBezTo>
                  <a:pt x="13251" y="34167"/>
                  <a:pt x="13581" y="34421"/>
                  <a:pt x="13784" y="34726"/>
                </a:cubicBezTo>
                <a:cubicBezTo>
                  <a:pt x="13987" y="35030"/>
                  <a:pt x="14088" y="35360"/>
                  <a:pt x="14088" y="35716"/>
                </a:cubicBezTo>
                <a:lnTo>
                  <a:pt x="14088" y="104253"/>
                </a:lnTo>
                <a:moveTo>
                  <a:pt x="15535" y="12489"/>
                </a:moveTo>
                <a:cubicBezTo>
                  <a:pt x="15535" y="15434"/>
                  <a:pt x="14977" y="17439"/>
                  <a:pt x="13860" y="18505"/>
                </a:cubicBezTo>
                <a:cubicBezTo>
                  <a:pt x="12743" y="19571"/>
                  <a:pt x="10687" y="20104"/>
                  <a:pt x="7691" y="20104"/>
                </a:cubicBezTo>
                <a:cubicBezTo>
                  <a:pt x="4747" y="20104"/>
                  <a:pt x="2729" y="19584"/>
                  <a:pt x="1637" y="18543"/>
                </a:cubicBezTo>
                <a:cubicBezTo>
                  <a:pt x="546" y="17502"/>
                  <a:pt x="0" y="15535"/>
                  <a:pt x="0" y="12641"/>
                </a:cubicBezTo>
                <a:cubicBezTo>
                  <a:pt x="0" y="9697"/>
                  <a:pt x="558" y="7691"/>
                  <a:pt x="1675" y="6625"/>
                </a:cubicBezTo>
                <a:cubicBezTo>
                  <a:pt x="2792" y="5559"/>
                  <a:pt x="4848" y="5026"/>
                  <a:pt x="7844" y="5026"/>
                </a:cubicBezTo>
                <a:cubicBezTo>
                  <a:pt x="10788" y="5026"/>
                  <a:pt x="12806" y="5546"/>
                  <a:pt x="13898" y="6587"/>
                </a:cubicBezTo>
                <a:cubicBezTo>
                  <a:pt x="14989" y="7628"/>
                  <a:pt x="15535" y="9595"/>
                  <a:pt x="15535" y="12489"/>
                </a:cubicBezTo>
                <a:close/>
                <a:moveTo>
                  <a:pt x="86509" y="93897"/>
                </a:moveTo>
                <a:cubicBezTo>
                  <a:pt x="86509" y="94760"/>
                  <a:pt x="86484" y="95508"/>
                  <a:pt x="86433" y="96143"/>
                </a:cubicBezTo>
                <a:cubicBezTo>
                  <a:pt x="86382" y="96778"/>
                  <a:pt x="86294" y="97311"/>
                  <a:pt x="86167" y="97742"/>
                </a:cubicBezTo>
                <a:cubicBezTo>
                  <a:pt x="86040" y="98174"/>
                  <a:pt x="85887" y="98555"/>
                  <a:pt x="85710" y="98885"/>
                </a:cubicBezTo>
                <a:cubicBezTo>
                  <a:pt x="85532" y="99215"/>
                  <a:pt x="85126" y="99697"/>
                  <a:pt x="84491" y="100331"/>
                </a:cubicBezTo>
                <a:cubicBezTo>
                  <a:pt x="83857" y="100966"/>
                  <a:pt x="82778" y="101753"/>
                  <a:pt x="81255" y="102692"/>
                </a:cubicBezTo>
                <a:cubicBezTo>
                  <a:pt x="79732" y="103631"/>
                  <a:pt x="78018" y="104469"/>
                  <a:pt x="76114" y="105205"/>
                </a:cubicBezTo>
                <a:cubicBezTo>
                  <a:pt x="74211" y="105941"/>
                  <a:pt x="72142" y="106538"/>
                  <a:pt x="69908" y="106995"/>
                </a:cubicBezTo>
                <a:cubicBezTo>
                  <a:pt x="67674" y="107452"/>
                  <a:pt x="65364" y="107680"/>
                  <a:pt x="62978" y="107680"/>
                </a:cubicBezTo>
                <a:cubicBezTo>
                  <a:pt x="58054" y="107680"/>
                  <a:pt x="53687" y="106866"/>
                  <a:pt x="49880" y="105239"/>
                </a:cubicBezTo>
                <a:cubicBezTo>
                  <a:pt x="46072" y="103611"/>
                  <a:pt x="42886" y="101233"/>
                  <a:pt x="40323" y="98104"/>
                </a:cubicBezTo>
                <a:cubicBezTo>
                  <a:pt x="37759" y="94975"/>
                  <a:pt x="35804" y="91134"/>
                  <a:pt x="34459" y="86581"/>
                </a:cubicBezTo>
                <a:cubicBezTo>
                  <a:pt x="33113" y="82028"/>
                  <a:pt x="32441" y="76776"/>
                  <a:pt x="32441" y="70825"/>
                </a:cubicBezTo>
                <a:cubicBezTo>
                  <a:pt x="32441" y="64058"/>
                  <a:pt x="33266" y="58246"/>
                  <a:pt x="34916" y="53388"/>
                </a:cubicBezTo>
                <a:cubicBezTo>
                  <a:pt x="36566" y="48530"/>
                  <a:pt x="38825" y="44549"/>
                  <a:pt x="41693" y="41446"/>
                </a:cubicBezTo>
                <a:cubicBezTo>
                  <a:pt x="44562" y="38343"/>
                  <a:pt x="47938" y="36041"/>
                  <a:pt x="51822" y="34540"/>
                </a:cubicBezTo>
                <a:cubicBezTo>
                  <a:pt x="55705" y="33039"/>
                  <a:pt x="59907" y="32289"/>
                  <a:pt x="64425" y="32289"/>
                </a:cubicBezTo>
                <a:cubicBezTo>
                  <a:pt x="66608" y="32289"/>
                  <a:pt x="68728" y="32492"/>
                  <a:pt x="70784" y="32898"/>
                </a:cubicBezTo>
                <a:cubicBezTo>
                  <a:pt x="72840" y="33304"/>
                  <a:pt x="74731" y="33837"/>
                  <a:pt x="76457" y="34497"/>
                </a:cubicBezTo>
                <a:cubicBezTo>
                  <a:pt x="78183" y="35157"/>
                  <a:pt x="79719" y="35919"/>
                  <a:pt x="81064" y="36782"/>
                </a:cubicBezTo>
                <a:cubicBezTo>
                  <a:pt x="82410" y="37645"/>
                  <a:pt x="83387" y="38381"/>
                  <a:pt x="83996" y="38990"/>
                </a:cubicBezTo>
                <a:cubicBezTo>
                  <a:pt x="84606" y="39600"/>
                  <a:pt x="85024" y="40082"/>
                  <a:pt x="85253" y="40437"/>
                </a:cubicBezTo>
                <a:cubicBezTo>
                  <a:pt x="85481" y="40793"/>
                  <a:pt x="85672" y="41211"/>
                  <a:pt x="85824" y="41694"/>
                </a:cubicBezTo>
                <a:cubicBezTo>
                  <a:pt x="85976" y="42176"/>
                  <a:pt x="86078" y="42722"/>
                  <a:pt x="86129" y="43331"/>
                </a:cubicBezTo>
                <a:cubicBezTo>
                  <a:pt x="86179" y="43940"/>
                  <a:pt x="86205" y="44702"/>
                  <a:pt x="86205" y="45616"/>
                </a:cubicBezTo>
                <a:cubicBezTo>
                  <a:pt x="86205" y="47596"/>
                  <a:pt x="85976" y="48979"/>
                  <a:pt x="85519" y="49766"/>
                </a:cubicBezTo>
                <a:cubicBezTo>
                  <a:pt x="85062" y="50553"/>
                  <a:pt x="84504" y="50946"/>
                  <a:pt x="83844" y="50946"/>
                </a:cubicBezTo>
                <a:cubicBezTo>
                  <a:pt x="83082" y="50946"/>
                  <a:pt x="82207" y="50527"/>
                  <a:pt x="81217" y="49690"/>
                </a:cubicBezTo>
                <a:cubicBezTo>
                  <a:pt x="80227" y="48852"/>
                  <a:pt x="78970" y="47926"/>
                  <a:pt x="77447" y="46910"/>
                </a:cubicBezTo>
                <a:cubicBezTo>
                  <a:pt x="75924" y="45895"/>
                  <a:pt x="74084" y="44968"/>
                  <a:pt x="71926" y="44131"/>
                </a:cubicBezTo>
                <a:cubicBezTo>
                  <a:pt x="69768" y="43293"/>
                  <a:pt x="67217" y="42874"/>
                  <a:pt x="64273" y="42874"/>
                </a:cubicBezTo>
                <a:cubicBezTo>
                  <a:pt x="58231" y="42874"/>
                  <a:pt x="53599" y="45204"/>
                  <a:pt x="50375" y="49864"/>
                </a:cubicBezTo>
                <a:cubicBezTo>
                  <a:pt x="47151" y="54522"/>
                  <a:pt x="45539" y="61279"/>
                  <a:pt x="45539" y="70137"/>
                </a:cubicBezTo>
                <a:cubicBezTo>
                  <a:pt x="45539" y="74566"/>
                  <a:pt x="45958" y="78449"/>
                  <a:pt x="46796" y="81783"/>
                </a:cubicBezTo>
                <a:cubicBezTo>
                  <a:pt x="47633" y="85118"/>
                  <a:pt x="48864" y="87906"/>
                  <a:pt x="50489" y="90146"/>
                </a:cubicBezTo>
                <a:cubicBezTo>
                  <a:pt x="52114" y="92386"/>
                  <a:pt x="54106" y="94054"/>
                  <a:pt x="56467" y="95148"/>
                </a:cubicBezTo>
                <a:cubicBezTo>
                  <a:pt x="58828" y="96243"/>
                  <a:pt x="61531" y="96790"/>
                  <a:pt x="64577" y="96790"/>
                </a:cubicBezTo>
                <a:cubicBezTo>
                  <a:pt x="67471" y="96790"/>
                  <a:pt x="70010" y="96333"/>
                  <a:pt x="72193" y="95420"/>
                </a:cubicBezTo>
                <a:cubicBezTo>
                  <a:pt x="74376" y="94506"/>
                  <a:pt x="76267" y="93503"/>
                  <a:pt x="77866" y="92412"/>
                </a:cubicBezTo>
                <a:cubicBezTo>
                  <a:pt x="79465" y="91320"/>
                  <a:pt x="80811" y="90330"/>
                  <a:pt x="81902" y="89442"/>
                </a:cubicBezTo>
                <a:cubicBezTo>
                  <a:pt x="82994" y="88553"/>
                  <a:pt x="83844" y="88109"/>
                  <a:pt x="84453" y="88109"/>
                </a:cubicBezTo>
                <a:cubicBezTo>
                  <a:pt x="84809" y="88109"/>
                  <a:pt x="85113" y="88210"/>
                  <a:pt x="85367" y="88414"/>
                </a:cubicBezTo>
                <a:cubicBezTo>
                  <a:pt x="85621" y="88617"/>
                  <a:pt x="85837" y="88959"/>
                  <a:pt x="86014" y="89442"/>
                </a:cubicBezTo>
                <a:cubicBezTo>
                  <a:pt x="86192" y="89924"/>
                  <a:pt x="86319" y="90533"/>
                  <a:pt x="86395" y="91269"/>
                </a:cubicBezTo>
                <a:cubicBezTo>
                  <a:pt x="86471" y="92005"/>
                  <a:pt x="86509" y="92881"/>
                  <a:pt x="86509" y="93897"/>
                </a:cubicBezTo>
                <a:close/>
                <a:moveTo>
                  <a:pt x="204875" y="104253"/>
                </a:moveTo>
                <a:cubicBezTo>
                  <a:pt x="204875" y="104660"/>
                  <a:pt x="204773" y="105002"/>
                  <a:pt x="204570" y="105281"/>
                </a:cubicBezTo>
                <a:cubicBezTo>
                  <a:pt x="204367" y="105561"/>
                  <a:pt x="204037" y="105802"/>
                  <a:pt x="203580" y="106005"/>
                </a:cubicBezTo>
                <a:cubicBezTo>
                  <a:pt x="203123" y="106208"/>
                  <a:pt x="202489" y="106360"/>
                  <a:pt x="201676" y="106462"/>
                </a:cubicBezTo>
                <a:cubicBezTo>
                  <a:pt x="200864" y="106563"/>
                  <a:pt x="199849" y="106614"/>
                  <a:pt x="198630" y="106614"/>
                </a:cubicBezTo>
                <a:cubicBezTo>
                  <a:pt x="197361" y="106614"/>
                  <a:pt x="196320" y="106563"/>
                  <a:pt x="195508" y="106462"/>
                </a:cubicBezTo>
                <a:cubicBezTo>
                  <a:pt x="194696" y="106360"/>
                  <a:pt x="194048" y="106208"/>
                  <a:pt x="193566" y="106005"/>
                </a:cubicBezTo>
                <a:cubicBezTo>
                  <a:pt x="193084" y="105802"/>
                  <a:pt x="192741" y="105561"/>
                  <a:pt x="192538" y="105281"/>
                </a:cubicBezTo>
                <a:cubicBezTo>
                  <a:pt x="192335" y="105002"/>
                  <a:pt x="192233" y="104660"/>
                  <a:pt x="192233" y="104253"/>
                </a:cubicBezTo>
                <a:lnTo>
                  <a:pt x="192233" y="62598"/>
                </a:lnTo>
                <a:cubicBezTo>
                  <a:pt x="192233" y="59704"/>
                  <a:pt x="191980" y="57064"/>
                  <a:pt x="191472" y="54678"/>
                </a:cubicBezTo>
                <a:cubicBezTo>
                  <a:pt x="190964" y="52292"/>
                  <a:pt x="190152" y="50236"/>
                  <a:pt x="189035" y="48509"/>
                </a:cubicBezTo>
                <a:cubicBezTo>
                  <a:pt x="187918" y="46783"/>
                  <a:pt x="186497" y="45463"/>
                  <a:pt x="184770" y="44549"/>
                </a:cubicBezTo>
                <a:cubicBezTo>
                  <a:pt x="183044" y="43636"/>
                  <a:pt x="181014" y="43179"/>
                  <a:pt x="178678" y="43179"/>
                </a:cubicBezTo>
                <a:cubicBezTo>
                  <a:pt x="175784" y="43179"/>
                  <a:pt x="172878" y="44296"/>
                  <a:pt x="169959" y="46529"/>
                </a:cubicBezTo>
                <a:cubicBezTo>
                  <a:pt x="167039" y="48763"/>
                  <a:pt x="163828" y="52038"/>
                  <a:pt x="160325" y="56353"/>
                </a:cubicBezTo>
                <a:lnTo>
                  <a:pt x="160325" y="104253"/>
                </a:lnTo>
                <a:cubicBezTo>
                  <a:pt x="160325" y="104660"/>
                  <a:pt x="160224" y="105002"/>
                  <a:pt x="160021" y="105281"/>
                </a:cubicBezTo>
                <a:cubicBezTo>
                  <a:pt x="159818" y="105561"/>
                  <a:pt x="159475" y="105802"/>
                  <a:pt x="158993" y="106005"/>
                </a:cubicBezTo>
                <a:cubicBezTo>
                  <a:pt x="158510" y="106208"/>
                  <a:pt x="157863" y="106360"/>
                  <a:pt x="157051" y="106462"/>
                </a:cubicBezTo>
                <a:cubicBezTo>
                  <a:pt x="156238" y="106563"/>
                  <a:pt x="155223" y="106614"/>
                  <a:pt x="154005" y="106614"/>
                </a:cubicBezTo>
                <a:cubicBezTo>
                  <a:pt x="152837" y="106614"/>
                  <a:pt x="151834" y="106563"/>
                  <a:pt x="150997" y="106462"/>
                </a:cubicBezTo>
                <a:cubicBezTo>
                  <a:pt x="150159" y="106360"/>
                  <a:pt x="149499" y="106208"/>
                  <a:pt x="149017" y="106005"/>
                </a:cubicBezTo>
                <a:cubicBezTo>
                  <a:pt x="148534" y="105802"/>
                  <a:pt x="148204" y="105561"/>
                  <a:pt x="148027" y="105281"/>
                </a:cubicBezTo>
                <a:cubicBezTo>
                  <a:pt x="147849" y="105002"/>
                  <a:pt x="147760" y="104660"/>
                  <a:pt x="147760" y="104253"/>
                </a:cubicBezTo>
                <a:lnTo>
                  <a:pt x="147760" y="62598"/>
                </a:lnTo>
                <a:cubicBezTo>
                  <a:pt x="147760" y="59704"/>
                  <a:pt x="147481" y="57064"/>
                  <a:pt x="146922" y="54678"/>
                </a:cubicBezTo>
                <a:cubicBezTo>
                  <a:pt x="146364" y="52292"/>
                  <a:pt x="145526" y="50236"/>
                  <a:pt x="144409" y="48509"/>
                </a:cubicBezTo>
                <a:cubicBezTo>
                  <a:pt x="143292" y="46783"/>
                  <a:pt x="141884" y="45463"/>
                  <a:pt x="140183" y="44549"/>
                </a:cubicBezTo>
                <a:cubicBezTo>
                  <a:pt x="138482" y="43636"/>
                  <a:pt x="136464" y="43179"/>
                  <a:pt x="134129" y="43179"/>
                </a:cubicBezTo>
                <a:cubicBezTo>
                  <a:pt x="131235" y="43179"/>
                  <a:pt x="128316" y="44296"/>
                  <a:pt x="125371" y="46529"/>
                </a:cubicBezTo>
                <a:cubicBezTo>
                  <a:pt x="122427" y="48763"/>
                  <a:pt x="119228" y="52038"/>
                  <a:pt x="115776" y="56353"/>
                </a:cubicBezTo>
                <a:lnTo>
                  <a:pt x="115776" y="104253"/>
                </a:lnTo>
                <a:cubicBezTo>
                  <a:pt x="115776" y="104660"/>
                  <a:pt x="115674" y="105002"/>
                  <a:pt x="115471" y="105281"/>
                </a:cubicBezTo>
                <a:cubicBezTo>
                  <a:pt x="115268" y="105561"/>
                  <a:pt x="114938" y="105802"/>
                  <a:pt x="114481" y="106005"/>
                </a:cubicBezTo>
                <a:cubicBezTo>
                  <a:pt x="114024" y="106208"/>
                  <a:pt x="113390" y="106360"/>
                  <a:pt x="112577" y="106462"/>
                </a:cubicBezTo>
                <a:cubicBezTo>
                  <a:pt x="111765" y="106563"/>
                  <a:pt x="110724" y="106614"/>
                  <a:pt x="109455" y="106614"/>
                </a:cubicBezTo>
                <a:cubicBezTo>
                  <a:pt x="108237" y="106614"/>
                  <a:pt x="107221" y="106563"/>
                  <a:pt x="106409" y="106462"/>
                </a:cubicBezTo>
                <a:cubicBezTo>
                  <a:pt x="105597" y="106360"/>
                  <a:pt x="104949" y="106208"/>
                  <a:pt x="104467" y="106005"/>
                </a:cubicBezTo>
                <a:cubicBezTo>
                  <a:pt x="103985" y="105802"/>
                  <a:pt x="103655" y="105561"/>
                  <a:pt x="103477" y="105281"/>
                </a:cubicBezTo>
                <a:cubicBezTo>
                  <a:pt x="103299" y="105002"/>
                  <a:pt x="103211" y="104660"/>
                  <a:pt x="103211" y="104253"/>
                </a:cubicBezTo>
                <a:lnTo>
                  <a:pt x="103211" y="35716"/>
                </a:lnTo>
                <a:cubicBezTo>
                  <a:pt x="103211" y="35310"/>
                  <a:pt x="103287" y="34967"/>
                  <a:pt x="103439" y="34688"/>
                </a:cubicBezTo>
                <a:cubicBezTo>
                  <a:pt x="103591" y="34408"/>
                  <a:pt x="103896" y="34155"/>
                  <a:pt x="104353" y="33926"/>
                </a:cubicBezTo>
                <a:cubicBezTo>
                  <a:pt x="104810" y="33698"/>
                  <a:pt x="105394" y="33545"/>
                  <a:pt x="106104" y="33469"/>
                </a:cubicBezTo>
                <a:cubicBezTo>
                  <a:pt x="106815" y="33393"/>
                  <a:pt x="107754" y="33355"/>
                  <a:pt x="108922" y="33355"/>
                </a:cubicBezTo>
                <a:cubicBezTo>
                  <a:pt x="110039" y="33355"/>
                  <a:pt x="110966" y="33393"/>
                  <a:pt x="111702" y="33469"/>
                </a:cubicBezTo>
                <a:cubicBezTo>
                  <a:pt x="112438" y="33545"/>
                  <a:pt x="113009" y="33698"/>
                  <a:pt x="113415" y="33926"/>
                </a:cubicBezTo>
                <a:cubicBezTo>
                  <a:pt x="113821" y="34155"/>
                  <a:pt x="114113" y="34408"/>
                  <a:pt x="114291" y="34688"/>
                </a:cubicBezTo>
                <a:cubicBezTo>
                  <a:pt x="114469" y="34967"/>
                  <a:pt x="114557" y="35310"/>
                  <a:pt x="114557" y="35716"/>
                </a:cubicBezTo>
                <a:lnTo>
                  <a:pt x="114557" y="44778"/>
                </a:lnTo>
                <a:cubicBezTo>
                  <a:pt x="118416" y="40463"/>
                  <a:pt x="122160" y="37302"/>
                  <a:pt x="125790" y="35297"/>
                </a:cubicBezTo>
                <a:cubicBezTo>
                  <a:pt x="129420" y="33292"/>
                  <a:pt x="133088" y="32289"/>
                  <a:pt x="136794" y="32289"/>
                </a:cubicBezTo>
                <a:cubicBezTo>
                  <a:pt x="139637" y="32289"/>
                  <a:pt x="142188" y="32619"/>
                  <a:pt x="144447" y="33279"/>
                </a:cubicBezTo>
                <a:cubicBezTo>
                  <a:pt x="146707" y="33939"/>
                  <a:pt x="148699" y="34865"/>
                  <a:pt x="150425" y="36058"/>
                </a:cubicBezTo>
                <a:cubicBezTo>
                  <a:pt x="152152" y="37251"/>
                  <a:pt x="153624" y="38673"/>
                  <a:pt x="154842" y="40323"/>
                </a:cubicBezTo>
                <a:cubicBezTo>
                  <a:pt x="156061" y="41973"/>
                  <a:pt x="157076" y="43813"/>
                  <a:pt x="157888" y="45844"/>
                </a:cubicBezTo>
                <a:cubicBezTo>
                  <a:pt x="160173" y="43356"/>
                  <a:pt x="162343" y="41250"/>
                  <a:pt x="164400" y="39523"/>
                </a:cubicBezTo>
                <a:cubicBezTo>
                  <a:pt x="166456" y="37797"/>
                  <a:pt x="168436" y="36401"/>
                  <a:pt x="170339" y="35335"/>
                </a:cubicBezTo>
                <a:cubicBezTo>
                  <a:pt x="172243" y="34269"/>
                  <a:pt x="174096" y="33495"/>
                  <a:pt x="175899" y="33012"/>
                </a:cubicBezTo>
                <a:cubicBezTo>
                  <a:pt x="177701" y="32530"/>
                  <a:pt x="179516" y="32289"/>
                  <a:pt x="181344" y="32289"/>
                </a:cubicBezTo>
                <a:cubicBezTo>
                  <a:pt x="185760" y="32289"/>
                  <a:pt x="189467" y="33063"/>
                  <a:pt x="192462" y="34612"/>
                </a:cubicBezTo>
                <a:cubicBezTo>
                  <a:pt x="195457" y="36160"/>
                  <a:pt x="197881" y="38229"/>
                  <a:pt x="199734" y="40818"/>
                </a:cubicBezTo>
                <a:cubicBezTo>
                  <a:pt x="201588" y="43407"/>
                  <a:pt x="202908" y="46441"/>
                  <a:pt x="203694" y="49918"/>
                </a:cubicBezTo>
                <a:cubicBezTo>
                  <a:pt x="204481" y="53396"/>
                  <a:pt x="204875" y="57064"/>
                  <a:pt x="204875" y="60922"/>
                </a:cubicBezTo>
                <a:lnTo>
                  <a:pt x="204875" y="104253"/>
                </a:lnTo>
                <a:close/>
                <a:moveTo>
                  <a:pt x="290878" y="68956"/>
                </a:moveTo>
                <a:cubicBezTo>
                  <a:pt x="290878" y="74952"/>
                  <a:pt x="290231" y="80338"/>
                  <a:pt x="288936" y="85115"/>
                </a:cubicBezTo>
                <a:cubicBezTo>
                  <a:pt x="287641" y="89892"/>
                  <a:pt x="285738" y="93946"/>
                  <a:pt x="283225" y="97276"/>
                </a:cubicBezTo>
                <a:cubicBezTo>
                  <a:pt x="280712" y="100604"/>
                  <a:pt x="277602" y="103171"/>
                  <a:pt x="273896" y="104974"/>
                </a:cubicBezTo>
                <a:cubicBezTo>
                  <a:pt x="270190" y="106778"/>
                  <a:pt x="265951" y="107680"/>
                  <a:pt x="261178" y="107680"/>
                </a:cubicBezTo>
                <a:cubicBezTo>
                  <a:pt x="259148" y="107680"/>
                  <a:pt x="257269" y="107477"/>
                  <a:pt x="255543" y="107071"/>
                </a:cubicBezTo>
                <a:cubicBezTo>
                  <a:pt x="253817" y="106665"/>
                  <a:pt x="252129" y="106030"/>
                  <a:pt x="250479" y="105167"/>
                </a:cubicBezTo>
                <a:cubicBezTo>
                  <a:pt x="248829" y="104303"/>
                  <a:pt x="247192" y="103209"/>
                  <a:pt x="245567" y="101888"/>
                </a:cubicBezTo>
                <a:cubicBezTo>
                  <a:pt x="243942" y="100566"/>
                  <a:pt x="242216" y="99016"/>
                  <a:pt x="240389" y="97238"/>
                </a:cubicBezTo>
                <a:lnTo>
                  <a:pt x="240389" y="131445"/>
                </a:lnTo>
                <a:cubicBezTo>
                  <a:pt x="240389" y="131849"/>
                  <a:pt x="240287" y="132204"/>
                  <a:pt x="240084" y="132508"/>
                </a:cubicBezTo>
                <a:cubicBezTo>
                  <a:pt x="239881" y="132813"/>
                  <a:pt x="239551" y="133066"/>
                  <a:pt x="239094" y="133268"/>
                </a:cubicBezTo>
                <a:cubicBezTo>
                  <a:pt x="238637" y="133471"/>
                  <a:pt x="238002" y="133623"/>
                  <a:pt x="237190" y="133725"/>
                </a:cubicBezTo>
                <a:cubicBezTo>
                  <a:pt x="236378" y="133826"/>
                  <a:pt x="235337" y="133877"/>
                  <a:pt x="234068" y="133877"/>
                </a:cubicBezTo>
                <a:cubicBezTo>
                  <a:pt x="232849" y="133877"/>
                  <a:pt x="231834" y="133826"/>
                  <a:pt x="231022" y="133725"/>
                </a:cubicBezTo>
                <a:cubicBezTo>
                  <a:pt x="230209" y="133623"/>
                  <a:pt x="229562" y="133471"/>
                  <a:pt x="229080" y="133268"/>
                </a:cubicBezTo>
                <a:cubicBezTo>
                  <a:pt x="228598" y="133065"/>
                  <a:pt x="228268" y="132811"/>
                  <a:pt x="228090" y="132506"/>
                </a:cubicBezTo>
                <a:cubicBezTo>
                  <a:pt x="227912" y="132201"/>
                  <a:pt x="227823" y="131846"/>
                  <a:pt x="227823" y="131440"/>
                </a:cubicBezTo>
                <a:lnTo>
                  <a:pt x="227823" y="35716"/>
                </a:lnTo>
                <a:cubicBezTo>
                  <a:pt x="227823" y="35259"/>
                  <a:pt x="227899" y="34891"/>
                  <a:pt x="228052" y="34612"/>
                </a:cubicBezTo>
                <a:cubicBezTo>
                  <a:pt x="228204" y="34332"/>
                  <a:pt x="228509" y="34091"/>
                  <a:pt x="228966" y="33888"/>
                </a:cubicBezTo>
                <a:cubicBezTo>
                  <a:pt x="229423" y="33685"/>
                  <a:pt x="230006" y="33545"/>
                  <a:pt x="230717" y="33469"/>
                </a:cubicBezTo>
                <a:cubicBezTo>
                  <a:pt x="231428" y="33393"/>
                  <a:pt x="232291" y="33355"/>
                  <a:pt x="233306" y="33355"/>
                </a:cubicBezTo>
                <a:cubicBezTo>
                  <a:pt x="234372" y="33355"/>
                  <a:pt x="235248" y="33393"/>
                  <a:pt x="235934" y="33469"/>
                </a:cubicBezTo>
                <a:cubicBezTo>
                  <a:pt x="236619" y="33545"/>
                  <a:pt x="237190" y="33685"/>
                  <a:pt x="237647" y="33888"/>
                </a:cubicBezTo>
                <a:cubicBezTo>
                  <a:pt x="238104" y="34091"/>
                  <a:pt x="238421" y="34333"/>
                  <a:pt x="238599" y="34614"/>
                </a:cubicBezTo>
                <a:cubicBezTo>
                  <a:pt x="238777" y="34893"/>
                  <a:pt x="238866" y="35261"/>
                  <a:pt x="238866" y="35718"/>
                </a:cubicBezTo>
                <a:lnTo>
                  <a:pt x="238866" y="44942"/>
                </a:lnTo>
                <a:cubicBezTo>
                  <a:pt x="240947" y="42808"/>
                  <a:pt x="242952" y="40954"/>
                  <a:pt x="244882" y="39378"/>
                </a:cubicBezTo>
                <a:cubicBezTo>
                  <a:pt x="246811" y="37803"/>
                  <a:pt x="248753" y="36495"/>
                  <a:pt x="250707" y="35454"/>
                </a:cubicBezTo>
                <a:cubicBezTo>
                  <a:pt x="252662" y="34412"/>
                  <a:pt x="254667" y="33624"/>
                  <a:pt x="256723" y="33091"/>
                </a:cubicBezTo>
                <a:cubicBezTo>
                  <a:pt x="258780" y="32556"/>
                  <a:pt x="260950" y="32289"/>
                  <a:pt x="263234" y="32289"/>
                </a:cubicBezTo>
                <a:cubicBezTo>
                  <a:pt x="268210" y="32289"/>
                  <a:pt x="272449" y="33254"/>
                  <a:pt x="275952" y="35185"/>
                </a:cubicBezTo>
                <a:cubicBezTo>
                  <a:pt x="279455" y="37116"/>
                  <a:pt x="282311" y="39759"/>
                  <a:pt x="284519" y="43114"/>
                </a:cubicBezTo>
                <a:cubicBezTo>
                  <a:pt x="286728" y="46468"/>
                  <a:pt x="288340" y="50369"/>
                  <a:pt x="289355" y="54816"/>
                </a:cubicBezTo>
                <a:cubicBezTo>
                  <a:pt x="290370" y="59261"/>
                  <a:pt x="290878" y="63975"/>
                  <a:pt x="290878" y="68956"/>
                </a:cubicBezTo>
                <a:moveTo>
                  <a:pt x="277627" y="70403"/>
                </a:moveTo>
                <a:cubicBezTo>
                  <a:pt x="277627" y="66896"/>
                  <a:pt x="277361" y="63502"/>
                  <a:pt x="276828" y="60223"/>
                </a:cubicBezTo>
                <a:cubicBezTo>
                  <a:pt x="276295" y="56943"/>
                  <a:pt x="275381" y="54033"/>
                  <a:pt x="274086" y="51491"/>
                </a:cubicBezTo>
                <a:cubicBezTo>
                  <a:pt x="272792" y="48950"/>
                  <a:pt x="271053" y="46917"/>
                  <a:pt x="268870" y="45392"/>
                </a:cubicBezTo>
                <a:cubicBezTo>
                  <a:pt x="266687" y="43866"/>
                  <a:pt x="263971" y="43103"/>
                  <a:pt x="260721" y="43103"/>
                </a:cubicBezTo>
                <a:cubicBezTo>
                  <a:pt x="259097" y="43103"/>
                  <a:pt x="257498" y="43345"/>
                  <a:pt x="255924" y="43828"/>
                </a:cubicBezTo>
                <a:cubicBezTo>
                  <a:pt x="254350" y="44311"/>
                  <a:pt x="252751" y="45073"/>
                  <a:pt x="251126" y="46115"/>
                </a:cubicBezTo>
                <a:cubicBezTo>
                  <a:pt x="249502" y="47158"/>
                  <a:pt x="247801" y="48531"/>
                  <a:pt x="246024" y="50235"/>
                </a:cubicBezTo>
                <a:cubicBezTo>
                  <a:pt x="244247" y="51939"/>
                  <a:pt x="242369" y="54037"/>
                  <a:pt x="240389" y="56529"/>
                </a:cubicBezTo>
                <a:lnTo>
                  <a:pt x="240389" y="83821"/>
                </a:lnTo>
                <a:cubicBezTo>
                  <a:pt x="243841" y="88042"/>
                  <a:pt x="247115" y="91272"/>
                  <a:pt x="250212" y="93511"/>
                </a:cubicBezTo>
                <a:cubicBezTo>
                  <a:pt x="253309" y="95748"/>
                  <a:pt x="256558" y="96867"/>
                  <a:pt x="259960" y="96867"/>
                </a:cubicBezTo>
                <a:cubicBezTo>
                  <a:pt x="263108" y="96867"/>
                  <a:pt x="265811" y="96104"/>
                  <a:pt x="268070" y="94580"/>
                </a:cubicBezTo>
                <a:cubicBezTo>
                  <a:pt x="270329" y="93053"/>
                  <a:pt x="272157" y="91019"/>
                  <a:pt x="273553" y="88478"/>
                </a:cubicBezTo>
                <a:cubicBezTo>
                  <a:pt x="274949" y="85936"/>
                  <a:pt x="275977" y="83089"/>
                  <a:pt x="276637" y="79937"/>
                </a:cubicBezTo>
                <a:cubicBezTo>
                  <a:pt x="277297" y="76784"/>
                  <a:pt x="277627" y="73607"/>
                  <a:pt x="277627" y="70403"/>
                </a:cubicBezTo>
                <a:close/>
                <a:moveTo>
                  <a:pt x="325924" y="97895"/>
                </a:moveTo>
                <a:cubicBezTo>
                  <a:pt x="325924" y="101515"/>
                  <a:pt x="325328" y="103924"/>
                  <a:pt x="324135" y="105122"/>
                </a:cubicBezTo>
                <a:cubicBezTo>
                  <a:pt x="322941" y="106320"/>
                  <a:pt x="320771" y="106919"/>
                  <a:pt x="317623" y="106919"/>
                </a:cubicBezTo>
                <a:cubicBezTo>
                  <a:pt x="314577" y="106919"/>
                  <a:pt x="312470" y="106333"/>
                  <a:pt x="311303" y="105160"/>
                </a:cubicBezTo>
                <a:cubicBezTo>
                  <a:pt x="310135" y="103988"/>
                  <a:pt x="309551" y="101642"/>
                  <a:pt x="309551" y="98123"/>
                </a:cubicBezTo>
                <a:cubicBezTo>
                  <a:pt x="309551" y="94503"/>
                  <a:pt x="310148" y="92093"/>
                  <a:pt x="311341" y="90896"/>
                </a:cubicBezTo>
                <a:cubicBezTo>
                  <a:pt x="312534" y="89698"/>
                  <a:pt x="314704" y="89099"/>
                  <a:pt x="317852" y="89099"/>
                </a:cubicBezTo>
                <a:cubicBezTo>
                  <a:pt x="320898" y="89099"/>
                  <a:pt x="323005" y="89685"/>
                  <a:pt x="324173" y="90858"/>
                </a:cubicBezTo>
                <a:cubicBezTo>
                  <a:pt x="325340" y="92030"/>
                  <a:pt x="325924" y="94376"/>
                  <a:pt x="325924" y="97895"/>
                </a:cubicBezTo>
                <a:close/>
                <a:moveTo>
                  <a:pt x="392032" y="85651"/>
                </a:moveTo>
                <a:cubicBezTo>
                  <a:pt x="392032" y="89157"/>
                  <a:pt x="391385" y="92282"/>
                  <a:pt x="390090" y="95027"/>
                </a:cubicBezTo>
                <a:cubicBezTo>
                  <a:pt x="388796" y="97770"/>
                  <a:pt x="386955" y="100082"/>
                  <a:pt x="384569" y="101964"/>
                </a:cubicBezTo>
                <a:cubicBezTo>
                  <a:pt x="382183" y="103844"/>
                  <a:pt x="379340" y="105266"/>
                  <a:pt x="376040" y="106231"/>
                </a:cubicBezTo>
                <a:cubicBezTo>
                  <a:pt x="372740" y="107197"/>
                  <a:pt x="369110" y="107680"/>
                  <a:pt x="365150" y="107680"/>
                </a:cubicBezTo>
                <a:cubicBezTo>
                  <a:pt x="362713" y="107680"/>
                  <a:pt x="360390" y="107490"/>
                  <a:pt x="358182" y="107109"/>
                </a:cubicBezTo>
                <a:cubicBezTo>
                  <a:pt x="355974" y="106728"/>
                  <a:pt x="353994" y="106246"/>
                  <a:pt x="352242" y="105662"/>
                </a:cubicBezTo>
                <a:cubicBezTo>
                  <a:pt x="350491" y="105078"/>
                  <a:pt x="349006" y="104469"/>
                  <a:pt x="347787" y="103835"/>
                </a:cubicBezTo>
                <a:cubicBezTo>
                  <a:pt x="346569" y="103200"/>
                  <a:pt x="345680" y="102629"/>
                  <a:pt x="345122" y="102121"/>
                </a:cubicBezTo>
                <a:cubicBezTo>
                  <a:pt x="344563" y="101613"/>
                  <a:pt x="344157" y="100903"/>
                  <a:pt x="343903" y="99989"/>
                </a:cubicBezTo>
                <a:cubicBezTo>
                  <a:pt x="343650" y="99075"/>
                  <a:pt x="343523" y="97831"/>
                  <a:pt x="343523" y="96257"/>
                </a:cubicBezTo>
                <a:cubicBezTo>
                  <a:pt x="343523" y="95293"/>
                  <a:pt x="343573" y="94480"/>
                  <a:pt x="343675" y="93820"/>
                </a:cubicBezTo>
                <a:cubicBezTo>
                  <a:pt x="343776" y="93160"/>
                  <a:pt x="343903" y="92627"/>
                  <a:pt x="344056" y="92221"/>
                </a:cubicBezTo>
                <a:cubicBezTo>
                  <a:pt x="344208" y="91815"/>
                  <a:pt x="344424" y="91523"/>
                  <a:pt x="344703" y="91345"/>
                </a:cubicBezTo>
                <a:cubicBezTo>
                  <a:pt x="344982" y="91168"/>
                  <a:pt x="345300" y="91079"/>
                  <a:pt x="345655" y="91079"/>
                </a:cubicBezTo>
                <a:cubicBezTo>
                  <a:pt x="346213" y="91079"/>
                  <a:pt x="347038" y="91422"/>
                  <a:pt x="348130" y="92107"/>
                </a:cubicBezTo>
                <a:cubicBezTo>
                  <a:pt x="349221" y="92792"/>
                  <a:pt x="350567" y="93541"/>
                  <a:pt x="352166" y="94353"/>
                </a:cubicBezTo>
                <a:cubicBezTo>
                  <a:pt x="353765" y="95166"/>
                  <a:pt x="355656" y="95915"/>
                  <a:pt x="357839" y="96600"/>
                </a:cubicBezTo>
                <a:cubicBezTo>
                  <a:pt x="360022" y="97285"/>
                  <a:pt x="362535" y="97628"/>
                  <a:pt x="365379" y="97628"/>
                </a:cubicBezTo>
                <a:cubicBezTo>
                  <a:pt x="367511" y="97628"/>
                  <a:pt x="369440" y="97400"/>
                  <a:pt x="371166" y="96943"/>
                </a:cubicBezTo>
                <a:cubicBezTo>
                  <a:pt x="372892" y="96484"/>
                  <a:pt x="374390" y="95810"/>
                  <a:pt x="375659" y="94920"/>
                </a:cubicBezTo>
                <a:cubicBezTo>
                  <a:pt x="376928" y="94030"/>
                  <a:pt x="377906" y="92898"/>
                  <a:pt x="378591" y="91524"/>
                </a:cubicBezTo>
                <a:cubicBezTo>
                  <a:pt x="379276" y="90150"/>
                  <a:pt x="379619" y="88522"/>
                  <a:pt x="379619" y="86641"/>
                </a:cubicBezTo>
                <a:cubicBezTo>
                  <a:pt x="379619" y="84710"/>
                  <a:pt x="379124" y="83084"/>
                  <a:pt x="378134" y="81762"/>
                </a:cubicBezTo>
                <a:cubicBezTo>
                  <a:pt x="377144" y="80441"/>
                  <a:pt x="375837" y="79272"/>
                  <a:pt x="374212" y="78257"/>
                </a:cubicBezTo>
                <a:cubicBezTo>
                  <a:pt x="372588" y="77240"/>
                  <a:pt x="370760" y="76338"/>
                  <a:pt x="368729" y="75551"/>
                </a:cubicBezTo>
                <a:cubicBezTo>
                  <a:pt x="366698" y="74762"/>
                  <a:pt x="364604" y="73937"/>
                  <a:pt x="362447" y="73074"/>
                </a:cubicBezTo>
                <a:cubicBezTo>
                  <a:pt x="360289" y="72209"/>
                  <a:pt x="358182" y="71230"/>
                  <a:pt x="356126" y="70137"/>
                </a:cubicBezTo>
                <a:cubicBezTo>
                  <a:pt x="354070" y="69044"/>
                  <a:pt x="352229" y="67709"/>
                  <a:pt x="350605" y="66134"/>
                </a:cubicBezTo>
                <a:cubicBezTo>
                  <a:pt x="348980" y="64559"/>
                  <a:pt x="347673" y="62679"/>
                  <a:pt x="346683" y="60494"/>
                </a:cubicBezTo>
                <a:cubicBezTo>
                  <a:pt x="345693" y="58309"/>
                  <a:pt x="345198" y="55692"/>
                  <a:pt x="345198" y="52643"/>
                </a:cubicBezTo>
                <a:cubicBezTo>
                  <a:pt x="345198" y="49949"/>
                  <a:pt x="345718" y="47370"/>
                  <a:pt x="346759" y="44906"/>
                </a:cubicBezTo>
                <a:cubicBezTo>
                  <a:pt x="347800" y="42441"/>
                  <a:pt x="349361" y="40281"/>
                  <a:pt x="351443" y="38426"/>
                </a:cubicBezTo>
                <a:cubicBezTo>
                  <a:pt x="353524" y="36570"/>
                  <a:pt x="356126" y="35084"/>
                  <a:pt x="359248" y="33967"/>
                </a:cubicBezTo>
                <a:cubicBezTo>
                  <a:pt x="362370" y="32848"/>
                  <a:pt x="366013" y="32289"/>
                  <a:pt x="370176" y="32289"/>
                </a:cubicBezTo>
                <a:cubicBezTo>
                  <a:pt x="372004" y="32289"/>
                  <a:pt x="373831" y="32444"/>
                  <a:pt x="375659" y="32753"/>
                </a:cubicBezTo>
                <a:cubicBezTo>
                  <a:pt x="377487" y="33062"/>
                  <a:pt x="379137" y="33449"/>
                  <a:pt x="380609" y="33912"/>
                </a:cubicBezTo>
                <a:cubicBezTo>
                  <a:pt x="382081" y="34375"/>
                  <a:pt x="383338" y="34877"/>
                  <a:pt x="384379" y="35418"/>
                </a:cubicBezTo>
                <a:cubicBezTo>
                  <a:pt x="385419" y="35959"/>
                  <a:pt x="386206" y="36436"/>
                  <a:pt x="386739" y="36849"/>
                </a:cubicBezTo>
                <a:cubicBezTo>
                  <a:pt x="387272" y="37261"/>
                  <a:pt x="387628" y="37620"/>
                  <a:pt x="387806" y="37924"/>
                </a:cubicBezTo>
                <a:cubicBezTo>
                  <a:pt x="387983" y="38229"/>
                  <a:pt x="388110" y="38571"/>
                  <a:pt x="388186" y="38952"/>
                </a:cubicBezTo>
                <a:cubicBezTo>
                  <a:pt x="388262" y="39333"/>
                  <a:pt x="388339" y="39803"/>
                  <a:pt x="388415" y="40361"/>
                </a:cubicBezTo>
                <a:cubicBezTo>
                  <a:pt x="388491" y="40920"/>
                  <a:pt x="388529" y="41605"/>
                  <a:pt x="388529" y="42417"/>
                </a:cubicBezTo>
                <a:cubicBezTo>
                  <a:pt x="388529" y="43280"/>
                  <a:pt x="388491" y="44029"/>
                  <a:pt x="388415" y="44664"/>
                </a:cubicBezTo>
                <a:cubicBezTo>
                  <a:pt x="388339" y="45298"/>
                  <a:pt x="388212" y="45819"/>
                  <a:pt x="388034" y="46225"/>
                </a:cubicBezTo>
                <a:cubicBezTo>
                  <a:pt x="387856" y="46631"/>
                  <a:pt x="387641" y="46923"/>
                  <a:pt x="387387" y="47101"/>
                </a:cubicBezTo>
                <a:cubicBezTo>
                  <a:pt x="387133" y="47278"/>
                  <a:pt x="386854" y="47367"/>
                  <a:pt x="386549" y="47367"/>
                </a:cubicBezTo>
                <a:cubicBezTo>
                  <a:pt x="386092" y="47367"/>
                  <a:pt x="385432" y="47084"/>
                  <a:pt x="384569" y="46518"/>
                </a:cubicBezTo>
                <a:cubicBezTo>
                  <a:pt x="383706" y="45951"/>
                  <a:pt x="382589" y="45346"/>
                  <a:pt x="381218" y="44702"/>
                </a:cubicBezTo>
                <a:cubicBezTo>
                  <a:pt x="379848" y="44058"/>
                  <a:pt x="378236" y="43452"/>
                  <a:pt x="376383" y="42886"/>
                </a:cubicBezTo>
                <a:cubicBezTo>
                  <a:pt x="374530" y="42320"/>
                  <a:pt x="372410" y="42036"/>
                  <a:pt x="370024" y="42036"/>
                </a:cubicBezTo>
                <a:cubicBezTo>
                  <a:pt x="367892" y="42036"/>
                  <a:pt x="366013" y="42278"/>
                  <a:pt x="364389" y="42762"/>
                </a:cubicBezTo>
                <a:cubicBezTo>
                  <a:pt x="362764" y="43245"/>
                  <a:pt x="361431" y="43931"/>
                  <a:pt x="360390" y="44821"/>
                </a:cubicBezTo>
                <a:cubicBezTo>
                  <a:pt x="359350" y="45711"/>
                  <a:pt x="358563" y="46767"/>
                  <a:pt x="358030" y="47988"/>
                </a:cubicBezTo>
                <a:cubicBezTo>
                  <a:pt x="357497" y="49208"/>
                  <a:pt x="357230" y="50531"/>
                  <a:pt x="357230" y="51955"/>
                </a:cubicBezTo>
                <a:cubicBezTo>
                  <a:pt x="357230" y="53937"/>
                  <a:pt x="357738" y="55601"/>
                  <a:pt x="358753" y="56948"/>
                </a:cubicBezTo>
                <a:cubicBezTo>
                  <a:pt x="359769" y="58295"/>
                  <a:pt x="361089" y="59477"/>
                  <a:pt x="362713" y="60494"/>
                </a:cubicBezTo>
                <a:cubicBezTo>
                  <a:pt x="364338" y="61509"/>
                  <a:pt x="366191" y="62424"/>
                  <a:pt x="368272" y="63238"/>
                </a:cubicBezTo>
                <a:cubicBezTo>
                  <a:pt x="370354" y="64050"/>
                  <a:pt x="372473" y="64889"/>
                  <a:pt x="374631" y="65753"/>
                </a:cubicBezTo>
                <a:cubicBezTo>
                  <a:pt x="376789" y="66616"/>
                  <a:pt x="378921" y="67582"/>
                  <a:pt x="381028" y="68649"/>
                </a:cubicBezTo>
                <a:cubicBezTo>
                  <a:pt x="383135" y="69717"/>
                  <a:pt x="385001" y="71013"/>
                  <a:pt x="386625" y="72538"/>
                </a:cubicBezTo>
                <a:cubicBezTo>
                  <a:pt x="388250" y="74063"/>
                  <a:pt x="389557" y="75893"/>
                  <a:pt x="390547" y="78028"/>
                </a:cubicBezTo>
                <a:cubicBezTo>
                  <a:pt x="391537" y="80162"/>
                  <a:pt x="392032" y="82703"/>
                  <a:pt x="392032" y="85651"/>
                </a:cubicBezTo>
                <a:close/>
                <a:moveTo>
                  <a:pt x="422552" y="104251"/>
                </a:moveTo>
                <a:cubicBezTo>
                  <a:pt x="422552" y="104657"/>
                  <a:pt x="422450" y="105001"/>
                  <a:pt x="422247" y="105281"/>
                </a:cubicBezTo>
                <a:cubicBezTo>
                  <a:pt x="422044" y="105561"/>
                  <a:pt x="421714" y="105802"/>
                  <a:pt x="421257" y="106005"/>
                </a:cubicBezTo>
                <a:cubicBezTo>
                  <a:pt x="420800" y="106208"/>
                  <a:pt x="420166" y="106360"/>
                  <a:pt x="419353" y="106462"/>
                </a:cubicBezTo>
                <a:cubicBezTo>
                  <a:pt x="418541" y="106563"/>
                  <a:pt x="417500" y="106614"/>
                  <a:pt x="416231" y="106614"/>
                </a:cubicBezTo>
                <a:cubicBezTo>
                  <a:pt x="415012" y="106614"/>
                  <a:pt x="413997" y="106563"/>
                  <a:pt x="413185" y="106462"/>
                </a:cubicBezTo>
                <a:cubicBezTo>
                  <a:pt x="412373" y="106360"/>
                  <a:pt x="411725" y="106208"/>
                  <a:pt x="411243" y="106005"/>
                </a:cubicBezTo>
                <a:cubicBezTo>
                  <a:pt x="410761" y="105802"/>
                  <a:pt x="410431" y="105561"/>
                  <a:pt x="410253" y="105281"/>
                </a:cubicBezTo>
                <a:cubicBezTo>
                  <a:pt x="410075" y="105001"/>
                  <a:pt x="409986" y="104657"/>
                  <a:pt x="409986" y="104251"/>
                </a:cubicBezTo>
                <a:lnTo>
                  <a:pt x="409986" y="2439"/>
                </a:lnTo>
                <a:cubicBezTo>
                  <a:pt x="409986" y="2033"/>
                  <a:pt x="410075" y="1678"/>
                  <a:pt x="410253" y="1373"/>
                </a:cubicBezTo>
                <a:cubicBezTo>
                  <a:pt x="410431" y="1067"/>
                  <a:pt x="410761" y="812"/>
                  <a:pt x="411243" y="609"/>
                </a:cubicBezTo>
                <a:cubicBezTo>
                  <a:pt x="411725" y="406"/>
                  <a:pt x="412373" y="254"/>
                  <a:pt x="413185" y="152"/>
                </a:cubicBezTo>
                <a:cubicBezTo>
                  <a:pt x="413997" y="51"/>
                  <a:pt x="415012" y="0"/>
                  <a:pt x="416231" y="0"/>
                </a:cubicBezTo>
                <a:cubicBezTo>
                  <a:pt x="417500" y="0"/>
                  <a:pt x="418541" y="51"/>
                  <a:pt x="419353" y="152"/>
                </a:cubicBezTo>
                <a:cubicBezTo>
                  <a:pt x="420166" y="254"/>
                  <a:pt x="420800" y="406"/>
                  <a:pt x="421257" y="609"/>
                </a:cubicBezTo>
                <a:cubicBezTo>
                  <a:pt x="421714" y="812"/>
                  <a:pt x="422044" y="1067"/>
                  <a:pt x="422247" y="1373"/>
                </a:cubicBezTo>
                <a:cubicBezTo>
                  <a:pt x="422450" y="1678"/>
                  <a:pt x="422552" y="2033"/>
                  <a:pt x="422552" y="2439"/>
                </a:cubicBezTo>
                <a:lnTo>
                  <a:pt x="422552" y="104251"/>
                </a:lnTo>
                <a:close/>
                <a:moveTo>
                  <a:pt x="481341" y="99303"/>
                </a:moveTo>
                <a:cubicBezTo>
                  <a:pt x="481341" y="100776"/>
                  <a:pt x="481240" y="101943"/>
                  <a:pt x="481037" y="102806"/>
                </a:cubicBezTo>
                <a:cubicBezTo>
                  <a:pt x="480834" y="103670"/>
                  <a:pt x="480529" y="104304"/>
                  <a:pt x="480123" y="104710"/>
                </a:cubicBezTo>
                <a:cubicBezTo>
                  <a:pt x="479717" y="105116"/>
                  <a:pt x="479107" y="105497"/>
                  <a:pt x="478295" y="105853"/>
                </a:cubicBezTo>
                <a:cubicBezTo>
                  <a:pt x="477483" y="106208"/>
                  <a:pt x="476556" y="106500"/>
                  <a:pt x="475516" y="106728"/>
                </a:cubicBezTo>
                <a:cubicBezTo>
                  <a:pt x="474475" y="106957"/>
                  <a:pt x="473371" y="107147"/>
                  <a:pt x="472203" y="107299"/>
                </a:cubicBezTo>
                <a:cubicBezTo>
                  <a:pt x="471035" y="107452"/>
                  <a:pt x="469868" y="107528"/>
                  <a:pt x="468700" y="107528"/>
                </a:cubicBezTo>
                <a:cubicBezTo>
                  <a:pt x="465146" y="107528"/>
                  <a:pt x="462100" y="107058"/>
                  <a:pt x="459562" y="106117"/>
                </a:cubicBezTo>
                <a:cubicBezTo>
                  <a:pt x="457023" y="105174"/>
                  <a:pt x="454942" y="103749"/>
                  <a:pt x="453317" y="101840"/>
                </a:cubicBezTo>
                <a:cubicBezTo>
                  <a:pt x="451692" y="99932"/>
                  <a:pt x="450512" y="97515"/>
                  <a:pt x="449776" y="94589"/>
                </a:cubicBezTo>
                <a:cubicBezTo>
                  <a:pt x="449040" y="91664"/>
                  <a:pt x="448672" y="88216"/>
                  <a:pt x="448672" y="84247"/>
                </a:cubicBezTo>
                <a:lnTo>
                  <a:pt x="448672" y="44093"/>
                </a:lnTo>
                <a:lnTo>
                  <a:pt x="439076" y="44093"/>
                </a:lnTo>
                <a:cubicBezTo>
                  <a:pt x="438315" y="44093"/>
                  <a:pt x="437706" y="43686"/>
                  <a:pt x="437249" y="42874"/>
                </a:cubicBezTo>
                <a:cubicBezTo>
                  <a:pt x="436792" y="42062"/>
                  <a:pt x="436563" y="40742"/>
                  <a:pt x="436563" y="38914"/>
                </a:cubicBezTo>
                <a:cubicBezTo>
                  <a:pt x="436563" y="37950"/>
                  <a:pt x="436627" y="37137"/>
                  <a:pt x="436754" y="36477"/>
                </a:cubicBezTo>
                <a:cubicBezTo>
                  <a:pt x="436881" y="35817"/>
                  <a:pt x="437046" y="35272"/>
                  <a:pt x="437249" y="34840"/>
                </a:cubicBezTo>
                <a:cubicBezTo>
                  <a:pt x="437452" y="34408"/>
                  <a:pt x="437718" y="34104"/>
                  <a:pt x="438048" y="33926"/>
                </a:cubicBezTo>
                <a:cubicBezTo>
                  <a:pt x="438378" y="33748"/>
                  <a:pt x="438746" y="33660"/>
                  <a:pt x="439153" y="33660"/>
                </a:cubicBezTo>
                <a:lnTo>
                  <a:pt x="448672" y="33660"/>
                </a:lnTo>
                <a:lnTo>
                  <a:pt x="448672" y="17363"/>
                </a:lnTo>
                <a:cubicBezTo>
                  <a:pt x="448672" y="17007"/>
                  <a:pt x="448761" y="16677"/>
                  <a:pt x="448938" y="16373"/>
                </a:cubicBezTo>
                <a:cubicBezTo>
                  <a:pt x="449116" y="16068"/>
                  <a:pt x="449446" y="15802"/>
                  <a:pt x="449928" y="15573"/>
                </a:cubicBezTo>
                <a:cubicBezTo>
                  <a:pt x="450411" y="15345"/>
                  <a:pt x="451058" y="15180"/>
                  <a:pt x="451870" y="15078"/>
                </a:cubicBezTo>
                <a:cubicBezTo>
                  <a:pt x="452682" y="14977"/>
                  <a:pt x="453698" y="14926"/>
                  <a:pt x="454916" y="14926"/>
                </a:cubicBezTo>
                <a:cubicBezTo>
                  <a:pt x="456185" y="14926"/>
                  <a:pt x="457226" y="14977"/>
                  <a:pt x="458038" y="15078"/>
                </a:cubicBezTo>
                <a:cubicBezTo>
                  <a:pt x="458851" y="15180"/>
                  <a:pt x="459485" y="15345"/>
                  <a:pt x="459942" y="15573"/>
                </a:cubicBezTo>
                <a:cubicBezTo>
                  <a:pt x="460399" y="15802"/>
                  <a:pt x="460729" y="16068"/>
                  <a:pt x="460932" y="16373"/>
                </a:cubicBezTo>
                <a:cubicBezTo>
                  <a:pt x="461135" y="16677"/>
                  <a:pt x="461237" y="17007"/>
                  <a:pt x="461237" y="17363"/>
                </a:cubicBezTo>
                <a:lnTo>
                  <a:pt x="461237" y="33660"/>
                </a:lnTo>
                <a:lnTo>
                  <a:pt x="478828" y="33660"/>
                </a:lnTo>
                <a:cubicBezTo>
                  <a:pt x="479234" y="33660"/>
                  <a:pt x="479590" y="33748"/>
                  <a:pt x="479894" y="33926"/>
                </a:cubicBezTo>
                <a:cubicBezTo>
                  <a:pt x="480199" y="34104"/>
                  <a:pt x="480466" y="34408"/>
                  <a:pt x="480694" y="34840"/>
                </a:cubicBezTo>
                <a:cubicBezTo>
                  <a:pt x="480922" y="35272"/>
                  <a:pt x="481087" y="35817"/>
                  <a:pt x="481189" y="36477"/>
                </a:cubicBezTo>
                <a:cubicBezTo>
                  <a:pt x="481291" y="37137"/>
                  <a:pt x="481341" y="37950"/>
                  <a:pt x="481341" y="38914"/>
                </a:cubicBezTo>
                <a:cubicBezTo>
                  <a:pt x="481341" y="40742"/>
                  <a:pt x="481113" y="42062"/>
                  <a:pt x="480656" y="42874"/>
                </a:cubicBezTo>
                <a:cubicBezTo>
                  <a:pt x="480199" y="43686"/>
                  <a:pt x="479590" y="44093"/>
                  <a:pt x="478828" y="44093"/>
                </a:cubicBezTo>
                <a:lnTo>
                  <a:pt x="461237" y="44093"/>
                </a:lnTo>
                <a:lnTo>
                  <a:pt x="461237" y="82433"/>
                </a:lnTo>
                <a:cubicBezTo>
                  <a:pt x="461237" y="87167"/>
                  <a:pt x="461935" y="90744"/>
                  <a:pt x="463331" y="93164"/>
                </a:cubicBezTo>
                <a:cubicBezTo>
                  <a:pt x="464727" y="95581"/>
                  <a:pt x="467228" y="96790"/>
                  <a:pt x="470832" y="96790"/>
                </a:cubicBezTo>
                <a:cubicBezTo>
                  <a:pt x="472000" y="96790"/>
                  <a:pt x="473041" y="96676"/>
                  <a:pt x="473954" y="96448"/>
                </a:cubicBezTo>
                <a:cubicBezTo>
                  <a:pt x="474868" y="96219"/>
                  <a:pt x="475681" y="95978"/>
                  <a:pt x="476391" y="95724"/>
                </a:cubicBezTo>
                <a:cubicBezTo>
                  <a:pt x="477102" y="95470"/>
                  <a:pt x="477711" y="95229"/>
                  <a:pt x="478219" y="95001"/>
                </a:cubicBezTo>
                <a:cubicBezTo>
                  <a:pt x="478727" y="94772"/>
                  <a:pt x="479184" y="94658"/>
                  <a:pt x="479590" y="94658"/>
                </a:cubicBezTo>
                <a:cubicBezTo>
                  <a:pt x="479844" y="94658"/>
                  <a:pt x="480085" y="94722"/>
                  <a:pt x="480313" y="94848"/>
                </a:cubicBezTo>
                <a:cubicBezTo>
                  <a:pt x="480542" y="94975"/>
                  <a:pt x="480719" y="95217"/>
                  <a:pt x="480846" y="95572"/>
                </a:cubicBezTo>
                <a:cubicBezTo>
                  <a:pt x="480973" y="95927"/>
                  <a:pt x="481087" y="96410"/>
                  <a:pt x="481189" y="97019"/>
                </a:cubicBezTo>
                <a:cubicBezTo>
                  <a:pt x="481291" y="97628"/>
                  <a:pt x="481341" y="98390"/>
                  <a:pt x="481341" y="99303"/>
                </a:cubicBezTo>
                <a:close/>
                <a:moveTo>
                  <a:pt x="514169" y="97895"/>
                </a:moveTo>
                <a:cubicBezTo>
                  <a:pt x="514169" y="101515"/>
                  <a:pt x="513572" y="103924"/>
                  <a:pt x="512379" y="105122"/>
                </a:cubicBezTo>
                <a:cubicBezTo>
                  <a:pt x="511186" y="106320"/>
                  <a:pt x="509016" y="106919"/>
                  <a:pt x="505868" y="106919"/>
                </a:cubicBezTo>
                <a:cubicBezTo>
                  <a:pt x="502822" y="106919"/>
                  <a:pt x="500715" y="106333"/>
                  <a:pt x="499547" y="105160"/>
                </a:cubicBezTo>
                <a:cubicBezTo>
                  <a:pt x="498380" y="103988"/>
                  <a:pt x="497796" y="101642"/>
                  <a:pt x="497796" y="98123"/>
                </a:cubicBezTo>
                <a:cubicBezTo>
                  <a:pt x="497796" y="94503"/>
                  <a:pt x="498392" y="92093"/>
                  <a:pt x="499586" y="90896"/>
                </a:cubicBezTo>
                <a:cubicBezTo>
                  <a:pt x="500779" y="89698"/>
                  <a:pt x="502949" y="89099"/>
                  <a:pt x="506097" y="89099"/>
                </a:cubicBezTo>
                <a:cubicBezTo>
                  <a:pt x="509143" y="89099"/>
                  <a:pt x="511250" y="89685"/>
                  <a:pt x="512417" y="90858"/>
                </a:cubicBezTo>
                <a:cubicBezTo>
                  <a:pt x="513585" y="92030"/>
                  <a:pt x="514169" y="94376"/>
                  <a:pt x="514169" y="97895"/>
                </a:cubicBezTo>
                <a:close/>
                <a:moveTo>
                  <a:pt x="596193" y="100979"/>
                </a:moveTo>
                <a:cubicBezTo>
                  <a:pt x="596193" y="101943"/>
                  <a:pt x="596117" y="102756"/>
                  <a:pt x="595964" y="103416"/>
                </a:cubicBezTo>
                <a:cubicBezTo>
                  <a:pt x="595812" y="104076"/>
                  <a:pt x="595609" y="104609"/>
                  <a:pt x="595355" y="105015"/>
                </a:cubicBezTo>
                <a:cubicBezTo>
                  <a:pt x="595101" y="105421"/>
                  <a:pt x="594809" y="105713"/>
                  <a:pt x="594479" y="105891"/>
                </a:cubicBezTo>
                <a:cubicBezTo>
                  <a:pt x="594149" y="106068"/>
                  <a:pt x="593807" y="106157"/>
                  <a:pt x="593451" y="106157"/>
                </a:cubicBezTo>
                <a:lnTo>
                  <a:pt x="541972" y="106157"/>
                </a:lnTo>
                <a:cubicBezTo>
                  <a:pt x="541616" y="106157"/>
                  <a:pt x="541286" y="106068"/>
                  <a:pt x="540982" y="105891"/>
                </a:cubicBezTo>
                <a:cubicBezTo>
                  <a:pt x="540677" y="105713"/>
                  <a:pt x="540385" y="105421"/>
                  <a:pt x="540106" y="105015"/>
                </a:cubicBezTo>
                <a:cubicBezTo>
                  <a:pt x="539827" y="104609"/>
                  <a:pt x="539611" y="104076"/>
                  <a:pt x="539459" y="103416"/>
                </a:cubicBezTo>
                <a:cubicBezTo>
                  <a:pt x="539306" y="102756"/>
                  <a:pt x="539230" y="101943"/>
                  <a:pt x="539230" y="100979"/>
                </a:cubicBezTo>
                <a:cubicBezTo>
                  <a:pt x="539230" y="100065"/>
                  <a:pt x="539306" y="99278"/>
                  <a:pt x="539459" y="98618"/>
                </a:cubicBezTo>
                <a:cubicBezTo>
                  <a:pt x="539611" y="97958"/>
                  <a:pt x="539801" y="97412"/>
                  <a:pt x="540030" y="96981"/>
                </a:cubicBezTo>
                <a:cubicBezTo>
                  <a:pt x="540258" y="96549"/>
                  <a:pt x="540538" y="96219"/>
                  <a:pt x="540868" y="95991"/>
                </a:cubicBezTo>
                <a:cubicBezTo>
                  <a:pt x="541198" y="95762"/>
                  <a:pt x="541566" y="95648"/>
                  <a:pt x="541972" y="95648"/>
                </a:cubicBezTo>
                <a:lnTo>
                  <a:pt x="562533" y="95648"/>
                </a:lnTo>
                <a:lnTo>
                  <a:pt x="562533" y="20637"/>
                </a:lnTo>
                <a:lnTo>
                  <a:pt x="543495" y="32060"/>
                </a:lnTo>
                <a:cubicBezTo>
                  <a:pt x="542530" y="32568"/>
                  <a:pt x="541756" y="32873"/>
                  <a:pt x="541172" y="32974"/>
                </a:cubicBezTo>
                <a:cubicBezTo>
                  <a:pt x="540588" y="33076"/>
                  <a:pt x="540119" y="32962"/>
                  <a:pt x="539763" y="32632"/>
                </a:cubicBezTo>
                <a:cubicBezTo>
                  <a:pt x="539408" y="32302"/>
                  <a:pt x="539167" y="31755"/>
                  <a:pt x="539040" y="30992"/>
                </a:cubicBezTo>
                <a:cubicBezTo>
                  <a:pt x="538913" y="30227"/>
                  <a:pt x="538850" y="29259"/>
                  <a:pt x="538850" y="28089"/>
                </a:cubicBezTo>
                <a:cubicBezTo>
                  <a:pt x="538850" y="27222"/>
                  <a:pt x="538888" y="26484"/>
                  <a:pt x="538964" y="25873"/>
                </a:cubicBezTo>
                <a:cubicBezTo>
                  <a:pt x="539040" y="25262"/>
                  <a:pt x="539154" y="24753"/>
                  <a:pt x="539306" y="24345"/>
                </a:cubicBezTo>
                <a:cubicBezTo>
                  <a:pt x="539459" y="23937"/>
                  <a:pt x="539675" y="23581"/>
                  <a:pt x="539954" y="23277"/>
                </a:cubicBezTo>
                <a:cubicBezTo>
                  <a:pt x="540233" y="22970"/>
                  <a:pt x="540601" y="22665"/>
                  <a:pt x="541058" y="22360"/>
                </a:cubicBezTo>
                <a:lnTo>
                  <a:pt x="563752" y="7770"/>
                </a:lnTo>
                <a:cubicBezTo>
                  <a:pt x="563955" y="7618"/>
                  <a:pt x="564208" y="7491"/>
                  <a:pt x="564513" y="7389"/>
                </a:cubicBezTo>
                <a:cubicBezTo>
                  <a:pt x="564818" y="7286"/>
                  <a:pt x="565198" y="7184"/>
                  <a:pt x="565655" y="7082"/>
                </a:cubicBezTo>
                <a:cubicBezTo>
                  <a:pt x="566112" y="6981"/>
                  <a:pt x="566645" y="6917"/>
                  <a:pt x="567255" y="6892"/>
                </a:cubicBezTo>
                <a:cubicBezTo>
                  <a:pt x="567864" y="6866"/>
                  <a:pt x="568625" y="6854"/>
                  <a:pt x="569539" y="6854"/>
                </a:cubicBezTo>
                <a:cubicBezTo>
                  <a:pt x="570758" y="6854"/>
                  <a:pt x="571773" y="6905"/>
                  <a:pt x="572585" y="7006"/>
                </a:cubicBezTo>
                <a:cubicBezTo>
                  <a:pt x="573398" y="7108"/>
                  <a:pt x="574032" y="7247"/>
                  <a:pt x="574489" y="7425"/>
                </a:cubicBezTo>
                <a:cubicBezTo>
                  <a:pt x="574946" y="7603"/>
                  <a:pt x="575251" y="7832"/>
                  <a:pt x="575403" y="8113"/>
                </a:cubicBezTo>
                <a:cubicBezTo>
                  <a:pt x="575555" y="8392"/>
                  <a:pt x="575631" y="8684"/>
                  <a:pt x="575631" y="8988"/>
                </a:cubicBezTo>
                <a:lnTo>
                  <a:pt x="575631" y="95648"/>
                </a:lnTo>
                <a:lnTo>
                  <a:pt x="593451" y="95648"/>
                </a:lnTo>
                <a:cubicBezTo>
                  <a:pt x="593857" y="95648"/>
                  <a:pt x="594238" y="95762"/>
                  <a:pt x="594593" y="95991"/>
                </a:cubicBezTo>
                <a:cubicBezTo>
                  <a:pt x="594949" y="96219"/>
                  <a:pt x="595241" y="96549"/>
                  <a:pt x="595469" y="96981"/>
                </a:cubicBezTo>
                <a:cubicBezTo>
                  <a:pt x="595698" y="97412"/>
                  <a:pt x="595875" y="97958"/>
                  <a:pt x="596002" y="98618"/>
                </a:cubicBezTo>
                <a:cubicBezTo>
                  <a:pt x="596129" y="99278"/>
                  <a:pt x="596193" y="100065"/>
                  <a:pt x="596193" y="100979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3C215-396D-4E5B-AE6B-AACAAC9C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689" y="335750"/>
            <a:ext cx="380025" cy="196511"/>
          </a:xfrm>
          <a:custGeom xmlns:a="http://schemas.openxmlformats.org/drawingml/2006/main">
            <a:pathLst>
              <a:path w="380025" h="196511">
                <a:moveTo>
                  <a:pt x="380025" y="96696"/>
                </a:moveTo>
                <a:lnTo>
                  <a:pt x="283330" y="196511"/>
                </a:lnTo>
                <a:lnTo>
                  <a:pt x="282810" y="147643"/>
                </a:lnTo>
                <a:lnTo>
                  <a:pt x="1560" y="151802"/>
                </a:lnTo>
                <a:lnTo>
                  <a:pt x="0" y="53547"/>
                </a:lnTo>
                <a:lnTo>
                  <a:pt x="281250" y="49388"/>
                </a:lnTo>
                <a:lnTo>
                  <a:pt x="280210" y="0"/>
                </a:lnTo>
                <a:lnTo>
                  <a:pt x="380025" y="96696"/>
                </a:lnTo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7E9C9-FC57-40CA-9789-2A4E660A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689" y="335750"/>
            <a:ext cx="380025" cy="196511"/>
          </a:xfrm>
          <a:custGeom xmlns:a="http://schemas.openxmlformats.org/drawingml/2006/main">
            <a:pathLst>
              <a:path w="380025" h="196511" fill="none">
                <a:moveTo>
                  <a:pt x="380025" y="96696"/>
                </a:moveTo>
                <a:lnTo>
                  <a:pt x="283330" y="196511"/>
                </a:lnTo>
                <a:lnTo>
                  <a:pt x="282810" y="147643"/>
                </a:lnTo>
                <a:lnTo>
                  <a:pt x="1560" y="151802"/>
                </a:lnTo>
                <a:lnTo>
                  <a:pt x="0" y="53547"/>
                </a:lnTo>
                <a:lnTo>
                  <a:pt x="281250" y="49388"/>
                </a:lnTo>
                <a:lnTo>
                  <a:pt x="280210" y="0"/>
                </a:lnTo>
                <a:lnTo>
                  <a:pt x="380025" y="966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97" cap="sq">
            <a:solidFill>
              <a:srgbClr val="A5A5A5"/>
            </a:solidFill>
            <a:miter/>
          </a:ln>
        </p:spPr>
      </p:sp>
      <p:sp>
        <p:nvSpPr>
          <p:cNvPr id="98" name="Text simplify">
            <a:extLst xmlns:a="http://schemas.openxmlformats.org/drawingml/2006/main">
              <a:ext uri="{FF2B5EF4-FFF2-40B4-BE49-F238E27FC236}">
                <a16:creationId xmlns:a16="http://schemas.microsoft.com/office/drawing/2014/main" id="{67BB90C5-2427-4C6E-B4F8-D9DF7C8F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751" y="132960"/>
            <a:ext cx="484056" cy="134334"/>
          </a:xfrm>
          <a:custGeom xmlns:a="http://schemas.openxmlformats.org/drawingml/2006/main">
            <a:pathLst>
              <a:path w="484056" h="134334">
                <a:moveTo>
                  <a:pt x="48509" y="86108"/>
                </a:moveTo>
                <a:cubicBezTo>
                  <a:pt x="48509" y="89614"/>
                  <a:pt x="47862" y="92739"/>
                  <a:pt x="46568" y="95484"/>
                </a:cubicBezTo>
                <a:cubicBezTo>
                  <a:pt x="45273" y="98227"/>
                  <a:pt x="43433" y="100539"/>
                  <a:pt x="41046" y="102421"/>
                </a:cubicBezTo>
                <a:cubicBezTo>
                  <a:pt x="38660" y="104301"/>
                  <a:pt x="35817" y="105723"/>
                  <a:pt x="32517" y="106688"/>
                </a:cubicBezTo>
                <a:cubicBezTo>
                  <a:pt x="29217" y="107654"/>
                  <a:pt x="25587" y="108137"/>
                  <a:pt x="21627" y="108137"/>
                </a:cubicBezTo>
                <a:cubicBezTo>
                  <a:pt x="19191" y="108137"/>
                  <a:pt x="16868" y="107947"/>
                  <a:pt x="14659" y="107566"/>
                </a:cubicBezTo>
                <a:cubicBezTo>
                  <a:pt x="12451" y="107185"/>
                  <a:pt x="10471" y="106703"/>
                  <a:pt x="8720" y="106119"/>
                </a:cubicBezTo>
                <a:cubicBezTo>
                  <a:pt x="6968" y="105535"/>
                  <a:pt x="5483" y="104926"/>
                  <a:pt x="4265" y="104291"/>
                </a:cubicBezTo>
                <a:cubicBezTo>
                  <a:pt x="3046" y="103657"/>
                  <a:pt x="2158" y="103086"/>
                  <a:pt x="1599" y="102578"/>
                </a:cubicBezTo>
                <a:cubicBezTo>
                  <a:pt x="1041" y="102070"/>
                  <a:pt x="635" y="101360"/>
                  <a:pt x="381" y="100446"/>
                </a:cubicBezTo>
                <a:cubicBezTo>
                  <a:pt x="127" y="99532"/>
                  <a:pt x="0" y="98288"/>
                  <a:pt x="0" y="96714"/>
                </a:cubicBezTo>
                <a:cubicBezTo>
                  <a:pt x="0" y="95750"/>
                  <a:pt x="51" y="94937"/>
                  <a:pt x="152" y="94277"/>
                </a:cubicBezTo>
                <a:cubicBezTo>
                  <a:pt x="254" y="93617"/>
                  <a:pt x="381" y="93084"/>
                  <a:pt x="533" y="92678"/>
                </a:cubicBezTo>
                <a:cubicBezTo>
                  <a:pt x="685" y="92272"/>
                  <a:pt x="901" y="91980"/>
                  <a:pt x="1180" y="91802"/>
                </a:cubicBezTo>
                <a:cubicBezTo>
                  <a:pt x="1460" y="91625"/>
                  <a:pt x="1777" y="91536"/>
                  <a:pt x="2132" y="91536"/>
                </a:cubicBezTo>
                <a:cubicBezTo>
                  <a:pt x="2691" y="91536"/>
                  <a:pt x="3516" y="91879"/>
                  <a:pt x="4607" y="92564"/>
                </a:cubicBezTo>
                <a:cubicBezTo>
                  <a:pt x="5699" y="93249"/>
                  <a:pt x="7044" y="93998"/>
                  <a:pt x="8643" y="94810"/>
                </a:cubicBezTo>
                <a:cubicBezTo>
                  <a:pt x="10243" y="95623"/>
                  <a:pt x="12134" y="96372"/>
                  <a:pt x="14317" y="97057"/>
                </a:cubicBezTo>
                <a:cubicBezTo>
                  <a:pt x="16500" y="97742"/>
                  <a:pt x="19013" y="98085"/>
                  <a:pt x="21856" y="98085"/>
                </a:cubicBezTo>
                <a:cubicBezTo>
                  <a:pt x="23988" y="98085"/>
                  <a:pt x="25917" y="97857"/>
                  <a:pt x="27644" y="97400"/>
                </a:cubicBezTo>
                <a:cubicBezTo>
                  <a:pt x="29370" y="96941"/>
                  <a:pt x="30867" y="96267"/>
                  <a:pt x="32137" y="95377"/>
                </a:cubicBezTo>
                <a:cubicBezTo>
                  <a:pt x="33406" y="94487"/>
                  <a:pt x="34383" y="93355"/>
                  <a:pt x="35068" y="91981"/>
                </a:cubicBezTo>
                <a:cubicBezTo>
                  <a:pt x="35754" y="90607"/>
                  <a:pt x="36096" y="88979"/>
                  <a:pt x="36096" y="87098"/>
                </a:cubicBezTo>
                <a:cubicBezTo>
                  <a:pt x="36096" y="85167"/>
                  <a:pt x="35601" y="83541"/>
                  <a:pt x="34612" y="82219"/>
                </a:cubicBezTo>
                <a:cubicBezTo>
                  <a:pt x="33622" y="80897"/>
                  <a:pt x="32314" y="79729"/>
                  <a:pt x="30690" y="78714"/>
                </a:cubicBezTo>
                <a:cubicBezTo>
                  <a:pt x="29065" y="77697"/>
                  <a:pt x="27237" y="76795"/>
                  <a:pt x="25207" y="76008"/>
                </a:cubicBezTo>
                <a:cubicBezTo>
                  <a:pt x="23176" y="75219"/>
                  <a:pt x="21082" y="74393"/>
                  <a:pt x="18924" y="73530"/>
                </a:cubicBezTo>
                <a:cubicBezTo>
                  <a:pt x="16766" y="72666"/>
                  <a:pt x="14659" y="71687"/>
                  <a:pt x="12603" y="70594"/>
                </a:cubicBezTo>
                <a:cubicBezTo>
                  <a:pt x="10547" y="69501"/>
                  <a:pt x="8707" y="68166"/>
                  <a:pt x="7082" y="66591"/>
                </a:cubicBezTo>
                <a:cubicBezTo>
                  <a:pt x="5458" y="65016"/>
                  <a:pt x="4150" y="63136"/>
                  <a:pt x="3160" y="60951"/>
                </a:cubicBezTo>
                <a:cubicBezTo>
                  <a:pt x="2170" y="58766"/>
                  <a:pt x="1675" y="56149"/>
                  <a:pt x="1675" y="53100"/>
                </a:cubicBezTo>
                <a:cubicBezTo>
                  <a:pt x="1675" y="50406"/>
                  <a:pt x="2196" y="47827"/>
                  <a:pt x="3237" y="45363"/>
                </a:cubicBezTo>
                <a:cubicBezTo>
                  <a:pt x="4277" y="42898"/>
                  <a:pt x="5838" y="40738"/>
                  <a:pt x="7920" y="38883"/>
                </a:cubicBezTo>
                <a:cubicBezTo>
                  <a:pt x="10001" y="37027"/>
                  <a:pt x="12603" y="35540"/>
                  <a:pt x="15726" y="34424"/>
                </a:cubicBezTo>
                <a:cubicBezTo>
                  <a:pt x="18848" y="33305"/>
                  <a:pt x="22491" y="32746"/>
                  <a:pt x="26654" y="32746"/>
                </a:cubicBezTo>
                <a:cubicBezTo>
                  <a:pt x="28481" y="32746"/>
                  <a:pt x="30309" y="32900"/>
                  <a:pt x="32137" y="33210"/>
                </a:cubicBezTo>
                <a:cubicBezTo>
                  <a:pt x="33964" y="33519"/>
                  <a:pt x="35614" y="33906"/>
                  <a:pt x="37086" y="34369"/>
                </a:cubicBezTo>
                <a:cubicBezTo>
                  <a:pt x="38559" y="34832"/>
                  <a:pt x="39815" y="35334"/>
                  <a:pt x="40856" y="35875"/>
                </a:cubicBezTo>
                <a:cubicBezTo>
                  <a:pt x="41897" y="36416"/>
                  <a:pt x="42684" y="36893"/>
                  <a:pt x="43217" y="37305"/>
                </a:cubicBezTo>
                <a:cubicBezTo>
                  <a:pt x="43750" y="37718"/>
                  <a:pt x="44105" y="38076"/>
                  <a:pt x="44283" y="38381"/>
                </a:cubicBezTo>
                <a:cubicBezTo>
                  <a:pt x="44461" y="38686"/>
                  <a:pt x="44588" y="39028"/>
                  <a:pt x="44664" y="39409"/>
                </a:cubicBezTo>
                <a:cubicBezTo>
                  <a:pt x="44740" y="39790"/>
                  <a:pt x="44816" y="40260"/>
                  <a:pt x="44892" y="40818"/>
                </a:cubicBezTo>
                <a:cubicBezTo>
                  <a:pt x="44968" y="41376"/>
                  <a:pt x="45006" y="42062"/>
                  <a:pt x="45006" y="42874"/>
                </a:cubicBezTo>
                <a:cubicBezTo>
                  <a:pt x="45006" y="43737"/>
                  <a:pt x="44968" y="44486"/>
                  <a:pt x="44892" y="45121"/>
                </a:cubicBezTo>
                <a:cubicBezTo>
                  <a:pt x="44816" y="45755"/>
                  <a:pt x="44689" y="46276"/>
                  <a:pt x="44511" y="46682"/>
                </a:cubicBezTo>
                <a:cubicBezTo>
                  <a:pt x="44334" y="47088"/>
                  <a:pt x="44118" y="47380"/>
                  <a:pt x="43864" y="47558"/>
                </a:cubicBezTo>
                <a:cubicBezTo>
                  <a:pt x="43610" y="47735"/>
                  <a:pt x="43331" y="47824"/>
                  <a:pt x="43026" y="47824"/>
                </a:cubicBezTo>
                <a:cubicBezTo>
                  <a:pt x="42569" y="47824"/>
                  <a:pt x="41909" y="47541"/>
                  <a:pt x="41046" y="46974"/>
                </a:cubicBezTo>
                <a:cubicBezTo>
                  <a:pt x="40183" y="46408"/>
                  <a:pt x="39066" y="45803"/>
                  <a:pt x="37696" y="45159"/>
                </a:cubicBezTo>
                <a:cubicBezTo>
                  <a:pt x="36325" y="44515"/>
                  <a:pt x="34713" y="43909"/>
                  <a:pt x="32860" y="43343"/>
                </a:cubicBezTo>
                <a:cubicBezTo>
                  <a:pt x="31007" y="42777"/>
                  <a:pt x="28887" y="42493"/>
                  <a:pt x="26501" y="42493"/>
                </a:cubicBezTo>
                <a:cubicBezTo>
                  <a:pt x="24369" y="42493"/>
                  <a:pt x="22491" y="42735"/>
                  <a:pt x="20866" y="43219"/>
                </a:cubicBezTo>
                <a:cubicBezTo>
                  <a:pt x="19241" y="43701"/>
                  <a:pt x="17909" y="44388"/>
                  <a:pt x="16868" y="45278"/>
                </a:cubicBezTo>
                <a:cubicBezTo>
                  <a:pt x="15827" y="46168"/>
                  <a:pt x="15040" y="47224"/>
                  <a:pt x="14507" y="48445"/>
                </a:cubicBezTo>
                <a:cubicBezTo>
                  <a:pt x="13974" y="49665"/>
                  <a:pt x="13708" y="50988"/>
                  <a:pt x="13708" y="52412"/>
                </a:cubicBezTo>
                <a:cubicBezTo>
                  <a:pt x="13708" y="54394"/>
                  <a:pt x="14215" y="56058"/>
                  <a:pt x="15231" y="57405"/>
                </a:cubicBezTo>
                <a:cubicBezTo>
                  <a:pt x="16246" y="58752"/>
                  <a:pt x="17566" y="59934"/>
                  <a:pt x="19191" y="60951"/>
                </a:cubicBezTo>
                <a:cubicBezTo>
                  <a:pt x="20815" y="61966"/>
                  <a:pt x="22668" y="62881"/>
                  <a:pt x="24750" y="63695"/>
                </a:cubicBezTo>
                <a:cubicBezTo>
                  <a:pt x="26831" y="64507"/>
                  <a:pt x="28951" y="65346"/>
                  <a:pt x="31108" y="66210"/>
                </a:cubicBezTo>
                <a:cubicBezTo>
                  <a:pt x="33266" y="67073"/>
                  <a:pt x="35398" y="68039"/>
                  <a:pt x="37505" y="69106"/>
                </a:cubicBezTo>
                <a:cubicBezTo>
                  <a:pt x="39612" y="70174"/>
                  <a:pt x="41478" y="71470"/>
                  <a:pt x="43103" y="72995"/>
                </a:cubicBezTo>
                <a:cubicBezTo>
                  <a:pt x="44727" y="74520"/>
                  <a:pt x="46034" y="76350"/>
                  <a:pt x="47024" y="78485"/>
                </a:cubicBezTo>
                <a:cubicBezTo>
                  <a:pt x="48014" y="80619"/>
                  <a:pt x="48509" y="83160"/>
                  <a:pt x="48509" y="86108"/>
                </a:cubicBezTo>
                <a:close/>
                <a:moveTo>
                  <a:pt x="79045" y="104710"/>
                </a:moveTo>
                <a:cubicBezTo>
                  <a:pt x="79045" y="105116"/>
                  <a:pt x="78943" y="105459"/>
                  <a:pt x="78740" y="105738"/>
                </a:cubicBezTo>
                <a:cubicBezTo>
                  <a:pt x="78537" y="106018"/>
                  <a:pt x="78207" y="106259"/>
                  <a:pt x="77750" y="106462"/>
                </a:cubicBezTo>
                <a:cubicBezTo>
                  <a:pt x="77293" y="106665"/>
                  <a:pt x="76659" y="106817"/>
                  <a:pt x="75846" y="106919"/>
                </a:cubicBezTo>
                <a:cubicBezTo>
                  <a:pt x="75034" y="107020"/>
                  <a:pt x="73993" y="107071"/>
                  <a:pt x="72724" y="107071"/>
                </a:cubicBezTo>
                <a:cubicBezTo>
                  <a:pt x="71506" y="107071"/>
                  <a:pt x="70490" y="107020"/>
                  <a:pt x="69678" y="106919"/>
                </a:cubicBezTo>
                <a:cubicBezTo>
                  <a:pt x="68866" y="106817"/>
                  <a:pt x="68218" y="106665"/>
                  <a:pt x="67736" y="106462"/>
                </a:cubicBezTo>
                <a:cubicBezTo>
                  <a:pt x="67254" y="106259"/>
                  <a:pt x="66924" y="106018"/>
                  <a:pt x="66746" y="105738"/>
                </a:cubicBezTo>
                <a:cubicBezTo>
                  <a:pt x="66568" y="105459"/>
                  <a:pt x="66479" y="105116"/>
                  <a:pt x="66479" y="104710"/>
                </a:cubicBezTo>
                <a:lnTo>
                  <a:pt x="66479" y="36173"/>
                </a:lnTo>
                <a:cubicBezTo>
                  <a:pt x="66479" y="35817"/>
                  <a:pt x="66568" y="35487"/>
                  <a:pt x="66746" y="35183"/>
                </a:cubicBezTo>
                <a:cubicBezTo>
                  <a:pt x="66924" y="34878"/>
                  <a:pt x="67254" y="34624"/>
                  <a:pt x="67736" y="34421"/>
                </a:cubicBezTo>
                <a:cubicBezTo>
                  <a:pt x="68218" y="34218"/>
                  <a:pt x="68866" y="34066"/>
                  <a:pt x="69678" y="33964"/>
                </a:cubicBezTo>
                <a:cubicBezTo>
                  <a:pt x="70490" y="33863"/>
                  <a:pt x="71506" y="33812"/>
                  <a:pt x="72724" y="33812"/>
                </a:cubicBezTo>
                <a:cubicBezTo>
                  <a:pt x="73993" y="33812"/>
                  <a:pt x="75034" y="33863"/>
                  <a:pt x="75846" y="33964"/>
                </a:cubicBezTo>
                <a:cubicBezTo>
                  <a:pt x="76659" y="34066"/>
                  <a:pt x="77293" y="34218"/>
                  <a:pt x="77750" y="34421"/>
                </a:cubicBezTo>
                <a:cubicBezTo>
                  <a:pt x="78207" y="34624"/>
                  <a:pt x="78537" y="34878"/>
                  <a:pt x="78740" y="35183"/>
                </a:cubicBezTo>
                <a:cubicBezTo>
                  <a:pt x="78943" y="35487"/>
                  <a:pt x="79045" y="35817"/>
                  <a:pt x="79045" y="36173"/>
                </a:cubicBezTo>
                <a:lnTo>
                  <a:pt x="79045" y="104710"/>
                </a:lnTo>
                <a:moveTo>
                  <a:pt x="80492" y="12946"/>
                </a:moveTo>
                <a:cubicBezTo>
                  <a:pt x="80492" y="15891"/>
                  <a:pt x="79933" y="17896"/>
                  <a:pt x="78816" y="18962"/>
                </a:cubicBezTo>
                <a:cubicBezTo>
                  <a:pt x="77699" y="20028"/>
                  <a:pt x="75643" y="20561"/>
                  <a:pt x="72648" y="20561"/>
                </a:cubicBezTo>
                <a:cubicBezTo>
                  <a:pt x="69703" y="20561"/>
                  <a:pt x="67685" y="20041"/>
                  <a:pt x="66594" y="19000"/>
                </a:cubicBezTo>
                <a:cubicBezTo>
                  <a:pt x="65502" y="17959"/>
                  <a:pt x="64956" y="15992"/>
                  <a:pt x="64956" y="13098"/>
                </a:cubicBezTo>
                <a:cubicBezTo>
                  <a:pt x="64956" y="10154"/>
                  <a:pt x="65515" y="8148"/>
                  <a:pt x="66632" y="7082"/>
                </a:cubicBezTo>
                <a:cubicBezTo>
                  <a:pt x="67749" y="6016"/>
                  <a:pt x="69805" y="5483"/>
                  <a:pt x="72800" y="5483"/>
                </a:cubicBezTo>
                <a:cubicBezTo>
                  <a:pt x="75745" y="5483"/>
                  <a:pt x="77763" y="6003"/>
                  <a:pt x="78854" y="7044"/>
                </a:cubicBezTo>
                <a:cubicBezTo>
                  <a:pt x="79946" y="8085"/>
                  <a:pt x="80492" y="10052"/>
                  <a:pt x="80492" y="12946"/>
                </a:cubicBezTo>
                <a:close/>
                <a:moveTo>
                  <a:pt x="203874" y="104710"/>
                </a:moveTo>
                <a:cubicBezTo>
                  <a:pt x="203874" y="105116"/>
                  <a:pt x="203772" y="105459"/>
                  <a:pt x="203569" y="105738"/>
                </a:cubicBezTo>
                <a:cubicBezTo>
                  <a:pt x="203366" y="106018"/>
                  <a:pt x="203036" y="106259"/>
                  <a:pt x="202579" y="106462"/>
                </a:cubicBezTo>
                <a:cubicBezTo>
                  <a:pt x="202122" y="106665"/>
                  <a:pt x="201488" y="106817"/>
                  <a:pt x="200675" y="106919"/>
                </a:cubicBezTo>
                <a:cubicBezTo>
                  <a:pt x="199863" y="107020"/>
                  <a:pt x="198848" y="107071"/>
                  <a:pt x="197629" y="107071"/>
                </a:cubicBezTo>
                <a:cubicBezTo>
                  <a:pt x="196360" y="107071"/>
                  <a:pt x="195319" y="107020"/>
                  <a:pt x="194507" y="106919"/>
                </a:cubicBezTo>
                <a:cubicBezTo>
                  <a:pt x="193695" y="106817"/>
                  <a:pt x="193047" y="106665"/>
                  <a:pt x="192565" y="106462"/>
                </a:cubicBezTo>
                <a:cubicBezTo>
                  <a:pt x="192083" y="106259"/>
                  <a:pt x="191740" y="106018"/>
                  <a:pt x="191537" y="105738"/>
                </a:cubicBezTo>
                <a:cubicBezTo>
                  <a:pt x="191334" y="105459"/>
                  <a:pt x="191232" y="105116"/>
                  <a:pt x="191232" y="104710"/>
                </a:cubicBezTo>
                <a:lnTo>
                  <a:pt x="191232" y="63055"/>
                </a:lnTo>
                <a:cubicBezTo>
                  <a:pt x="191232" y="60161"/>
                  <a:pt x="190979" y="57521"/>
                  <a:pt x="190471" y="55135"/>
                </a:cubicBezTo>
                <a:cubicBezTo>
                  <a:pt x="189963" y="52749"/>
                  <a:pt x="189151" y="50692"/>
                  <a:pt x="188034" y="48966"/>
                </a:cubicBezTo>
                <a:cubicBezTo>
                  <a:pt x="186917" y="47240"/>
                  <a:pt x="185496" y="45920"/>
                  <a:pt x="183769" y="45006"/>
                </a:cubicBezTo>
                <a:cubicBezTo>
                  <a:pt x="182043" y="44093"/>
                  <a:pt x="180013" y="43636"/>
                  <a:pt x="177677" y="43636"/>
                </a:cubicBezTo>
                <a:cubicBezTo>
                  <a:pt x="174783" y="43636"/>
                  <a:pt x="171877" y="44753"/>
                  <a:pt x="168958" y="46986"/>
                </a:cubicBezTo>
                <a:cubicBezTo>
                  <a:pt x="166039" y="49220"/>
                  <a:pt x="162827" y="52495"/>
                  <a:pt x="159324" y="56810"/>
                </a:cubicBezTo>
                <a:lnTo>
                  <a:pt x="159324" y="104710"/>
                </a:lnTo>
                <a:cubicBezTo>
                  <a:pt x="159324" y="105116"/>
                  <a:pt x="159223" y="105459"/>
                  <a:pt x="159020" y="105738"/>
                </a:cubicBezTo>
                <a:cubicBezTo>
                  <a:pt x="158817" y="106018"/>
                  <a:pt x="158474" y="106259"/>
                  <a:pt x="157992" y="106462"/>
                </a:cubicBezTo>
                <a:cubicBezTo>
                  <a:pt x="157509" y="106665"/>
                  <a:pt x="156862" y="106817"/>
                  <a:pt x="156050" y="106919"/>
                </a:cubicBezTo>
                <a:cubicBezTo>
                  <a:pt x="155237" y="107020"/>
                  <a:pt x="154222" y="107071"/>
                  <a:pt x="153004" y="107071"/>
                </a:cubicBezTo>
                <a:cubicBezTo>
                  <a:pt x="151836" y="107071"/>
                  <a:pt x="150833" y="107020"/>
                  <a:pt x="149996" y="106919"/>
                </a:cubicBezTo>
                <a:cubicBezTo>
                  <a:pt x="149158" y="106817"/>
                  <a:pt x="148498" y="106665"/>
                  <a:pt x="148016" y="106462"/>
                </a:cubicBezTo>
                <a:cubicBezTo>
                  <a:pt x="147533" y="106259"/>
                  <a:pt x="147203" y="106018"/>
                  <a:pt x="147026" y="105738"/>
                </a:cubicBezTo>
                <a:cubicBezTo>
                  <a:pt x="146848" y="105459"/>
                  <a:pt x="146759" y="105116"/>
                  <a:pt x="146759" y="104710"/>
                </a:cubicBezTo>
                <a:lnTo>
                  <a:pt x="146759" y="63055"/>
                </a:lnTo>
                <a:cubicBezTo>
                  <a:pt x="146759" y="60161"/>
                  <a:pt x="146480" y="57521"/>
                  <a:pt x="145921" y="55135"/>
                </a:cubicBezTo>
                <a:cubicBezTo>
                  <a:pt x="145363" y="52749"/>
                  <a:pt x="144525" y="50692"/>
                  <a:pt x="143408" y="48966"/>
                </a:cubicBezTo>
                <a:cubicBezTo>
                  <a:pt x="142291" y="47240"/>
                  <a:pt x="140883" y="45920"/>
                  <a:pt x="139182" y="45006"/>
                </a:cubicBezTo>
                <a:cubicBezTo>
                  <a:pt x="137481" y="44093"/>
                  <a:pt x="135463" y="43636"/>
                  <a:pt x="133128" y="43636"/>
                </a:cubicBezTo>
                <a:cubicBezTo>
                  <a:pt x="130234" y="43636"/>
                  <a:pt x="127315" y="44753"/>
                  <a:pt x="124370" y="46986"/>
                </a:cubicBezTo>
                <a:cubicBezTo>
                  <a:pt x="121426" y="49220"/>
                  <a:pt x="118227" y="52495"/>
                  <a:pt x="114775" y="56810"/>
                </a:cubicBezTo>
                <a:lnTo>
                  <a:pt x="114775" y="104710"/>
                </a:lnTo>
                <a:cubicBezTo>
                  <a:pt x="114775" y="105116"/>
                  <a:pt x="114673" y="105459"/>
                  <a:pt x="114470" y="105738"/>
                </a:cubicBezTo>
                <a:cubicBezTo>
                  <a:pt x="114267" y="106018"/>
                  <a:pt x="113937" y="106259"/>
                  <a:pt x="113480" y="106462"/>
                </a:cubicBezTo>
                <a:cubicBezTo>
                  <a:pt x="113023" y="106665"/>
                  <a:pt x="112389" y="106817"/>
                  <a:pt x="111576" y="106919"/>
                </a:cubicBezTo>
                <a:cubicBezTo>
                  <a:pt x="110764" y="107020"/>
                  <a:pt x="109723" y="107071"/>
                  <a:pt x="108454" y="107071"/>
                </a:cubicBezTo>
                <a:cubicBezTo>
                  <a:pt x="107236" y="107071"/>
                  <a:pt x="106220" y="107020"/>
                  <a:pt x="105408" y="106919"/>
                </a:cubicBezTo>
                <a:cubicBezTo>
                  <a:pt x="104596" y="106817"/>
                  <a:pt x="103948" y="106665"/>
                  <a:pt x="103466" y="106462"/>
                </a:cubicBezTo>
                <a:cubicBezTo>
                  <a:pt x="102984" y="106259"/>
                  <a:pt x="102654" y="106018"/>
                  <a:pt x="102476" y="105738"/>
                </a:cubicBezTo>
                <a:cubicBezTo>
                  <a:pt x="102299" y="105459"/>
                  <a:pt x="102210" y="105116"/>
                  <a:pt x="102210" y="104710"/>
                </a:cubicBezTo>
                <a:lnTo>
                  <a:pt x="102210" y="36173"/>
                </a:lnTo>
                <a:cubicBezTo>
                  <a:pt x="102210" y="35767"/>
                  <a:pt x="102286" y="35424"/>
                  <a:pt x="102438" y="35145"/>
                </a:cubicBezTo>
                <a:cubicBezTo>
                  <a:pt x="102590" y="34865"/>
                  <a:pt x="102895" y="34612"/>
                  <a:pt x="103352" y="34383"/>
                </a:cubicBezTo>
                <a:cubicBezTo>
                  <a:pt x="103809" y="34155"/>
                  <a:pt x="104393" y="34002"/>
                  <a:pt x="105103" y="33926"/>
                </a:cubicBezTo>
                <a:cubicBezTo>
                  <a:pt x="105814" y="33850"/>
                  <a:pt x="106753" y="33812"/>
                  <a:pt x="107921" y="33812"/>
                </a:cubicBezTo>
                <a:cubicBezTo>
                  <a:pt x="109038" y="33812"/>
                  <a:pt x="109965" y="33850"/>
                  <a:pt x="110701" y="33926"/>
                </a:cubicBezTo>
                <a:cubicBezTo>
                  <a:pt x="111437" y="34002"/>
                  <a:pt x="112008" y="34155"/>
                  <a:pt x="112414" y="34383"/>
                </a:cubicBezTo>
                <a:cubicBezTo>
                  <a:pt x="112820" y="34612"/>
                  <a:pt x="113112" y="34865"/>
                  <a:pt x="113290" y="35145"/>
                </a:cubicBezTo>
                <a:cubicBezTo>
                  <a:pt x="113468" y="35424"/>
                  <a:pt x="113556" y="35767"/>
                  <a:pt x="113556" y="36173"/>
                </a:cubicBezTo>
                <a:lnTo>
                  <a:pt x="113556" y="45235"/>
                </a:lnTo>
                <a:cubicBezTo>
                  <a:pt x="117415" y="40920"/>
                  <a:pt x="121159" y="37759"/>
                  <a:pt x="124789" y="35754"/>
                </a:cubicBezTo>
                <a:cubicBezTo>
                  <a:pt x="128419" y="33748"/>
                  <a:pt x="132087" y="32746"/>
                  <a:pt x="135793" y="32746"/>
                </a:cubicBezTo>
                <a:cubicBezTo>
                  <a:pt x="138636" y="32746"/>
                  <a:pt x="141187" y="33076"/>
                  <a:pt x="143446" y="33736"/>
                </a:cubicBezTo>
                <a:cubicBezTo>
                  <a:pt x="145706" y="34396"/>
                  <a:pt x="147698" y="35322"/>
                  <a:pt x="149424" y="36515"/>
                </a:cubicBezTo>
                <a:cubicBezTo>
                  <a:pt x="151151" y="37708"/>
                  <a:pt x="152623" y="39130"/>
                  <a:pt x="153841" y="40780"/>
                </a:cubicBezTo>
                <a:cubicBezTo>
                  <a:pt x="155060" y="42430"/>
                  <a:pt x="156075" y="44270"/>
                  <a:pt x="156887" y="46301"/>
                </a:cubicBezTo>
                <a:cubicBezTo>
                  <a:pt x="159172" y="43813"/>
                  <a:pt x="161342" y="41706"/>
                  <a:pt x="163399" y="39980"/>
                </a:cubicBezTo>
                <a:cubicBezTo>
                  <a:pt x="165455" y="38254"/>
                  <a:pt x="167435" y="36858"/>
                  <a:pt x="169338" y="35792"/>
                </a:cubicBezTo>
                <a:cubicBezTo>
                  <a:pt x="171242" y="34726"/>
                  <a:pt x="173095" y="33952"/>
                  <a:pt x="174898" y="33469"/>
                </a:cubicBezTo>
                <a:cubicBezTo>
                  <a:pt x="176700" y="32987"/>
                  <a:pt x="178515" y="32746"/>
                  <a:pt x="180343" y="32746"/>
                </a:cubicBezTo>
                <a:cubicBezTo>
                  <a:pt x="184759" y="32746"/>
                  <a:pt x="188466" y="33520"/>
                  <a:pt x="191461" y="35068"/>
                </a:cubicBezTo>
                <a:cubicBezTo>
                  <a:pt x="194456" y="36617"/>
                  <a:pt x="196880" y="38686"/>
                  <a:pt x="198734" y="41275"/>
                </a:cubicBezTo>
                <a:cubicBezTo>
                  <a:pt x="200587" y="43864"/>
                  <a:pt x="201907" y="46898"/>
                  <a:pt x="202693" y="50375"/>
                </a:cubicBezTo>
                <a:cubicBezTo>
                  <a:pt x="203480" y="53853"/>
                  <a:pt x="203874" y="57521"/>
                  <a:pt x="203874" y="61379"/>
                </a:cubicBezTo>
                <a:lnTo>
                  <a:pt x="203874" y="104710"/>
                </a:lnTo>
                <a:close/>
                <a:moveTo>
                  <a:pt x="289893" y="69413"/>
                </a:moveTo>
                <a:cubicBezTo>
                  <a:pt x="289893" y="75409"/>
                  <a:pt x="289245" y="80795"/>
                  <a:pt x="287951" y="85572"/>
                </a:cubicBezTo>
                <a:cubicBezTo>
                  <a:pt x="286656" y="90349"/>
                  <a:pt x="284752" y="94403"/>
                  <a:pt x="282239" y="97733"/>
                </a:cubicBezTo>
                <a:cubicBezTo>
                  <a:pt x="279726" y="101061"/>
                  <a:pt x="276617" y="103627"/>
                  <a:pt x="272911" y="105431"/>
                </a:cubicBezTo>
                <a:cubicBezTo>
                  <a:pt x="269205" y="107235"/>
                  <a:pt x="264965" y="108137"/>
                  <a:pt x="260193" y="108137"/>
                </a:cubicBezTo>
                <a:cubicBezTo>
                  <a:pt x="258162" y="108137"/>
                  <a:pt x="256284" y="107934"/>
                  <a:pt x="254558" y="107528"/>
                </a:cubicBezTo>
                <a:cubicBezTo>
                  <a:pt x="252832" y="107122"/>
                  <a:pt x="251144" y="106487"/>
                  <a:pt x="249494" y="105624"/>
                </a:cubicBezTo>
                <a:cubicBezTo>
                  <a:pt x="247844" y="104759"/>
                  <a:pt x="246206" y="103666"/>
                  <a:pt x="244582" y="102345"/>
                </a:cubicBezTo>
                <a:cubicBezTo>
                  <a:pt x="242957" y="101023"/>
                  <a:pt x="241231" y="99473"/>
                  <a:pt x="239403" y="97695"/>
                </a:cubicBezTo>
                <a:lnTo>
                  <a:pt x="239403" y="131902"/>
                </a:lnTo>
                <a:cubicBezTo>
                  <a:pt x="239403" y="132306"/>
                  <a:pt x="239302" y="132661"/>
                  <a:pt x="239099" y="132965"/>
                </a:cubicBezTo>
                <a:cubicBezTo>
                  <a:pt x="238896" y="133270"/>
                  <a:pt x="238566" y="133523"/>
                  <a:pt x="238109" y="133725"/>
                </a:cubicBezTo>
                <a:cubicBezTo>
                  <a:pt x="237652" y="133928"/>
                  <a:pt x="237017" y="134080"/>
                  <a:pt x="236205" y="134181"/>
                </a:cubicBezTo>
                <a:cubicBezTo>
                  <a:pt x="235393" y="134283"/>
                  <a:pt x="234352" y="134334"/>
                  <a:pt x="233083" y="134334"/>
                </a:cubicBezTo>
                <a:cubicBezTo>
                  <a:pt x="231864" y="134334"/>
                  <a:pt x="230849" y="134283"/>
                  <a:pt x="230037" y="134181"/>
                </a:cubicBezTo>
                <a:cubicBezTo>
                  <a:pt x="229224" y="134080"/>
                  <a:pt x="228577" y="133928"/>
                  <a:pt x="228095" y="133725"/>
                </a:cubicBezTo>
                <a:cubicBezTo>
                  <a:pt x="227612" y="133521"/>
                  <a:pt x="227282" y="133268"/>
                  <a:pt x="227105" y="132963"/>
                </a:cubicBezTo>
                <a:cubicBezTo>
                  <a:pt x="226927" y="132658"/>
                  <a:pt x="226838" y="132303"/>
                  <a:pt x="226838" y="131897"/>
                </a:cubicBezTo>
                <a:lnTo>
                  <a:pt x="226838" y="36173"/>
                </a:lnTo>
                <a:cubicBezTo>
                  <a:pt x="226838" y="35716"/>
                  <a:pt x="226914" y="35348"/>
                  <a:pt x="227067" y="35068"/>
                </a:cubicBezTo>
                <a:cubicBezTo>
                  <a:pt x="227219" y="34789"/>
                  <a:pt x="227523" y="34548"/>
                  <a:pt x="227980" y="34345"/>
                </a:cubicBezTo>
                <a:cubicBezTo>
                  <a:pt x="228437" y="34142"/>
                  <a:pt x="229021" y="34002"/>
                  <a:pt x="229732" y="33926"/>
                </a:cubicBezTo>
                <a:cubicBezTo>
                  <a:pt x="230443" y="33850"/>
                  <a:pt x="231306" y="33812"/>
                  <a:pt x="232321" y="33812"/>
                </a:cubicBezTo>
                <a:cubicBezTo>
                  <a:pt x="233387" y="33812"/>
                  <a:pt x="234263" y="33850"/>
                  <a:pt x="234948" y="33926"/>
                </a:cubicBezTo>
                <a:cubicBezTo>
                  <a:pt x="235634" y="34002"/>
                  <a:pt x="236205" y="34142"/>
                  <a:pt x="236662" y="34345"/>
                </a:cubicBezTo>
                <a:cubicBezTo>
                  <a:pt x="237119" y="34548"/>
                  <a:pt x="237436" y="34790"/>
                  <a:pt x="237614" y="35071"/>
                </a:cubicBezTo>
                <a:cubicBezTo>
                  <a:pt x="237791" y="35350"/>
                  <a:pt x="237880" y="35718"/>
                  <a:pt x="237880" y="36175"/>
                </a:cubicBezTo>
                <a:lnTo>
                  <a:pt x="237880" y="45399"/>
                </a:lnTo>
                <a:cubicBezTo>
                  <a:pt x="239962" y="43265"/>
                  <a:pt x="241967" y="41411"/>
                  <a:pt x="243896" y="39835"/>
                </a:cubicBezTo>
                <a:cubicBezTo>
                  <a:pt x="245826" y="38260"/>
                  <a:pt x="247767" y="36952"/>
                  <a:pt x="249722" y="35911"/>
                </a:cubicBezTo>
                <a:cubicBezTo>
                  <a:pt x="251677" y="34869"/>
                  <a:pt x="253682" y="34081"/>
                  <a:pt x="255738" y="33548"/>
                </a:cubicBezTo>
                <a:cubicBezTo>
                  <a:pt x="257794" y="33013"/>
                  <a:pt x="259965" y="32746"/>
                  <a:pt x="262249" y="32746"/>
                </a:cubicBezTo>
                <a:cubicBezTo>
                  <a:pt x="267225" y="32746"/>
                  <a:pt x="271464" y="33711"/>
                  <a:pt x="274967" y="35642"/>
                </a:cubicBezTo>
                <a:cubicBezTo>
                  <a:pt x="278470" y="37573"/>
                  <a:pt x="281326" y="40216"/>
                  <a:pt x="283534" y="43571"/>
                </a:cubicBezTo>
                <a:cubicBezTo>
                  <a:pt x="285742" y="46925"/>
                  <a:pt x="287354" y="50826"/>
                  <a:pt x="288370" y="55273"/>
                </a:cubicBezTo>
                <a:cubicBezTo>
                  <a:pt x="289385" y="59718"/>
                  <a:pt x="289893" y="64432"/>
                  <a:pt x="289893" y="69413"/>
                </a:cubicBezTo>
                <a:moveTo>
                  <a:pt x="276642" y="70860"/>
                </a:moveTo>
                <a:cubicBezTo>
                  <a:pt x="276642" y="67353"/>
                  <a:pt x="276376" y="63959"/>
                  <a:pt x="275843" y="60680"/>
                </a:cubicBezTo>
                <a:cubicBezTo>
                  <a:pt x="275309" y="57400"/>
                  <a:pt x="274396" y="54490"/>
                  <a:pt x="273101" y="51948"/>
                </a:cubicBezTo>
                <a:cubicBezTo>
                  <a:pt x="271806" y="49407"/>
                  <a:pt x="270068" y="47373"/>
                  <a:pt x="267885" y="45849"/>
                </a:cubicBezTo>
                <a:cubicBezTo>
                  <a:pt x="265701" y="44323"/>
                  <a:pt x="262985" y="43559"/>
                  <a:pt x="259736" y="43559"/>
                </a:cubicBezTo>
                <a:cubicBezTo>
                  <a:pt x="258112" y="43559"/>
                  <a:pt x="256512" y="43801"/>
                  <a:pt x="254939" y="44285"/>
                </a:cubicBezTo>
                <a:cubicBezTo>
                  <a:pt x="253365" y="44768"/>
                  <a:pt x="251766" y="45530"/>
                  <a:pt x="250141" y="46572"/>
                </a:cubicBezTo>
                <a:cubicBezTo>
                  <a:pt x="248516" y="47615"/>
                  <a:pt x="246816" y="48988"/>
                  <a:pt x="245039" y="50692"/>
                </a:cubicBezTo>
                <a:cubicBezTo>
                  <a:pt x="243262" y="52396"/>
                  <a:pt x="241383" y="54494"/>
                  <a:pt x="239403" y="56986"/>
                </a:cubicBezTo>
                <a:lnTo>
                  <a:pt x="239403" y="84278"/>
                </a:lnTo>
                <a:cubicBezTo>
                  <a:pt x="242856" y="88499"/>
                  <a:pt x="246130" y="91729"/>
                  <a:pt x="249227" y="93968"/>
                </a:cubicBezTo>
                <a:cubicBezTo>
                  <a:pt x="252324" y="96205"/>
                  <a:pt x="255573" y="97323"/>
                  <a:pt x="258975" y="97323"/>
                </a:cubicBezTo>
                <a:cubicBezTo>
                  <a:pt x="262122" y="97323"/>
                  <a:pt x="264826" y="96561"/>
                  <a:pt x="267085" y="95036"/>
                </a:cubicBezTo>
                <a:cubicBezTo>
                  <a:pt x="269344" y="93510"/>
                  <a:pt x="271172" y="91476"/>
                  <a:pt x="272568" y="88935"/>
                </a:cubicBezTo>
                <a:cubicBezTo>
                  <a:pt x="273964" y="86393"/>
                  <a:pt x="274992" y="83546"/>
                  <a:pt x="275652" y="80394"/>
                </a:cubicBezTo>
                <a:cubicBezTo>
                  <a:pt x="276312" y="77241"/>
                  <a:pt x="276642" y="74063"/>
                  <a:pt x="276642" y="70860"/>
                </a:cubicBezTo>
                <a:close/>
                <a:moveTo>
                  <a:pt x="321298" y="104708"/>
                </a:moveTo>
                <a:cubicBezTo>
                  <a:pt x="321298" y="105114"/>
                  <a:pt x="321197" y="105458"/>
                  <a:pt x="320994" y="105738"/>
                </a:cubicBezTo>
                <a:cubicBezTo>
                  <a:pt x="320791" y="106018"/>
                  <a:pt x="320461" y="106259"/>
                  <a:pt x="320004" y="106462"/>
                </a:cubicBezTo>
                <a:cubicBezTo>
                  <a:pt x="319547" y="106665"/>
                  <a:pt x="318912" y="106817"/>
                  <a:pt x="318100" y="106919"/>
                </a:cubicBezTo>
                <a:cubicBezTo>
                  <a:pt x="317288" y="107020"/>
                  <a:pt x="316247" y="107071"/>
                  <a:pt x="314978" y="107071"/>
                </a:cubicBezTo>
                <a:cubicBezTo>
                  <a:pt x="313759" y="107071"/>
                  <a:pt x="312744" y="107020"/>
                  <a:pt x="311932" y="106919"/>
                </a:cubicBezTo>
                <a:cubicBezTo>
                  <a:pt x="311119" y="106817"/>
                  <a:pt x="310472" y="106665"/>
                  <a:pt x="309990" y="106462"/>
                </a:cubicBezTo>
                <a:cubicBezTo>
                  <a:pt x="309507" y="106259"/>
                  <a:pt x="309177" y="106018"/>
                  <a:pt x="309000" y="105738"/>
                </a:cubicBezTo>
                <a:cubicBezTo>
                  <a:pt x="308822" y="105458"/>
                  <a:pt x="308733" y="105114"/>
                  <a:pt x="308733" y="104708"/>
                </a:cubicBezTo>
                <a:lnTo>
                  <a:pt x="308733" y="2896"/>
                </a:lnTo>
                <a:cubicBezTo>
                  <a:pt x="308733" y="2490"/>
                  <a:pt x="308822" y="2135"/>
                  <a:pt x="309000" y="1830"/>
                </a:cubicBezTo>
                <a:cubicBezTo>
                  <a:pt x="309177" y="1524"/>
                  <a:pt x="309507" y="1269"/>
                  <a:pt x="309990" y="1066"/>
                </a:cubicBezTo>
                <a:cubicBezTo>
                  <a:pt x="310472" y="863"/>
                  <a:pt x="311119" y="711"/>
                  <a:pt x="311932" y="609"/>
                </a:cubicBezTo>
                <a:cubicBezTo>
                  <a:pt x="312744" y="508"/>
                  <a:pt x="313759" y="457"/>
                  <a:pt x="314978" y="457"/>
                </a:cubicBezTo>
                <a:cubicBezTo>
                  <a:pt x="316247" y="457"/>
                  <a:pt x="317288" y="508"/>
                  <a:pt x="318100" y="609"/>
                </a:cubicBezTo>
                <a:cubicBezTo>
                  <a:pt x="318912" y="711"/>
                  <a:pt x="319547" y="863"/>
                  <a:pt x="320004" y="1066"/>
                </a:cubicBezTo>
                <a:cubicBezTo>
                  <a:pt x="320461" y="1269"/>
                  <a:pt x="320791" y="1524"/>
                  <a:pt x="320994" y="1830"/>
                </a:cubicBezTo>
                <a:cubicBezTo>
                  <a:pt x="321197" y="2135"/>
                  <a:pt x="321298" y="2490"/>
                  <a:pt x="321298" y="2896"/>
                </a:cubicBezTo>
                <a:lnTo>
                  <a:pt x="321298" y="104708"/>
                </a:lnTo>
                <a:close/>
                <a:moveTo>
                  <a:pt x="357030" y="104710"/>
                </a:moveTo>
                <a:cubicBezTo>
                  <a:pt x="357030" y="105116"/>
                  <a:pt x="356929" y="105459"/>
                  <a:pt x="356725" y="105738"/>
                </a:cubicBezTo>
                <a:cubicBezTo>
                  <a:pt x="356522" y="106018"/>
                  <a:pt x="356192" y="106259"/>
                  <a:pt x="355735" y="106462"/>
                </a:cubicBezTo>
                <a:cubicBezTo>
                  <a:pt x="355279" y="106665"/>
                  <a:pt x="354644" y="106817"/>
                  <a:pt x="353832" y="106919"/>
                </a:cubicBezTo>
                <a:cubicBezTo>
                  <a:pt x="353019" y="107020"/>
                  <a:pt x="351979" y="107071"/>
                  <a:pt x="350709" y="107071"/>
                </a:cubicBezTo>
                <a:cubicBezTo>
                  <a:pt x="349491" y="107071"/>
                  <a:pt x="348476" y="107020"/>
                  <a:pt x="347663" y="106919"/>
                </a:cubicBezTo>
                <a:cubicBezTo>
                  <a:pt x="346851" y="106817"/>
                  <a:pt x="346204" y="106665"/>
                  <a:pt x="345721" y="106462"/>
                </a:cubicBezTo>
                <a:cubicBezTo>
                  <a:pt x="345239" y="106259"/>
                  <a:pt x="344909" y="106018"/>
                  <a:pt x="344731" y="105738"/>
                </a:cubicBezTo>
                <a:cubicBezTo>
                  <a:pt x="344554" y="105459"/>
                  <a:pt x="344465" y="105116"/>
                  <a:pt x="344465" y="104710"/>
                </a:cubicBezTo>
                <a:lnTo>
                  <a:pt x="344465" y="36173"/>
                </a:lnTo>
                <a:cubicBezTo>
                  <a:pt x="344465" y="35817"/>
                  <a:pt x="344554" y="35487"/>
                  <a:pt x="344731" y="35183"/>
                </a:cubicBezTo>
                <a:cubicBezTo>
                  <a:pt x="344909" y="34878"/>
                  <a:pt x="345239" y="34624"/>
                  <a:pt x="345721" y="34421"/>
                </a:cubicBezTo>
                <a:cubicBezTo>
                  <a:pt x="346204" y="34218"/>
                  <a:pt x="346851" y="34066"/>
                  <a:pt x="347663" y="33964"/>
                </a:cubicBezTo>
                <a:cubicBezTo>
                  <a:pt x="348476" y="33863"/>
                  <a:pt x="349491" y="33812"/>
                  <a:pt x="350709" y="33812"/>
                </a:cubicBezTo>
                <a:cubicBezTo>
                  <a:pt x="351979" y="33812"/>
                  <a:pt x="353019" y="33863"/>
                  <a:pt x="353832" y="33964"/>
                </a:cubicBezTo>
                <a:cubicBezTo>
                  <a:pt x="354644" y="34066"/>
                  <a:pt x="355279" y="34218"/>
                  <a:pt x="355735" y="34421"/>
                </a:cubicBezTo>
                <a:cubicBezTo>
                  <a:pt x="356192" y="34624"/>
                  <a:pt x="356522" y="34878"/>
                  <a:pt x="356725" y="35183"/>
                </a:cubicBezTo>
                <a:cubicBezTo>
                  <a:pt x="356929" y="35487"/>
                  <a:pt x="357030" y="35817"/>
                  <a:pt x="357030" y="36173"/>
                </a:cubicBezTo>
                <a:lnTo>
                  <a:pt x="357030" y="104710"/>
                </a:lnTo>
                <a:moveTo>
                  <a:pt x="358477" y="12946"/>
                </a:moveTo>
                <a:cubicBezTo>
                  <a:pt x="358477" y="15891"/>
                  <a:pt x="357918" y="17896"/>
                  <a:pt x="356802" y="18962"/>
                </a:cubicBezTo>
                <a:cubicBezTo>
                  <a:pt x="355685" y="20028"/>
                  <a:pt x="353629" y="20561"/>
                  <a:pt x="350633" y="20561"/>
                </a:cubicBezTo>
                <a:cubicBezTo>
                  <a:pt x="347689" y="20561"/>
                  <a:pt x="345671" y="20041"/>
                  <a:pt x="344579" y="19000"/>
                </a:cubicBezTo>
                <a:cubicBezTo>
                  <a:pt x="343488" y="17959"/>
                  <a:pt x="342942" y="15992"/>
                  <a:pt x="342942" y="13098"/>
                </a:cubicBezTo>
                <a:cubicBezTo>
                  <a:pt x="342942" y="10154"/>
                  <a:pt x="343500" y="8148"/>
                  <a:pt x="344617" y="7082"/>
                </a:cubicBezTo>
                <a:cubicBezTo>
                  <a:pt x="345734" y="6016"/>
                  <a:pt x="347790" y="5483"/>
                  <a:pt x="350786" y="5483"/>
                </a:cubicBezTo>
                <a:cubicBezTo>
                  <a:pt x="353730" y="5483"/>
                  <a:pt x="355748" y="6003"/>
                  <a:pt x="356840" y="7044"/>
                </a:cubicBezTo>
                <a:cubicBezTo>
                  <a:pt x="357931" y="8085"/>
                  <a:pt x="358477" y="10052"/>
                  <a:pt x="358477" y="12946"/>
                </a:cubicBezTo>
                <a:close/>
                <a:moveTo>
                  <a:pt x="417739" y="7996"/>
                </a:moveTo>
                <a:cubicBezTo>
                  <a:pt x="417739" y="8961"/>
                  <a:pt x="417688" y="9735"/>
                  <a:pt x="417587" y="10319"/>
                </a:cubicBezTo>
                <a:cubicBezTo>
                  <a:pt x="417485" y="10903"/>
                  <a:pt x="417371" y="11372"/>
                  <a:pt x="417244" y="11728"/>
                </a:cubicBezTo>
                <a:cubicBezTo>
                  <a:pt x="417117" y="12083"/>
                  <a:pt x="416952" y="12324"/>
                  <a:pt x="416749" y="12451"/>
                </a:cubicBezTo>
                <a:cubicBezTo>
                  <a:pt x="416546" y="12578"/>
                  <a:pt x="416292" y="12641"/>
                  <a:pt x="415988" y="12641"/>
                </a:cubicBezTo>
                <a:cubicBezTo>
                  <a:pt x="415632" y="12641"/>
                  <a:pt x="415188" y="12527"/>
                  <a:pt x="414655" y="12299"/>
                </a:cubicBezTo>
                <a:cubicBezTo>
                  <a:pt x="414122" y="12070"/>
                  <a:pt x="413475" y="11816"/>
                  <a:pt x="412713" y="11537"/>
                </a:cubicBezTo>
                <a:cubicBezTo>
                  <a:pt x="411952" y="11258"/>
                  <a:pt x="411050" y="11004"/>
                  <a:pt x="410010" y="10776"/>
                </a:cubicBezTo>
                <a:cubicBezTo>
                  <a:pt x="408969" y="10547"/>
                  <a:pt x="407763" y="10433"/>
                  <a:pt x="406392" y="10433"/>
                </a:cubicBezTo>
                <a:cubicBezTo>
                  <a:pt x="404514" y="10433"/>
                  <a:pt x="402915" y="10737"/>
                  <a:pt x="401595" y="11344"/>
                </a:cubicBezTo>
                <a:cubicBezTo>
                  <a:pt x="400275" y="11952"/>
                  <a:pt x="399209" y="12901"/>
                  <a:pt x="398396" y="14191"/>
                </a:cubicBezTo>
                <a:cubicBezTo>
                  <a:pt x="397584" y="15480"/>
                  <a:pt x="397000" y="17150"/>
                  <a:pt x="396645" y="19200"/>
                </a:cubicBezTo>
                <a:cubicBezTo>
                  <a:pt x="396289" y="21250"/>
                  <a:pt x="396112" y="23742"/>
                  <a:pt x="396112" y="26677"/>
                </a:cubicBezTo>
                <a:lnTo>
                  <a:pt x="396112" y="34117"/>
                </a:lnTo>
                <a:lnTo>
                  <a:pt x="411419" y="34117"/>
                </a:lnTo>
                <a:cubicBezTo>
                  <a:pt x="411825" y="34117"/>
                  <a:pt x="412167" y="34205"/>
                  <a:pt x="412447" y="34383"/>
                </a:cubicBezTo>
                <a:cubicBezTo>
                  <a:pt x="412726" y="34561"/>
                  <a:pt x="412980" y="34865"/>
                  <a:pt x="413208" y="35297"/>
                </a:cubicBezTo>
                <a:cubicBezTo>
                  <a:pt x="413437" y="35728"/>
                  <a:pt x="413614" y="36274"/>
                  <a:pt x="413741" y="36934"/>
                </a:cubicBezTo>
                <a:cubicBezTo>
                  <a:pt x="413868" y="37594"/>
                  <a:pt x="413932" y="38406"/>
                  <a:pt x="413932" y="39371"/>
                </a:cubicBezTo>
                <a:cubicBezTo>
                  <a:pt x="413932" y="41199"/>
                  <a:pt x="413703" y="42519"/>
                  <a:pt x="413246" y="43331"/>
                </a:cubicBezTo>
                <a:cubicBezTo>
                  <a:pt x="412789" y="44143"/>
                  <a:pt x="412180" y="44549"/>
                  <a:pt x="411419" y="44549"/>
                </a:cubicBezTo>
                <a:lnTo>
                  <a:pt x="396112" y="44549"/>
                </a:lnTo>
                <a:lnTo>
                  <a:pt x="396112" y="104708"/>
                </a:lnTo>
                <a:cubicBezTo>
                  <a:pt x="396112" y="105114"/>
                  <a:pt x="396010" y="105458"/>
                  <a:pt x="395807" y="105738"/>
                </a:cubicBezTo>
                <a:cubicBezTo>
                  <a:pt x="395604" y="106018"/>
                  <a:pt x="395261" y="106259"/>
                  <a:pt x="394779" y="106462"/>
                </a:cubicBezTo>
                <a:cubicBezTo>
                  <a:pt x="394297" y="106665"/>
                  <a:pt x="393650" y="106817"/>
                  <a:pt x="392837" y="106919"/>
                </a:cubicBezTo>
                <a:cubicBezTo>
                  <a:pt x="392025" y="107020"/>
                  <a:pt x="391010" y="107071"/>
                  <a:pt x="389791" y="107071"/>
                </a:cubicBezTo>
                <a:cubicBezTo>
                  <a:pt x="388573" y="107071"/>
                  <a:pt x="387557" y="107020"/>
                  <a:pt x="386745" y="106919"/>
                </a:cubicBezTo>
                <a:cubicBezTo>
                  <a:pt x="385933" y="106817"/>
                  <a:pt x="385285" y="106665"/>
                  <a:pt x="384803" y="106462"/>
                </a:cubicBezTo>
                <a:cubicBezTo>
                  <a:pt x="384321" y="106259"/>
                  <a:pt x="383978" y="106018"/>
                  <a:pt x="383775" y="105738"/>
                </a:cubicBezTo>
                <a:cubicBezTo>
                  <a:pt x="383572" y="105458"/>
                  <a:pt x="383470" y="105114"/>
                  <a:pt x="383470" y="104708"/>
                </a:cubicBezTo>
                <a:lnTo>
                  <a:pt x="383470" y="44549"/>
                </a:lnTo>
                <a:lnTo>
                  <a:pt x="373799" y="44549"/>
                </a:lnTo>
                <a:cubicBezTo>
                  <a:pt x="372987" y="44549"/>
                  <a:pt x="372377" y="44143"/>
                  <a:pt x="371971" y="43331"/>
                </a:cubicBezTo>
                <a:cubicBezTo>
                  <a:pt x="371565" y="42519"/>
                  <a:pt x="371362" y="41199"/>
                  <a:pt x="371362" y="39371"/>
                </a:cubicBezTo>
                <a:cubicBezTo>
                  <a:pt x="371362" y="38406"/>
                  <a:pt x="371413" y="37594"/>
                  <a:pt x="371514" y="36934"/>
                </a:cubicBezTo>
                <a:cubicBezTo>
                  <a:pt x="371616" y="36274"/>
                  <a:pt x="371768" y="35728"/>
                  <a:pt x="371971" y="35297"/>
                </a:cubicBezTo>
                <a:cubicBezTo>
                  <a:pt x="372174" y="34865"/>
                  <a:pt x="372428" y="34561"/>
                  <a:pt x="372733" y="34383"/>
                </a:cubicBezTo>
                <a:cubicBezTo>
                  <a:pt x="373037" y="34205"/>
                  <a:pt x="373393" y="34117"/>
                  <a:pt x="373799" y="34117"/>
                </a:cubicBezTo>
                <a:lnTo>
                  <a:pt x="383470" y="34117"/>
                </a:lnTo>
                <a:lnTo>
                  <a:pt x="383470" y="27051"/>
                </a:lnTo>
                <a:cubicBezTo>
                  <a:pt x="383470" y="22288"/>
                  <a:pt x="383915" y="18197"/>
                  <a:pt x="384803" y="14778"/>
                </a:cubicBezTo>
                <a:cubicBezTo>
                  <a:pt x="385692" y="11359"/>
                  <a:pt x="387050" y="8561"/>
                  <a:pt x="388877" y="6383"/>
                </a:cubicBezTo>
                <a:cubicBezTo>
                  <a:pt x="390705" y="4204"/>
                  <a:pt x="393002" y="2596"/>
                  <a:pt x="395769" y="1559"/>
                </a:cubicBezTo>
                <a:cubicBezTo>
                  <a:pt x="398536" y="520"/>
                  <a:pt x="401798" y="0"/>
                  <a:pt x="405555" y="0"/>
                </a:cubicBezTo>
                <a:cubicBezTo>
                  <a:pt x="407332" y="0"/>
                  <a:pt x="409058" y="165"/>
                  <a:pt x="410733" y="495"/>
                </a:cubicBezTo>
                <a:cubicBezTo>
                  <a:pt x="412409" y="825"/>
                  <a:pt x="413703" y="1180"/>
                  <a:pt x="414617" y="1561"/>
                </a:cubicBezTo>
                <a:cubicBezTo>
                  <a:pt x="415531" y="1942"/>
                  <a:pt x="416140" y="2285"/>
                  <a:pt x="416445" y="2589"/>
                </a:cubicBezTo>
                <a:cubicBezTo>
                  <a:pt x="416749" y="2894"/>
                  <a:pt x="417003" y="3287"/>
                  <a:pt x="417206" y="3770"/>
                </a:cubicBezTo>
                <a:cubicBezTo>
                  <a:pt x="417409" y="4252"/>
                  <a:pt x="417549" y="4836"/>
                  <a:pt x="417625" y="5521"/>
                </a:cubicBezTo>
                <a:cubicBezTo>
                  <a:pt x="417701" y="6206"/>
                  <a:pt x="417739" y="7031"/>
                  <a:pt x="417739" y="7996"/>
                </a:cubicBezTo>
                <a:close/>
                <a:moveTo>
                  <a:pt x="459001" y="106614"/>
                </a:moveTo>
                <a:lnTo>
                  <a:pt x="449863" y="131821"/>
                </a:lnTo>
                <a:cubicBezTo>
                  <a:pt x="449558" y="132633"/>
                  <a:pt x="448784" y="133255"/>
                  <a:pt x="447540" y="133686"/>
                </a:cubicBezTo>
                <a:cubicBezTo>
                  <a:pt x="446297" y="134118"/>
                  <a:pt x="444405" y="134334"/>
                  <a:pt x="441867" y="134334"/>
                </a:cubicBezTo>
                <a:cubicBezTo>
                  <a:pt x="440547" y="134334"/>
                  <a:pt x="439481" y="134270"/>
                  <a:pt x="438669" y="134143"/>
                </a:cubicBezTo>
                <a:cubicBezTo>
                  <a:pt x="437856" y="134016"/>
                  <a:pt x="437234" y="133801"/>
                  <a:pt x="436803" y="133496"/>
                </a:cubicBezTo>
                <a:cubicBezTo>
                  <a:pt x="436371" y="133191"/>
                  <a:pt x="436130" y="132785"/>
                  <a:pt x="436079" y="132278"/>
                </a:cubicBezTo>
                <a:cubicBezTo>
                  <a:pt x="436029" y="131770"/>
                  <a:pt x="436155" y="131161"/>
                  <a:pt x="436460" y="130450"/>
                </a:cubicBezTo>
                <a:lnTo>
                  <a:pt x="445903" y="106614"/>
                </a:lnTo>
                <a:cubicBezTo>
                  <a:pt x="445446" y="106411"/>
                  <a:pt x="445015" y="106081"/>
                  <a:pt x="444608" y="105624"/>
                </a:cubicBezTo>
                <a:cubicBezTo>
                  <a:pt x="444202" y="105167"/>
                  <a:pt x="443923" y="104685"/>
                  <a:pt x="443771" y="104177"/>
                </a:cubicBezTo>
                <a:lnTo>
                  <a:pt x="419326" y="38686"/>
                </a:lnTo>
                <a:cubicBezTo>
                  <a:pt x="418920" y="37620"/>
                  <a:pt x="418716" y="36782"/>
                  <a:pt x="418716" y="36173"/>
                </a:cubicBezTo>
                <a:cubicBezTo>
                  <a:pt x="418716" y="35563"/>
                  <a:pt x="418920" y="35081"/>
                  <a:pt x="419326" y="34726"/>
                </a:cubicBezTo>
                <a:cubicBezTo>
                  <a:pt x="419732" y="34370"/>
                  <a:pt x="420392" y="34129"/>
                  <a:pt x="421306" y="34002"/>
                </a:cubicBezTo>
                <a:cubicBezTo>
                  <a:pt x="422219" y="33875"/>
                  <a:pt x="423438" y="33812"/>
                  <a:pt x="424961" y="33812"/>
                </a:cubicBezTo>
                <a:cubicBezTo>
                  <a:pt x="426484" y="33812"/>
                  <a:pt x="427677" y="33850"/>
                  <a:pt x="428540" y="33926"/>
                </a:cubicBezTo>
                <a:cubicBezTo>
                  <a:pt x="429403" y="34002"/>
                  <a:pt x="430089" y="34142"/>
                  <a:pt x="430596" y="34345"/>
                </a:cubicBezTo>
                <a:cubicBezTo>
                  <a:pt x="431104" y="34548"/>
                  <a:pt x="431472" y="34840"/>
                  <a:pt x="431701" y="35221"/>
                </a:cubicBezTo>
                <a:cubicBezTo>
                  <a:pt x="431929" y="35601"/>
                  <a:pt x="432170" y="36122"/>
                  <a:pt x="432424" y="36782"/>
                </a:cubicBezTo>
                <a:lnTo>
                  <a:pt x="451995" y="91764"/>
                </a:lnTo>
                <a:lnTo>
                  <a:pt x="452224" y="91764"/>
                </a:lnTo>
                <a:lnTo>
                  <a:pt x="471110" y="36477"/>
                </a:lnTo>
                <a:cubicBezTo>
                  <a:pt x="471414" y="35513"/>
                  <a:pt x="471782" y="34891"/>
                  <a:pt x="472214" y="34612"/>
                </a:cubicBezTo>
                <a:cubicBezTo>
                  <a:pt x="472645" y="34332"/>
                  <a:pt x="473293" y="34129"/>
                  <a:pt x="474156" y="34002"/>
                </a:cubicBezTo>
                <a:cubicBezTo>
                  <a:pt x="475019" y="33875"/>
                  <a:pt x="476263" y="33812"/>
                  <a:pt x="477887" y="33812"/>
                </a:cubicBezTo>
                <a:cubicBezTo>
                  <a:pt x="479309" y="33812"/>
                  <a:pt x="480476" y="33875"/>
                  <a:pt x="481390" y="34002"/>
                </a:cubicBezTo>
                <a:cubicBezTo>
                  <a:pt x="482304" y="34129"/>
                  <a:pt x="482977" y="34370"/>
                  <a:pt x="483408" y="34726"/>
                </a:cubicBezTo>
                <a:cubicBezTo>
                  <a:pt x="483840" y="35081"/>
                  <a:pt x="484056" y="35563"/>
                  <a:pt x="484056" y="36173"/>
                </a:cubicBezTo>
                <a:cubicBezTo>
                  <a:pt x="484056" y="36782"/>
                  <a:pt x="483903" y="37543"/>
                  <a:pt x="483599" y="38457"/>
                </a:cubicBezTo>
                <a:lnTo>
                  <a:pt x="459001" y="10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(c)Simplif">
            <a:extLst xmlns:a="http://schemas.openxmlformats.org/drawingml/2006/main">
              <a:ext uri="{FF2B5EF4-FFF2-40B4-BE49-F238E27FC236}">
                <a16:creationId xmlns:a16="http://schemas.microsoft.com/office/drawing/2014/main" id="{280D1044-D56A-42E6-8BC5-F904F36B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601" y="1391778"/>
            <a:ext cx="934805" cy="190206"/>
          </a:xfrm>
          <a:custGeom xmlns:a="http://schemas.openxmlformats.org/drawingml/2006/main">
            <a:pathLst>
              <a:path w="934805" h="190206">
                <a:moveTo>
                  <a:pt x="0" y="93064"/>
                </a:moveTo>
                <a:cubicBezTo>
                  <a:pt x="0" y="102031"/>
                  <a:pt x="994" y="146867"/>
                  <a:pt x="46231" y="185925"/>
                </a:cubicBezTo>
                <a:lnTo>
                  <a:pt x="52209" y="179548"/>
                </a:lnTo>
                <a:cubicBezTo>
                  <a:pt x="45833" y="172375"/>
                  <a:pt x="22915" y="145672"/>
                  <a:pt x="22915" y="93064"/>
                </a:cubicBezTo>
                <a:cubicBezTo>
                  <a:pt x="22915" y="40454"/>
                  <a:pt x="46231" y="13750"/>
                  <a:pt x="52209" y="6778"/>
                </a:cubicBezTo>
                <a:lnTo>
                  <a:pt x="46629" y="0"/>
                </a:lnTo>
                <a:cubicBezTo>
                  <a:pt x="20525" y="22520"/>
                  <a:pt x="0" y="56794"/>
                  <a:pt x="0" y="93064"/>
                </a:cubicBezTo>
                <a:close/>
                <a:moveTo>
                  <a:pt x="136306" y="126117"/>
                </a:moveTo>
                <a:cubicBezTo>
                  <a:pt x="136306" y="123724"/>
                  <a:pt x="135907" y="119938"/>
                  <a:pt x="133715" y="119938"/>
                </a:cubicBezTo>
                <a:cubicBezTo>
                  <a:pt x="125742" y="127312"/>
                  <a:pt x="118967" y="131100"/>
                  <a:pt x="113190" y="131100"/>
                </a:cubicBezTo>
                <a:cubicBezTo>
                  <a:pt x="98242" y="131100"/>
                  <a:pt x="86486" y="120336"/>
                  <a:pt x="86486" y="96415"/>
                </a:cubicBezTo>
                <a:cubicBezTo>
                  <a:pt x="86486" y="74291"/>
                  <a:pt x="91467" y="63326"/>
                  <a:pt x="102031" y="63326"/>
                </a:cubicBezTo>
                <a:cubicBezTo>
                  <a:pt x="109401" y="63326"/>
                  <a:pt x="112390" y="71101"/>
                  <a:pt x="112989" y="77477"/>
                </a:cubicBezTo>
                <a:cubicBezTo>
                  <a:pt x="113588" y="82860"/>
                  <a:pt x="118967" y="86849"/>
                  <a:pt x="125344" y="86849"/>
                </a:cubicBezTo>
                <a:cubicBezTo>
                  <a:pt x="131720" y="86849"/>
                  <a:pt x="136306" y="81865"/>
                  <a:pt x="136306" y="75683"/>
                </a:cubicBezTo>
                <a:cubicBezTo>
                  <a:pt x="136306" y="66713"/>
                  <a:pt x="125544" y="54955"/>
                  <a:pt x="103822" y="54955"/>
                </a:cubicBezTo>
                <a:cubicBezTo>
                  <a:pt x="80308" y="54955"/>
                  <a:pt x="59582" y="73889"/>
                  <a:pt x="59582" y="103393"/>
                </a:cubicBezTo>
                <a:cubicBezTo>
                  <a:pt x="59582" y="116350"/>
                  <a:pt x="64168" y="127710"/>
                  <a:pt x="71940" y="135087"/>
                </a:cubicBezTo>
                <a:cubicBezTo>
                  <a:pt x="79709" y="142458"/>
                  <a:pt x="88876" y="145447"/>
                  <a:pt x="103025" y="145447"/>
                </a:cubicBezTo>
                <a:cubicBezTo>
                  <a:pt x="114981" y="145447"/>
                  <a:pt x="128731" y="137079"/>
                  <a:pt x="136306" y="126117"/>
                </a:cubicBezTo>
                <a:close/>
                <a:moveTo>
                  <a:pt x="198678" y="93447"/>
                </a:moveTo>
                <a:cubicBezTo>
                  <a:pt x="198678" y="84480"/>
                  <a:pt x="197681" y="39642"/>
                  <a:pt x="152447" y="584"/>
                </a:cubicBezTo>
                <a:lnTo>
                  <a:pt x="146469" y="6960"/>
                </a:lnTo>
                <a:cubicBezTo>
                  <a:pt x="152845" y="14136"/>
                  <a:pt x="175760" y="40840"/>
                  <a:pt x="175760" y="93447"/>
                </a:cubicBezTo>
                <a:cubicBezTo>
                  <a:pt x="175760" y="146058"/>
                  <a:pt x="152447" y="172761"/>
                  <a:pt x="146469" y="179734"/>
                </a:cubicBezTo>
                <a:lnTo>
                  <a:pt x="152049" y="186508"/>
                </a:lnTo>
                <a:cubicBezTo>
                  <a:pt x="178153" y="163992"/>
                  <a:pt x="198678" y="129717"/>
                  <a:pt x="198678" y="93447"/>
                </a:cubicBezTo>
                <a:close/>
                <a:moveTo>
                  <a:pt x="339566" y="17718"/>
                </a:moveTo>
                <a:cubicBezTo>
                  <a:pt x="328607" y="16125"/>
                  <a:pt x="324420" y="12336"/>
                  <a:pt x="305890" y="12336"/>
                </a:cubicBezTo>
                <a:cubicBezTo>
                  <a:pt x="296920" y="12336"/>
                  <a:pt x="285164" y="15128"/>
                  <a:pt x="276793" y="21902"/>
                </a:cubicBezTo>
                <a:cubicBezTo>
                  <a:pt x="269419" y="27880"/>
                  <a:pt x="263840" y="37048"/>
                  <a:pt x="263840" y="46812"/>
                </a:cubicBezTo>
                <a:cubicBezTo>
                  <a:pt x="263840" y="54383"/>
                  <a:pt x="265834" y="63949"/>
                  <a:pt x="270417" y="69927"/>
                </a:cubicBezTo>
                <a:cubicBezTo>
                  <a:pt x="279585" y="82282"/>
                  <a:pt x="296123" y="89056"/>
                  <a:pt x="304692" y="95035"/>
                </a:cubicBezTo>
                <a:cubicBezTo>
                  <a:pt x="313860" y="101411"/>
                  <a:pt x="322827" y="109381"/>
                  <a:pt x="322827" y="120540"/>
                </a:cubicBezTo>
                <a:cubicBezTo>
                  <a:pt x="322827" y="130304"/>
                  <a:pt x="314258" y="137079"/>
                  <a:pt x="302101" y="137079"/>
                </a:cubicBezTo>
                <a:cubicBezTo>
                  <a:pt x="288749" y="137079"/>
                  <a:pt x="275002" y="126120"/>
                  <a:pt x="271016" y="107985"/>
                </a:cubicBezTo>
                <a:cubicBezTo>
                  <a:pt x="267628" y="106790"/>
                  <a:pt x="264241" y="107787"/>
                  <a:pt x="261051" y="108584"/>
                </a:cubicBezTo>
                <a:cubicBezTo>
                  <a:pt x="261051" y="123529"/>
                  <a:pt x="262645" y="134089"/>
                  <a:pt x="264837" y="141463"/>
                </a:cubicBezTo>
                <a:cubicBezTo>
                  <a:pt x="276197" y="141463"/>
                  <a:pt x="276793" y="145447"/>
                  <a:pt x="304293" y="145447"/>
                </a:cubicBezTo>
                <a:cubicBezTo>
                  <a:pt x="316450" y="145447"/>
                  <a:pt x="326214" y="141862"/>
                  <a:pt x="334384" y="134488"/>
                </a:cubicBezTo>
                <a:cubicBezTo>
                  <a:pt x="341560" y="128312"/>
                  <a:pt x="347937" y="119144"/>
                  <a:pt x="347937" y="106790"/>
                </a:cubicBezTo>
                <a:cubicBezTo>
                  <a:pt x="347937" y="96427"/>
                  <a:pt x="343552" y="89455"/>
                  <a:pt x="337574" y="82878"/>
                </a:cubicBezTo>
                <a:cubicBezTo>
                  <a:pt x="329802" y="74309"/>
                  <a:pt x="318643" y="68133"/>
                  <a:pt x="310870" y="64147"/>
                </a:cubicBezTo>
                <a:cubicBezTo>
                  <a:pt x="302901" y="60164"/>
                  <a:pt x="288749" y="49801"/>
                  <a:pt x="288749" y="38444"/>
                </a:cubicBezTo>
                <a:cubicBezTo>
                  <a:pt x="288749" y="27284"/>
                  <a:pt x="295527" y="20507"/>
                  <a:pt x="305689" y="20507"/>
                </a:cubicBezTo>
                <a:cubicBezTo>
                  <a:pt x="322629" y="20507"/>
                  <a:pt x="328209" y="35853"/>
                  <a:pt x="331794" y="49004"/>
                </a:cubicBezTo>
                <a:cubicBezTo>
                  <a:pt x="334585" y="49801"/>
                  <a:pt x="339566" y="49801"/>
                  <a:pt x="341758" y="48007"/>
                </a:cubicBezTo>
                <a:cubicBezTo>
                  <a:pt x="341758" y="37446"/>
                  <a:pt x="340961" y="29276"/>
                  <a:pt x="339566" y="17718"/>
                </a:cubicBezTo>
                <a:close/>
                <a:moveTo>
                  <a:pt x="402339" y="119184"/>
                </a:moveTo>
                <a:lnTo>
                  <a:pt x="402339" y="79530"/>
                </a:lnTo>
                <a:cubicBezTo>
                  <a:pt x="402339" y="69569"/>
                  <a:pt x="403135" y="58382"/>
                  <a:pt x="403135" y="58382"/>
                </a:cubicBezTo>
                <a:cubicBezTo>
                  <a:pt x="403135" y="56165"/>
                  <a:pt x="401341" y="54955"/>
                  <a:pt x="398553" y="54955"/>
                </a:cubicBezTo>
                <a:cubicBezTo>
                  <a:pt x="392973" y="57175"/>
                  <a:pt x="376830" y="58786"/>
                  <a:pt x="363080" y="60598"/>
                </a:cubicBezTo>
                <a:cubicBezTo>
                  <a:pt x="362682" y="61796"/>
                  <a:pt x="363080" y="65780"/>
                  <a:pt x="363478" y="66978"/>
                </a:cubicBezTo>
                <a:cubicBezTo>
                  <a:pt x="374440" y="67972"/>
                  <a:pt x="376432" y="69569"/>
                  <a:pt x="376432" y="80926"/>
                </a:cubicBezTo>
                <a:lnTo>
                  <a:pt x="376432" y="119184"/>
                </a:lnTo>
                <a:cubicBezTo>
                  <a:pt x="376432" y="135722"/>
                  <a:pt x="374240" y="136121"/>
                  <a:pt x="362086" y="137115"/>
                </a:cubicBezTo>
                <a:cubicBezTo>
                  <a:pt x="360888" y="138310"/>
                  <a:pt x="360888" y="142695"/>
                  <a:pt x="362086" y="143890"/>
                </a:cubicBezTo>
                <a:cubicBezTo>
                  <a:pt x="370454" y="143692"/>
                  <a:pt x="378825" y="143491"/>
                  <a:pt x="389385" y="143491"/>
                </a:cubicBezTo>
                <a:cubicBezTo>
                  <a:pt x="399946" y="143491"/>
                  <a:pt x="408116" y="143692"/>
                  <a:pt x="416685" y="143890"/>
                </a:cubicBezTo>
                <a:cubicBezTo>
                  <a:pt x="417883" y="142695"/>
                  <a:pt x="417883" y="138310"/>
                  <a:pt x="416685" y="137115"/>
                </a:cubicBezTo>
                <a:cubicBezTo>
                  <a:pt x="404531" y="136318"/>
                  <a:pt x="402339" y="135722"/>
                  <a:pt x="402339" y="119184"/>
                </a:cubicBezTo>
                <a:moveTo>
                  <a:pt x="375438" y="24694"/>
                </a:moveTo>
                <a:cubicBezTo>
                  <a:pt x="375438" y="31268"/>
                  <a:pt x="380218" y="37845"/>
                  <a:pt x="388190" y="37845"/>
                </a:cubicBezTo>
                <a:cubicBezTo>
                  <a:pt x="397157" y="37845"/>
                  <a:pt x="402339" y="30672"/>
                  <a:pt x="402339" y="25490"/>
                </a:cubicBezTo>
                <a:cubicBezTo>
                  <a:pt x="402339" y="19512"/>
                  <a:pt x="397756" y="12336"/>
                  <a:pt x="389385" y="12336"/>
                </a:cubicBezTo>
                <a:cubicBezTo>
                  <a:pt x="380020" y="12336"/>
                  <a:pt x="375438" y="18716"/>
                  <a:pt x="375438" y="24694"/>
                </a:cubicBezTo>
                <a:close/>
                <a:moveTo>
                  <a:pt x="465709" y="119166"/>
                </a:moveTo>
                <a:lnTo>
                  <a:pt x="465709" y="79475"/>
                </a:lnTo>
                <a:cubicBezTo>
                  <a:pt x="465709" y="78478"/>
                  <a:pt x="465709" y="77480"/>
                  <a:pt x="465709" y="76483"/>
                </a:cubicBezTo>
                <a:cubicBezTo>
                  <a:pt x="473481" y="71697"/>
                  <a:pt x="480453" y="69702"/>
                  <a:pt x="483844" y="69702"/>
                </a:cubicBezTo>
                <a:cubicBezTo>
                  <a:pt x="491814" y="69702"/>
                  <a:pt x="497792" y="73293"/>
                  <a:pt x="497792" y="84663"/>
                </a:cubicBezTo>
                <a:lnTo>
                  <a:pt x="497792" y="117968"/>
                </a:lnTo>
                <a:cubicBezTo>
                  <a:pt x="497792" y="134722"/>
                  <a:pt x="494602" y="136516"/>
                  <a:pt x="486432" y="137115"/>
                </a:cubicBezTo>
                <a:cubicBezTo>
                  <a:pt x="485237" y="138310"/>
                  <a:pt x="485237" y="142695"/>
                  <a:pt x="486432" y="143890"/>
                </a:cubicBezTo>
                <a:cubicBezTo>
                  <a:pt x="494803" y="143692"/>
                  <a:pt x="501179" y="143491"/>
                  <a:pt x="510745" y="143491"/>
                </a:cubicBezTo>
                <a:cubicBezTo>
                  <a:pt x="520311" y="143491"/>
                  <a:pt x="526487" y="143692"/>
                  <a:pt x="535056" y="143890"/>
                </a:cubicBezTo>
                <a:cubicBezTo>
                  <a:pt x="536254" y="142695"/>
                  <a:pt x="536254" y="138310"/>
                  <a:pt x="535056" y="137115"/>
                </a:cubicBezTo>
                <a:cubicBezTo>
                  <a:pt x="527086" y="136516"/>
                  <a:pt x="523699" y="134722"/>
                  <a:pt x="523699" y="117968"/>
                </a:cubicBezTo>
                <a:lnTo>
                  <a:pt x="523699" y="86855"/>
                </a:lnTo>
                <a:cubicBezTo>
                  <a:pt x="523699" y="81868"/>
                  <a:pt x="523498" y="77882"/>
                  <a:pt x="522902" y="75887"/>
                </a:cubicBezTo>
                <a:cubicBezTo>
                  <a:pt x="530473" y="72095"/>
                  <a:pt x="539042" y="69702"/>
                  <a:pt x="542232" y="69702"/>
                </a:cubicBezTo>
                <a:cubicBezTo>
                  <a:pt x="550201" y="69702"/>
                  <a:pt x="555781" y="73293"/>
                  <a:pt x="555781" y="84663"/>
                </a:cubicBezTo>
                <a:lnTo>
                  <a:pt x="555781" y="117968"/>
                </a:lnTo>
                <a:cubicBezTo>
                  <a:pt x="555781" y="134722"/>
                  <a:pt x="552591" y="136516"/>
                  <a:pt x="544424" y="137115"/>
                </a:cubicBezTo>
                <a:cubicBezTo>
                  <a:pt x="543226" y="138310"/>
                  <a:pt x="543226" y="142695"/>
                  <a:pt x="544424" y="143890"/>
                </a:cubicBezTo>
                <a:cubicBezTo>
                  <a:pt x="552792" y="143692"/>
                  <a:pt x="559168" y="143491"/>
                  <a:pt x="568735" y="143491"/>
                </a:cubicBezTo>
                <a:cubicBezTo>
                  <a:pt x="579693" y="143491"/>
                  <a:pt x="588463" y="143692"/>
                  <a:pt x="597031" y="143890"/>
                </a:cubicBezTo>
                <a:cubicBezTo>
                  <a:pt x="598226" y="142695"/>
                  <a:pt x="598226" y="138310"/>
                  <a:pt x="597031" y="137115"/>
                </a:cubicBezTo>
                <a:cubicBezTo>
                  <a:pt x="584875" y="136516"/>
                  <a:pt x="581688" y="134722"/>
                  <a:pt x="581688" y="117968"/>
                </a:cubicBezTo>
                <a:lnTo>
                  <a:pt x="581688" y="86855"/>
                </a:lnTo>
                <a:cubicBezTo>
                  <a:pt x="581688" y="64919"/>
                  <a:pt x="573715" y="54955"/>
                  <a:pt x="556578" y="54955"/>
                </a:cubicBezTo>
                <a:cubicBezTo>
                  <a:pt x="549204" y="54955"/>
                  <a:pt x="532465" y="62928"/>
                  <a:pt x="520907" y="69505"/>
                </a:cubicBezTo>
                <a:cubicBezTo>
                  <a:pt x="517918" y="60735"/>
                  <a:pt x="509948" y="54955"/>
                  <a:pt x="498190" y="54955"/>
                </a:cubicBezTo>
                <a:cubicBezTo>
                  <a:pt x="491017" y="54955"/>
                  <a:pt x="476668" y="62529"/>
                  <a:pt x="465311" y="68906"/>
                </a:cubicBezTo>
                <a:cubicBezTo>
                  <a:pt x="464712" y="62928"/>
                  <a:pt x="464113" y="58345"/>
                  <a:pt x="464113" y="58345"/>
                </a:cubicBezTo>
                <a:cubicBezTo>
                  <a:pt x="463915" y="55952"/>
                  <a:pt x="462322" y="54955"/>
                  <a:pt x="459530" y="54955"/>
                </a:cubicBezTo>
                <a:cubicBezTo>
                  <a:pt x="452157" y="56989"/>
                  <a:pt x="440200" y="59780"/>
                  <a:pt x="426450" y="61571"/>
                </a:cubicBezTo>
                <a:cubicBezTo>
                  <a:pt x="426052" y="62769"/>
                  <a:pt x="426450" y="66753"/>
                  <a:pt x="426849" y="67951"/>
                </a:cubicBezTo>
                <a:cubicBezTo>
                  <a:pt x="437810" y="68948"/>
                  <a:pt x="439802" y="70542"/>
                  <a:pt x="439802" y="81902"/>
                </a:cubicBezTo>
                <a:lnTo>
                  <a:pt x="439802" y="119178"/>
                </a:lnTo>
                <a:cubicBezTo>
                  <a:pt x="439802" y="135719"/>
                  <a:pt x="437610" y="136121"/>
                  <a:pt x="425453" y="137115"/>
                </a:cubicBezTo>
                <a:cubicBezTo>
                  <a:pt x="424258" y="138310"/>
                  <a:pt x="424258" y="142695"/>
                  <a:pt x="425453" y="143890"/>
                </a:cubicBezTo>
                <a:cubicBezTo>
                  <a:pt x="433824" y="143692"/>
                  <a:pt x="442192" y="143491"/>
                  <a:pt x="452756" y="143491"/>
                </a:cubicBezTo>
                <a:cubicBezTo>
                  <a:pt x="461923" y="143491"/>
                  <a:pt x="467503" y="143692"/>
                  <a:pt x="476072" y="143890"/>
                </a:cubicBezTo>
                <a:cubicBezTo>
                  <a:pt x="477267" y="142695"/>
                  <a:pt x="477267" y="138310"/>
                  <a:pt x="476072" y="137115"/>
                </a:cubicBezTo>
                <a:cubicBezTo>
                  <a:pt x="467701" y="136318"/>
                  <a:pt x="465709" y="135719"/>
                  <a:pt x="465709" y="119166"/>
                </a:cubicBezTo>
                <a:close/>
                <a:moveTo>
                  <a:pt x="619548" y="81862"/>
                </a:moveTo>
                <a:lnTo>
                  <a:pt x="619548" y="165439"/>
                </a:lnTo>
                <a:cubicBezTo>
                  <a:pt x="619548" y="182032"/>
                  <a:pt x="617359" y="182434"/>
                  <a:pt x="605202" y="183431"/>
                </a:cubicBezTo>
                <a:cubicBezTo>
                  <a:pt x="604007" y="184626"/>
                  <a:pt x="604007" y="189011"/>
                  <a:pt x="605202" y="190206"/>
                </a:cubicBezTo>
                <a:cubicBezTo>
                  <a:pt x="613570" y="190008"/>
                  <a:pt x="621941" y="189808"/>
                  <a:pt x="632502" y="189808"/>
                </a:cubicBezTo>
                <a:cubicBezTo>
                  <a:pt x="643065" y="189808"/>
                  <a:pt x="651236" y="190008"/>
                  <a:pt x="659804" y="190206"/>
                </a:cubicBezTo>
                <a:cubicBezTo>
                  <a:pt x="660999" y="189011"/>
                  <a:pt x="660999" y="184626"/>
                  <a:pt x="659804" y="183431"/>
                </a:cubicBezTo>
                <a:cubicBezTo>
                  <a:pt x="647647" y="182631"/>
                  <a:pt x="645455" y="182032"/>
                  <a:pt x="645455" y="165439"/>
                </a:cubicBezTo>
                <a:lnTo>
                  <a:pt x="645455" y="142059"/>
                </a:lnTo>
                <a:cubicBezTo>
                  <a:pt x="649840" y="144252"/>
                  <a:pt x="654024" y="145447"/>
                  <a:pt x="658807" y="145447"/>
                </a:cubicBezTo>
                <a:cubicBezTo>
                  <a:pt x="689099" y="145447"/>
                  <a:pt x="708827" y="125518"/>
                  <a:pt x="708827" y="96214"/>
                </a:cubicBezTo>
                <a:cubicBezTo>
                  <a:pt x="708827" y="85052"/>
                  <a:pt x="704640" y="72694"/>
                  <a:pt x="696868" y="64919"/>
                </a:cubicBezTo>
                <a:cubicBezTo>
                  <a:pt x="689895" y="57947"/>
                  <a:pt x="679931" y="54955"/>
                  <a:pt x="669568" y="54955"/>
                </a:cubicBezTo>
                <a:cubicBezTo>
                  <a:pt x="663788" y="54955"/>
                  <a:pt x="653030" y="61930"/>
                  <a:pt x="646054" y="68307"/>
                </a:cubicBezTo>
                <a:lnTo>
                  <a:pt x="644859" y="68307"/>
                </a:lnTo>
                <a:cubicBezTo>
                  <a:pt x="644458" y="62727"/>
                  <a:pt x="643862" y="58345"/>
                  <a:pt x="643862" y="58345"/>
                </a:cubicBezTo>
                <a:cubicBezTo>
                  <a:pt x="643661" y="55952"/>
                  <a:pt x="642068" y="54955"/>
                  <a:pt x="639279" y="54955"/>
                </a:cubicBezTo>
                <a:cubicBezTo>
                  <a:pt x="631906" y="56989"/>
                  <a:pt x="619950" y="59780"/>
                  <a:pt x="606199" y="61571"/>
                </a:cubicBezTo>
                <a:cubicBezTo>
                  <a:pt x="605798" y="62769"/>
                  <a:pt x="606199" y="66753"/>
                  <a:pt x="606598" y="67951"/>
                </a:cubicBezTo>
                <a:cubicBezTo>
                  <a:pt x="617557" y="68906"/>
                  <a:pt x="619548" y="70499"/>
                  <a:pt x="619548" y="81862"/>
                </a:cubicBezTo>
                <a:moveTo>
                  <a:pt x="645455" y="130501"/>
                </a:moveTo>
                <a:lnTo>
                  <a:pt x="645455" y="79469"/>
                </a:lnTo>
                <a:cubicBezTo>
                  <a:pt x="645455" y="78274"/>
                  <a:pt x="645455" y="77277"/>
                  <a:pt x="645455" y="76082"/>
                </a:cubicBezTo>
                <a:cubicBezTo>
                  <a:pt x="651236" y="70900"/>
                  <a:pt x="658609" y="68307"/>
                  <a:pt x="663192" y="68307"/>
                </a:cubicBezTo>
                <a:cubicBezTo>
                  <a:pt x="671362" y="68307"/>
                  <a:pt x="680928" y="78274"/>
                  <a:pt x="680928" y="101596"/>
                </a:cubicBezTo>
                <a:cubicBezTo>
                  <a:pt x="680928" y="118342"/>
                  <a:pt x="674947" y="137079"/>
                  <a:pt x="657612" y="137079"/>
                </a:cubicBezTo>
                <a:cubicBezTo>
                  <a:pt x="655420" y="137079"/>
                  <a:pt x="650439" y="135884"/>
                  <a:pt x="645455" y="130501"/>
                </a:cubicBezTo>
                <a:close/>
                <a:moveTo>
                  <a:pt x="736325" y="118190"/>
                </a:moveTo>
                <a:cubicBezTo>
                  <a:pt x="736325" y="134725"/>
                  <a:pt x="733139" y="136519"/>
                  <a:pt x="720982" y="137115"/>
                </a:cubicBezTo>
                <a:cubicBezTo>
                  <a:pt x="719787" y="138310"/>
                  <a:pt x="719787" y="142695"/>
                  <a:pt x="720982" y="143890"/>
                </a:cubicBezTo>
                <a:cubicBezTo>
                  <a:pt x="729350" y="143692"/>
                  <a:pt x="738317" y="143491"/>
                  <a:pt x="749279" y="143491"/>
                </a:cubicBezTo>
                <a:cubicBezTo>
                  <a:pt x="760238" y="143491"/>
                  <a:pt x="769007" y="143692"/>
                  <a:pt x="777576" y="143890"/>
                </a:cubicBezTo>
                <a:cubicBezTo>
                  <a:pt x="778771" y="142695"/>
                  <a:pt x="778771" y="138310"/>
                  <a:pt x="777576" y="137115"/>
                </a:cubicBezTo>
                <a:cubicBezTo>
                  <a:pt x="765419" y="136519"/>
                  <a:pt x="762232" y="134725"/>
                  <a:pt x="762232" y="118190"/>
                </a:cubicBezTo>
                <a:lnTo>
                  <a:pt x="762232" y="27345"/>
                </a:lnTo>
                <a:cubicBezTo>
                  <a:pt x="762232" y="14395"/>
                  <a:pt x="762828" y="6985"/>
                  <a:pt x="762828" y="6985"/>
                </a:cubicBezTo>
                <a:cubicBezTo>
                  <a:pt x="762828" y="5166"/>
                  <a:pt x="761436" y="4357"/>
                  <a:pt x="759642" y="4357"/>
                </a:cubicBezTo>
                <a:cubicBezTo>
                  <a:pt x="752268" y="6784"/>
                  <a:pt x="736325" y="9007"/>
                  <a:pt x="722177" y="9612"/>
                </a:cubicBezTo>
                <a:cubicBezTo>
                  <a:pt x="721578" y="12005"/>
                  <a:pt x="721779" y="14197"/>
                  <a:pt x="722776" y="15991"/>
                </a:cubicBezTo>
                <a:cubicBezTo>
                  <a:pt x="735328" y="16985"/>
                  <a:pt x="736325" y="17186"/>
                  <a:pt x="736325" y="30930"/>
                </a:cubicBezTo>
                <a:lnTo>
                  <a:pt x="736325" y="118190"/>
                </a:lnTo>
                <a:close/>
                <a:moveTo>
                  <a:pt x="827395" y="119184"/>
                </a:moveTo>
                <a:lnTo>
                  <a:pt x="827395" y="79530"/>
                </a:lnTo>
                <a:cubicBezTo>
                  <a:pt x="827395" y="69569"/>
                  <a:pt x="828192" y="58382"/>
                  <a:pt x="828192" y="58382"/>
                </a:cubicBezTo>
                <a:cubicBezTo>
                  <a:pt x="828192" y="56165"/>
                  <a:pt x="826398" y="54955"/>
                  <a:pt x="823610" y="54955"/>
                </a:cubicBezTo>
                <a:cubicBezTo>
                  <a:pt x="818030" y="57175"/>
                  <a:pt x="801887" y="58786"/>
                  <a:pt x="788137" y="60598"/>
                </a:cubicBezTo>
                <a:cubicBezTo>
                  <a:pt x="787738" y="61796"/>
                  <a:pt x="788137" y="65780"/>
                  <a:pt x="788535" y="66978"/>
                </a:cubicBezTo>
                <a:cubicBezTo>
                  <a:pt x="799497" y="67972"/>
                  <a:pt x="801488" y="69569"/>
                  <a:pt x="801488" y="80926"/>
                </a:cubicBezTo>
                <a:lnTo>
                  <a:pt x="801488" y="119184"/>
                </a:lnTo>
                <a:cubicBezTo>
                  <a:pt x="801488" y="135722"/>
                  <a:pt x="799296" y="136121"/>
                  <a:pt x="787142" y="137115"/>
                </a:cubicBezTo>
                <a:cubicBezTo>
                  <a:pt x="785944" y="138310"/>
                  <a:pt x="785944" y="142695"/>
                  <a:pt x="787142" y="143890"/>
                </a:cubicBezTo>
                <a:cubicBezTo>
                  <a:pt x="795510" y="143692"/>
                  <a:pt x="803882" y="143491"/>
                  <a:pt x="814442" y="143491"/>
                </a:cubicBezTo>
                <a:cubicBezTo>
                  <a:pt x="825002" y="143491"/>
                  <a:pt x="833173" y="143692"/>
                  <a:pt x="841741" y="143890"/>
                </a:cubicBezTo>
                <a:cubicBezTo>
                  <a:pt x="842940" y="142695"/>
                  <a:pt x="842940" y="138310"/>
                  <a:pt x="841741" y="137115"/>
                </a:cubicBezTo>
                <a:cubicBezTo>
                  <a:pt x="829588" y="136318"/>
                  <a:pt x="827395" y="135722"/>
                  <a:pt x="827395" y="119184"/>
                </a:cubicBezTo>
                <a:moveTo>
                  <a:pt x="800494" y="24694"/>
                </a:moveTo>
                <a:cubicBezTo>
                  <a:pt x="800494" y="31268"/>
                  <a:pt x="805274" y="37845"/>
                  <a:pt x="813247" y="37845"/>
                </a:cubicBezTo>
                <a:cubicBezTo>
                  <a:pt x="822214" y="37845"/>
                  <a:pt x="827395" y="30672"/>
                  <a:pt x="827395" y="25490"/>
                </a:cubicBezTo>
                <a:cubicBezTo>
                  <a:pt x="827395" y="19512"/>
                  <a:pt x="822813" y="12336"/>
                  <a:pt x="814442" y="12336"/>
                </a:cubicBezTo>
                <a:cubicBezTo>
                  <a:pt x="805077" y="12336"/>
                  <a:pt x="800494" y="18716"/>
                  <a:pt x="800494" y="24694"/>
                </a:cubicBezTo>
                <a:close/>
                <a:moveTo>
                  <a:pt x="891164" y="118010"/>
                </a:moveTo>
                <a:lnTo>
                  <a:pt x="891164" y="67060"/>
                </a:lnTo>
                <a:lnTo>
                  <a:pt x="908302" y="67060"/>
                </a:lnTo>
                <a:cubicBezTo>
                  <a:pt x="911890" y="67060"/>
                  <a:pt x="915277" y="66066"/>
                  <a:pt x="915277" y="63673"/>
                </a:cubicBezTo>
                <a:lnTo>
                  <a:pt x="915277" y="59090"/>
                </a:lnTo>
                <a:cubicBezTo>
                  <a:pt x="915277" y="57895"/>
                  <a:pt x="915076" y="57096"/>
                  <a:pt x="911291" y="57096"/>
                </a:cubicBezTo>
                <a:lnTo>
                  <a:pt x="891164" y="57096"/>
                </a:lnTo>
                <a:lnTo>
                  <a:pt x="891164" y="46903"/>
                </a:lnTo>
                <a:cubicBezTo>
                  <a:pt x="891164" y="17125"/>
                  <a:pt x="899335" y="12728"/>
                  <a:pt x="903719" y="12728"/>
                </a:cubicBezTo>
                <a:cubicBezTo>
                  <a:pt x="907107" y="12728"/>
                  <a:pt x="907903" y="15727"/>
                  <a:pt x="909299" y="20522"/>
                </a:cubicBezTo>
                <a:cubicBezTo>
                  <a:pt x="911090" y="26919"/>
                  <a:pt x="916271" y="31915"/>
                  <a:pt x="923447" y="31915"/>
                </a:cubicBezTo>
                <a:cubicBezTo>
                  <a:pt x="930022" y="31915"/>
                  <a:pt x="934805" y="27719"/>
                  <a:pt x="934805" y="19123"/>
                </a:cubicBezTo>
                <a:cubicBezTo>
                  <a:pt x="934805" y="13729"/>
                  <a:pt x="928629" y="4357"/>
                  <a:pt x="907505" y="4357"/>
                </a:cubicBezTo>
                <a:cubicBezTo>
                  <a:pt x="898140" y="4357"/>
                  <a:pt x="886980" y="7748"/>
                  <a:pt x="879406" y="15927"/>
                </a:cubicBezTo>
                <a:cubicBezTo>
                  <a:pt x="872032" y="23921"/>
                  <a:pt x="865257" y="33913"/>
                  <a:pt x="865257" y="53100"/>
                </a:cubicBezTo>
                <a:lnTo>
                  <a:pt x="865257" y="57096"/>
                </a:lnTo>
                <a:lnTo>
                  <a:pt x="864859" y="57096"/>
                </a:lnTo>
                <a:cubicBezTo>
                  <a:pt x="858084" y="57096"/>
                  <a:pt x="849914" y="58093"/>
                  <a:pt x="849914" y="59686"/>
                </a:cubicBezTo>
                <a:lnTo>
                  <a:pt x="849914" y="65068"/>
                </a:lnTo>
                <a:cubicBezTo>
                  <a:pt x="849914" y="66464"/>
                  <a:pt x="850711" y="67060"/>
                  <a:pt x="855293" y="67060"/>
                </a:cubicBezTo>
                <a:lnTo>
                  <a:pt x="865257" y="67060"/>
                </a:lnTo>
                <a:lnTo>
                  <a:pt x="865257" y="118409"/>
                </a:lnTo>
                <a:cubicBezTo>
                  <a:pt x="865257" y="134728"/>
                  <a:pt x="862071" y="136519"/>
                  <a:pt x="849914" y="137115"/>
                </a:cubicBezTo>
                <a:cubicBezTo>
                  <a:pt x="848719" y="138310"/>
                  <a:pt x="848719" y="142695"/>
                  <a:pt x="849914" y="143890"/>
                </a:cubicBezTo>
                <a:cubicBezTo>
                  <a:pt x="858282" y="143692"/>
                  <a:pt x="867249" y="143491"/>
                  <a:pt x="878211" y="143491"/>
                </a:cubicBezTo>
                <a:cubicBezTo>
                  <a:pt x="889169" y="143491"/>
                  <a:pt x="897939" y="143692"/>
                  <a:pt x="906508" y="143890"/>
                </a:cubicBezTo>
                <a:cubicBezTo>
                  <a:pt x="907703" y="142695"/>
                  <a:pt x="907703" y="138310"/>
                  <a:pt x="906508" y="137115"/>
                </a:cubicBezTo>
                <a:cubicBezTo>
                  <a:pt x="894351" y="136519"/>
                  <a:pt x="891164" y="134728"/>
                  <a:pt x="891164" y="118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yingDFGandaddingfowtype.">
            <a:extLst xmlns:a="http://schemas.openxmlformats.org/drawingml/2006/main">
              <a:ext uri="{FF2B5EF4-FFF2-40B4-BE49-F238E27FC236}">
                <a16:creationId xmlns:a16="http://schemas.microsoft.com/office/drawing/2014/main" id="{F5EA60D5-B3DF-4F6F-9808-E69F987C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646" y="1396135"/>
            <a:ext cx="2834307" cy="186627"/>
          </a:xfrm>
          <a:custGeom xmlns:a="http://schemas.openxmlformats.org/drawingml/2006/main">
            <a:pathLst>
              <a:path w="2834307" h="186627">
                <a:moveTo>
                  <a:pt x="47426" y="172707"/>
                </a:moveTo>
                <a:cubicBezTo>
                  <a:pt x="50616" y="167127"/>
                  <a:pt x="53605" y="159954"/>
                  <a:pt x="55995" y="153976"/>
                </a:cubicBezTo>
                <a:cubicBezTo>
                  <a:pt x="71937" y="115517"/>
                  <a:pt x="81701" y="93998"/>
                  <a:pt x="92264" y="71679"/>
                </a:cubicBezTo>
                <a:cubicBezTo>
                  <a:pt x="95053" y="65901"/>
                  <a:pt x="101031" y="59723"/>
                  <a:pt x="108405" y="59127"/>
                </a:cubicBezTo>
                <a:cubicBezTo>
                  <a:pt x="109603" y="57932"/>
                  <a:pt x="109603" y="53547"/>
                  <a:pt x="108405" y="52349"/>
                </a:cubicBezTo>
                <a:cubicBezTo>
                  <a:pt x="103424" y="52550"/>
                  <a:pt x="99836" y="52750"/>
                  <a:pt x="94256" y="52750"/>
                </a:cubicBezTo>
                <a:cubicBezTo>
                  <a:pt x="87281" y="52750"/>
                  <a:pt x="80506" y="52550"/>
                  <a:pt x="73132" y="52349"/>
                </a:cubicBezTo>
                <a:cubicBezTo>
                  <a:pt x="71937" y="53547"/>
                  <a:pt x="71937" y="57932"/>
                  <a:pt x="73132" y="59127"/>
                </a:cubicBezTo>
                <a:cubicBezTo>
                  <a:pt x="79512" y="59723"/>
                  <a:pt x="85888" y="60720"/>
                  <a:pt x="82698" y="67893"/>
                </a:cubicBezTo>
                <a:lnTo>
                  <a:pt x="62174" y="113923"/>
                </a:lnTo>
                <a:cubicBezTo>
                  <a:pt x="62174" y="114124"/>
                  <a:pt x="62174" y="114124"/>
                  <a:pt x="61973" y="114322"/>
                </a:cubicBezTo>
                <a:cubicBezTo>
                  <a:pt x="61973" y="114124"/>
                  <a:pt x="61973" y="113923"/>
                  <a:pt x="61775" y="113525"/>
                </a:cubicBezTo>
                <a:lnTo>
                  <a:pt x="43242" y="71879"/>
                </a:lnTo>
                <a:cubicBezTo>
                  <a:pt x="39654" y="63709"/>
                  <a:pt x="37662" y="60121"/>
                  <a:pt x="49819" y="59127"/>
                </a:cubicBezTo>
                <a:cubicBezTo>
                  <a:pt x="51014" y="57932"/>
                  <a:pt x="51014" y="53547"/>
                  <a:pt x="49819" y="52349"/>
                </a:cubicBezTo>
                <a:cubicBezTo>
                  <a:pt x="42445" y="52550"/>
                  <a:pt x="30489" y="52750"/>
                  <a:pt x="23313" y="52750"/>
                </a:cubicBezTo>
                <a:cubicBezTo>
                  <a:pt x="16538" y="52750"/>
                  <a:pt x="5181" y="52550"/>
                  <a:pt x="1195" y="52349"/>
                </a:cubicBezTo>
                <a:cubicBezTo>
                  <a:pt x="0" y="53547"/>
                  <a:pt x="0" y="57932"/>
                  <a:pt x="1195" y="59127"/>
                </a:cubicBezTo>
                <a:cubicBezTo>
                  <a:pt x="9961" y="59923"/>
                  <a:pt x="11558" y="61319"/>
                  <a:pt x="16937" y="73871"/>
                </a:cubicBezTo>
                <a:lnTo>
                  <a:pt x="42643" y="132855"/>
                </a:lnTo>
                <a:cubicBezTo>
                  <a:pt x="46030" y="137635"/>
                  <a:pt x="49819" y="141223"/>
                  <a:pt x="48223" y="144811"/>
                </a:cubicBezTo>
                <a:lnTo>
                  <a:pt x="43443" y="155770"/>
                </a:lnTo>
                <a:cubicBezTo>
                  <a:pt x="40852" y="161945"/>
                  <a:pt x="38459" y="165534"/>
                  <a:pt x="32879" y="165534"/>
                </a:cubicBezTo>
                <a:cubicBezTo>
                  <a:pt x="29291" y="165534"/>
                  <a:pt x="28695" y="164737"/>
                  <a:pt x="25904" y="164737"/>
                </a:cubicBezTo>
                <a:cubicBezTo>
                  <a:pt x="18332" y="164737"/>
                  <a:pt x="13948" y="169918"/>
                  <a:pt x="13948" y="173902"/>
                </a:cubicBezTo>
                <a:cubicBezTo>
                  <a:pt x="13948" y="176492"/>
                  <a:pt x="14547" y="179682"/>
                  <a:pt x="16341" y="181874"/>
                </a:cubicBezTo>
                <a:cubicBezTo>
                  <a:pt x="18132" y="184067"/>
                  <a:pt x="21522" y="185459"/>
                  <a:pt x="24113" y="185459"/>
                </a:cubicBezTo>
                <a:cubicBezTo>
                  <a:pt x="26701" y="185459"/>
                  <a:pt x="32682" y="184663"/>
                  <a:pt x="35470" y="183468"/>
                </a:cubicBezTo>
                <a:cubicBezTo>
                  <a:pt x="39654" y="181476"/>
                  <a:pt x="45234" y="176693"/>
                  <a:pt x="47426" y="172707"/>
                </a:cubicBezTo>
                <a:close/>
                <a:moveTo>
                  <a:pt x="156631" y="114827"/>
                </a:moveTo>
                <a:lnTo>
                  <a:pt x="156631" y="75173"/>
                </a:lnTo>
                <a:cubicBezTo>
                  <a:pt x="156631" y="65211"/>
                  <a:pt x="157428" y="54024"/>
                  <a:pt x="157428" y="54024"/>
                </a:cubicBezTo>
                <a:cubicBezTo>
                  <a:pt x="157428" y="51808"/>
                  <a:pt x="155633" y="50598"/>
                  <a:pt x="152845" y="50598"/>
                </a:cubicBezTo>
                <a:cubicBezTo>
                  <a:pt x="147265" y="52817"/>
                  <a:pt x="131122" y="54429"/>
                  <a:pt x="117372" y="56241"/>
                </a:cubicBezTo>
                <a:cubicBezTo>
                  <a:pt x="116974" y="57439"/>
                  <a:pt x="117372" y="61422"/>
                  <a:pt x="117770" y="62620"/>
                </a:cubicBezTo>
                <a:cubicBezTo>
                  <a:pt x="128732" y="63615"/>
                  <a:pt x="130724" y="65211"/>
                  <a:pt x="130724" y="76568"/>
                </a:cubicBezTo>
                <a:lnTo>
                  <a:pt x="130724" y="114827"/>
                </a:lnTo>
                <a:cubicBezTo>
                  <a:pt x="130724" y="131365"/>
                  <a:pt x="128532" y="131763"/>
                  <a:pt x="116378" y="132758"/>
                </a:cubicBezTo>
                <a:cubicBezTo>
                  <a:pt x="115180" y="133953"/>
                  <a:pt x="115180" y="138337"/>
                  <a:pt x="116378" y="139532"/>
                </a:cubicBezTo>
                <a:cubicBezTo>
                  <a:pt x="124746" y="139335"/>
                  <a:pt x="133117" y="139134"/>
                  <a:pt x="143677" y="139134"/>
                </a:cubicBezTo>
                <a:cubicBezTo>
                  <a:pt x="154238" y="139134"/>
                  <a:pt x="162408" y="139335"/>
                  <a:pt x="170977" y="139532"/>
                </a:cubicBezTo>
                <a:cubicBezTo>
                  <a:pt x="172175" y="138337"/>
                  <a:pt x="172175" y="133953"/>
                  <a:pt x="170977" y="132758"/>
                </a:cubicBezTo>
                <a:cubicBezTo>
                  <a:pt x="158823" y="131961"/>
                  <a:pt x="156631" y="131365"/>
                  <a:pt x="156631" y="114827"/>
                </a:cubicBezTo>
                <a:moveTo>
                  <a:pt x="129730" y="20336"/>
                </a:moveTo>
                <a:cubicBezTo>
                  <a:pt x="129730" y="26910"/>
                  <a:pt x="134510" y="33487"/>
                  <a:pt x="142482" y="33487"/>
                </a:cubicBezTo>
                <a:cubicBezTo>
                  <a:pt x="151449" y="33487"/>
                  <a:pt x="156631" y="26314"/>
                  <a:pt x="156631" y="21133"/>
                </a:cubicBezTo>
                <a:cubicBezTo>
                  <a:pt x="156631" y="15155"/>
                  <a:pt x="152048" y="7979"/>
                  <a:pt x="143677" y="7979"/>
                </a:cubicBezTo>
                <a:cubicBezTo>
                  <a:pt x="134312" y="7979"/>
                  <a:pt x="129730" y="14358"/>
                  <a:pt x="129730" y="20336"/>
                </a:cubicBezTo>
                <a:close/>
                <a:moveTo>
                  <a:pt x="220001" y="114808"/>
                </a:moveTo>
                <a:lnTo>
                  <a:pt x="220001" y="75118"/>
                </a:lnTo>
                <a:lnTo>
                  <a:pt x="220001" y="74720"/>
                </a:lnTo>
                <a:cubicBezTo>
                  <a:pt x="227971" y="69334"/>
                  <a:pt x="235944" y="65345"/>
                  <a:pt x="239529" y="65345"/>
                </a:cubicBezTo>
                <a:cubicBezTo>
                  <a:pt x="247502" y="65345"/>
                  <a:pt x="253480" y="68936"/>
                  <a:pt x="253480" y="80305"/>
                </a:cubicBezTo>
                <a:lnTo>
                  <a:pt x="253480" y="113610"/>
                </a:lnTo>
                <a:cubicBezTo>
                  <a:pt x="253480" y="130365"/>
                  <a:pt x="250290" y="132159"/>
                  <a:pt x="242120" y="132758"/>
                </a:cubicBezTo>
                <a:cubicBezTo>
                  <a:pt x="240925" y="133953"/>
                  <a:pt x="240925" y="138337"/>
                  <a:pt x="242120" y="139532"/>
                </a:cubicBezTo>
                <a:cubicBezTo>
                  <a:pt x="250491" y="139335"/>
                  <a:pt x="256867" y="139134"/>
                  <a:pt x="266433" y="139134"/>
                </a:cubicBezTo>
                <a:cubicBezTo>
                  <a:pt x="277392" y="139134"/>
                  <a:pt x="286161" y="139335"/>
                  <a:pt x="294730" y="139532"/>
                </a:cubicBezTo>
                <a:cubicBezTo>
                  <a:pt x="295925" y="138337"/>
                  <a:pt x="295925" y="133953"/>
                  <a:pt x="294730" y="132758"/>
                </a:cubicBezTo>
                <a:cubicBezTo>
                  <a:pt x="282573" y="132159"/>
                  <a:pt x="279387" y="130365"/>
                  <a:pt x="279387" y="113610"/>
                </a:cubicBezTo>
                <a:lnTo>
                  <a:pt x="279387" y="82498"/>
                </a:lnTo>
                <a:cubicBezTo>
                  <a:pt x="279387" y="60562"/>
                  <a:pt x="270018" y="50598"/>
                  <a:pt x="252881" y="50598"/>
                </a:cubicBezTo>
                <a:cubicBezTo>
                  <a:pt x="244911" y="50598"/>
                  <a:pt x="230762" y="59367"/>
                  <a:pt x="219801" y="66941"/>
                </a:cubicBezTo>
                <a:cubicBezTo>
                  <a:pt x="219205" y="59966"/>
                  <a:pt x="218405" y="53988"/>
                  <a:pt x="218405" y="53988"/>
                </a:cubicBezTo>
                <a:cubicBezTo>
                  <a:pt x="218207" y="51595"/>
                  <a:pt x="216614" y="50598"/>
                  <a:pt x="213823" y="50598"/>
                </a:cubicBezTo>
                <a:cubicBezTo>
                  <a:pt x="206449" y="52632"/>
                  <a:pt x="194493" y="55423"/>
                  <a:pt x="180743" y="57214"/>
                </a:cubicBezTo>
                <a:cubicBezTo>
                  <a:pt x="180344" y="58412"/>
                  <a:pt x="180743" y="62395"/>
                  <a:pt x="181141" y="63594"/>
                </a:cubicBezTo>
                <a:cubicBezTo>
                  <a:pt x="192103" y="64591"/>
                  <a:pt x="194094" y="66184"/>
                  <a:pt x="194094" y="77544"/>
                </a:cubicBezTo>
                <a:lnTo>
                  <a:pt x="194094" y="114820"/>
                </a:lnTo>
                <a:cubicBezTo>
                  <a:pt x="194094" y="131362"/>
                  <a:pt x="191902" y="131763"/>
                  <a:pt x="179745" y="132758"/>
                </a:cubicBezTo>
                <a:cubicBezTo>
                  <a:pt x="178550" y="133953"/>
                  <a:pt x="178550" y="138337"/>
                  <a:pt x="179745" y="139532"/>
                </a:cubicBezTo>
                <a:cubicBezTo>
                  <a:pt x="188116" y="139335"/>
                  <a:pt x="196484" y="139134"/>
                  <a:pt x="207048" y="139134"/>
                </a:cubicBezTo>
                <a:cubicBezTo>
                  <a:pt x="216216" y="139134"/>
                  <a:pt x="221795" y="139335"/>
                  <a:pt x="230364" y="139532"/>
                </a:cubicBezTo>
                <a:cubicBezTo>
                  <a:pt x="231559" y="138337"/>
                  <a:pt x="231559" y="133953"/>
                  <a:pt x="230364" y="132758"/>
                </a:cubicBezTo>
                <a:cubicBezTo>
                  <a:pt x="221993" y="131961"/>
                  <a:pt x="220001" y="131362"/>
                  <a:pt x="220001" y="114808"/>
                </a:cubicBezTo>
                <a:close/>
                <a:moveTo>
                  <a:pt x="355110" y="81753"/>
                </a:moveTo>
                <a:cubicBezTo>
                  <a:pt x="355110" y="100940"/>
                  <a:pt x="349530" y="103336"/>
                  <a:pt x="344349" y="103336"/>
                </a:cubicBezTo>
                <a:cubicBezTo>
                  <a:pt x="331994" y="103336"/>
                  <a:pt x="330398" y="88549"/>
                  <a:pt x="330398" y="78356"/>
                </a:cubicBezTo>
                <a:cubicBezTo>
                  <a:pt x="330398" y="63566"/>
                  <a:pt x="333986" y="58172"/>
                  <a:pt x="341758" y="58172"/>
                </a:cubicBezTo>
                <a:cubicBezTo>
                  <a:pt x="351124" y="58172"/>
                  <a:pt x="355110" y="65965"/>
                  <a:pt x="355110" y="81753"/>
                </a:cubicBezTo>
                <a:moveTo>
                  <a:pt x="332192" y="144203"/>
                </a:moveTo>
                <a:cubicBezTo>
                  <a:pt x="347539" y="144203"/>
                  <a:pt x="377030" y="144802"/>
                  <a:pt x="377030" y="155356"/>
                </a:cubicBezTo>
                <a:cubicBezTo>
                  <a:pt x="377030" y="162526"/>
                  <a:pt x="373841" y="170691"/>
                  <a:pt x="367267" y="174276"/>
                </a:cubicBezTo>
                <a:cubicBezTo>
                  <a:pt x="361088" y="177861"/>
                  <a:pt x="350926" y="178259"/>
                  <a:pt x="343352" y="178259"/>
                </a:cubicBezTo>
                <a:cubicBezTo>
                  <a:pt x="330200" y="178259"/>
                  <a:pt x="321233" y="168501"/>
                  <a:pt x="321233" y="158345"/>
                </a:cubicBezTo>
                <a:cubicBezTo>
                  <a:pt x="321233" y="151574"/>
                  <a:pt x="321233" y="146991"/>
                  <a:pt x="323426" y="143008"/>
                </a:cubicBezTo>
                <a:cubicBezTo>
                  <a:pt x="325417" y="143805"/>
                  <a:pt x="328008" y="144203"/>
                  <a:pt x="332192" y="144203"/>
                </a:cubicBezTo>
                <a:moveTo>
                  <a:pt x="390382" y="60571"/>
                </a:moveTo>
                <a:cubicBezTo>
                  <a:pt x="395962" y="60571"/>
                  <a:pt x="399149" y="58172"/>
                  <a:pt x="399149" y="50798"/>
                </a:cubicBezTo>
                <a:cubicBezTo>
                  <a:pt x="399149" y="47013"/>
                  <a:pt x="393970" y="41232"/>
                  <a:pt x="386396" y="41232"/>
                </a:cubicBezTo>
                <a:cubicBezTo>
                  <a:pt x="377630" y="41232"/>
                  <a:pt x="366069" y="47809"/>
                  <a:pt x="360291" y="52991"/>
                </a:cubicBezTo>
                <a:cubicBezTo>
                  <a:pt x="356703" y="50999"/>
                  <a:pt x="352519" y="50598"/>
                  <a:pt x="343552" y="50598"/>
                </a:cubicBezTo>
                <a:cubicBezTo>
                  <a:pt x="334983" y="50598"/>
                  <a:pt x="326612" y="52592"/>
                  <a:pt x="320038" y="56977"/>
                </a:cubicBezTo>
                <a:cubicBezTo>
                  <a:pt x="311868" y="62167"/>
                  <a:pt x="306486" y="69964"/>
                  <a:pt x="306486" y="80156"/>
                </a:cubicBezTo>
                <a:cubicBezTo>
                  <a:pt x="306486" y="89947"/>
                  <a:pt x="312266" y="100538"/>
                  <a:pt x="321829" y="105729"/>
                </a:cubicBezTo>
                <a:cubicBezTo>
                  <a:pt x="315654" y="111111"/>
                  <a:pt x="306088" y="121683"/>
                  <a:pt x="306088" y="125673"/>
                </a:cubicBezTo>
                <a:cubicBezTo>
                  <a:pt x="306088" y="129458"/>
                  <a:pt x="306687" y="131848"/>
                  <a:pt x="308678" y="134837"/>
                </a:cubicBezTo>
                <a:cubicBezTo>
                  <a:pt x="310472" y="137629"/>
                  <a:pt x="312862" y="139222"/>
                  <a:pt x="316849" y="140417"/>
                </a:cubicBezTo>
                <a:cubicBezTo>
                  <a:pt x="308280" y="145599"/>
                  <a:pt x="299510" y="156950"/>
                  <a:pt x="299510" y="160337"/>
                </a:cubicBezTo>
                <a:cubicBezTo>
                  <a:pt x="299510" y="167705"/>
                  <a:pt x="301904" y="176267"/>
                  <a:pt x="307283" y="180053"/>
                </a:cubicBezTo>
                <a:cubicBezTo>
                  <a:pt x="315055" y="185432"/>
                  <a:pt x="328209" y="186627"/>
                  <a:pt x="337772" y="186627"/>
                </a:cubicBezTo>
                <a:cubicBezTo>
                  <a:pt x="365473" y="186627"/>
                  <a:pt x="397157" y="172086"/>
                  <a:pt x="397157" y="150178"/>
                </a:cubicBezTo>
                <a:cubicBezTo>
                  <a:pt x="397157" y="145997"/>
                  <a:pt x="395165" y="137428"/>
                  <a:pt x="387193" y="132049"/>
                </a:cubicBezTo>
                <a:cubicBezTo>
                  <a:pt x="379420" y="126868"/>
                  <a:pt x="349530" y="125472"/>
                  <a:pt x="334783" y="125472"/>
                </a:cubicBezTo>
                <a:cubicBezTo>
                  <a:pt x="331198" y="125472"/>
                  <a:pt x="325816" y="125074"/>
                  <a:pt x="325816" y="117095"/>
                </a:cubicBezTo>
                <a:cubicBezTo>
                  <a:pt x="325816" y="113902"/>
                  <a:pt x="327810" y="111111"/>
                  <a:pt x="328805" y="108718"/>
                </a:cubicBezTo>
                <a:cubicBezTo>
                  <a:pt x="332989" y="110709"/>
                  <a:pt x="337176" y="110910"/>
                  <a:pt x="343352" y="110910"/>
                </a:cubicBezTo>
                <a:cubicBezTo>
                  <a:pt x="353517" y="110910"/>
                  <a:pt x="362882" y="108319"/>
                  <a:pt x="369657" y="102338"/>
                </a:cubicBezTo>
                <a:cubicBezTo>
                  <a:pt x="375437" y="97142"/>
                  <a:pt x="379420" y="90148"/>
                  <a:pt x="379420" y="81154"/>
                </a:cubicBezTo>
                <a:cubicBezTo>
                  <a:pt x="379420" y="69964"/>
                  <a:pt x="373841" y="62569"/>
                  <a:pt x="367066" y="56977"/>
                </a:cubicBezTo>
                <a:cubicBezTo>
                  <a:pt x="368659" y="54982"/>
                  <a:pt x="375236" y="51397"/>
                  <a:pt x="377228" y="51397"/>
                </a:cubicBezTo>
                <a:cubicBezTo>
                  <a:pt x="379022" y="51397"/>
                  <a:pt x="380418" y="52592"/>
                  <a:pt x="381017" y="53787"/>
                </a:cubicBezTo>
                <a:cubicBezTo>
                  <a:pt x="381814" y="56378"/>
                  <a:pt x="385399" y="60571"/>
                  <a:pt x="390382" y="60571"/>
                </a:cubicBezTo>
                <a:close/>
                <a:moveTo>
                  <a:pt x="501579" y="115410"/>
                </a:moveTo>
                <a:lnTo>
                  <a:pt x="501579" y="33642"/>
                </a:lnTo>
                <a:cubicBezTo>
                  <a:pt x="501579" y="22675"/>
                  <a:pt x="506760" y="18685"/>
                  <a:pt x="513933" y="18685"/>
                </a:cubicBezTo>
                <a:cubicBezTo>
                  <a:pt x="553192" y="18685"/>
                  <a:pt x="557574" y="52388"/>
                  <a:pt x="557574" y="82504"/>
                </a:cubicBezTo>
                <a:cubicBezTo>
                  <a:pt x="557574" y="118801"/>
                  <a:pt x="535854" y="131164"/>
                  <a:pt x="520708" y="131164"/>
                </a:cubicBezTo>
                <a:cubicBezTo>
                  <a:pt x="506760" y="131164"/>
                  <a:pt x="501579" y="128771"/>
                  <a:pt x="501579" y="115410"/>
                </a:cubicBezTo>
                <a:moveTo>
                  <a:pt x="520112" y="139532"/>
                </a:moveTo>
                <a:cubicBezTo>
                  <a:pt x="537648" y="139532"/>
                  <a:pt x="557376" y="135151"/>
                  <a:pt x="571525" y="122787"/>
                </a:cubicBezTo>
                <a:cubicBezTo>
                  <a:pt x="581091" y="114413"/>
                  <a:pt x="587665" y="97859"/>
                  <a:pt x="587665" y="77517"/>
                </a:cubicBezTo>
                <a:cubicBezTo>
                  <a:pt x="587665" y="40624"/>
                  <a:pt x="563752" y="10314"/>
                  <a:pt x="514730" y="10314"/>
                </a:cubicBezTo>
                <a:cubicBezTo>
                  <a:pt x="504170" y="10314"/>
                  <a:pt x="495799" y="10515"/>
                  <a:pt x="487829" y="10515"/>
                </a:cubicBezTo>
                <a:cubicBezTo>
                  <a:pt x="479856" y="10521"/>
                  <a:pt x="457139" y="10119"/>
                  <a:pt x="457139" y="10119"/>
                </a:cubicBezTo>
                <a:cubicBezTo>
                  <a:pt x="455147" y="11318"/>
                  <a:pt x="455147" y="15702"/>
                  <a:pt x="457139" y="16897"/>
                </a:cubicBezTo>
                <a:cubicBezTo>
                  <a:pt x="468101" y="17493"/>
                  <a:pt x="473680" y="18293"/>
                  <a:pt x="473680" y="34844"/>
                </a:cubicBezTo>
                <a:lnTo>
                  <a:pt x="473680" y="114811"/>
                </a:lnTo>
                <a:cubicBezTo>
                  <a:pt x="473680" y="131362"/>
                  <a:pt x="468101" y="132162"/>
                  <a:pt x="457139" y="132758"/>
                </a:cubicBezTo>
                <a:cubicBezTo>
                  <a:pt x="455147" y="133953"/>
                  <a:pt x="455147" y="138337"/>
                  <a:pt x="457139" y="139532"/>
                </a:cubicBezTo>
                <a:cubicBezTo>
                  <a:pt x="457139" y="139532"/>
                  <a:pt x="479856" y="139134"/>
                  <a:pt x="487829" y="139134"/>
                </a:cubicBezTo>
                <a:cubicBezTo>
                  <a:pt x="495799" y="139134"/>
                  <a:pt x="512139" y="139532"/>
                  <a:pt x="520112" y="139532"/>
                </a:cubicBezTo>
                <a:close/>
                <a:moveTo>
                  <a:pt x="645455" y="114839"/>
                </a:moveTo>
                <a:lnTo>
                  <a:pt x="645455" y="79594"/>
                </a:lnTo>
                <a:lnTo>
                  <a:pt x="661599" y="79594"/>
                </a:lnTo>
                <a:cubicBezTo>
                  <a:pt x="675349" y="79594"/>
                  <a:pt x="679134" y="83379"/>
                  <a:pt x="679730" y="92337"/>
                </a:cubicBezTo>
                <a:cubicBezTo>
                  <a:pt x="680928" y="93532"/>
                  <a:pt x="687104" y="93532"/>
                  <a:pt x="688302" y="92337"/>
                </a:cubicBezTo>
                <a:cubicBezTo>
                  <a:pt x="687901" y="85368"/>
                  <a:pt x="687901" y="79396"/>
                  <a:pt x="687901" y="74814"/>
                </a:cubicBezTo>
                <a:cubicBezTo>
                  <a:pt x="687901" y="70228"/>
                  <a:pt x="688101" y="63463"/>
                  <a:pt x="688302" y="57688"/>
                </a:cubicBezTo>
                <a:cubicBezTo>
                  <a:pt x="687104" y="56496"/>
                  <a:pt x="680928" y="56496"/>
                  <a:pt x="679730" y="57688"/>
                </a:cubicBezTo>
                <a:cubicBezTo>
                  <a:pt x="679134" y="68638"/>
                  <a:pt x="674950" y="70429"/>
                  <a:pt x="661599" y="70429"/>
                </a:cubicBezTo>
                <a:lnTo>
                  <a:pt x="645455" y="70429"/>
                </a:lnTo>
                <a:lnTo>
                  <a:pt x="645455" y="28829"/>
                </a:lnTo>
                <a:cubicBezTo>
                  <a:pt x="645455" y="24049"/>
                  <a:pt x="648843" y="19074"/>
                  <a:pt x="653626" y="19074"/>
                </a:cubicBezTo>
                <a:lnTo>
                  <a:pt x="671560" y="19074"/>
                </a:lnTo>
                <a:cubicBezTo>
                  <a:pt x="686508" y="19074"/>
                  <a:pt x="691689" y="27634"/>
                  <a:pt x="696071" y="41369"/>
                </a:cubicBezTo>
                <a:cubicBezTo>
                  <a:pt x="698464" y="41764"/>
                  <a:pt x="701055" y="41369"/>
                  <a:pt x="703047" y="40372"/>
                </a:cubicBezTo>
                <a:cubicBezTo>
                  <a:pt x="702451" y="31614"/>
                  <a:pt x="700854" y="12099"/>
                  <a:pt x="700657" y="10506"/>
                </a:cubicBezTo>
                <a:cubicBezTo>
                  <a:pt x="700657" y="10107"/>
                  <a:pt x="700456" y="9907"/>
                  <a:pt x="699860" y="9907"/>
                </a:cubicBezTo>
                <a:cubicBezTo>
                  <a:pt x="696469" y="10506"/>
                  <a:pt x="694876" y="10703"/>
                  <a:pt x="690093" y="10703"/>
                </a:cubicBezTo>
                <a:lnTo>
                  <a:pt x="630909" y="10703"/>
                </a:lnTo>
                <a:cubicBezTo>
                  <a:pt x="630909" y="10521"/>
                  <a:pt x="610183" y="10320"/>
                  <a:pt x="600222" y="10119"/>
                </a:cubicBezTo>
                <a:cubicBezTo>
                  <a:pt x="599024" y="11318"/>
                  <a:pt x="599024" y="15702"/>
                  <a:pt x="600222" y="16897"/>
                </a:cubicBezTo>
                <a:cubicBezTo>
                  <a:pt x="614169" y="17496"/>
                  <a:pt x="617557" y="18494"/>
                  <a:pt x="617557" y="35075"/>
                </a:cubicBezTo>
                <a:lnTo>
                  <a:pt x="617557" y="114839"/>
                </a:lnTo>
                <a:cubicBezTo>
                  <a:pt x="617557" y="131365"/>
                  <a:pt x="611977" y="132162"/>
                  <a:pt x="601018" y="132758"/>
                </a:cubicBezTo>
                <a:cubicBezTo>
                  <a:pt x="599024" y="133953"/>
                  <a:pt x="599024" y="138337"/>
                  <a:pt x="601018" y="139532"/>
                </a:cubicBezTo>
                <a:cubicBezTo>
                  <a:pt x="608988" y="139335"/>
                  <a:pt x="623736" y="139134"/>
                  <a:pt x="631705" y="139134"/>
                </a:cubicBezTo>
                <a:cubicBezTo>
                  <a:pt x="639678" y="139134"/>
                  <a:pt x="656019" y="139335"/>
                  <a:pt x="663989" y="139532"/>
                </a:cubicBezTo>
                <a:cubicBezTo>
                  <a:pt x="665980" y="138337"/>
                  <a:pt x="665980" y="133953"/>
                  <a:pt x="663989" y="132758"/>
                </a:cubicBezTo>
                <a:cubicBezTo>
                  <a:pt x="653030" y="132162"/>
                  <a:pt x="645455" y="131365"/>
                  <a:pt x="645455" y="114839"/>
                </a:cubicBezTo>
                <a:close/>
                <a:moveTo>
                  <a:pt x="784550" y="7979"/>
                </a:moveTo>
                <a:cubicBezTo>
                  <a:pt x="765022" y="7979"/>
                  <a:pt x="747286" y="14158"/>
                  <a:pt x="733536" y="26503"/>
                </a:cubicBezTo>
                <a:cubicBezTo>
                  <a:pt x="720184" y="38450"/>
                  <a:pt x="712412" y="56369"/>
                  <a:pt x="712412" y="77870"/>
                </a:cubicBezTo>
                <a:cubicBezTo>
                  <a:pt x="712412" y="95816"/>
                  <a:pt x="719585" y="114367"/>
                  <a:pt x="733335" y="125937"/>
                </a:cubicBezTo>
                <a:cubicBezTo>
                  <a:pt x="745890" y="136708"/>
                  <a:pt x="761635" y="141089"/>
                  <a:pt x="782558" y="141089"/>
                </a:cubicBezTo>
                <a:cubicBezTo>
                  <a:pt x="804877" y="141089"/>
                  <a:pt x="826399" y="134314"/>
                  <a:pt x="839152" y="123544"/>
                </a:cubicBezTo>
                <a:cubicBezTo>
                  <a:pt x="837160" y="121750"/>
                  <a:pt x="836163" y="120154"/>
                  <a:pt x="836163" y="117958"/>
                </a:cubicBezTo>
                <a:lnTo>
                  <a:pt x="836163" y="94621"/>
                </a:lnTo>
                <a:cubicBezTo>
                  <a:pt x="836163" y="87636"/>
                  <a:pt x="839152" y="85642"/>
                  <a:pt x="844732" y="85043"/>
                </a:cubicBezTo>
                <a:cubicBezTo>
                  <a:pt x="845927" y="83848"/>
                  <a:pt x="845927" y="78867"/>
                  <a:pt x="844732" y="77672"/>
                </a:cubicBezTo>
                <a:cubicBezTo>
                  <a:pt x="839152" y="77870"/>
                  <a:pt x="829787" y="78070"/>
                  <a:pt x="822215" y="78070"/>
                </a:cubicBezTo>
                <a:cubicBezTo>
                  <a:pt x="814842" y="78070"/>
                  <a:pt x="801687" y="77870"/>
                  <a:pt x="792720" y="77672"/>
                </a:cubicBezTo>
                <a:cubicBezTo>
                  <a:pt x="791525" y="78867"/>
                  <a:pt x="791525" y="83848"/>
                  <a:pt x="792720" y="85043"/>
                </a:cubicBezTo>
                <a:cubicBezTo>
                  <a:pt x="803083" y="85842"/>
                  <a:pt x="808264" y="86639"/>
                  <a:pt x="808264" y="94621"/>
                </a:cubicBezTo>
                <a:lnTo>
                  <a:pt x="808264" y="124344"/>
                </a:lnTo>
                <a:cubicBezTo>
                  <a:pt x="801888" y="130726"/>
                  <a:pt x="797105" y="132721"/>
                  <a:pt x="786943" y="132721"/>
                </a:cubicBezTo>
                <a:cubicBezTo>
                  <a:pt x="753264" y="132721"/>
                  <a:pt x="742503" y="100204"/>
                  <a:pt x="742503" y="73889"/>
                </a:cubicBezTo>
                <a:cubicBezTo>
                  <a:pt x="742503" y="56767"/>
                  <a:pt x="745094" y="41235"/>
                  <a:pt x="752467" y="31082"/>
                </a:cubicBezTo>
                <a:cubicBezTo>
                  <a:pt x="760239" y="20531"/>
                  <a:pt x="771198" y="16350"/>
                  <a:pt x="781762" y="16350"/>
                </a:cubicBezTo>
                <a:cubicBezTo>
                  <a:pt x="807665" y="16350"/>
                  <a:pt x="820820" y="31681"/>
                  <a:pt x="825800" y="48803"/>
                </a:cubicBezTo>
                <a:cubicBezTo>
                  <a:pt x="828990" y="49202"/>
                  <a:pt x="832177" y="48803"/>
                  <a:pt x="834570" y="47608"/>
                </a:cubicBezTo>
                <a:cubicBezTo>
                  <a:pt x="832776" y="39247"/>
                  <a:pt x="831778" y="29291"/>
                  <a:pt x="830386" y="14954"/>
                </a:cubicBezTo>
                <a:cubicBezTo>
                  <a:pt x="820023" y="14954"/>
                  <a:pt x="809459" y="7979"/>
                  <a:pt x="784550" y="7979"/>
                </a:cubicBezTo>
                <a:close/>
                <a:moveTo>
                  <a:pt x="960313" y="129334"/>
                </a:moveTo>
                <a:cubicBezTo>
                  <a:pt x="961706" y="137504"/>
                  <a:pt x="967088" y="141089"/>
                  <a:pt x="975855" y="141089"/>
                </a:cubicBezTo>
                <a:cubicBezTo>
                  <a:pt x="986816" y="141089"/>
                  <a:pt x="994588" y="136905"/>
                  <a:pt x="1001962" y="129930"/>
                </a:cubicBezTo>
                <a:cubicBezTo>
                  <a:pt x="1001564" y="127540"/>
                  <a:pt x="1000764" y="125946"/>
                  <a:pt x="998374" y="124350"/>
                </a:cubicBezTo>
                <a:cubicBezTo>
                  <a:pt x="995783" y="126345"/>
                  <a:pt x="993792" y="127141"/>
                  <a:pt x="990006" y="127141"/>
                </a:cubicBezTo>
                <a:cubicBezTo>
                  <a:pt x="985621" y="127141"/>
                  <a:pt x="984426" y="123553"/>
                  <a:pt x="984426" y="113787"/>
                </a:cubicBezTo>
                <a:lnTo>
                  <a:pt x="984825" y="85082"/>
                </a:lnTo>
                <a:cubicBezTo>
                  <a:pt x="984825" y="56378"/>
                  <a:pt x="967088" y="50598"/>
                  <a:pt x="950747" y="50598"/>
                </a:cubicBezTo>
                <a:cubicBezTo>
                  <a:pt x="936201" y="50598"/>
                  <a:pt x="913882" y="58969"/>
                  <a:pt x="913882" y="72126"/>
                </a:cubicBezTo>
                <a:cubicBezTo>
                  <a:pt x="913882" y="77705"/>
                  <a:pt x="916272" y="82090"/>
                  <a:pt x="924044" y="82090"/>
                </a:cubicBezTo>
                <a:cubicBezTo>
                  <a:pt x="931217" y="82090"/>
                  <a:pt x="936398" y="77705"/>
                  <a:pt x="936398" y="72922"/>
                </a:cubicBezTo>
                <a:cubicBezTo>
                  <a:pt x="936398" y="70332"/>
                  <a:pt x="935006" y="66941"/>
                  <a:pt x="935602" y="63554"/>
                </a:cubicBezTo>
                <a:cubicBezTo>
                  <a:pt x="935802" y="61362"/>
                  <a:pt x="937396" y="58969"/>
                  <a:pt x="943973" y="58969"/>
                </a:cubicBezTo>
                <a:cubicBezTo>
                  <a:pt x="952341" y="58969"/>
                  <a:pt x="959316" y="62557"/>
                  <a:pt x="959316" y="87874"/>
                </a:cubicBezTo>
                <a:lnTo>
                  <a:pt x="945964" y="92058"/>
                </a:lnTo>
                <a:cubicBezTo>
                  <a:pt x="925041" y="98635"/>
                  <a:pt x="910294" y="104418"/>
                  <a:pt x="910294" y="120163"/>
                </a:cubicBezTo>
                <a:cubicBezTo>
                  <a:pt x="910294" y="133916"/>
                  <a:pt x="917865" y="141089"/>
                  <a:pt x="935203" y="141089"/>
                </a:cubicBezTo>
                <a:cubicBezTo>
                  <a:pt x="940984" y="141089"/>
                  <a:pt x="952541" y="134713"/>
                  <a:pt x="959115" y="129531"/>
                </a:cubicBezTo>
                <a:lnTo>
                  <a:pt x="960313" y="129334"/>
                </a:lnTo>
                <a:moveTo>
                  <a:pt x="959316" y="95646"/>
                </a:moveTo>
                <a:lnTo>
                  <a:pt x="959316" y="121957"/>
                </a:lnTo>
                <a:cubicBezTo>
                  <a:pt x="954335" y="125943"/>
                  <a:pt x="949352" y="129133"/>
                  <a:pt x="945767" y="129133"/>
                </a:cubicBezTo>
                <a:cubicBezTo>
                  <a:pt x="937195" y="129133"/>
                  <a:pt x="934206" y="123353"/>
                  <a:pt x="934206" y="117174"/>
                </a:cubicBezTo>
                <a:cubicBezTo>
                  <a:pt x="934206" y="109800"/>
                  <a:pt x="934805" y="103618"/>
                  <a:pt x="948953" y="99036"/>
                </a:cubicBezTo>
                <a:lnTo>
                  <a:pt x="959316" y="95646"/>
                </a:lnTo>
                <a:close/>
                <a:moveTo>
                  <a:pt x="1047795" y="114808"/>
                </a:moveTo>
                <a:lnTo>
                  <a:pt x="1047795" y="75118"/>
                </a:lnTo>
                <a:lnTo>
                  <a:pt x="1047795" y="74720"/>
                </a:lnTo>
                <a:cubicBezTo>
                  <a:pt x="1055765" y="69334"/>
                  <a:pt x="1063738" y="65345"/>
                  <a:pt x="1067323" y="65345"/>
                </a:cubicBezTo>
                <a:cubicBezTo>
                  <a:pt x="1075295" y="65345"/>
                  <a:pt x="1081273" y="68936"/>
                  <a:pt x="1081273" y="80305"/>
                </a:cubicBezTo>
                <a:lnTo>
                  <a:pt x="1081273" y="113610"/>
                </a:lnTo>
                <a:cubicBezTo>
                  <a:pt x="1081273" y="130365"/>
                  <a:pt x="1078084" y="132159"/>
                  <a:pt x="1069913" y="132758"/>
                </a:cubicBezTo>
                <a:cubicBezTo>
                  <a:pt x="1068718" y="133953"/>
                  <a:pt x="1068718" y="138337"/>
                  <a:pt x="1069913" y="139532"/>
                </a:cubicBezTo>
                <a:cubicBezTo>
                  <a:pt x="1078284" y="139335"/>
                  <a:pt x="1084661" y="139134"/>
                  <a:pt x="1094227" y="139134"/>
                </a:cubicBezTo>
                <a:cubicBezTo>
                  <a:pt x="1105186" y="139134"/>
                  <a:pt x="1113955" y="139335"/>
                  <a:pt x="1122524" y="139532"/>
                </a:cubicBezTo>
                <a:cubicBezTo>
                  <a:pt x="1123719" y="138337"/>
                  <a:pt x="1123719" y="133953"/>
                  <a:pt x="1122524" y="132758"/>
                </a:cubicBezTo>
                <a:cubicBezTo>
                  <a:pt x="1110367" y="132159"/>
                  <a:pt x="1107180" y="130365"/>
                  <a:pt x="1107180" y="113610"/>
                </a:cubicBezTo>
                <a:lnTo>
                  <a:pt x="1107180" y="82498"/>
                </a:lnTo>
                <a:cubicBezTo>
                  <a:pt x="1107180" y="60562"/>
                  <a:pt x="1097812" y="50598"/>
                  <a:pt x="1080674" y="50598"/>
                </a:cubicBezTo>
                <a:cubicBezTo>
                  <a:pt x="1072705" y="50598"/>
                  <a:pt x="1058556" y="59367"/>
                  <a:pt x="1047594" y="66941"/>
                </a:cubicBezTo>
                <a:cubicBezTo>
                  <a:pt x="1046998" y="59966"/>
                  <a:pt x="1046199" y="53988"/>
                  <a:pt x="1046199" y="53988"/>
                </a:cubicBezTo>
                <a:cubicBezTo>
                  <a:pt x="1046001" y="51595"/>
                  <a:pt x="1044408" y="50598"/>
                  <a:pt x="1041616" y="50598"/>
                </a:cubicBezTo>
                <a:cubicBezTo>
                  <a:pt x="1034243" y="52632"/>
                  <a:pt x="1022287" y="55423"/>
                  <a:pt x="1008536" y="57214"/>
                </a:cubicBezTo>
                <a:cubicBezTo>
                  <a:pt x="1008138" y="58412"/>
                  <a:pt x="1008536" y="62395"/>
                  <a:pt x="1008935" y="63594"/>
                </a:cubicBezTo>
                <a:cubicBezTo>
                  <a:pt x="1019897" y="64591"/>
                  <a:pt x="1021888" y="66184"/>
                  <a:pt x="1021888" y="77544"/>
                </a:cubicBezTo>
                <a:lnTo>
                  <a:pt x="1021888" y="114820"/>
                </a:lnTo>
                <a:cubicBezTo>
                  <a:pt x="1021888" y="131362"/>
                  <a:pt x="1019696" y="131763"/>
                  <a:pt x="1007539" y="132758"/>
                </a:cubicBezTo>
                <a:cubicBezTo>
                  <a:pt x="1006344" y="133953"/>
                  <a:pt x="1006344" y="138337"/>
                  <a:pt x="1007539" y="139532"/>
                </a:cubicBezTo>
                <a:cubicBezTo>
                  <a:pt x="1015910" y="139335"/>
                  <a:pt x="1024278" y="139134"/>
                  <a:pt x="1034842" y="139134"/>
                </a:cubicBezTo>
                <a:cubicBezTo>
                  <a:pt x="1044009" y="139134"/>
                  <a:pt x="1049589" y="139335"/>
                  <a:pt x="1058158" y="139532"/>
                </a:cubicBezTo>
                <a:cubicBezTo>
                  <a:pt x="1059353" y="138337"/>
                  <a:pt x="1059353" y="133953"/>
                  <a:pt x="1058158" y="132758"/>
                </a:cubicBezTo>
                <a:cubicBezTo>
                  <a:pt x="1049787" y="131961"/>
                  <a:pt x="1047795" y="131362"/>
                  <a:pt x="1047795" y="114808"/>
                </a:cubicBezTo>
                <a:close/>
                <a:moveTo>
                  <a:pt x="1195259" y="120163"/>
                </a:moveTo>
                <a:cubicBezTo>
                  <a:pt x="1191075" y="123553"/>
                  <a:pt x="1180515" y="127938"/>
                  <a:pt x="1178122" y="127938"/>
                </a:cubicBezTo>
                <a:cubicBezTo>
                  <a:pt x="1168157" y="127938"/>
                  <a:pt x="1160385" y="116776"/>
                  <a:pt x="1160385" y="93453"/>
                </a:cubicBezTo>
                <a:cubicBezTo>
                  <a:pt x="1160385" y="82890"/>
                  <a:pt x="1161583" y="73719"/>
                  <a:pt x="1165369" y="67540"/>
                </a:cubicBezTo>
                <a:cubicBezTo>
                  <a:pt x="1168756" y="62158"/>
                  <a:pt x="1174135" y="58969"/>
                  <a:pt x="1180113" y="58969"/>
                </a:cubicBezTo>
                <a:cubicBezTo>
                  <a:pt x="1185295" y="58969"/>
                  <a:pt x="1190278" y="59568"/>
                  <a:pt x="1195061" y="66145"/>
                </a:cubicBezTo>
                <a:lnTo>
                  <a:pt x="1195061" y="115182"/>
                </a:lnTo>
                <a:cubicBezTo>
                  <a:pt x="1195061" y="116776"/>
                  <a:pt x="1195061" y="118570"/>
                  <a:pt x="1195259" y="120163"/>
                </a:cubicBezTo>
                <a:moveTo>
                  <a:pt x="1195858" y="129531"/>
                </a:moveTo>
                <a:cubicBezTo>
                  <a:pt x="1196256" y="134314"/>
                  <a:pt x="1196655" y="137702"/>
                  <a:pt x="1196655" y="137702"/>
                </a:cubicBezTo>
                <a:cubicBezTo>
                  <a:pt x="1196855" y="140095"/>
                  <a:pt x="1198449" y="141089"/>
                  <a:pt x="1201237" y="141089"/>
                </a:cubicBezTo>
                <a:cubicBezTo>
                  <a:pt x="1208611" y="139058"/>
                  <a:pt x="1220567" y="136267"/>
                  <a:pt x="1234317" y="134473"/>
                </a:cubicBezTo>
                <a:cubicBezTo>
                  <a:pt x="1234715" y="133278"/>
                  <a:pt x="1234317" y="129294"/>
                  <a:pt x="1233919" y="128096"/>
                </a:cubicBezTo>
                <a:cubicBezTo>
                  <a:pt x="1223158" y="127102"/>
                  <a:pt x="1220965" y="123912"/>
                  <a:pt x="1220965" y="112558"/>
                </a:cubicBezTo>
                <a:lnTo>
                  <a:pt x="1220965" y="22967"/>
                </a:lnTo>
                <a:cubicBezTo>
                  <a:pt x="1220965" y="10037"/>
                  <a:pt x="1221564" y="2627"/>
                  <a:pt x="1221564" y="2627"/>
                </a:cubicBezTo>
                <a:cubicBezTo>
                  <a:pt x="1221564" y="809"/>
                  <a:pt x="1220169" y="0"/>
                  <a:pt x="1218375" y="0"/>
                </a:cubicBezTo>
                <a:cubicBezTo>
                  <a:pt x="1211004" y="2426"/>
                  <a:pt x="1195061" y="4649"/>
                  <a:pt x="1180913" y="5254"/>
                </a:cubicBezTo>
                <a:cubicBezTo>
                  <a:pt x="1180314" y="7647"/>
                  <a:pt x="1180515" y="10238"/>
                  <a:pt x="1181509" y="12032"/>
                </a:cubicBezTo>
                <a:cubicBezTo>
                  <a:pt x="1194064" y="13026"/>
                  <a:pt x="1195061" y="13224"/>
                  <a:pt x="1195061" y="26941"/>
                </a:cubicBezTo>
                <a:lnTo>
                  <a:pt x="1195061" y="52790"/>
                </a:lnTo>
                <a:cubicBezTo>
                  <a:pt x="1191273" y="51595"/>
                  <a:pt x="1186493" y="50598"/>
                  <a:pt x="1180712" y="50598"/>
                </a:cubicBezTo>
                <a:cubicBezTo>
                  <a:pt x="1155006" y="50598"/>
                  <a:pt x="1132486" y="73114"/>
                  <a:pt x="1132486" y="99608"/>
                </a:cubicBezTo>
                <a:cubicBezTo>
                  <a:pt x="1132486" y="111561"/>
                  <a:pt x="1136674" y="125110"/>
                  <a:pt x="1146437" y="132682"/>
                </a:cubicBezTo>
                <a:cubicBezTo>
                  <a:pt x="1153610" y="138301"/>
                  <a:pt x="1158594" y="141089"/>
                  <a:pt x="1169753" y="141089"/>
                </a:cubicBezTo>
                <a:cubicBezTo>
                  <a:pt x="1175133" y="141089"/>
                  <a:pt x="1189880" y="132323"/>
                  <a:pt x="1194064" y="129531"/>
                </a:cubicBezTo>
                <a:lnTo>
                  <a:pt x="1195858" y="129531"/>
                </a:lnTo>
                <a:close/>
                <a:moveTo>
                  <a:pt x="1345514" y="129334"/>
                </a:moveTo>
                <a:cubicBezTo>
                  <a:pt x="1346906" y="137504"/>
                  <a:pt x="1352289" y="141089"/>
                  <a:pt x="1361055" y="141089"/>
                </a:cubicBezTo>
                <a:cubicBezTo>
                  <a:pt x="1372017" y="141089"/>
                  <a:pt x="1379789" y="136905"/>
                  <a:pt x="1387163" y="129930"/>
                </a:cubicBezTo>
                <a:cubicBezTo>
                  <a:pt x="1386764" y="127540"/>
                  <a:pt x="1385964" y="125946"/>
                  <a:pt x="1383574" y="124350"/>
                </a:cubicBezTo>
                <a:cubicBezTo>
                  <a:pt x="1380984" y="126345"/>
                  <a:pt x="1378992" y="127141"/>
                  <a:pt x="1375206" y="127141"/>
                </a:cubicBezTo>
                <a:cubicBezTo>
                  <a:pt x="1370822" y="127141"/>
                  <a:pt x="1369627" y="123553"/>
                  <a:pt x="1369627" y="113787"/>
                </a:cubicBezTo>
                <a:lnTo>
                  <a:pt x="1370025" y="85082"/>
                </a:lnTo>
                <a:cubicBezTo>
                  <a:pt x="1370025" y="56378"/>
                  <a:pt x="1352289" y="50598"/>
                  <a:pt x="1335948" y="50598"/>
                </a:cubicBezTo>
                <a:cubicBezTo>
                  <a:pt x="1321401" y="50598"/>
                  <a:pt x="1299082" y="58969"/>
                  <a:pt x="1299082" y="72126"/>
                </a:cubicBezTo>
                <a:cubicBezTo>
                  <a:pt x="1299082" y="77705"/>
                  <a:pt x="1301472" y="82090"/>
                  <a:pt x="1309244" y="82090"/>
                </a:cubicBezTo>
                <a:cubicBezTo>
                  <a:pt x="1316417" y="82090"/>
                  <a:pt x="1321599" y="77705"/>
                  <a:pt x="1321599" y="72922"/>
                </a:cubicBezTo>
                <a:cubicBezTo>
                  <a:pt x="1321599" y="70332"/>
                  <a:pt x="1320206" y="66941"/>
                  <a:pt x="1320802" y="63554"/>
                </a:cubicBezTo>
                <a:cubicBezTo>
                  <a:pt x="1321003" y="61362"/>
                  <a:pt x="1322596" y="58969"/>
                  <a:pt x="1329173" y="58969"/>
                </a:cubicBezTo>
                <a:cubicBezTo>
                  <a:pt x="1337541" y="58969"/>
                  <a:pt x="1344516" y="62557"/>
                  <a:pt x="1344516" y="87874"/>
                </a:cubicBezTo>
                <a:lnTo>
                  <a:pt x="1331165" y="92058"/>
                </a:lnTo>
                <a:cubicBezTo>
                  <a:pt x="1310242" y="98635"/>
                  <a:pt x="1295494" y="104418"/>
                  <a:pt x="1295494" y="120163"/>
                </a:cubicBezTo>
                <a:cubicBezTo>
                  <a:pt x="1295494" y="133916"/>
                  <a:pt x="1303065" y="141089"/>
                  <a:pt x="1320404" y="141089"/>
                </a:cubicBezTo>
                <a:cubicBezTo>
                  <a:pt x="1326184" y="141089"/>
                  <a:pt x="1337742" y="134713"/>
                  <a:pt x="1344316" y="129531"/>
                </a:cubicBezTo>
                <a:lnTo>
                  <a:pt x="1345514" y="129334"/>
                </a:lnTo>
                <a:moveTo>
                  <a:pt x="1344516" y="95646"/>
                </a:moveTo>
                <a:lnTo>
                  <a:pt x="1344516" y="121957"/>
                </a:lnTo>
                <a:cubicBezTo>
                  <a:pt x="1339536" y="125943"/>
                  <a:pt x="1334552" y="129133"/>
                  <a:pt x="1330967" y="129133"/>
                </a:cubicBezTo>
                <a:cubicBezTo>
                  <a:pt x="1322395" y="129133"/>
                  <a:pt x="1319406" y="123353"/>
                  <a:pt x="1319406" y="117174"/>
                </a:cubicBezTo>
                <a:cubicBezTo>
                  <a:pt x="1319406" y="109800"/>
                  <a:pt x="1320005" y="103618"/>
                  <a:pt x="1334154" y="99036"/>
                </a:cubicBezTo>
                <a:lnTo>
                  <a:pt x="1344516" y="95646"/>
                </a:lnTo>
                <a:close/>
                <a:moveTo>
                  <a:pt x="1457706" y="120163"/>
                </a:moveTo>
                <a:cubicBezTo>
                  <a:pt x="1453521" y="123553"/>
                  <a:pt x="1442961" y="127938"/>
                  <a:pt x="1440568" y="127938"/>
                </a:cubicBezTo>
                <a:cubicBezTo>
                  <a:pt x="1430604" y="127938"/>
                  <a:pt x="1422832" y="116776"/>
                  <a:pt x="1422832" y="93453"/>
                </a:cubicBezTo>
                <a:cubicBezTo>
                  <a:pt x="1422832" y="82890"/>
                  <a:pt x="1424030" y="73719"/>
                  <a:pt x="1427815" y="67540"/>
                </a:cubicBezTo>
                <a:cubicBezTo>
                  <a:pt x="1431203" y="62158"/>
                  <a:pt x="1436582" y="58969"/>
                  <a:pt x="1442560" y="58969"/>
                </a:cubicBezTo>
                <a:cubicBezTo>
                  <a:pt x="1447741" y="58969"/>
                  <a:pt x="1452725" y="59568"/>
                  <a:pt x="1457508" y="66145"/>
                </a:cubicBezTo>
                <a:lnTo>
                  <a:pt x="1457508" y="115182"/>
                </a:lnTo>
                <a:cubicBezTo>
                  <a:pt x="1457508" y="116776"/>
                  <a:pt x="1457508" y="118570"/>
                  <a:pt x="1457706" y="120163"/>
                </a:cubicBezTo>
                <a:moveTo>
                  <a:pt x="1458305" y="129531"/>
                </a:moveTo>
                <a:cubicBezTo>
                  <a:pt x="1458703" y="134314"/>
                  <a:pt x="1459101" y="137702"/>
                  <a:pt x="1459101" y="137702"/>
                </a:cubicBezTo>
                <a:cubicBezTo>
                  <a:pt x="1459302" y="140095"/>
                  <a:pt x="1460895" y="141089"/>
                  <a:pt x="1463684" y="141089"/>
                </a:cubicBezTo>
                <a:cubicBezTo>
                  <a:pt x="1471057" y="139058"/>
                  <a:pt x="1483013" y="136267"/>
                  <a:pt x="1496764" y="134473"/>
                </a:cubicBezTo>
                <a:cubicBezTo>
                  <a:pt x="1497162" y="133278"/>
                  <a:pt x="1496764" y="129294"/>
                  <a:pt x="1496365" y="128096"/>
                </a:cubicBezTo>
                <a:cubicBezTo>
                  <a:pt x="1485604" y="127102"/>
                  <a:pt x="1483412" y="123912"/>
                  <a:pt x="1483412" y="112558"/>
                </a:cubicBezTo>
                <a:lnTo>
                  <a:pt x="1483412" y="22967"/>
                </a:lnTo>
                <a:cubicBezTo>
                  <a:pt x="1483412" y="10037"/>
                  <a:pt x="1484011" y="2627"/>
                  <a:pt x="1484011" y="2627"/>
                </a:cubicBezTo>
                <a:cubicBezTo>
                  <a:pt x="1484011" y="809"/>
                  <a:pt x="1482615" y="0"/>
                  <a:pt x="1480821" y="0"/>
                </a:cubicBezTo>
                <a:cubicBezTo>
                  <a:pt x="1473450" y="2426"/>
                  <a:pt x="1457508" y="4649"/>
                  <a:pt x="1443359" y="5254"/>
                </a:cubicBezTo>
                <a:cubicBezTo>
                  <a:pt x="1442760" y="7647"/>
                  <a:pt x="1442961" y="10238"/>
                  <a:pt x="1443955" y="12032"/>
                </a:cubicBezTo>
                <a:cubicBezTo>
                  <a:pt x="1456511" y="13026"/>
                  <a:pt x="1457508" y="13224"/>
                  <a:pt x="1457508" y="26941"/>
                </a:cubicBezTo>
                <a:lnTo>
                  <a:pt x="1457508" y="52790"/>
                </a:lnTo>
                <a:cubicBezTo>
                  <a:pt x="1453719" y="51595"/>
                  <a:pt x="1448939" y="50598"/>
                  <a:pt x="1443159" y="50598"/>
                </a:cubicBezTo>
                <a:cubicBezTo>
                  <a:pt x="1417453" y="50598"/>
                  <a:pt x="1394933" y="73114"/>
                  <a:pt x="1394933" y="99608"/>
                </a:cubicBezTo>
                <a:cubicBezTo>
                  <a:pt x="1394933" y="111561"/>
                  <a:pt x="1399120" y="125110"/>
                  <a:pt x="1408884" y="132682"/>
                </a:cubicBezTo>
                <a:cubicBezTo>
                  <a:pt x="1416057" y="138301"/>
                  <a:pt x="1421041" y="141089"/>
                  <a:pt x="1432200" y="141089"/>
                </a:cubicBezTo>
                <a:cubicBezTo>
                  <a:pt x="1437579" y="141089"/>
                  <a:pt x="1452326" y="132323"/>
                  <a:pt x="1456511" y="129531"/>
                </a:cubicBezTo>
                <a:lnTo>
                  <a:pt x="1458305" y="129531"/>
                </a:lnTo>
                <a:close/>
                <a:moveTo>
                  <a:pt x="1569499" y="120163"/>
                </a:moveTo>
                <a:cubicBezTo>
                  <a:pt x="1565315" y="123553"/>
                  <a:pt x="1554755" y="127938"/>
                  <a:pt x="1552362" y="127938"/>
                </a:cubicBezTo>
                <a:cubicBezTo>
                  <a:pt x="1542397" y="127938"/>
                  <a:pt x="1534625" y="116776"/>
                  <a:pt x="1534625" y="93453"/>
                </a:cubicBezTo>
                <a:cubicBezTo>
                  <a:pt x="1534625" y="82890"/>
                  <a:pt x="1535823" y="73719"/>
                  <a:pt x="1539609" y="67540"/>
                </a:cubicBezTo>
                <a:cubicBezTo>
                  <a:pt x="1542996" y="62158"/>
                  <a:pt x="1548375" y="58969"/>
                  <a:pt x="1554353" y="58969"/>
                </a:cubicBezTo>
                <a:cubicBezTo>
                  <a:pt x="1559535" y="58969"/>
                  <a:pt x="1564519" y="59568"/>
                  <a:pt x="1569302" y="66145"/>
                </a:cubicBezTo>
                <a:lnTo>
                  <a:pt x="1569302" y="115182"/>
                </a:lnTo>
                <a:cubicBezTo>
                  <a:pt x="1569302" y="116776"/>
                  <a:pt x="1569302" y="118570"/>
                  <a:pt x="1569499" y="120163"/>
                </a:cubicBezTo>
                <a:moveTo>
                  <a:pt x="1570098" y="129531"/>
                </a:moveTo>
                <a:cubicBezTo>
                  <a:pt x="1570497" y="134314"/>
                  <a:pt x="1570895" y="137702"/>
                  <a:pt x="1570895" y="137702"/>
                </a:cubicBezTo>
                <a:cubicBezTo>
                  <a:pt x="1571096" y="140095"/>
                  <a:pt x="1572689" y="141089"/>
                  <a:pt x="1575477" y="141089"/>
                </a:cubicBezTo>
                <a:cubicBezTo>
                  <a:pt x="1582851" y="139058"/>
                  <a:pt x="1594807" y="136267"/>
                  <a:pt x="1608557" y="134473"/>
                </a:cubicBezTo>
                <a:cubicBezTo>
                  <a:pt x="1608956" y="133278"/>
                  <a:pt x="1608557" y="129294"/>
                  <a:pt x="1608159" y="128096"/>
                </a:cubicBezTo>
                <a:cubicBezTo>
                  <a:pt x="1597398" y="127102"/>
                  <a:pt x="1595205" y="123912"/>
                  <a:pt x="1595205" y="112558"/>
                </a:cubicBezTo>
                <a:lnTo>
                  <a:pt x="1595205" y="22967"/>
                </a:lnTo>
                <a:cubicBezTo>
                  <a:pt x="1595205" y="10037"/>
                  <a:pt x="1595804" y="2627"/>
                  <a:pt x="1595804" y="2627"/>
                </a:cubicBezTo>
                <a:cubicBezTo>
                  <a:pt x="1595804" y="809"/>
                  <a:pt x="1594409" y="0"/>
                  <a:pt x="1592615" y="0"/>
                </a:cubicBezTo>
                <a:cubicBezTo>
                  <a:pt x="1585244" y="2426"/>
                  <a:pt x="1569302" y="4649"/>
                  <a:pt x="1555153" y="5254"/>
                </a:cubicBezTo>
                <a:cubicBezTo>
                  <a:pt x="1554554" y="7647"/>
                  <a:pt x="1554755" y="10238"/>
                  <a:pt x="1555749" y="12032"/>
                </a:cubicBezTo>
                <a:cubicBezTo>
                  <a:pt x="1568304" y="13026"/>
                  <a:pt x="1569302" y="13224"/>
                  <a:pt x="1569302" y="26941"/>
                </a:cubicBezTo>
                <a:lnTo>
                  <a:pt x="1569302" y="52790"/>
                </a:lnTo>
                <a:cubicBezTo>
                  <a:pt x="1565513" y="51595"/>
                  <a:pt x="1560733" y="50598"/>
                  <a:pt x="1554952" y="50598"/>
                </a:cubicBezTo>
                <a:cubicBezTo>
                  <a:pt x="1529246" y="50598"/>
                  <a:pt x="1506727" y="73114"/>
                  <a:pt x="1506727" y="99608"/>
                </a:cubicBezTo>
                <a:cubicBezTo>
                  <a:pt x="1506727" y="111561"/>
                  <a:pt x="1510914" y="125110"/>
                  <a:pt x="1520677" y="132682"/>
                </a:cubicBezTo>
                <a:cubicBezTo>
                  <a:pt x="1527851" y="138301"/>
                  <a:pt x="1532834" y="141089"/>
                  <a:pt x="1543994" y="141089"/>
                </a:cubicBezTo>
                <a:cubicBezTo>
                  <a:pt x="1549373" y="141089"/>
                  <a:pt x="1564120" y="132323"/>
                  <a:pt x="1568304" y="129531"/>
                </a:cubicBezTo>
                <a:lnTo>
                  <a:pt x="1570098" y="129531"/>
                </a:lnTo>
                <a:close/>
                <a:moveTo>
                  <a:pt x="1657381" y="114827"/>
                </a:moveTo>
                <a:lnTo>
                  <a:pt x="1657381" y="75173"/>
                </a:lnTo>
                <a:cubicBezTo>
                  <a:pt x="1657381" y="65211"/>
                  <a:pt x="1658177" y="54024"/>
                  <a:pt x="1658177" y="54024"/>
                </a:cubicBezTo>
                <a:cubicBezTo>
                  <a:pt x="1658177" y="51808"/>
                  <a:pt x="1656383" y="50598"/>
                  <a:pt x="1653595" y="50598"/>
                </a:cubicBezTo>
                <a:cubicBezTo>
                  <a:pt x="1648015" y="52817"/>
                  <a:pt x="1631872" y="54429"/>
                  <a:pt x="1618122" y="56241"/>
                </a:cubicBezTo>
                <a:cubicBezTo>
                  <a:pt x="1617724" y="57439"/>
                  <a:pt x="1618122" y="61422"/>
                  <a:pt x="1618520" y="62620"/>
                </a:cubicBezTo>
                <a:cubicBezTo>
                  <a:pt x="1629482" y="63615"/>
                  <a:pt x="1631474" y="65211"/>
                  <a:pt x="1631474" y="76568"/>
                </a:cubicBezTo>
                <a:lnTo>
                  <a:pt x="1631474" y="114827"/>
                </a:lnTo>
                <a:cubicBezTo>
                  <a:pt x="1631474" y="131365"/>
                  <a:pt x="1629281" y="131763"/>
                  <a:pt x="1617128" y="132758"/>
                </a:cubicBezTo>
                <a:cubicBezTo>
                  <a:pt x="1615930" y="133953"/>
                  <a:pt x="1615930" y="138337"/>
                  <a:pt x="1617128" y="139532"/>
                </a:cubicBezTo>
                <a:cubicBezTo>
                  <a:pt x="1625496" y="139335"/>
                  <a:pt x="1633867" y="139134"/>
                  <a:pt x="1644427" y="139134"/>
                </a:cubicBezTo>
                <a:cubicBezTo>
                  <a:pt x="1654988" y="139134"/>
                  <a:pt x="1663158" y="139335"/>
                  <a:pt x="1671727" y="139532"/>
                </a:cubicBezTo>
                <a:cubicBezTo>
                  <a:pt x="1672925" y="138337"/>
                  <a:pt x="1672925" y="133953"/>
                  <a:pt x="1671727" y="132758"/>
                </a:cubicBezTo>
                <a:cubicBezTo>
                  <a:pt x="1659573" y="131961"/>
                  <a:pt x="1657381" y="131365"/>
                  <a:pt x="1657381" y="114827"/>
                </a:cubicBezTo>
                <a:moveTo>
                  <a:pt x="1630479" y="20336"/>
                </a:moveTo>
                <a:cubicBezTo>
                  <a:pt x="1630479" y="26910"/>
                  <a:pt x="1635259" y="33487"/>
                  <a:pt x="1643232" y="33487"/>
                </a:cubicBezTo>
                <a:cubicBezTo>
                  <a:pt x="1652199" y="33487"/>
                  <a:pt x="1657381" y="26314"/>
                  <a:pt x="1657381" y="21133"/>
                </a:cubicBezTo>
                <a:cubicBezTo>
                  <a:pt x="1657381" y="15155"/>
                  <a:pt x="1652798" y="7979"/>
                  <a:pt x="1644427" y="7979"/>
                </a:cubicBezTo>
                <a:cubicBezTo>
                  <a:pt x="1635062" y="7979"/>
                  <a:pt x="1630479" y="14358"/>
                  <a:pt x="1630479" y="20336"/>
                </a:cubicBezTo>
                <a:close/>
                <a:moveTo>
                  <a:pt x="1720751" y="114808"/>
                </a:moveTo>
                <a:lnTo>
                  <a:pt x="1720751" y="75118"/>
                </a:lnTo>
                <a:lnTo>
                  <a:pt x="1720751" y="74720"/>
                </a:lnTo>
                <a:cubicBezTo>
                  <a:pt x="1728721" y="69334"/>
                  <a:pt x="1736694" y="65345"/>
                  <a:pt x="1740279" y="65345"/>
                </a:cubicBezTo>
                <a:cubicBezTo>
                  <a:pt x="1748252" y="65345"/>
                  <a:pt x="1754230" y="68936"/>
                  <a:pt x="1754230" y="80305"/>
                </a:cubicBezTo>
                <a:lnTo>
                  <a:pt x="1754230" y="113610"/>
                </a:lnTo>
                <a:cubicBezTo>
                  <a:pt x="1754230" y="130365"/>
                  <a:pt x="1751040" y="132159"/>
                  <a:pt x="1742870" y="132758"/>
                </a:cubicBezTo>
                <a:cubicBezTo>
                  <a:pt x="1741675" y="133953"/>
                  <a:pt x="1741675" y="138337"/>
                  <a:pt x="1742870" y="139532"/>
                </a:cubicBezTo>
                <a:cubicBezTo>
                  <a:pt x="1751241" y="139335"/>
                  <a:pt x="1757617" y="139134"/>
                  <a:pt x="1767183" y="139134"/>
                </a:cubicBezTo>
                <a:cubicBezTo>
                  <a:pt x="1778142" y="139134"/>
                  <a:pt x="1786911" y="139335"/>
                  <a:pt x="1795480" y="139532"/>
                </a:cubicBezTo>
                <a:cubicBezTo>
                  <a:pt x="1796675" y="138337"/>
                  <a:pt x="1796675" y="133953"/>
                  <a:pt x="1795480" y="132758"/>
                </a:cubicBezTo>
                <a:cubicBezTo>
                  <a:pt x="1783323" y="132159"/>
                  <a:pt x="1780137" y="130365"/>
                  <a:pt x="1780137" y="113610"/>
                </a:cubicBezTo>
                <a:lnTo>
                  <a:pt x="1780137" y="82498"/>
                </a:lnTo>
                <a:cubicBezTo>
                  <a:pt x="1780137" y="60562"/>
                  <a:pt x="1770768" y="50598"/>
                  <a:pt x="1753631" y="50598"/>
                </a:cubicBezTo>
                <a:cubicBezTo>
                  <a:pt x="1745661" y="50598"/>
                  <a:pt x="1731513" y="59367"/>
                  <a:pt x="1720551" y="66941"/>
                </a:cubicBezTo>
                <a:cubicBezTo>
                  <a:pt x="1719955" y="59966"/>
                  <a:pt x="1719155" y="53988"/>
                  <a:pt x="1719155" y="53988"/>
                </a:cubicBezTo>
                <a:cubicBezTo>
                  <a:pt x="1718957" y="51595"/>
                  <a:pt x="1717364" y="50598"/>
                  <a:pt x="1714573" y="50598"/>
                </a:cubicBezTo>
                <a:cubicBezTo>
                  <a:pt x="1707199" y="52632"/>
                  <a:pt x="1695243" y="55423"/>
                  <a:pt x="1681493" y="57214"/>
                </a:cubicBezTo>
                <a:cubicBezTo>
                  <a:pt x="1681094" y="58412"/>
                  <a:pt x="1681493" y="62395"/>
                  <a:pt x="1681891" y="63594"/>
                </a:cubicBezTo>
                <a:cubicBezTo>
                  <a:pt x="1692853" y="64591"/>
                  <a:pt x="1694845" y="66184"/>
                  <a:pt x="1694845" y="77544"/>
                </a:cubicBezTo>
                <a:lnTo>
                  <a:pt x="1694845" y="114820"/>
                </a:lnTo>
                <a:cubicBezTo>
                  <a:pt x="1694845" y="131362"/>
                  <a:pt x="1692652" y="131763"/>
                  <a:pt x="1680495" y="132758"/>
                </a:cubicBezTo>
                <a:cubicBezTo>
                  <a:pt x="1679300" y="133953"/>
                  <a:pt x="1679300" y="138337"/>
                  <a:pt x="1680495" y="139532"/>
                </a:cubicBezTo>
                <a:cubicBezTo>
                  <a:pt x="1688867" y="139335"/>
                  <a:pt x="1697235" y="139134"/>
                  <a:pt x="1707798" y="139134"/>
                </a:cubicBezTo>
                <a:cubicBezTo>
                  <a:pt x="1716966" y="139134"/>
                  <a:pt x="1722545" y="139335"/>
                  <a:pt x="1731114" y="139532"/>
                </a:cubicBezTo>
                <a:cubicBezTo>
                  <a:pt x="1732309" y="138337"/>
                  <a:pt x="1732309" y="133953"/>
                  <a:pt x="1731114" y="132758"/>
                </a:cubicBezTo>
                <a:cubicBezTo>
                  <a:pt x="1722743" y="131961"/>
                  <a:pt x="1720751" y="131362"/>
                  <a:pt x="1720751" y="114808"/>
                </a:cubicBezTo>
                <a:close/>
                <a:moveTo>
                  <a:pt x="1855860" y="81753"/>
                </a:moveTo>
                <a:cubicBezTo>
                  <a:pt x="1855860" y="100940"/>
                  <a:pt x="1850280" y="103336"/>
                  <a:pt x="1845099" y="103336"/>
                </a:cubicBezTo>
                <a:cubicBezTo>
                  <a:pt x="1832745" y="103336"/>
                  <a:pt x="1831148" y="88549"/>
                  <a:pt x="1831148" y="78356"/>
                </a:cubicBezTo>
                <a:cubicBezTo>
                  <a:pt x="1831148" y="63566"/>
                  <a:pt x="1834736" y="58172"/>
                  <a:pt x="1842508" y="58172"/>
                </a:cubicBezTo>
                <a:cubicBezTo>
                  <a:pt x="1851874" y="58172"/>
                  <a:pt x="1855860" y="65965"/>
                  <a:pt x="1855860" y="81753"/>
                </a:cubicBezTo>
                <a:moveTo>
                  <a:pt x="1832942" y="144203"/>
                </a:moveTo>
                <a:cubicBezTo>
                  <a:pt x="1848289" y="144203"/>
                  <a:pt x="1877781" y="144802"/>
                  <a:pt x="1877781" y="155356"/>
                </a:cubicBezTo>
                <a:cubicBezTo>
                  <a:pt x="1877781" y="162526"/>
                  <a:pt x="1874591" y="170691"/>
                  <a:pt x="1868017" y="174276"/>
                </a:cubicBezTo>
                <a:cubicBezTo>
                  <a:pt x="1861838" y="177861"/>
                  <a:pt x="1851676" y="178259"/>
                  <a:pt x="1844102" y="178259"/>
                </a:cubicBezTo>
                <a:cubicBezTo>
                  <a:pt x="1830951" y="178259"/>
                  <a:pt x="1821983" y="168501"/>
                  <a:pt x="1821983" y="158345"/>
                </a:cubicBezTo>
                <a:cubicBezTo>
                  <a:pt x="1821983" y="151574"/>
                  <a:pt x="1821983" y="146991"/>
                  <a:pt x="1824176" y="143008"/>
                </a:cubicBezTo>
                <a:cubicBezTo>
                  <a:pt x="1826168" y="143805"/>
                  <a:pt x="1828758" y="144203"/>
                  <a:pt x="1832942" y="144203"/>
                </a:cubicBezTo>
                <a:moveTo>
                  <a:pt x="1891132" y="60571"/>
                </a:moveTo>
                <a:cubicBezTo>
                  <a:pt x="1896712" y="60571"/>
                  <a:pt x="1899899" y="58172"/>
                  <a:pt x="1899899" y="50798"/>
                </a:cubicBezTo>
                <a:cubicBezTo>
                  <a:pt x="1899899" y="47013"/>
                  <a:pt x="1894720" y="41232"/>
                  <a:pt x="1887146" y="41232"/>
                </a:cubicBezTo>
                <a:cubicBezTo>
                  <a:pt x="1878380" y="41232"/>
                  <a:pt x="1866819" y="47809"/>
                  <a:pt x="1861041" y="52991"/>
                </a:cubicBezTo>
                <a:cubicBezTo>
                  <a:pt x="1857453" y="50999"/>
                  <a:pt x="1853269" y="50598"/>
                  <a:pt x="1844302" y="50598"/>
                </a:cubicBezTo>
                <a:cubicBezTo>
                  <a:pt x="1835734" y="50598"/>
                  <a:pt x="1827363" y="52592"/>
                  <a:pt x="1820788" y="56977"/>
                </a:cubicBezTo>
                <a:cubicBezTo>
                  <a:pt x="1812618" y="62167"/>
                  <a:pt x="1807236" y="69964"/>
                  <a:pt x="1807236" y="80156"/>
                </a:cubicBezTo>
                <a:cubicBezTo>
                  <a:pt x="1807236" y="89947"/>
                  <a:pt x="1813016" y="100538"/>
                  <a:pt x="1822579" y="105729"/>
                </a:cubicBezTo>
                <a:cubicBezTo>
                  <a:pt x="1816404" y="111111"/>
                  <a:pt x="1806838" y="121683"/>
                  <a:pt x="1806838" y="125673"/>
                </a:cubicBezTo>
                <a:cubicBezTo>
                  <a:pt x="1806838" y="129458"/>
                  <a:pt x="1807437" y="131848"/>
                  <a:pt x="1809428" y="134837"/>
                </a:cubicBezTo>
                <a:cubicBezTo>
                  <a:pt x="1811222" y="137629"/>
                  <a:pt x="1813612" y="139222"/>
                  <a:pt x="1817599" y="140417"/>
                </a:cubicBezTo>
                <a:cubicBezTo>
                  <a:pt x="1809030" y="145599"/>
                  <a:pt x="1800261" y="156950"/>
                  <a:pt x="1800261" y="160337"/>
                </a:cubicBezTo>
                <a:cubicBezTo>
                  <a:pt x="1800261" y="167705"/>
                  <a:pt x="1802654" y="176267"/>
                  <a:pt x="1808033" y="180053"/>
                </a:cubicBezTo>
                <a:cubicBezTo>
                  <a:pt x="1815805" y="185432"/>
                  <a:pt x="1828959" y="186627"/>
                  <a:pt x="1838522" y="186627"/>
                </a:cubicBezTo>
                <a:cubicBezTo>
                  <a:pt x="1866223" y="186627"/>
                  <a:pt x="1897907" y="172086"/>
                  <a:pt x="1897907" y="150178"/>
                </a:cubicBezTo>
                <a:cubicBezTo>
                  <a:pt x="1897907" y="145997"/>
                  <a:pt x="1895915" y="137428"/>
                  <a:pt x="1887943" y="132049"/>
                </a:cubicBezTo>
                <a:cubicBezTo>
                  <a:pt x="1880171" y="126868"/>
                  <a:pt x="1850280" y="125472"/>
                  <a:pt x="1835533" y="125472"/>
                </a:cubicBezTo>
                <a:cubicBezTo>
                  <a:pt x="1831948" y="125472"/>
                  <a:pt x="1826566" y="125074"/>
                  <a:pt x="1826566" y="117095"/>
                </a:cubicBezTo>
                <a:cubicBezTo>
                  <a:pt x="1826566" y="113902"/>
                  <a:pt x="1828561" y="111111"/>
                  <a:pt x="1829555" y="108718"/>
                </a:cubicBezTo>
                <a:cubicBezTo>
                  <a:pt x="1833739" y="110709"/>
                  <a:pt x="1837926" y="110910"/>
                  <a:pt x="1844102" y="110910"/>
                </a:cubicBezTo>
                <a:cubicBezTo>
                  <a:pt x="1854267" y="110910"/>
                  <a:pt x="1863632" y="108319"/>
                  <a:pt x="1870407" y="102338"/>
                </a:cubicBezTo>
                <a:cubicBezTo>
                  <a:pt x="1876187" y="97142"/>
                  <a:pt x="1880171" y="90148"/>
                  <a:pt x="1880171" y="81154"/>
                </a:cubicBezTo>
                <a:cubicBezTo>
                  <a:pt x="1880171" y="69964"/>
                  <a:pt x="1874591" y="62569"/>
                  <a:pt x="1867816" y="56977"/>
                </a:cubicBezTo>
                <a:cubicBezTo>
                  <a:pt x="1869410" y="54982"/>
                  <a:pt x="1875987" y="51397"/>
                  <a:pt x="1877978" y="51397"/>
                </a:cubicBezTo>
                <a:cubicBezTo>
                  <a:pt x="1879772" y="51397"/>
                  <a:pt x="1881168" y="52592"/>
                  <a:pt x="1881767" y="53787"/>
                </a:cubicBezTo>
                <a:cubicBezTo>
                  <a:pt x="1882564" y="56378"/>
                  <a:pt x="1886149" y="60571"/>
                  <a:pt x="1891132" y="60571"/>
                </a:cubicBezTo>
                <a:close/>
                <a:moveTo>
                  <a:pt x="1998540" y="113653"/>
                </a:moveTo>
                <a:lnTo>
                  <a:pt x="1998540" y="62703"/>
                </a:lnTo>
                <a:lnTo>
                  <a:pt x="2012692" y="62703"/>
                </a:lnTo>
                <a:cubicBezTo>
                  <a:pt x="2016277" y="62703"/>
                  <a:pt x="2019664" y="61708"/>
                  <a:pt x="2019664" y="59315"/>
                </a:cubicBezTo>
                <a:lnTo>
                  <a:pt x="2019664" y="54733"/>
                </a:lnTo>
                <a:cubicBezTo>
                  <a:pt x="2019664" y="53538"/>
                  <a:pt x="2019467" y="52738"/>
                  <a:pt x="2015681" y="52738"/>
                </a:cubicBezTo>
                <a:lnTo>
                  <a:pt x="1998540" y="52738"/>
                </a:lnTo>
                <a:lnTo>
                  <a:pt x="1998540" y="45936"/>
                </a:lnTo>
                <a:cubicBezTo>
                  <a:pt x="1998540" y="16122"/>
                  <a:pt x="2011695" y="10317"/>
                  <a:pt x="2016079" y="10317"/>
                </a:cubicBezTo>
                <a:cubicBezTo>
                  <a:pt x="2019467" y="10317"/>
                  <a:pt x="2024648" y="13920"/>
                  <a:pt x="2027239" y="20722"/>
                </a:cubicBezTo>
                <a:cubicBezTo>
                  <a:pt x="2029230" y="26126"/>
                  <a:pt x="2033414" y="30729"/>
                  <a:pt x="2039593" y="30729"/>
                </a:cubicBezTo>
                <a:cubicBezTo>
                  <a:pt x="2040590" y="30729"/>
                  <a:pt x="2041585" y="30529"/>
                  <a:pt x="2042381" y="30328"/>
                </a:cubicBezTo>
                <a:lnTo>
                  <a:pt x="2042381" y="113850"/>
                </a:lnTo>
                <a:cubicBezTo>
                  <a:pt x="2042381" y="130371"/>
                  <a:pt x="2039195" y="132162"/>
                  <a:pt x="2027038" y="132758"/>
                </a:cubicBezTo>
                <a:cubicBezTo>
                  <a:pt x="2025843" y="133953"/>
                  <a:pt x="2025843" y="138337"/>
                  <a:pt x="2027038" y="139532"/>
                </a:cubicBezTo>
                <a:cubicBezTo>
                  <a:pt x="2035409" y="139335"/>
                  <a:pt x="2044376" y="139134"/>
                  <a:pt x="2055335" y="139134"/>
                </a:cubicBezTo>
                <a:cubicBezTo>
                  <a:pt x="2066297" y="139134"/>
                  <a:pt x="2075063" y="139335"/>
                  <a:pt x="2083632" y="139532"/>
                </a:cubicBezTo>
                <a:cubicBezTo>
                  <a:pt x="2084830" y="138337"/>
                  <a:pt x="2084830" y="133953"/>
                  <a:pt x="2083632" y="132758"/>
                </a:cubicBezTo>
                <a:cubicBezTo>
                  <a:pt x="2071478" y="132162"/>
                  <a:pt x="2068288" y="130371"/>
                  <a:pt x="2068288" y="113850"/>
                </a:cubicBezTo>
                <a:lnTo>
                  <a:pt x="2068288" y="22924"/>
                </a:lnTo>
                <a:cubicBezTo>
                  <a:pt x="2068288" y="9919"/>
                  <a:pt x="2068887" y="2545"/>
                  <a:pt x="2068887" y="2545"/>
                </a:cubicBezTo>
                <a:cubicBezTo>
                  <a:pt x="2068887" y="800"/>
                  <a:pt x="2067492" y="0"/>
                  <a:pt x="2065698" y="0"/>
                </a:cubicBezTo>
                <a:cubicBezTo>
                  <a:pt x="2060717" y="1599"/>
                  <a:pt x="2051948" y="5796"/>
                  <a:pt x="2042381" y="8590"/>
                </a:cubicBezTo>
                <a:cubicBezTo>
                  <a:pt x="2037203" y="4938"/>
                  <a:pt x="2029033" y="1946"/>
                  <a:pt x="2017870" y="1946"/>
                </a:cubicBezTo>
                <a:cubicBezTo>
                  <a:pt x="2008705" y="1946"/>
                  <a:pt x="1998142" y="4938"/>
                  <a:pt x="1989376" y="13118"/>
                </a:cubicBezTo>
                <a:cubicBezTo>
                  <a:pt x="1980010" y="21924"/>
                  <a:pt x="1972637" y="36330"/>
                  <a:pt x="1972637" y="52139"/>
                </a:cubicBezTo>
                <a:lnTo>
                  <a:pt x="1972637" y="52738"/>
                </a:lnTo>
                <a:lnTo>
                  <a:pt x="1971241" y="52738"/>
                </a:lnTo>
                <a:cubicBezTo>
                  <a:pt x="1964466" y="52738"/>
                  <a:pt x="1957092" y="55730"/>
                  <a:pt x="1957092" y="57324"/>
                </a:cubicBezTo>
                <a:lnTo>
                  <a:pt x="1957092" y="60711"/>
                </a:lnTo>
                <a:cubicBezTo>
                  <a:pt x="1957092" y="62107"/>
                  <a:pt x="1957889" y="62703"/>
                  <a:pt x="1962471" y="62703"/>
                </a:cubicBezTo>
                <a:lnTo>
                  <a:pt x="1972637" y="62703"/>
                </a:lnTo>
                <a:lnTo>
                  <a:pt x="1972637" y="114051"/>
                </a:lnTo>
                <a:cubicBezTo>
                  <a:pt x="1972637" y="130371"/>
                  <a:pt x="1969447" y="132162"/>
                  <a:pt x="1957293" y="132758"/>
                </a:cubicBezTo>
                <a:cubicBezTo>
                  <a:pt x="1956095" y="133953"/>
                  <a:pt x="1956095" y="138337"/>
                  <a:pt x="1957293" y="139532"/>
                </a:cubicBezTo>
                <a:cubicBezTo>
                  <a:pt x="1965661" y="139335"/>
                  <a:pt x="1974628" y="139134"/>
                  <a:pt x="1985590" y="139134"/>
                </a:cubicBezTo>
                <a:cubicBezTo>
                  <a:pt x="1996549" y="139134"/>
                  <a:pt x="2005318" y="139335"/>
                  <a:pt x="2013887" y="139532"/>
                </a:cubicBezTo>
                <a:cubicBezTo>
                  <a:pt x="2015082" y="138337"/>
                  <a:pt x="2015082" y="133953"/>
                  <a:pt x="2013887" y="132758"/>
                </a:cubicBezTo>
                <a:cubicBezTo>
                  <a:pt x="2001730" y="132162"/>
                  <a:pt x="1998540" y="130371"/>
                  <a:pt x="1998540" y="113653"/>
                </a:cubicBezTo>
                <a:close/>
                <a:moveTo>
                  <a:pt x="2139032" y="58969"/>
                </a:moveTo>
                <a:cubicBezTo>
                  <a:pt x="2152582" y="58969"/>
                  <a:pt x="2161749" y="75115"/>
                  <a:pt x="2161749" y="102423"/>
                </a:cubicBezTo>
                <a:cubicBezTo>
                  <a:pt x="2161749" y="126342"/>
                  <a:pt x="2152384" y="132721"/>
                  <a:pt x="2145211" y="132721"/>
                </a:cubicBezTo>
                <a:cubicBezTo>
                  <a:pt x="2128870" y="132721"/>
                  <a:pt x="2122491" y="108204"/>
                  <a:pt x="2122491" y="93453"/>
                </a:cubicBezTo>
                <a:cubicBezTo>
                  <a:pt x="2122491" y="75115"/>
                  <a:pt x="2125680" y="58969"/>
                  <a:pt x="2139032" y="58969"/>
                </a:cubicBezTo>
                <a:moveTo>
                  <a:pt x="2094592" y="97838"/>
                </a:moveTo>
                <a:cubicBezTo>
                  <a:pt x="2094592" y="123952"/>
                  <a:pt x="2115318" y="141089"/>
                  <a:pt x="2142021" y="141089"/>
                </a:cubicBezTo>
                <a:cubicBezTo>
                  <a:pt x="2156170" y="141089"/>
                  <a:pt x="2167928" y="137106"/>
                  <a:pt x="2176099" y="129732"/>
                </a:cubicBezTo>
                <a:cubicBezTo>
                  <a:pt x="2186261" y="120762"/>
                  <a:pt x="2189648" y="107207"/>
                  <a:pt x="2189648" y="96044"/>
                </a:cubicBezTo>
                <a:cubicBezTo>
                  <a:pt x="2189648" y="69933"/>
                  <a:pt x="2171911" y="50598"/>
                  <a:pt x="2142219" y="50598"/>
                </a:cubicBezTo>
                <a:cubicBezTo>
                  <a:pt x="2125680" y="50598"/>
                  <a:pt x="2113326" y="56378"/>
                  <a:pt x="2105554" y="65348"/>
                </a:cubicBezTo>
                <a:cubicBezTo>
                  <a:pt x="2097979" y="74117"/>
                  <a:pt x="2094592" y="86077"/>
                  <a:pt x="2094592" y="97838"/>
                </a:cubicBezTo>
                <a:close/>
                <a:moveTo>
                  <a:pt x="2291677" y="73248"/>
                </a:moveTo>
                <a:cubicBezTo>
                  <a:pt x="2287891" y="63700"/>
                  <a:pt x="2285498" y="54940"/>
                  <a:pt x="2285498" y="54940"/>
                </a:cubicBezTo>
                <a:cubicBezTo>
                  <a:pt x="2281913" y="55140"/>
                  <a:pt x="2278125" y="55140"/>
                  <a:pt x="2274339" y="54742"/>
                </a:cubicBezTo>
                <a:lnTo>
                  <a:pt x="2255407" y="107264"/>
                </a:lnTo>
                <a:cubicBezTo>
                  <a:pt x="2254811" y="108657"/>
                  <a:pt x="2254015" y="109055"/>
                  <a:pt x="2253215" y="107067"/>
                </a:cubicBezTo>
                <a:lnTo>
                  <a:pt x="2241858" y="73248"/>
                </a:lnTo>
                <a:cubicBezTo>
                  <a:pt x="2238668" y="63700"/>
                  <a:pt x="2236677" y="60121"/>
                  <a:pt x="2249031" y="59127"/>
                </a:cubicBezTo>
                <a:cubicBezTo>
                  <a:pt x="2250226" y="57932"/>
                  <a:pt x="2250226" y="53547"/>
                  <a:pt x="2249031" y="52349"/>
                </a:cubicBezTo>
                <a:cubicBezTo>
                  <a:pt x="2241657" y="52550"/>
                  <a:pt x="2233089" y="52750"/>
                  <a:pt x="2222927" y="52750"/>
                </a:cubicBezTo>
                <a:cubicBezTo>
                  <a:pt x="2215951" y="52750"/>
                  <a:pt x="2205789" y="52550"/>
                  <a:pt x="2198415" y="52349"/>
                </a:cubicBezTo>
                <a:cubicBezTo>
                  <a:pt x="2197220" y="53547"/>
                  <a:pt x="2197220" y="57932"/>
                  <a:pt x="2198415" y="59127"/>
                </a:cubicBezTo>
                <a:cubicBezTo>
                  <a:pt x="2209973" y="60519"/>
                  <a:pt x="2210572" y="64299"/>
                  <a:pt x="2214358" y="74443"/>
                </a:cubicBezTo>
                <a:lnTo>
                  <a:pt x="2238668" y="137304"/>
                </a:lnTo>
                <a:cubicBezTo>
                  <a:pt x="2240064" y="141083"/>
                  <a:pt x="2242655" y="141478"/>
                  <a:pt x="2245245" y="141478"/>
                </a:cubicBezTo>
                <a:cubicBezTo>
                  <a:pt x="2247237" y="141478"/>
                  <a:pt x="2251026" y="141083"/>
                  <a:pt x="2252619" y="136905"/>
                </a:cubicBezTo>
                <a:lnTo>
                  <a:pt x="2271350" y="87770"/>
                </a:lnTo>
                <a:lnTo>
                  <a:pt x="2290482" y="137304"/>
                </a:lnTo>
                <a:cubicBezTo>
                  <a:pt x="2291875" y="140882"/>
                  <a:pt x="2295663" y="141478"/>
                  <a:pt x="2298254" y="141478"/>
                </a:cubicBezTo>
                <a:cubicBezTo>
                  <a:pt x="2300246" y="141478"/>
                  <a:pt x="2303633" y="140882"/>
                  <a:pt x="2305227" y="136905"/>
                </a:cubicBezTo>
                <a:lnTo>
                  <a:pt x="2329738" y="76234"/>
                </a:lnTo>
                <a:cubicBezTo>
                  <a:pt x="2333125" y="67680"/>
                  <a:pt x="2336516" y="60121"/>
                  <a:pt x="2347675" y="59127"/>
                </a:cubicBezTo>
                <a:cubicBezTo>
                  <a:pt x="2348870" y="57932"/>
                  <a:pt x="2348870" y="53547"/>
                  <a:pt x="2347675" y="52349"/>
                </a:cubicBezTo>
                <a:cubicBezTo>
                  <a:pt x="2343290" y="52550"/>
                  <a:pt x="2339702" y="52750"/>
                  <a:pt x="2334521" y="52750"/>
                </a:cubicBezTo>
                <a:cubicBezTo>
                  <a:pt x="2327147" y="52750"/>
                  <a:pt x="2318578" y="52550"/>
                  <a:pt x="2311205" y="52349"/>
                </a:cubicBezTo>
                <a:cubicBezTo>
                  <a:pt x="2310010" y="53547"/>
                  <a:pt x="2310010" y="57932"/>
                  <a:pt x="2311205" y="59127"/>
                </a:cubicBezTo>
                <a:cubicBezTo>
                  <a:pt x="2321966" y="59920"/>
                  <a:pt x="2322963" y="65093"/>
                  <a:pt x="2319177" y="74841"/>
                </a:cubicBezTo>
                <a:lnTo>
                  <a:pt x="2307620" y="106270"/>
                </a:lnTo>
                <a:cubicBezTo>
                  <a:pt x="2306823" y="108657"/>
                  <a:pt x="2305625" y="108459"/>
                  <a:pt x="2304828" y="106471"/>
                </a:cubicBezTo>
                <a:lnTo>
                  <a:pt x="2291677" y="73248"/>
                </a:lnTo>
                <a:close/>
                <a:moveTo>
                  <a:pt x="2412836" y="52738"/>
                </a:moveTo>
                <a:cubicBezTo>
                  <a:pt x="2410048" y="52738"/>
                  <a:pt x="2407059" y="53538"/>
                  <a:pt x="2404468" y="55730"/>
                </a:cubicBezTo>
                <a:lnTo>
                  <a:pt x="2404468" y="61508"/>
                </a:lnTo>
                <a:cubicBezTo>
                  <a:pt x="2404468" y="62505"/>
                  <a:pt x="2404666" y="62703"/>
                  <a:pt x="2405462" y="62703"/>
                </a:cubicBezTo>
                <a:lnTo>
                  <a:pt x="2418416" y="62703"/>
                </a:lnTo>
                <a:cubicBezTo>
                  <a:pt x="2418017" y="82790"/>
                  <a:pt x="2417820" y="108246"/>
                  <a:pt x="2417820" y="118193"/>
                </a:cubicBezTo>
                <a:cubicBezTo>
                  <a:pt x="2417820" y="125153"/>
                  <a:pt x="2419614" y="131924"/>
                  <a:pt x="2423798" y="135509"/>
                </a:cubicBezTo>
                <a:cubicBezTo>
                  <a:pt x="2428380" y="139298"/>
                  <a:pt x="2435553" y="141089"/>
                  <a:pt x="2440336" y="141089"/>
                </a:cubicBezTo>
                <a:cubicBezTo>
                  <a:pt x="2451298" y="141089"/>
                  <a:pt x="2463452" y="135509"/>
                  <a:pt x="2467438" y="129930"/>
                </a:cubicBezTo>
                <a:cubicBezTo>
                  <a:pt x="2467438" y="127540"/>
                  <a:pt x="2466243" y="126345"/>
                  <a:pt x="2463853" y="124356"/>
                </a:cubicBezTo>
                <a:cubicBezTo>
                  <a:pt x="2461263" y="126345"/>
                  <a:pt x="2456279" y="127141"/>
                  <a:pt x="2452493" y="127141"/>
                </a:cubicBezTo>
                <a:cubicBezTo>
                  <a:pt x="2448108" y="127141"/>
                  <a:pt x="2443724" y="123760"/>
                  <a:pt x="2443724" y="113817"/>
                </a:cubicBezTo>
                <a:cubicBezTo>
                  <a:pt x="2443724" y="103871"/>
                  <a:pt x="2443526" y="82592"/>
                  <a:pt x="2443526" y="62703"/>
                </a:cubicBezTo>
                <a:lnTo>
                  <a:pt x="2463653" y="62703"/>
                </a:lnTo>
                <a:cubicBezTo>
                  <a:pt x="2465644" y="62703"/>
                  <a:pt x="2468436" y="61906"/>
                  <a:pt x="2468436" y="60112"/>
                </a:cubicBezTo>
                <a:lnTo>
                  <a:pt x="2468436" y="53936"/>
                </a:lnTo>
                <a:cubicBezTo>
                  <a:pt x="2468436" y="53140"/>
                  <a:pt x="2467837" y="52738"/>
                  <a:pt x="2466842" y="52738"/>
                </a:cubicBezTo>
                <a:lnTo>
                  <a:pt x="2443526" y="52738"/>
                </a:lnTo>
                <a:lnTo>
                  <a:pt x="2443724" y="45963"/>
                </a:lnTo>
                <a:cubicBezTo>
                  <a:pt x="2444122" y="32612"/>
                  <a:pt x="2444721" y="23447"/>
                  <a:pt x="2444721" y="23447"/>
                </a:cubicBezTo>
                <a:cubicBezTo>
                  <a:pt x="2444721" y="22249"/>
                  <a:pt x="2444122" y="21653"/>
                  <a:pt x="2443128" y="21653"/>
                </a:cubicBezTo>
                <a:cubicBezTo>
                  <a:pt x="2441732" y="21653"/>
                  <a:pt x="2434358" y="23845"/>
                  <a:pt x="2431172" y="25241"/>
                </a:cubicBezTo>
                <a:cubicBezTo>
                  <a:pt x="2427781" y="26634"/>
                  <a:pt x="2422004" y="27829"/>
                  <a:pt x="2420608" y="29623"/>
                </a:cubicBezTo>
                <a:cubicBezTo>
                  <a:pt x="2419212" y="31417"/>
                  <a:pt x="2418416" y="36799"/>
                  <a:pt x="2418416" y="52738"/>
                </a:cubicBezTo>
                <a:lnTo>
                  <a:pt x="2412836" y="52738"/>
                </a:lnTo>
                <a:close/>
                <a:moveTo>
                  <a:pt x="2519849" y="172707"/>
                </a:moveTo>
                <a:cubicBezTo>
                  <a:pt x="2523039" y="167127"/>
                  <a:pt x="2526028" y="159954"/>
                  <a:pt x="2528418" y="153976"/>
                </a:cubicBezTo>
                <a:cubicBezTo>
                  <a:pt x="2544360" y="115517"/>
                  <a:pt x="2554124" y="93998"/>
                  <a:pt x="2564687" y="71679"/>
                </a:cubicBezTo>
                <a:cubicBezTo>
                  <a:pt x="2567476" y="65901"/>
                  <a:pt x="2573454" y="59723"/>
                  <a:pt x="2580828" y="59127"/>
                </a:cubicBezTo>
                <a:cubicBezTo>
                  <a:pt x="2582026" y="57932"/>
                  <a:pt x="2582026" y="53547"/>
                  <a:pt x="2580828" y="52349"/>
                </a:cubicBezTo>
                <a:cubicBezTo>
                  <a:pt x="2575847" y="52550"/>
                  <a:pt x="2572259" y="52750"/>
                  <a:pt x="2566679" y="52750"/>
                </a:cubicBezTo>
                <a:cubicBezTo>
                  <a:pt x="2559704" y="52750"/>
                  <a:pt x="2552929" y="52550"/>
                  <a:pt x="2545555" y="52349"/>
                </a:cubicBezTo>
                <a:cubicBezTo>
                  <a:pt x="2544360" y="53547"/>
                  <a:pt x="2544360" y="57932"/>
                  <a:pt x="2545555" y="59127"/>
                </a:cubicBezTo>
                <a:cubicBezTo>
                  <a:pt x="2551935" y="59723"/>
                  <a:pt x="2558311" y="60720"/>
                  <a:pt x="2555121" y="67893"/>
                </a:cubicBezTo>
                <a:lnTo>
                  <a:pt x="2534597" y="113923"/>
                </a:lnTo>
                <a:cubicBezTo>
                  <a:pt x="2534597" y="114124"/>
                  <a:pt x="2534597" y="114124"/>
                  <a:pt x="2534396" y="114322"/>
                </a:cubicBezTo>
                <a:cubicBezTo>
                  <a:pt x="2534396" y="114124"/>
                  <a:pt x="2534396" y="113923"/>
                  <a:pt x="2534198" y="113525"/>
                </a:cubicBezTo>
                <a:lnTo>
                  <a:pt x="2515665" y="71879"/>
                </a:lnTo>
                <a:cubicBezTo>
                  <a:pt x="2512077" y="63709"/>
                  <a:pt x="2510085" y="60121"/>
                  <a:pt x="2522242" y="59127"/>
                </a:cubicBezTo>
                <a:cubicBezTo>
                  <a:pt x="2523437" y="57932"/>
                  <a:pt x="2523437" y="53547"/>
                  <a:pt x="2522242" y="52349"/>
                </a:cubicBezTo>
                <a:cubicBezTo>
                  <a:pt x="2514868" y="52550"/>
                  <a:pt x="2502912" y="52750"/>
                  <a:pt x="2495736" y="52750"/>
                </a:cubicBezTo>
                <a:cubicBezTo>
                  <a:pt x="2488961" y="52750"/>
                  <a:pt x="2477604" y="52550"/>
                  <a:pt x="2473618" y="52349"/>
                </a:cubicBezTo>
                <a:cubicBezTo>
                  <a:pt x="2472423" y="53547"/>
                  <a:pt x="2472423" y="57932"/>
                  <a:pt x="2473618" y="59127"/>
                </a:cubicBezTo>
                <a:cubicBezTo>
                  <a:pt x="2482384" y="59923"/>
                  <a:pt x="2483981" y="61319"/>
                  <a:pt x="2489360" y="73871"/>
                </a:cubicBezTo>
                <a:lnTo>
                  <a:pt x="2515066" y="132855"/>
                </a:lnTo>
                <a:cubicBezTo>
                  <a:pt x="2518453" y="137635"/>
                  <a:pt x="2522242" y="141223"/>
                  <a:pt x="2520646" y="144811"/>
                </a:cubicBezTo>
                <a:lnTo>
                  <a:pt x="2515866" y="155770"/>
                </a:lnTo>
                <a:cubicBezTo>
                  <a:pt x="2513275" y="161945"/>
                  <a:pt x="2510882" y="165534"/>
                  <a:pt x="2505302" y="165534"/>
                </a:cubicBezTo>
                <a:cubicBezTo>
                  <a:pt x="2501714" y="165534"/>
                  <a:pt x="2501118" y="164737"/>
                  <a:pt x="2498327" y="164737"/>
                </a:cubicBezTo>
                <a:cubicBezTo>
                  <a:pt x="2490755" y="164737"/>
                  <a:pt x="2486371" y="169918"/>
                  <a:pt x="2486371" y="173902"/>
                </a:cubicBezTo>
                <a:cubicBezTo>
                  <a:pt x="2486371" y="176492"/>
                  <a:pt x="2486970" y="179682"/>
                  <a:pt x="2488764" y="181874"/>
                </a:cubicBezTo>
                <a:cubicBezTo>
                  <a:pt x="2490555" y="184067"/>
                  <a:pt x="2493945" y="185459"/>
                  <a:pt x="2496536" y="185459"/>
                </a:cubicBezTo>
                <a:cubicBezTo>
                  <a:pt x="2499124" y="185459"/>
                  <a:pt x="2505105" y="184663"/>
                  <a:pt x="2507893" y="183468"/>
                </a:cubicBezTo>
                <a:cubicBezTo>
                  <a:pt x="2512077" y="181476"/>
                  <a:pt x="2517657" y="176693"/>
                  <a:pt x="2519849" y="172707"/>
                </a:cubicBezTo>
                <a:close/>
                <a:moveTo>
                  <a:pt x="2601750" y="77505"/>
                </a:moveTo>
                <a:lnTo>
                  <a:pt x="2601750" y="161082"/>
                </a:lnTo>
                <a:cubicBezTo>
                  <a:pt x="2601750" y="177675"/>
                  <a:pt x="2599560" y="178076"/>
                  <a:pt x="2587403" y="179074"/>
                </a:cubicBezTo>
                <a:cubicBezTo>
                  <a:pt x="2586208" y="180269"/>
                  <a:pt x="2586208" y="184654"/>
                  <a:pt x="2587403" y="185849"/>
                </a:cubicBezTo>
                <a:cubicBezTo>
                  <a:pt x="2595772" y="185651"/>
                  <a:pt x="2604143" y="185450"/>
                  <a:pt x="2614703" y="185450"/>
                </a:cubicBezTo>
                <a:cubicBezTo>
                  <a:pt x="2625266" y="185450"/>
                  <a:pt x="2633437" y="185651"/>
                  <a:pt x="2642006" y="185849"/>
                </a:cubicBezTo>
                <a:cubicBezTo>
                  <a:pt x="2643201" y="184654"/>
                  <a:pt x="2643201" y="180269"/>
                  <a:pt x="2642006" y="179074"/>
                </a:cubicBezTo>
                <a:cubicBezTo>
                  <a:pt x="2629849" y="178274"/>
                  <a:pt x="2627656" y="177675"/>
                  <a:pt x="2627656" y="161082"/>
                </a:cubicBezTo>
                <a:lnTo>
                  <a:pt x="2627656" y="137702"/>
                </a:lnTo>
                <a:cubicBezTo>
                  <a:pt x="2632041" y="139894"/>
                  <a:pt x="2636225" y="141089"/>
                  <a:pt x="2641008" y="141089"/>
                </a:cubicBezTo>
                <a:cubicBezTo>
                  <a:pt x="2671300" y="141089"/>
                  <a:pt x="2691028" y="121160"/>
                  <a:pt x="2691028" y="91857"/>
                </a:cubicBezTo>
                <a:cubicBezTo>
                  <a:pt x="2691028" y="80695"/>
                  <a:pt x="2686841" y="68337"/>
                  <a:pt x="2679069" y="60562"/>
                </a:cubicBezTo>
                <a:cubicBezTo>
                  <a:pt x="2672097" y="53590"/>
                  <a:pt x="2662132" y="50598"/>
                  <a:pt x="2651769" y="50598"/>
                </a:cubicBezTo>
                <a:cubicBezTo>
                  <a:pt x="2645989" y="50598"/>
                  <a:pt x="2635231" y="57573"/>
                  <a:pt x="2628255" y="63949"/>
                </a:cubicBezTo>
                <a:lnTo>
                  <a:pt x="2627060" y="63949"/>
                </a:lnTo>
                <a:cubicBezTo>
                  <a:pt x="2626659" y="58370"/>
                  <a:pt x="2626063" y="53988"/>
                  <a:pt x="2626063" y="53988"/>
                </a:cubicBezTo>
                <a:cubicBezTo>
                  <a:pt x="2625862" y="51595"/>
                  <a:pt x="2624269" y="50598"/>
                  <a:pt x="2621481" y="50598"/>
                </a:cubicBezTo>
                <a:cubicBezTo>
                  <a:pt x="2614107" y="52632"/>
                  <a:pt x="2602151" y="55423"/>
                  <a:pt x="2588401" y="57214"/>
                </a:cubicBezTo>
                <a:cubicBezTo>
                  <a:pt x="2587999" y="58412"/>
                  <a:pt x="2588401" y="62395"/>
                  <a:pt x="2588799" y="63594"/>
                </a:cubicBezTo>
                <a:cubicBezTo>
                  <a:pt x="2599758" y="64548"/>
                  <a:pt x="2601750" y="66142"/>
                  <a:pt x="2601750" y="77505"/>
                </a:cubicBezTo>
                <a:moveTo>
                  <a:pt x="2627656" y="126144"/>
                </a:moveTo>
                <a:lnTo>
                  <a:pt x="2627656" y="75112"/>
                </a:lnTo>
                <a:cubicBezTo>
                  <a:pt x="2627656" y="73917"/>
                  <a:pt x="2627656" y="72919"/>
                  <a:pt x="2627656" y="71724"/>
                </a:cubicBezTo>
                <a:cubicBezTo>
                  <a:pt x="2633437" y="66543"/>
                  <a:pt x="2640811" y="63949"/>
                  <a:pt x="2645393" y="63949"/>
                </a:cubicBezTo>
                <a:cubicBezTo>
                  <a:pt x="2653563" y="63949"/>
                  <a:pt x="2663129" y="73917"/>
                  <a:pt x="2663129" y="97239"/>
                </a:cubicBezTo>
                <a:cubicBezTo>
                  <a:pt x="2663129" y="113984"/>
                  <a:pt x="2657148" y="132721"/>
                  <a:pt x="2639813" y="132721"/>
                </a:cubicBezTo>
                <a:cubicBezTo>
                  <a:pt x="2637621" y="132721"/>
                  <a:pt x="2632640" y="131526"/>
                  <a:pt x="2627656" y="126144"/>
                </a:cubicBezTo>
                <a:close/>
                <a:moveTo>
                  <a:pt x="2735265" y="84273"/>
                </a:moveTo>
                <a:cubicBezTo>
                  <a:pt x="2735466" y="77301"/>
                  <a:pt x="2736463" y="69727"/>
                  <a:pt x="2739251" y="65743"/>
                </a:cubicBezTo>
                <a:cubicBezTo>
                  <a:pt x="2742441" y="60960"/>
                  <a:pt x="2747820" y="58969"/>
                  <a:pt x="2750012" y="58969"/>
                </a:cubicBezTo>
                <a:cubicBezTo>
                  <a:pt x="2755395" y="58969"/>
                  <a:pt x="2762765" y="64150"/>
                  <a:pt x="2762765" y="80089"/>
                </a:cubicBezTo>
                <a:cubicBezTo>
                  <a:pt x="2762765" y="81284"/>
                  <a:pt x="2762765" y="83875"/>
                  <a:pt x="2762367" y="84273"/>
                </a:cubicBezTo>
                <a:lnTo>
                  <a:pt x="2735265" y="84273"/>
                </a:lnTo>
                <a:moveTo>
                  <a:pt x="2785884" y="113382"/>
                </a:moveTo>
                <a:cubicBezTo>
                  <a:pt x="2777713" y="121759"/>
                  <a:pt x="2766952" y="123952"/>
                  <a:pt x="2759378" y="123952"/>
                </a:cubicBezTo>
                <a:cubicBezTo>
                  <a:pt x="2743834" y="123952"/>
                  <a:pt x="2734271" y="114979"/>
                  <a:pt x="2734271" y="95436"/>
                </a:cubicBezTo>
                <a:cubicBezTo>
                  <a:pt x="2734271" y="94040"/>
                  <a:pt x="2734468" y="93241"/>
                  <a:pt x="2734468" y="92243"/>
                </a:cubicBezTo>
                <a:lnTo>
                  <a:pt x="2782296" y="92243"/>
                </a:lnTo>
                <a:cubicBezTo>
                  <a:pt x="2787079" y="92243"/>
                  <a:pt x="2788073" y="88856"/>
                  <a:pt x="2788073" y="86067"/>
                </a:cubicBezTo>
                <a:cubicBezTo>
                  <a:pt x="2788073" y="69131"/>
                  <a:pt x="2781499" y="50598"/>
                  <a:pt x="2752205" y="50598"/>
                </a:cubicBezTo>
                <a:cubicBezTo>
                  <a:pt x="2731282" y="50598"/>
                  <a:pt x="2707366" y="69131"/>
                  <a:pt x="2707366" y="99623"/>
                </a:cubicBezTo>
                <a:cubicBezTo>
                  <a:pt x="2707366" y="111190"/>
                  <a:pt x="2711554" y="123356"/>
                  <a:pt x="2720122" y="131128"/>
                </a:cubicBezTo>
                <a:cubicBezTo>
                  <a:pt x="2727694" y="137903"/>
                  <a:pt x="2737457" y="141089"/>
                  <a:pt x="2751606" y="141089"/>
                </a:cubicBezTo>
                <a:cubicBezTo>
                  <a:pt x="2765356" y="141089"/>
                  <a:pt x="2778908" y="134117"/>
                  <a:pt x="2788873" y="119567"/>
                </a:cubicBezTo>
                <a:cubicBezTo>
                  <a:pt x="2788873" y="116973"/>
                  <a:pt x="2787875" y="113382"/>
                  <a:pt x="2785884" y="113382"/>
                </a:cubicBezTo>
                <a:close/>
                <a:moveTo>
                  <a:pt x="2805213" y="127540"/>
                </a:moveTo>
                <a:cubicBezTo>
                  <a:pt x="2805213" y="135111"/>
                  <a:pt x="2811590" y="141089"/>
                  <a:pt x="2819559" y="141089"/>
                </a:cubicBezTo>
                <a:cubicBezTo>
                  <a:pt x="2827532" y="141089"/>
                  <a:pt x="2834307" y="134713"/>
                  <a:pt x="2834307" y="127141"/>
                </a:cubicBezTo>
                <a:cubicBezTo>
                  <a:pt x="2834307" y="119369"/>
                  <a:pt x="2827930" y="113391"/>
                  <a:pt x="2819958" y="113391"/>
                </a:cubicBezTo>
                <a:cubicBezTo>
                  <a:pt x="2811988" y="113391"/>
                  <a:pt x="2805213" y="119768"/>
                  <a:pt x="2805213" y="1275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C1065-8329-408A-804D-73EDC93B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082" y="1945207"/>
            <a:ext cx="1993414" cy="2068488"/>
          </a:xfrm>
          <a:custGeom xmlns:a="http://schemas.openxmlformats.org/drawingml/2006/main">
            <a:pathLst>
              <a:path w="1993414" h="2068488">
                <a:moveTo>
                  <a:pt x="76650" y="2068488"/>
                </a:moveTo>
                <a:cubicBezTo>
                  <a:pt x="34125" y="2068488"/>
                  <a:pt x="0" y="2034364"/>
                  <a:pt x="0" y="1991839"/>
                </a:cubicBezTo>
                <a:lnTo>
                  <a:pt x="0" y="76650"/>
                </a:lnTo>
                <a:cubicBezTo>
                  <a:pt x="0" y="34125"/>
                  <a:pt x="34125" y="0"/>
                  <a:pt x="76650" y="0"/>
                </a:cubicBezTo>
                <a:lnTo>
                  <a:pt x="1916764" y="0"/>
                </a:lnTo>
                <a:cubicBezTo>
                  <a:pt x="1959289" y="0"/>
                  <a:pt x="1993414" y="34125"/>
                  <a:pt x="1993414" y="76650"/>
                </a:cubicBezTo>
                <a:lnTo>
                  <a:pt x="1993414" y="1991839"/>
                </a:lnTo>
                <a:cubicBezTo>
                  <a:pt x="1993414" y="2034364"/>
                  <a:pt x="1959289" y="2068488"/>
                  <a:pt x="1916764" y="2068488"/>
                </a:cubicBezTo>
                <a:lnTo>
                  <a:pt x="76650" y="2068488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7002C-C598-4E11-B484-6F87FACB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082" y="1945207"/>
            <a:ext cx="1993414" cy="2068488"/>
          </a:xfrm>
          <a:custGeom xmlns:a="http://schemas.openxmlformats.org/drawingml/2006/main">
            <a:pathLst>
              <a:path w="1993414" h="2068488" fill="none">
                <a:moveTo>
                  <a:pt x="76650" y="2068488"/>
                </a:moveTo>
                <a:lnTo>
                  <a:pt x="1916764" y="2068488"/>
                </a:lnTo>
                <a:cubicBezTo>
                  <a:pt x="1959280" y="2068488"/>
                  <a:pt x="1993414" y="2034364"/>
                  <a:pt x="1993414" y="1991839"/>
                </a:cubicBezTo>
                <a:lnTo>
                  <a:pt x="1993414" y="76650"/>
                </a:lnTo>
                <a:cubicBezTo>
                  <a:pt x="1993414" y="34125"/>
                  <a:pt x="1959280" y="0"/>
                  <a:pt x="1916764" y="0"/>
                </a:cubicBezTo>
                <a:lnTo>
                  <a:pt x="76650" y="0"/>
                </a:lnTo>
                <a:cubicBezTo>
                  <a:pt x="34125" y="0"/>
                  <a:pt x="0" y="34125"/>
                  <a:pt x="0" y="76650"/>
                </a:cubicBezTo>
                <a:lnTo>
                  <a:pt x="0" y="1991839"/>
                </a:lnTo>
                <a:cubicBezTo>
                  <a:pt x="0" y="2034364"/>
                  <a:pt x="34125" y="2068488"/>
                  <a:pt x="76650" y="20684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687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76782-8F2F-4B09-8D9E-0AE2C0FC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94" y="1945207"/>
            <a:ext cx="1993939" cy="2068488"/>
          </a:xfrm>
          <a:custGeom xmlns:a="http://schemas.openxmlformats.org/drawingml/2006/main">
            <a:pathLst>
              <a:path w="1993939" h="2068488">
                <a:moveTo>
                  <a:pt x="76650" y="2068488"/>
                </a:moveTo>
                <a:cubicBezTo>
                  <a:pt x="34650" y="2068488"/>
                  <a:pt x="0" y="2034364"/>
                  <a:pt x="0" y="1991839"/>
                </a:cubicBezTo>
                <a:lnTo>
                  <a:pt x="0" y="76650"/>
                </a:lnTo>
                <a:cubicBezTo>
                  <a:pt x="0" y="34125"/>
                  <a:pt x="34650" y="0"/>
                  <a:pt x="76650" y="0"/>
                </a:cubicBezTo>
                <a:lnTo>
                  <a:pt x="1917289" y="0"/>
                </a:lnTo>
                <a:cubicBezTo>
                  <a:pt x="1959289" y="0"/>
                  <a:pt x="1993939" y="34125"/>
                  <a:pt x="1993939" y="76650"/>
                </a:cubicBezTo>
                <a:lnTo>
                  <a:pt x="1993939" y="1991839"/>
                </a:lnTo>
                <a:cubicBezTo>
                  <a:pt x="1993939" y="2034364"/>
                  <a:pt x="1959289" y="2068488"/>
                  <a:pt x="1917289" y="2068488"/>
                </a:cubicBezTo>
                <a:lnTo>
                  <a:pt x="76650" y="2068488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8C34B-689F-4434-8AF9-64F3849F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94" y="1945207"/>
            <a:ext cx="1993939" cy="2068488"/>
          </a:xfrm>
          <a:custGeom xmlns:a="http://schemas.openxmlformats.org/drawingml/2006/main">
            <a:pathLst>
              <a:path w="1993939" h="2068488" fill="none">
                <a:moveTo>
                  <a:pt x="76650" y="2068488"/>
                </a:moveTo>
                <a:lnTo>
                  <a:pt x="1917289" y="2068488"/>
                </a:lnTo>
                <a:cubicBezTo>
                  <a:pt x="1959289" y="2068488"/>
                  <a:pt x="1993939" y="2034364"/>
                  <a:pt x="1993939" y="1991839"/>
                </a:cubicBezTo>
                <a:lnTo>
                  <a:pt x="1993939" y="76650"/>
                </a:lnTo>
                <a:cubicBezTo>
                  <a:pt x="1993939" y="34125"/>
                  <a:pt x="1959289" y="0"/>
                  <a:pt x="1917289" y="0"/>
                </a:cubicBezTo>
                <a:lnTo>
                  <a:pt x="76650" y="0"/>
                </a:lnTo>
                <a:cubicBezTo>
                  <a:pt x="34650" y="0"/>
                  <a:pt x="0" y="34125"/>
                  <a:pt x="0" y="76650"/>
                </a:cubicBezTo>
                <a:lnTo>
                  <a:pt x="0" y="1991839"/>
                </a:lnTo>
                <a:cubicBezTo>
                  <a:pt x="0" y="2034364"/>
                  <a:pt x="34650" y="2068488"/>
                  <a:pt x="76650" y="20684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687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271B2-AC0F-42D1-96F4-F6955E1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467" y="2490679"/>
            <a:ext cx="667796" cy="313948"/>
          </a:xfrm>
          <a:custGeom xmlns:a="http://schemas.openxmlformats.org/drawingml/2006/main">
            <a:pathLst>
              <a:path w="667796" h="313948">
                <a:moveTo>
                  <a:pt x="25725" y="313948"/>
                </a:moveTo>
                <a:cubicBezTo>
                  <a:pt x="11550" y="313948"/>
                  <a:pt x="0" y="302398"/>
                  <a:pt x="0" y="288223"/>
                </a:cubicBezTo>
                <a:lnTo>
                  <a:pt x="0" y="25200"/>
                </a:lnTo>
                <a:cubicBezTo>
                  <a:pt x="0" y="11025"/>
                  <a:pt x="11550" y="0"/>
                  <a:pt x="25725" y="0"/>
                </a:cubicBezTo>
                <a:lnTo>
                  <a:pt x="642071" y="0"/>
                </a:lnTo>
                <a:cubicBezTo>
                  <a:pt x="656246" y="0"/>
                  <a:pt x="667796" y="11025"/>
                  <a:pt x="667796" y="25200"/>
                </a:cubicBezTo>
                <a:lnTo>
                  <a:pt x="667796" y="288223"/>
                </a:lnTo>
                <a:cubicBezTo>
                  <a:pt x="667796" y="302398"/>
                  <a:pt x="656246" y="313948"/>
                  <a:pt x="642071" y="313948"/>
                </a:cubicBezTo>
                <a:lnTo>
                  <a:pt x="25725" y="31394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F6797-61E7-467F-B3B0-5B253E2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467" y="2490679"/>
            <a:ext cx="667796" cy="313948"/>
          </a:xfrm>
          <a:custGeom xmlns:a="http://schemas.openxmlformats.org/drawingml/2006/main">
            <a:pathLst>
              <a:path w="667796" h="313948" fill="none">
                <a:moveTo>
                  <a:pt x="25725" y="313948"/>
                </a:moveTo>
                <a:lnTo>
                  <a:pt x="642071" y="313948"/>
                </a:lnTo>
                <a:cubicBezTo>
                  <a:pt x="656246" y="313948"/>
                  <a:pt x="667796" y="302398"/>
                  <a:pt x="667796" y="288223"/>
                </a:cubicBezTo>
                <a:lnTo>
                  <a:pt x="667796" y="25200"/>
                </a:lnTo>
                <a:cubicBezTo>
                  <a:pt x="667796" y="11025"/>
                  <a:pt x="656246" y="0"/>
                  <a:pt x="642071" y="0"/>
                </a:cubicBezTo>
                <a:lnTo>
                  <a:pt x="25725" y="0"/>
                </a:lnTo>
                <a:cubicBezTo>
                  <a:pt x="11550" y="0"/>
                  <a:pt x="0" y="11025"/>
                  <a:pt x="0" y="25200"/>
                </a:cubicBezTo>
                <a:lnTo>
                  <a:pt x="0" y="288223"/>
                </a:lnTo>
                <a:cubicBezTo>
                  <a:pt x="0" y="302398"/>
                  <a:pt x="11550" y="313948"/>
                  <a:pt x="25725" y="3139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25" cap="sq">
            <a:solidFill>
              <a:srgbClr val="538135"/>
            </a:solidFill>
            <a:miter/>
          </a:ln>
        </p:spPr>
      </p:sp>
      <p:sp>
        <p:nvSpPr>
          <p:cNvPr id="107" name="Text %call">
            <a:extLst xmlns:a="http://schemas.openxmlformats.org/drawingml/2006/main">
              <a:ext uri="{FF2B5EF4-FFF2-40B4-BE49-F238E27FC236}">
                <a16:creationId xmlns:a16="http://schemas.microsoft.com/office/drawing/2014/main" id="{3B78DFC9-863D-4848-9422-398BCC04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098" y="2587699"/>
            <a:ext cx="309725" cy="109973"/>
          </a:xfrm>
          <a:custGeom xmlns:a="http://schemas.openxmlformats.org/drawingml/2006/main">
            <a:pathLst>
              <a:path w="309725" h="109973">
                <a:moveTo>
                  <a:pt x="42835" y="32261"/>
                </a:moveTo>
                <a:cubicBezTo>
                  <a:pt x="42835" y="36214"/>
                  <a:pt x="42400" y="39807"/>
                  <a:pt x="41528" y="43042"/>
                </a:cubicBezTo>
                <a:cubicBezTo>
                  <a:pt x="40657" y="46277"/>
                  <a:pt x="39324" y="49037"/>
                  <a:pt x="37529" y="51324"/>
                </a:cubicBezTo>
                <a:cubicBezTo>
                  <a:pt x="35735" y="53608"/>
                  <a:pt x="33466" y="55392"/>
                  <a:pt x="30723" y="56676"/>
                </a:cubicBezTo>
                <a:cubicBezTo>
                  <a:pt x="27980" y="57959"/>
                  <a:pt x="24763" y="58601"/>
                  <a:pt x="21072" y="58601"/>
                </a:cubicBezTo>
                <a:cubicBezTo>
                  <a:pt x="17329" y="58601"/>
                  <a:pt x="14125" y="58010"/>
                  <a:pt x="11459" y="56830"/>
                </a:cubicBezTo>
                <a:cubicBezTo>
                  <a:pt x="8793" y="55649"/>
                  <a:pt x="6614" y="53942"/>
                  <a:pt x="4922" y="51708"/>
                </a:cubicBezTo>
                <a:cubicBezTo>
                  <a:pt x="3230" y="49475"/>
                  <a:pt x="1987" y="46754"/>
                  <a:pt x="1192" y="43544"/>
                </a:cubicBezTo>
                <a:cubicBezTo>
                  <a:pt x="397" y="40335"/>
                  <a:pt x="0" y="36677"/>
                  <a:pt x="0" y="32569"/>
                </a:cubicBezTo>
                <a:cubicBezTo>
                  <a:pt x="0" y="28821"/>
                  <a:pt x="423" y="25356"/>
                  <a:pt x="1269" y="22172"/>
                </a:cubicBezTo>
                <a:cubicBezTo>
                  <a:pt x="2115" y="18989"/>
                  <a:pt x="3409" y="16242"/>
                  <a:pt x="5153" y="13932"/>
                </a:cubicBezTo>
                <a:cubicBezTo>
                  <a:pt x="6896" y="11620"/>
                  <a:pt x="9139" y="9796"/>
                  <a:pt x="11882" y="8462"/>
                </a:cubicBezTo>
                <a:cubicBezTo>
                  <a:pt x="14625" y="7127"/>
                  <a:pt x="17867" y="6460"/>
                  <a:pt x="21610" y="6460"/>
                </a:cubicBezTo>
                <a:cubicBezTo>
                  <a:pt x="25660" y="6460"/>
                  <a:pt x="29057" y="7154"/>
                  <a:pt x="31800" y="8541"/>
                </a:cubicBezTo>
                <a:cubicBezTo>
                  <a:pt x="34543" y="9927"/>
                  <a:pt x="36734" y="11788"/>
                  <a:pt x="38375" y="14124"/>
                </a:cubicBezTo>
                <a:cubicBezTo>
                  <a:pt x="40016" y="16460"/>
                  <a:pt x="41169" y="19194"/>
                  <a:pt x="41836" y="22326"/>
                </a:cubicBezTo>
                <a:cubicBezTo>
                  <a:pt x="42502" y="25458"/>
                  <a:pt x="42835" y="28770"/>
                  <a:pt x="42835" y="32261"/>
                </a:cubicBezTo>
                <a:moveTo>
                  <a:pt x="32069" y="32646"/>
                </a:moveTo>
                <a:cubicBezTo>
                  <a:pt x="32069" y="29768"/>
                  <a:pt x="31864" y="27212"/>
                  <a:pt x="31454" y="24977"/>
                </a:cubicBezTo>
                <a:cubicBezTo>
                  <a:pt x="31044" y="22742"/>
                  <a:pt x="30415" y="20879"/>
                  <a:pt x="29570" y="19389"/>
                </a:cubicBezTo>
                <a:cubicBezTo>
                  <a:pt x="28724" y="17899"/>
                  <a:pt x="27608" y="16782"/>
                  <a:pt x="26224" y="16037"/>
                </a:cubicBezTo>
                <a:cubicBezTo>
                  <a:pt x="24840" y="15292"/>
                  <a:pt x="23199" y="14919"/>
                  <a:pt x="21302" y="14919"/>
                </a:cubicBezTo>
                <a:cubicBezTo>
                  <a:pt x="19508" y="14919"/>
                  <a:pt x="17944" y="15279"/>
                  <a:pt x="16611" y="15998"/>
                </a:cubicBezTo>
                <a:cubicBezTo>
                  <a:pt x="15278" y="16718"/>
                  <a:pt x="14189" y="17797"/>
                  <a:pt x="13343" y="19236"/>
                </a:cubicBezTo>
                <a:cubicBezTo>
                  <a:pt x="12497" y="20674"/>
                  <a:pt x="11869" y="22460"/>
                  <a:pt x="11459" y="24592"/>
                </a:cubicBezTo>
                <a:cubicBezTo>
                  <a:pt x="11049" y="26725"/>
                  <a:pt x="10843" y="29230"/>
                  <a:pt x="10843" y="32107"/>
                </a:cubicBezTo>
                <a:cubicBezTo>
                  <a:pt x="10843" y="35600"/>
                  <a:pt x="11087" y="38516"/>
                  <a:pt x="11574" y="40855"/>
                </a:cubicBezTo>
                <a:cubicBezTo>
                  <a:pt x="12061" y="43193"/>
                  <a:pt x="12753" y="45042"/>
                  <a:pt x="13650" y="46404"/>
                </a:cubicBezTo>
                <a:cubicBezTo>
                  <a:pt x="14548" y="47766"/>
                  <a:pt x="15676" y="48717"/>
                  <a:pt x="17034" y="49257"/>
                </a:cubicBezTo>
                <a:cubicBezTo>
                  <a:pt x="18393" y="49795"/>
                  <a:pt x="19944" y="50064"/>
                  <a:pt x="21687" y="50064"/>
                </a:cubicBezTo>
                <a:cubicBezTo>
                  <a:pt x="23738" y="50064"/>
                  <a:pt x="25417" y="49679"/>
                  <a:pt x="26724" y="48908"/>
                </a:cubicBezTo>
                <a:cubicBezTo>
                  <a:pt x="28031" y="48138"/>
                  <a:pt x="29082" y="46995"/>
                  <a:pt x="29877" y="45479"/>
                </a:cubicBezTo>
                <a:cubicBezTo>
                  <a:pt x="30672" y="43963"/>
                  <a:pt x="31236" y="42139"/>
                  <a:pt x="31569" y="40007"/>
                </a:cubicBezTo>
                <a:cubicBezTo>
                  <a:pt x="31902" y="37874"/>
                  <a:pt x="32069" y="35421"/>
                  <a:pt x="32069" y="32646"/>
                </a:cubicBezTo>
                <a:moveTo>
                  <a:pt x="101513" y="82095"/>
                </a:moveTo>
                <a:cubicBezTo>
                  <a:pt x="101513" y="86047"/>
                  <a:pt x="101077" y="89641"/>
                  <a:pt x="100206" y="92876"/>
                </a:cubicBezTo>
                <a:cubicBezTo>
                  <a:pt x="99334" y="96111"/>
                  <a:pt x="98001" y="98871"/>
                  <a:pt x="96207" y="101157"/>
                </a:cubicBezTo>
                <a:cubicBezTo>
                  <a:pt x="94412" y="103442"/>
                  <a:pt x="92144" y="105226"/>
                  <a:pt x="89401" y="106509"/>
                </a:cubicBezTo>
                <a:cubicBezTo>
                  <a:pt x="86658" y="107793"/>
                  <a:pt x="83441" y="108434"/>
                  <a:pt x="79749" y="108434"/>
                </a:cubicBezTo>
                <a:cubicBezTo>
                  <a:pt x="76007" y="108434"/>
                  <a:pt x="72802" y="107844"/>
                  <a:pt x="70136" y="106663"/>
                </a:cubicBezTo>
                <a:cubicBezTo>
                  <a:pt x="67470" y="105482"/>
                  <a:pt x="65291" y="103775"/>
                  <a:pt x="63600" y="101542"/>
                </a:cubicBezTo>
                <a:cubicBezTo>
                  <a:pt x="61908" y="99309"/>
                  <a:pt x="60664" y="96587"/>
                  <a:pt x="59870" y="93378"/>
                </a:cubicBezTo>
                <a:cubicBezTo>
                  <a:pt x="59075" y="90169"/>
                  <a:pt x="58678" y="86510"/>
                  <a:pt x="58678" y="82403"/>
                </a:cubicBezTo>
                <a:cubicBezTo>
                  <a:pt x="58678" y="78655"/>
                  <a:pt x="59101" y="75190"/>
                  <a:pt x="59947" y="72006"/>
                </a:cubicBezTo>
                <a:cubicBezTo>
                  <a:pt x="60793" y="68823"/>
                  <a:pt x="62087" y="66076"/>
                  <a:pt x="63830" y="63765"/>
                </a:cubicBezTo>
                <a:cubicBezTo>
                  <a:pt x="65573" y="61453"/>
                  <a:pt x="67816" y="59630"/>
                  <a:pt x="70559" y="58296"/>
                </a:cubicBezTo>
                <a:cubicBezTo>
                  <a:pt x="73302" y="56961"/>
                  <a:pt x="76545" y="56294"/>
                  <a:pt x="80288" y="56294"/>
                </a:cubicBezTo>
                <a:cubicBezTo>
                  <a:pt x="84338" y="56294"/>
                  <a:pt x="87735" y="56987"/>
                  <a:pt x="90477" y="58375"/>
                </a:cubicBezTo>
                <a:cubicBezTo>
                  <a:pt x="93220" y="59761"/>
                  <a:pt x="95412" y="61622"/>
                  <a:pt x="97053" y="63958"/>
                </a:cubicBezTo>
                <a:cubicBezTo>
                  <a:pt x="98693" y="66294"/>
                  <a:pt x="99847" y="69028"/>
                  <a:pt x="100513" y="72160"/>
                </a:cubicBezTo>
                <a:cubicBezTo>
                  <a:pt x="101180" y="75292"/>
                  <a:pt x="101513" y="78604"/>
                  <a:pt x="101513" y="82095"/>
                </a:cubicBezTo>
                <a:moveTo>
                  <a:pt x="90747" y="82479"/>
                </a:moveTo>
                <a:cubicBezTo>
                  <a:pt x="90747" y="79602"/>
                  <a:pt x="90541" y="77046"/>
                  <a:pt x="90131" y="74811"/>
                </a:cubicBezTo>
                <a:cubicBezTo>
                  <a:pt x="89721" y="72576"/>
                  <a:pt x="89093" y="70713"/>
                  <a:pt x="88247" y="69223"/>
                </a:cubicBezTo>
                <a:cubicBezTo>
                  <a:pt x="87401" y="67733"/>
                  <a:pt x="86286" y="66616"/>
                  <a:pt x="84902" y="65871"/>
                </a:cubicBezTo>
                <a:cubicBezTo>
                  <a:pt x="83518" y="65126"/>
                  <a:pt x="81877" y="64753"/>
                  <a:pt x="79980" y="64753"/>
                </a:cubicBezTo>
                <a:cubicBezTo>
                  <a:pt x="78186" y="64753"/>
                  <a:pt x="76622" y="65113"/>
                  <a:pt x="75289" y="65832"/>
                </a:cubicBezTo>
                <a:cubicBezTo>
                  <a:pt x="73956" y="66551"/>
                  <a:pt x="72866" y="67631"/>
                  <a:pt x="72020" y="69069"/>
                </a:cubicBezTo>
                <a:cubicBezTo>
                  <a:pt x="71175" y="70508"/>
                  <a:pt x="70546" y="72294"/>
                  <a:pt x="70136" y="74426"/>
                </a:cubicBezTo>
                <a:cubicBezTo>
                  <a:pt x="69726" y="76559"/>
                  <a:pt x="69521" y="79064"/>
                  <a:pt x="69521" y="81941"/>
                </a:cubicBezTo>
                <a:cubicBezTo>
                  <a:pt x="69521" y="85434"/>
                  <a:pt x="69765" y="88350"/>
                  <a:pt x="70252" y="90689"/>
                </a:cubicBezTo>
                <a:cubicBezTo>
                  <a:pt x="70739" y="93026"/>
                  <a:pt x="71431" y="94876"/>
                  <a:pt x="72328" y="96238"/>
                </a:cubicBezTo>
                <a:cubicBezTo>
                  <a:pt x="73225" y="97600"/>
                  <a:pt x="74353" y="98551"/>
                  <a:pt x="75712" y="99091"/>
                </a:cubicBezTo>
                <a:cubicBezTo>
                  <a:pt x="77070" y="99629"/>
                  <a:pt x="78621" y="99898"/>
                  <a:pt x="80365" y="99898"/>
                </a:cubicBezTo>
                <a:cubicBezTo>
                  <a:pt x="82415" y="99898"/>
                  <a:pt x="84094" y="99513"/>
                  <a:pt x="85402" y="98742"/>
                </a:cubicBezTo>
                <a:cubicBezTo>
                  <a:pt x="86709" y="97972"/>
                  <a:pt x="87760" y="96828"/>
                  <a:pt x="88555" y="95313"/>
                </a:cubicBezTo>
                <a:cubicBezTo>
                  <a:pt x="89349" y="93797"/>
                  <a:pt x="89913" y="91973"/>
                  <a:pt x="90247" y="89841"/>
                </a:cubicBezTo>
                <a:cubicBezTo>
                  <a:pt x="90580" y="87708"/>
                  <a:pt x="90747" y="85254"/>
                  <a:pt x="90747" y="82479"/>
                </a:cubicBezTo>
                <a:moveTo>
                  <a:pt x="21072" y="107817"/>
                </a:moveTo>
                <a:cubicBezTo>
                  <a:pt x="20815" y="108280"/>
                  <a:pt x="20508" y="108627"/>
                  <a:pt x="20149" y="108857"/>
                </a:cubicBezTo>
                <a:cubicBezTo>
                  <a:pt x="19790" y="109088"/>
                  <a:pt x="19354" y="109293"/>
                  <a:pt x="18841" y="109473"/>
                </a:cubicBezTo>
                <a:cubicBezTo>
                  <a:pt x="18329" y="109652"/>
                  <a:pt x="17714" y="109780"/>
                  <a:pt x="16996" y="109857"/>
                </a:cubicBezTo>
                <a:cubicBezTo>
                  <a:pt x="16278" y="109934"/>
                  <a:pt x="15406" y="109973"/>
                  <a:pt x="14381" y="109973"/>
                </a:cubicBezTo>
                <a:cubicBezTo>
                  <a:pt x="13253" y="109973"/>
                  <a:pt x="12343" y="109870"/>
                  <a:pt x="11651" y="109665"/>
                </a:cubicBezTo>
                <a:cubicBezTo>
                  <a:pt x="10959" y="109460"/>
                  <a:pt x="10472" y="109191"/>
                  <a:pt x="10190" y="108857"/>
                </a:cubicBezTo>
                <a:cubicBezTo>
                  <a:pt x="9908" y="108524"/>
                  <a:pt x="9805" y="108113"/>
                  <a:pt x="9882" y="107625"/>
                </a:cubicBezTo>
                <a:cubicBezTo>
                  <a:pt x="9959" y="107138"/>
                  <a:pt x="10203" y="106586"/>
                  <a:pt x="10613" y="105971"/>
                </a:cubicBezTo>
                <a:lnTo>
                  <a:pt x="79826" y="6770"/>
                </a:lnTo>
                <a:cubicBezTo>
                  <a:pt x="80083" y="6358"/>
                  <a:pt x="80390" y="6011"/>
                  <a:pt x="80749" y="5729"/>
                </a:cubicBezTo>
                <a:cubicBezTo>
                  <a:pt x="81108" y="5447"/>
                  <a:pt x="81557" y="5229"/>
                  <a:pt x="82095" y="5076"/>
                </a:cubicBezTo>
                <a:cubicBezTo>
                  <a:pt x="82633" y="4922"/>
                  <a:pt x="83248" y="4806"/>
                  <a:pt x="83941" y="4730"/>
                </a:cubicBezTo>
                <a:cubicBezTo>
                  <a:pt x="84633" y="4653"/>
                  <a:pt x="85517" y="4614"/>
                  <a:pt x="86594" y="4614"/>
                </a:cubicBezTo>
                <a:cubicBezTo>
                  <a:pt x="87670" y="4614"/>
                  <a:pt x="88555" y="4704"/>
                  <a:pt x="89247" y="4883"/>
                </a:cubicBezTo>
                <a:cubicBezTo>
                  <a:pt x="89939" y="5063"/>
                  <a:pt x="90439" y="5332"/>
                  <a:pt x="90747" y="5691"/>
                </a:cubicBezTo>
                <a:cubicBezTo>
                  <a:pt x="91054" y="6050"/>
                  <a:pt x="91170" y="6486"/>
                  <a:pt x="91093" y="7001"/>
                </a:cubicBezTo>
                <a:cubicBezTo>
                  <a:pt x="91016" y="7513"/>
                  <a:pt x="90772" y="8052"/>
                  <a:pt x="90362" y="8616"/>
                </a:cubicBezTo>
                <a:lnTo>
                  <a:pt x="21072" y="107817"/>
                </a:lnTo>
                <a:close/>
                <a:moveTo>
                  <a:pt x="168614" y="94822"/>
                </a:moveTo>
                <a:cubicBezTo>
                  <a:pt x="168614" y="95694"/>
                  <a:pt x="168588" y="96450"/>
                  <a:pt x="168537" y="97091"/>
                </a:cubicBezTo>
                <a:cubicBezTo>
                  <a:pt x="168486" y="97732"/>
                  <a:pt x="168396" y="98270"/>
                  <a:pt x="168268" y="98706"/>
                </a:cubicBezTo>
                <a:cubicBezTo>
                  <a:pt x="168140" y="99142"/>
                  <a:pt x="167986" y="99526"/>
                  <a:pt x="167807" y="99860"/>
                </a:cubicBezTo>
                <a:cubicBezTo>
                  <a:pt x="167627" y="100193"/>
                  <a:pt x="167217" y="100680"/>
                  <a:pt x="166576" y="101321"/>
                </a:cubicBezTo>
                <a:cubicBezTo>
                  <a:pt x="165935" y="101962"/>
                  <a:pt x="164846" y="102756"/>
                  <a:pt x="163308" y="103705"/>
                </a:cubicBezTo>
                <a:cubicBezTo>
                  <a:pt x="161770" y="104653"/>
                  <a:pt x="160039" y="105499"/>
                  <a:pt x="158117" y="106243"/>
                </a:cubicBezTo>
                <a:cubicBezTo>
                  <a:pt x="156194" y="106986"/>
                  <a:pt x="154105" y="107589"/>
                  <a:pt x="151849" y="108050"/>
                </a:cubicBezTo>
                <a:cubicBezTo>
                  <a:pt x="149593" y="108511"/>
                  <a:pt x="147260" y="108742"/>
                  <a:pt x="144851" y="108742"/>
                </a:cubicBezTo>
                <a:cubicBezTo>
                  <a:pt x="139878" y="108742"/>
                  <a:pt x="135469" y="107920"/>
                  <a:pt x="131623" y="106276"/>
                </a:cubicBezTo>
                <a:cubicBezTo>
                  <a:pt x="127778" y="104633"/>
                  <a:pt x="124561" y="102231"/>
                  <a:pt x="121972" y="99071"/>
                </a:cubicBezTo>
                <a:cubicBezTo>
                  <a:pt x="119383" y="95912"/>
                  <a:pt x="117409" y="92033"/>
                  <a:pt x="116050" y="87435"/>
                </a:cubicBezTo>
                <a:cubicBezTo>
                  <a:pt x="114692" y="82837"/>
                  <a:pt x="114012" y="77533"/>
                  <a:pt x="114012" y="71523"/>
                </a:cubicBezTo>
                <a:cubicBezTo>
                  <a:pt x="114012" y="64690"/>
                  <a:pt x="114845" y="58820"/>
                  <a:pt x="116512" y="53914"/>
                </a:cubicBezTo>
                <a:cubicBezTo>
                  <a:pt x="118178" y="49009"/>
                  <a:pt x="120459" y="44989"/>
                  <a:pt x="123356" y="41855"/>
                </a:cubicBezTo>
                <a:cubicBezTo>
                  <a:pt x="126253" y="38721"/>
                  <a:pt x="129662" y="36396"/>
                  <a:pt x="133584" y="34881"/>
                </a:cubicBezTo>
                <a:cubicBezTo>
                  <a:pt x="137506" y="33365"/>
                  <a:pt x="141749" y="32607"/>
                  <a:pt x="146312" y="32607"/>
                </a:cubicBezTo>
                <a:cubicBezTo>
                  <a:pt x="148517" y="32607"/>
                  <a:pt x="150657" y="32812"/>
                  <a:pt x="152733" y="33222"/>
                </a:cubicBezTo>
                <a:cubicBezTo>
                  <a:pt x="154810" y="33633"/>
                  <a:pt x="156720" y="34171"/>
                  <a:pt x="158463" y="34837"/>
                </a:cubicBezTo>
                <a:cubicBezTo>
                  <a:pt x="160206" y="35504"/>
                  <a:pt x="161757" y="36273"/>
                  <a:pt x="163115" y="37145"/>
                </a:cubicBezTo>
                <a:cubicBezTo>
                  <a:pt x="164474" y="38016"/>
                  <a:pt x="165461" y="38760"/>
                  <a:pt x="166076" y="39375"/>
                </a:cubicBezTo>
                <a:cubicBezTo>
                  <a:pt x="166691" y="39990"/>
                  <a:pt x="167114" y="40477"/>
                  <a:pt x="167345" y="40836"/>
                </a:cubicBezTo>
                <a:cubicBezTo>
                  <a:pt x="167576" y="41195"/>
                  <a:pt x="167768" y="41618"/>
                  <a:pt x="167922" y="42105"/>
                </a:cubicBezTo>
                <a:cubicBezTo>
                  <a:pt x="168076" y="42592"/>
                  <a:pt x="168178" y="43143"/>
                  <a:pt x="168230" y="43758"/>
                </a:cubicBezTo>
                <a:cubicBezTo>
                  <a:pt x="168281" y="44374"/>
                  <a:pt x="168306" y="45143"/>
                  <a:pt x="168306" y="46065"/>
                </a:cubicBezTo>
                <a:cubicBezTo>
                  <a:pt x="168306" y="48065"/>
                  <a:pt x="168076" y="49462"/>
                  <a:pt x="167614" y="50257"/>
                </a:cubicBezTo>
                <a:cubicBezTo>
                  <a:pt x="167153" y="51051"/>
                  <a:pt x="166589" y="51449"/>
                  <a:pt x="165922" y="51449"/>
                </a:cubicBezTo>
                <a:cubicBezTo>
                  <a:pt x="165153" y="51449"/>
                  <a:pt x="164269" y="51026"/>
                  <a:pt x="163269" y="50180"/>
                </a:cubicBezTo>
                <a:cubicBezTo>
                  <a:pt x="162270" y="49334"/>
                  <a:pt x="161001" y="48398"/>
                  <a:pt x="159463" y="47373"/>
                </a:cubicBezTo>
                <a:cubicBezTo>
                  <a:pt x="157924" y="46347"/>
                  <a:pt x="156066" y="45412"/>
                  <a:pt x="153887" y="44566"/>
                </a:cubicBezTo>
                <a:cubicBezTo>
                  <a:pt x="151708" y="43720"/>
                  <a:pt x="149132" y="43297"/>
                  <a:pt x="146158" y="43297"/>
                </a:cubicBezTo>
                <a:cubicBezTo>
                  <a:pt x="140057" y="43297"/>
                  <a:pt x="135379" y="45650"/>
                  <a:pt x="132123" y="50355"/>
                </a:cubicBezTo>
                <a:cubicBezTo>
                  <a:pt x="128868" y="55059"/>
                  <a:pt x="127240" y="61884"/>
                  <a:pt x="127240" y="70828"/>
                </a:cubicBezTo>
                <a:cubicBezTo>
                  <a:pt x="127240" y="75302"/>
                  <a:pt x="127663" y="79222"/>
                  <a:pt x="128509" y="82590"/>
                </a:cubicBezTo>
                <a:cubicBezTo>
                  <a:pt x="129355" y="85958"/>
                  <a:pt x="130598" y="88773"/>
                  <a:pt x="132239" y="91035"/>
                </a:cubicBezTo>
                <a:cubicBezTo>
                  <a:pt x="133879" y="93297"/>
                  <a:pt x="135891" y="94981"/>
                  <a:pt x="138276" y="96087"/>
                </a:cubicBezTo>
                <a:cubicBezTo>
                  <a:pt x="140660" y="97192"/>
                  <a:pt x="143390" y="97745"/>
                  <a:pt x="146466" y="97745"/>
                </a:cubicBezTo>
                <a:cubicBezTo>
                  <a:pt x="149388" y="97745"/>
                  <a:pt x="151952" y="97283"/>
                  <a:pt x="154156" y="96361"/>
                </a:cubicBezTo>
                <a:cubicBezTo>
                  <a:pt x="156361" y="95438"/>
                  <a:pt x="158271" y="94425"/>
                  <a:pt x="159886" y="93323"/>
                </a:cubicBezTo>
                <a:cubicBezTo>
                  <a:pt x="161500" y="92221"/>
                  <a:pt x="162859" y="91221"/>
                  <a:pt x="163961" y="90324"/>
                </a:cubicBezTo>
                <a:cubicBezTo>
                  <a:pt x="165064" y="89426"/>
                  <a:pt x="165922" y="88978"/>
                  <a:pt x="166538" y="88978"/>
                </a:cubicBezTo>
                <a:cubicBezTo>
                  <a:pt x="166897" y="88978"/>
                  <a:pt x="167204" y="89080"/>
                  <a:pt x="167461" y="89285"/>
                </a:cubicBezTo>
                <a:cubicBezTo>
                  <a:pt x="167717" y="89490"/>
                  <a:pt x="167935" y="89837"/>
                  <a:pt x="168114" y="90324"/>
                </a:cubicBezTo>
                <a:cubicBezTo>
                  <a:pt x="168294" y="90811"/>
                  <a:pt x="168422" y="91426"/>
                  <a:pt x="168499" y="92169"/>
                </a:cubicBezTo>
                <a:cubicBezTo>
                  <a:pt x="168576" y="92913"/>
                  <a:pt x="168614" y="93797"/>
                  <a:pt x="168614" y="94822"/>
                </a:cubicBezTo>
                <a:close/>
                <a:moveTo>
                  <a:pt x="237635" y="105358"/>
                </a:moveTo>
                <a:cubicBezTo>
                  <a:pt x="237635" y="105974"/>
                  <a:pt x="237430" y="106435"/>
                  <a:pt x="237020" y="106743"/>
                </a:cubicBezTo>
                <a:cubicBezTo>
                  <a:pt x="236610" y="107050"/>
                  <a:pt x="236046" y="107281"/>
                  <a:pt x="235328" y="107435"/>
                </a:cubicBezTo>
                <a:cubicBezTo>
                  <a:pt x="234610" y="107589"/>
                  <a:pt x="233559" y="107665"/>
                  <a:pt x="232175" y="107665"/>
                </a:cubicBezTo>
                <a:cubicBezTo>
                  <a:pt x="230842" y="107665"/>
                  <a:pt x="229778" y="107589"/>
                  <a:pt x="228984" y="107435"/>
                </a:cubicBezTo>
                <a:cubicBezTo>
                  <a:pt x="228189" y="107281"/>
                  <a:pt x="227612" y="107050"/>
                  <a:pt x="227253" y="106743"/>
                </a:cubicBezTo>
                <a:cubicBezTo>
                  <a:pt x="226894" y="106435"/>
                  <a:pt x="226715" y="105974"/>
                  <a:pt x="226715" y="105358"/>
                </a:cubicBezTo>
                <a:lnTo>
                  <a:pt x="226715" y="98437"/>
                </a:lnTo>
                <a:cubicBezTo>
                  <a:pt x="223690" y="101667"/>
                  <a:pt x="220319" y="104192"/>
                  <a:pt x="216602" y="106012"/>
                </a:cubicBezTo>
                <a:cubicBezTo>
                  <a:pt x="212885" y="107832"/>
                  <a:pt x="208950" y="108742"/>
                  <a:pt x="204797" y="108742"/>
                </a:cubicBezTo>
                <a:cubicBezTo>
                  <a:pt x="201157" y="108742"/>
                  <a:pt x="197863" y="108266"/>
                  <a:pt x="194915" y="107315"/>
                </a:cubicBezTo>
                <a:cubicBezTo>
                  <a:pt x="191967" y="106363"/>
                  <a:pt x="189455" y="104987"/>
                  <a:pt x="187379" y="103186"/>
                </a:cubicBezTo>
                <a:cubicBezTo>
                  <a:pt x="185302" y="101385"/>
                  <a:pt x="183687" y="99173"/>
                  <a:pt x="182534" y="96550"/>
                </a:cubicBezTo>
                <a:cubicBezTo>
                  <a:pt x="181380" y="93926"/>
                  <a:pt x="180803" y="90941"/>
                  <a:pt x="180803" y="87596"/>
                </a:cubicBezTo>
                <a:cubicBezTo>
                  <a:pt x="180803" y="83687"/>
                  <a:pt x="181598" y="80292"/>
                  <a:pt x="183187" y="77411"/>
                </a:cubicBezTo>
                <a:cubicBezTo>
                  <a:pt x="184777" y="74529"/>
                  <a:pt x="187058" y="72136"/>
                  <a:pt x="190032" y="70232"/>
                </a:cubicBezTo>
                <a:cubicBezTo>
                  <a:pt x="193005" y="68329"/>
                  <a:pt x="196646" y="66902"/>
                  <a:pt x="200952" y="65950"/>
                </a:cubicBezTo>
                <a:cubicBezTo>
                  <a:pt x="205259" y="64998"/>
                  <a:pt x="210104" y="64522"/>
                  <a:pt x="215487" y="64522"/>
                </a:cubicBezTo>
                <a:lnTo>
                  <a:pt x="225023" y="64522"/>
                </a:lnTo>
                <a:lnTo>
                  <a:pt x="225023" y="59158"/>
                </a:lnTo>
                <a:cubicBezTo>
                  <a:pt x="225023" y="56502"/>
                  <a:pt x="224741" y="54152"/>
                  <a:pt x="224177" y="52110"/>
                </a:cubicBezTo>
                <a:cubicBezTo>
                  <a:pt x="223613" y="50065"/>
                  <a:pt x="222703" y="48366"/>
                  <a:pt x="221447" y="47012"/>
                </a:cubicBezTo>
                <a:cubicBezTo>
                  <a:pt x="220191" y="45658"/>
                  <a:pt x="218563" y="44637"/>
                  <a:pt x="216564" y="43948"/>
                </a:cubicBezTo>
                <a:cubicBezTo>
                  <a:pt x="214564" y="43258"/>
                  <a:pt x="212103" y="42912"/>
                  <a:pt x="209181" y="42912"/>
                </a:cubicBezTo>
                <a:cubicBezTo>
                  <a:pt x="206053" y="42912"/>
                  <a:pt x="203246" y="43280"/>
                  <a:pt x="200760" y="44015"/>
                </a:cubicBezTo>
                <a:cubicBezTo>
                  <a:pt x="198273" y="44751"/>
                  <a:pt x="196094" y="45562"/>
                  <a:pt x="194223" y="46450"/>
                </a:cubicBezTo>
                <a:cubicBezTo>
                  <a:pt x="192352" y="47338"/>
                  <a:pt x="190788" y="48149"/>
                  <a:pt x="189532" y="48884"/>
                </a:cubicBezTo>
                <a:cubicBezTo>
                  <a:pt x="188276" y="49620"/>
                  <a:pt x="187340" y="49988"/>
                  <a:pt x="186725" y="49988"/>
                </a:cubicBezTo>
                <a:cubicBezTo>
                  <a:pt x="186315" y="49988"/>
                  <a:pt x="185956" y="49885"/>
                  <a:pt x="185648" y="49680"/>
                </a:cubicBezTo>
                <a:cubicBezTo>
                  <a:pt x="185341" y="49475"/>
                  <a:pt x="185072" y="49167"/>
                  <a:pt x="184841" y="48757"/>
                </a:cubicBezTo>
                <a:cubicBezTo>
                  <a:pt x="184610" y="48347"/>
                  <a:pt x="184443" y="47821"/>
                  <a:pt x="184341" y="47181"/>
                </a:cubicBezTo>
                <a:cubicBezTo>
                  <a:pt x="184238" y="46540"/>
                  <a:pt x="184187" y="45835"/>
                  <a:pt x="184187" y="45066"/>
                </a:cubicBezTo>
                <a:cubicBezTo>
                  <a:pt x="184187" y="43784"/>
                  <a:pt x="184277" y="42771"/>
                  <a:pt x="184456" y="42028"/>
                </a:cubicBezTo>
                <a:cubicBezTo>
                  <a:pt x="184636" y="41285"/>
                  <a:pt x="185072" y="40580"/>
                  <a:pt x="185764" y="39913"/>
                </a:cubicBezTo>
                <a:cubicBezTo>
                  <a:pt x="186456" y="39247"/>
                  <a:pt x="187648" y="38470"/>
                  <a:pt x="189340" y="37584"/>
                </a:cubicBezTo>
                <a:cubicBezTo>
                  <a:pt x="191032" y="36697"/>
                  <a:pt x="192980" y="35886"/>
                  <a:pt x="195184" y="35152"/>
                </a:cubicBezTo>
                <a:cubicBezTo>
                  <a:pt x="197389" y="34418"/>
                  <a:pt x="199799" y="33811"/>
                  <a:pt x="202413" y="33331"/>
                </a:cubicBezTo>
                <a:cubicBezTo>
                  <a:pt x="205028" y="32848"/>
                  <a:pt x="207668" y="32607"/>
                  <a:pt x="210334" y="32607"/>
                </a:cubicBezTo>
                <a:cubicBezTo>
                  <a:pt x="215308" y="32607"/>
                  <a:pt x="219537" y="33171"/>
                  <a:pt x="223024" y="34299"/>
                </a:cubicBezTo>
                <a:cubicBezTo>
                  <a:pt x="226510" y="35427"/>
                  <a:pt x="229330" y="37080"/>
                  <a:pt x="231483" y="39259"/>
                </a:cubicBezTo>
                <a:cubicBezTo>
                  <a:pt x="233636" y="41438"/>
                  <a:pt x="235200" y="44143"/>
                  <a:pt x="236174" y="47373"/>
                </a:cubicBezTo>
                <a:cubicBezTo>
                  <a:pt x="237148" y="50603"/>
                  <a:pt x="237635" y="54371"/>
                  <a:pt x="237635" y="58678"/>
                </a:cubicBezTo>
                <a:lnTo>
                  <a:pt x="237635" y="105358"/>
                </a:lnTo>
                <a:moveTo>
                  <a:pt x="225023" y="73674"/>
                </a:moveTo>
                <a:lnTo>
                  <a:pt x="214180" y="73674"/>
                </a:lnTo>
                <a:cubicBezTo>
                  <a:pt x="210693" y="73674"/>
                  <a:pt x="207668" y="73971"/>
                  <a:pt x="205105" y="74566"/>
                </a:cubicBezTo>
                <a:cubicBezTo>
                  <a:pt x="202541" y="75158"/>
                  <a:pt x="200414" y="76035"/>
                  <a:pt x="198722" y="77195"/>
                </a:cubicBezTo>
                <a:cubicBezTo>
                  <a:pt x="197030" y="78355"/>
                  <a:pt x="195787" y="79748"/>
                  <a:pt x="194992" y="81374"/>
                </a:cubicBezTo>
                <a:cubicBezTo>
                  <a:pt x="194197" y="82999"/>
                  <a:pt x="193800" y="84868"/>
                  <a:pt x="193800" y="86983"/>
                </a:cubicBezTo>
                <a:cubicBezTo>
                  <a:pt x="193800" y="90594"/>
                  <a:pt x="194941" y="93470"/>
                  <a:pt x="197222" y="95611"/>
                </a:cubicBezTo>
                <a:cubicBezTo>
                  <a:pt x="199504" y="97751"/>
                  <a:pt x="202695" y="98821"/>
                  <a:pt x="206797" y="98821"/>
                </a:cubicBezTo>
                <a:cubicBezTo>
                  <a:pt x="210129" y="98821"/>
                  <a:pt x="213218" y="97971"/>
                  <a:pt x="216064" y="96269"/>
                </a:cubicBezTo>
                <a:cubicBezTo>
                  <a:pt x="218909" y="94566"/>
                  <a:pt x="221896" y="91961"/>
                  <a:pt x="225023" y="88454"/>
                </a:cubicBezTo>
                <a:lnTo>
                  <a:pt x="225023" y="73674"/>
                </a:lnTo>
                <a:close/>
                <a:moveTo>
                  <a:pt x="273642" y="105279"/>
                </a:moveTo>
                <a:cubicBezTo>
                  <a:pt x="273642" y="105689"/>
                  <a:pt x="273539" y="106036"/>
                  <a:pt x="273334" y="106320"/>
                </a:cubicBezTo>
                <a:cubicBezTo>
                  <a:pt x="273129" y="106602"/>
                  <a:pt x="272796" y="106845"/>
                  <a:pt x="272334" y="107050"/>
                </a:cubicBezTo>
                <a:cubicBezTo>
                  <a:pt x="271873" y="107255"/>
                  <a:pt x="271232" y="107409"/>
                  <a:pt x="270412" y="107512"/>
                </a:cubicBezTo>
                <a:cubicBezTo>
                  <a:pt x="269591" y="107614"/>
                  <a:pt x="268540" y="107665"/>
                  <a:pt x="267259" y="107665"/>
                </a:cubicBezTo>
                <a:cubicBezTo>
                  <a:pt x="266028" y="107665"/>
                  <a:pt x="265003" y="107614"/>
                  <a:pt x="264182" y="107512"/>
                </a:cubicBezTo>
                <a:cubicBezTo>
                  <a:pt x="263362" y="107409"/>
                  <a:pt x="262708" y="107255"/>
                  <a:pt x="262221" y="107050"/>
                </a:cubicBezTo>
                <a:cubicBezTo>
                  <a:pt x="261734" y="106845"/>
                  <a:pt x="261401" y="106602"/>
                  <a:pt x="261222" y="106320"/>
                </a:cubicBezTo>
                <a:cubicBezTo>
                  <a:pt x="261042" y="106036"/>
                  <a:pt x="260952" y="105689"/>
                  <a:pt x="260952" y="105279"/>
                </a:cubicBezTo>
                <a:lnTo>
                  <a:pt x="260952" y="2463"/>
                </a:lnTo>
                <a:cubicBezTo>
                  <a:pt x="260952" y="2053"/>
                  <a:pt x="261042" y="1694"/>
                  <a:pt x="261222" y="1387"/>
                </a:cubicBezTo>
                <a:cubicBezTo>
                  <a:pt x="261401" y="1077"/>
                  <a:pt x="261734" y="820"/>
                  <a:pt x="262221" y="615"/>
                </a:cubicBezTo>
                <a:cubicBezTo>
                  <a:pt x="262708" y="410"/>
                  <a:pt x="263362" y="256"/>
                  <a:pt x="264182" y="154"/>
                </a:cubicBezTo>
                <a:cubicBezTo>
                  <a:pt x="265003" y="51"/>
                  <a:pt x="266028" y="0"/>
                  <a:pt x="267259" y="0"/>
                </a:cubicBezTo>
                <a:cubicBezTo>
                  <a:pt x="268540" y="0"/>
                  <a:pt x="269591" y="51"/>
                  <a:pt x="270412" y="154"/>
                </a:cubicBezTo>
                <a:cubicBezTo>
                  <a:pt x="271232" y="256"/>
                  <a:pt x="271873" y="410"/>
                  <a:pt x="272334" y="615"/>
                </a:cubicBezTo>
                <a:cubicBezTo>
                  <a:pt x="272796" y="820"/>
                  <a:pt x="273129" y="1077"/>
                  <a:pt x="273334" y="1387"/>
                </a:cubicBezTo>
                <a:cubicBezTo>
                  <a:pt x="273539" y="1694"/>
                  <a:pt x="273642" y="2053"/>
                  <a:pt x="273642" y="2463"/>
                </a:cubicBezTo>
                <a:lnTo>
                  <a:pt x="273642" y="105279"/>
                </a:lnTo>
                <a:close/>
                <a:moveTo>
                  <a:pt x="309725" y="105279"/>
                </a:moveTo>
                <a:cubicBezTo>
                  <a:pt x="309725" y="105689"/>
                  <a:pt x="309622" y="106036"/>
                  <a:pt x="309417" y="106320"/>
                </a:cubicBezTo>
                <a:cubicBezTo>
                  <a:pt x="309212" y="106602"/>
                  <a:pt x="308879" y="106845"/>
                  <a:pt x="308418" y="107050"/>
                </a:cubicBezTo>
                <a:cubicBezTo>
                  <a:pt x="307956" y="107255"/>
                  <a:pt x="307315" y="107409"/>
                  <a:pt x="306495" y="107512"/>
                </a:cubicBezTo>
                <a:cubicBezTo>
                  <a:pt x="305675" y="107614"/>
                  <a:pt x="304624" y="107665"/>
                  <a:pt x="303342" y="107665"/>
                </a:cubicBezTo>
                <a:cubicBezTo>
                  <a:pt x="302112" y="107665"/>
                  <a:pt x="301086" y="107614"/>
                  <a:pt x="300266" y="107512"/>
                </a:cubicBezTo>
                <a:cubicBezTo>
                  <a:pt x="299446" y="107409"/>
                  <a:pt x="298792" y="107255"/>
                  <a:pt x="298305" y="107050"/>
                </a:cubicBezTo>
                <a:cubicBezTo>
                  <a:pt x="297818" y="106845"/>
                  <a:pt x="297484" y="106602"/>
                  <a:pt x="297305" y="106320"/>
                </a:cubicBezTo>
                <a:cubicBezTo>
                  <a:pt x="297126" y="106036"/>
                  <a:pt x="297036" y="105689"/>
                  <a:pt x="297036" y="105279"/>
                </a:cubicBezTo>
                <a:lnTo>
                  <a:pt x="297036" y="2463"/>
                </a:lnTo>
                <a:cubicBezTo>
                  <a:pt x="297036" y="2053"/>
                  <a:pt x="297126" y="1694"/>
                  <a:pt x="297305" y="1387"/>
                </a:cubicBezTo>
                <a:cubicBezTo>
                  <a:pt x="297484" y="1077"/>
                  <a:pt x="297818" y="820"/>
                  <a:pt x="298305" y="615"/>
                </a:cubicBezTo>
                <a:cubicBezTo>
                  <a:pt x="298792" y="410"/>
                  <a:pt x="299446" y="256"/>
                  <a:pt x="300266" y="154"/>
                </a:cubicBezTo>
                <a:cubicBezTo>
                  <a:pt x="301086" y="51"/>
                  <a:pt x="302112" y="0"/>
                  <a:pt x="303342" y="0"/>
                </a:cubicBezTo>
                <a:cubicBezTo>
                  <a:pt x="304624" y="0"/>
                  <a:pt x="305675" y="51"/>
                  <a:pt x="306495" y="154"/>
                </a:cubicBezTo>
                <a:cubicBezTo>
                  <a:pt x="307315" y="256"/>
                  <a:pt x="307956" y="410"/>
                  <a:pt x="308418" y="615"/>
                </a:cubicBezTo>
                <a:cubicBezTo>
                  <a:pt x="308879" y="820"/>
                  <a:pt x="309212" y="1077"/>
                  <a:pt x="309417" y="1387"/>
                </a:cubicBezTo>
                <a:cubicBezTo>
                  <a:pt x="309622" y="1694"/>
                  <a:pt x="309725" y="2053"/>
                  <a:pt x="309725" y="2463"/>
                </a:cubicBezTo>
                <a:lnTo>
                  <a:pt x="309725" y="105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FF392-1276-4343-B36A-B41CE95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263" y="2974201"/>
            <a:ext cx="523947" cy="313948"/>
          </a:xfrm>
          <a:custGeom xmlns:a="http://schemas.openxmlformats.org/drawingml/2006/main">
            <a:pathLst>
              <a:path w="523947" h="313948">
                <a:moveTo>
                  <a:pt x="20475" y="313948"/>
                </a:moveTo>
                <a:cubicBezTo>
                  <a:pt x="9450" y="313948"/>
                  <a:pt x="0" y="305023"/>
                  <a:pt x="0" y="293998"/>
                </a:cubicBezTo>
                <a:lnTo>
                  <a:pt x="0" y="19950"/>
                </a:lnTo>
                <a:cubicBezTo>
                  <a:pt x="0" y="8925"/>
                  <a:pt x="9450" y="0"/>
                  <a:pt x="20475" y="0"/>
                </a:cubicBezTo>
                <a:lnTo>
                  <a:pt x="503472" y="0"/>
                </a:lnTo>
                <a:cubicBezTo>
                  <a:pt x="515022" y="0"/>
                  <a:pt x="523947" y="8925"/>
                  <a:pt x="523947" y="19950"/>
                </a:cubicBezTo>
                <a:lnTo>
                  <a:pt x="523947" y="293998"/>
                </a:lnTo>
                <a:cubicBezTo>
                  <a:pt x="523947" y="305023"/>
                  <a:pt x="515022" y="313948"/>
                  <a:pt x="503472" y="313948"/>
                </a:cubicBezTo>
                <a:lnTo>
                  <a:pt x="20475" y="31394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221F8-3628-49D1-9485-8F2917B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263" y="2974201"/>
            <a:ext cx="523947" cy="313948"/>
          </a:xfrm>
          <a:custGeom xmlns:a="http://schemas.openxmlformats.org/drawingml/2006/main">
            <a:pathLst>
              <a:path w="523947" h="313948" fill="none">
                <a:moveTo>
                  <a:pt x="20475" y="313948"/>
                </a:moveTo>
                <a:lnTo>
                  <a:pt x="503472" y="313948"/>
                </a:lnTo>
                <a:cubicBezTo>
                  <a:pt x="515022" y="313948"/>
                  <a:pt x="523947" y="305023"/>
                  <a:pt x="523947" y="293998"/>
                </a:cubicBezTo>
                <a:lnTo>
                  <a:pt x="523947" y="19950"/>
                </a:lnTo>
                <a:cubicBezTo>
                  <a:pt x="523947" y="8925"/>
                  <a:pt x="515022" y="0"/>
                  <a:pt x="503472" y="0"/>
                </a:cubicBezTo>
                <a:lnTo>
                  <a:pt x="20475" y="0"/>
                </a:lnTo>
                <a:cubicBezTo>
                  <a:pt x="9450" y="0"/>
                  <a:pt x="0" y="8925"/>
                  <a:pt x="0" y="19950"/>
                </a:cubicBezTo>
                <a:lnTo>
                  <a:pt x="0" y="293998"/>
                </a:lnTo>
                <a:cubicBezTo>
                  <a:pt x="0" y="305023"/>
                  <a:pt x="9450" y="313948"/>
                  <a:pt x="20475" y="3139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25" cap="sq">
            <a:solidFill>
              <a:srgbClr val="538135"/>
            </a:solidFill>
            <a:miter/>
          </a:ln>
        </p:spPr>
      </p:sp>
      <p:sp>
        <p:nvSpPr>
          <p:cNvPr id="110" name="Text %i">
            <a:extLst xmlns:a="http://schemas.openxmlformats.org/drawingml/2006/main">
              <a:ext uri="{FF2B5EF4-FFF2-40B4-BE49-F238E27FC236}">
                <a16:creationId xmlns:a16="http://schemas.microsoft.com/office/drawing/2014/main" id="{671C3541-9CCF-4B92-8130-177684F8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220" y="3075836"/>
            <a:ext cx="132755" cy="105358"/>
          </a:xfrm>
          <a:custGeom xmlns:a="http://schemas.openxmlformats.org/drawingml/2006/main">
            <a:pathLst>
              <a:path w="132755" h="105358">
                <a:moveTo>
                  <a:pt x="42835" y="27647"/>
                </a:moveTo>
                <a:cubicBezTo>
                  <a:pt x="42835" y="31599"/>
                  <a:pt x="42400" y="35193"/>
                  <a:pt x="41528" y="38428"/>
                </a:cubicBezTo>
                <a:cubicBezTo>
                  <a:pt x="40657" y="41663"/>
                  <a:pt x="39324" y="44423"/>
                  <a:pt x="37529" y="46709"/>
                </a:cubicBezTo>
                <a:cubicBezTo>
                  <a:pt x="35735" y="48994"/>
                  <a:pt x="33466" y="50778"/>
                  <a:pt x="30723" y="52062"/>
                </a:cubicBezTo>
                <a:cubicBezTo>
                  <a:pt x="27980" y="53345"/>
                  <a:pt x="24763" y="53987"/>
                  <a:pt x="21072" y="53987"/>
                </a:cubicBezTo>
                <a:cubicBezTo>
                  <a:pt x="17329" y="53987"/>
                  <a:pt x="14125" y="53396"/>
                  <a:pt x="11459" y="52215"/>
                </a:cubicBezTo>
                <a:cubicBezTo>
                  <a:pt x="8793" y="51035"/>
                  <a:pt x="6614" y="49327"/>
                  <a:pt x="4922" y="47094"/>
                </a:cubicBezTo>
                <a:cubicBezTo>
                  <a:pt x="3230" y="44861"/>
                  <a:pt x="1987" y="42139"/>
                  <a:pt x="1192" y="38930"/>
                </a:cubicBezTo>
                <a:cubicBezTo>
                  <a:pt x="397" y="35721"/>
                  <a:pt x="0" y="32063"/>
                  <a:pt x="0" y="27955"/>
                </a:cubicBezTo>
                <a:cubicBezTo>
                  <a:pt x="0" y="24207"/>
                  <a:pt x="423" y="20742"/>
                  <a:pt x="1269" y="17558"/>
                </a:cubicBezTo>
                <a:cubicBezTo>
                  <a:pt x="2115" y="14375"/>
                  <a:pt x="3409" y="11628"/>
                  <a:pt x="5153" y="9317"/>
                </a:cubicBezTo>
                <a:cubicBezTo>
                  <a:pt x="6896" y="7005"/>
                  <a:pt x="9139" y="5182"/>
                  <a:pt x="11882" y="3848"/>
                </a:cubicBezTo>
                <a:cubicBezTo>
                  <a:pt x="14625" y="2513"/>
                  <a:pt x="17867" y="1846"/>
                  <a:pt x="21610" y="1846"/>
                </a:cubicBezTo>
                <a:cubicBezTo>
                  <a:pt x="25660" y="1846"/>
                  <a:pt x="29057" y="2539"/>
                  <a:pt x="31800" y="3927"/>
                </a:cubicBezTo>
                <a:cubicBezTo>
                  <a:pt x="34543" y="5313"/>
                  <a:pt x="36734" y="7174"/>
                  <a:pt x="38375" y="9510"/>
                </a:cubicBezTo>
                <a:cubicBezTo>
                  <a:pt x="40016" y="11846"/>
                  <a:pt x="41169" y="14580"/>
                  <a:pt x="41836" y="17712"/>
                </a:cubicBezTo>
                <a:cubicBezTo>
                  <a:pt x="42502" y="20844"/>
                  <a:pt x="42835" y="24156"/>
                  <a:pt x="42835" y="27647"/>
                </a:cubicBezTo>
                <a:moveTo>
                  <a:pt x="32069" y="28031"/>
                </a:moveTo>
                <a:cubicBezTo>
                  <a:pt x="32069" y="25154"/>
                  <a:pt x="31864" y="22598"/>
                  <a:pt x="31454" y="20363"/>
                </a:cubicBezTo>
                <a:cubicBezTo>
                  <a:pt x="31044" y="18128"/>
                  <a:pt x="30415" y="16265"/>
                  <a:pt x="29570" y="14775"/>
                </a:cubicBezTo>
                <a:cubicBezTo>
                  <a:pt x="28724" y="13285"/>
                  <a:pt x="27608" y="12168"/>
                  <a:pt x="26224" y="11423"/>
                </a:cubicBezTo>
                <a:cubicBezTo>
                  <a:pt x="24840" y="10678"/>
                  <a:pt x="23199" y="10305"/>
                  <a:pt x="21302" y="10305"/>
                </a:cubicBezTo>
                <a:cubicBezTo>
                  <a:pt x="19508" y="10305"/>
                  <a:pt x="17944" y="10665"/>
                  <a:pt x="16611" y="11384"/>
                </a:cubicBezTo>
                <a:cubicBezTo>
                  <a:pt x="15278" y="12104"/>
                  <a:pt x="14189" y="13183"/>
                  <a:pt x="13343" y="14621"/>
                </a:cubicBezTo>
                <a:cubicBezTo>
                  <a:pt x="12497" y="16060"/>
                  <a:pt x="11869" y="17846"/>
                  <a:pt x="11459" y="19978"/>
                </a:cubicBezTo>
                <a:cubicBezTo>
                  <a:pt x="11049" y="22111"/>
                  <a:pt x="10843" y="24616"/>
                  <a:pt x="10843" y="27493"/>
                </a:cubicBezTo>
                <a:cubicBezTo>
                  <a:pt x="10843" y="30986"/>
                  <a:pt x="11087" y="33902"/>
                  <a:pt x="11574" y="36241"/>
                </a:cubicBezTo>
                <a:cubicBezTo>
                  <a:pt x="12061" y="38579"/>
                  <a:pt x="12753" y="40428"/>
                  <a:pt x="13650" y="41790"/>
                </a:cubicBezTo>
                <a:cubicBezTo>
                  <a:pt x="14548" y="43152"/>
                  <a:pt x="15676" y="44103"/>
                  <a:pt x="17034" y="44643"/>
                </a:cubicBezTo>
                <a:cubicBezTo>
                  <a:pt x="18393" y="45181"/>
                  <a:pt x="19944" y="45450"/>
                  <a:pt x="21687" y="45450"/>
                </a:cubicBezTo>
                <a:cubicBezTo>
                  <a:pt x="23738" y="45450"/>
                  <a:pt x="25417" y="45065"/>
                  <a:pt x="26724" y="44294"/>
                </a:cubicBezTo>
                <a:cubicBezTo>
                  <a:pt x="28031" y="43524"/>
                  <a:pt x="29082" y="42380"/>
                  <a:pt x="29877" y="40865"/>
                </a:cubicBezTo>
                <a:cubicBezTo>
                  <a:pt x="30672" y="39349"/>
                  <a:pt x="31236" y="37525"/>
                  <a:pt x="31569" y="35393"/>
                </a:cubicBezTo>
                <a:cubicBezTo>
                  <a:pt x="31902" y="33260"/>
                  <a:pt x="32069" y="30806"/>
                  <a:pt x="32069" y="28031"/>
                </a:cubicBezTo>
                <a:moveTo>
                  <a:pt x="101513" y="77481"/>
                </a:moveTo>
                <a:cubicBezTo>
                  <a:pt x="101513" y="81433"/>
                  <a:pt x="101077" y="85027"/>
                  <a:pt x="100206" y="88262"/>
                </a:cubicBezTo>
                <a:cubicBezTo>
                  <a:pt x="99334" y="91496"/>
                  <a:pt x="98001" y="94257"/>
                  <a:pt x="96207" y="96543"/>
                </a:cubicBezTo>
                <a:cubicBezTo>
                  <a:pt x="94412" y="98828"/>
                  <a:pt x="92144" y="100612"/>
                  <a:pt x="89401" y="101895"/>
                </a:cubicBezTo>
                <a:cubicBezTo>
                  <a:pt x="86658" y="103179"/>
                  <a:pt x="83441" y="103820"/>
                  <a:pt x="79749" y="103820"/>
                </a:cubicBezTo>
                <a:cubicBezTo>
                  <a:pt x="76007" y="103820"/>
                  <a:pt x="72802" y="103230"/>
                  <a:pt x="70136" y="102049"/>
                </a:cubicBezTo>
                <a:cubicBezTo>
                  <a:pt x="67470" y="100868"/>
                  <a:pt x="65291" y="99161"/>
                  <a:pt x="63600" y="96928"/>
                </a:cubicBezTo>
                <a:cubicBezTo>
                  <a:pt x="61908" y="94694"/>
                  <a:pt x="60664" y="91973"/>
                  <a:pt x="59870" y="88764"/>
                </a:cubicBezTo>
                <a:cubicBezTo>
                  <a:pt x="59075" y="85555"/>
                  <a:pt x="58678" y="81896"/>
                  <a:pt x="58678" y="77788"/>
                </a:cubicBezTo>
                <a:cubicBezTo>
                  <a:pt x="58678" y="74041"/>
                  <a:pt x="59101" y="70575"/>
                  <a:pt x="59947" y="67392"/>
                </a:cubicBezTo>
                <a:cubicBezTo>
                  <a:pt x="60793" y="64208"/>
                  <a:pt x="62087" y="61461"/>
                  <a:pt x="63830" y="59151"/>
                </a:cubicBezTo>
                <a:cubicBezTo>
                  <a:pt x="65573" y="56839"/>
                  <a:pt x="67816" y="55016"/>
                  <a:pt x="70559" y="53681"/>
                </a:cubicBezTo>
                <a:cubicBezTo>
                  <a:pt x="73302" y="52347"/>
                  <a:pt x="76545" y="51679"/>
                  <a:pt x="80288" y="51679"/>
                </a:cubicBezTo>
                <a:cubicBezTo>
                  <a:pt x="84338" y="51679"/>
                  <a:pt x="87735" y="52373"/>
                  <a:pt x="90477" y="53761"/>
                </a:cubicBezTo>
                <a:cubicBezTo>
                  <a:pt x="93220" y="55146"/>
                  <a:pt x="95412" y="57007"/>
                  <a:pt x="97053" y="59343"/>
                </a:cubicBezTo>
                <a:cubicBezTo>
                  <a:pt x="98693" y="61679"/>
                  <a:pt x="99847" y="64413"/>
                  <a:pt x="100513" y="67546"/>
                </a:cubicBezTo>
                <a:cubicBezTo>
                  <a:pt x="101180" y="70678"/>
                  <a:pt x="101513" y="73990"/>
                  <a:pt x="101513" y="77481"/>
                </a:cubicBezTo>
                <a:moveTo>
                  <a:pt x="90747" y="77865"/>
                </a:moveTo>
                <a:cubicBezTo>
                  <a:pt x="90747" y="74988"/>
                  <a:pt x="90541" y="72431"/>
                  <a:pt x="90131" y="70196"/>
                </a:cubicBezTo>
                <a:cubicBezTo>
                  <a:pt x="89721" y="67961"/>
                  <a:pt x="89093" y="66099"/>
                  <a:pt x="88247" y="64609"/>
                </a:cubicBezTo>
                <a:cubicBezTo>
                  <a:pt x="87401" y="63119"/>
                  <a:pt x="86286" y="62001"/>
                  <a:pt x="84902" y="61256"/>
                </a:cubicBezTo>
                <a:cubicBezTo>
                  <a:pt x="83518" y="60511"/>
                  <a:pt x="81877" y="60139"/>
                  <a:pt x="79980" y="60139"/>
                </a:cubicBezTo>
                <a:cubicBezTo>
                  <a:pt x="78186" y="60139"/>
                  <a:pt x="76622" y="60499"/>
                  <a:pt x="75289" y="61218"/>
                </a:cubicBezTo>
                <a:cubicBezTo>
                  <a:pt x="73956" y="61937"/>
                  <a:pt x="72866" y="63016"/>
                  <a:pt x="72020" y="64455"/>
                </a:cubicBezTo>
                <a:cubicBezTo>
                  <a:pt x="71175" y="65894"/>
                  <a:pt x="70546" y="67679"/>
                  <a:pt x="70136" y="69812"/>
                </a:cubicBezTo>
                <a:cubicBezTo>
                  <a:pt x="69726" y="71944"/>
                  <a:pt x="69521" y="74449"/>
                  <a:pt x="69521" y="77327"/>
                </a:cubicBezTo>
                <a:cubicBezTo>
                  <a:pt x="69521" y="80820"/>
                  <a:pt x="69765" y="83735"/>
                  <a:pt x="70252" y="86075"/>
                </a:cubicBezTo>
                <a:cubicBezTo>
                  <a:pt x="70739" y="88412"/>
                  <a:pt x="71431" y="90262"/>
                  <a:pt x="72328" y="91624"/>
                </a:cubicBezTo>
                <a:cubicBezTo>
                  <a:pt x="73225" y="92986"/>
                  <a:pt x="74353" y="93936"/>
                  <a:pt x="75712" y="94476"/>
                </a:cubicBezTo>
                <a:cubicBezTo>
                  <a:pt x="77070" y="95015"/>
                  <a:pt x="78621" y="95284"/>
                  <a:pt x="80365" y="95284"/>
                </a:cubicBezTo>
                <a:cubicBezTo>
                  <a:pt x="82415" y="95284"/>
                  <a:pt x="84094" y="94899"/>
                  <a:pt x="85402" y="94128"/>
                </a:cubicBezTo>
                <a:cubicBezTo>
                  <a:pt x="86709" y="93357"/>
                  <a:pt x="87760" y="92214"/>
                  <a:pt x="88555" y="90699"/>
                </a:cubicBezTo>
                <a:cubicBezTo>
                  <a:pt x="89349" y="89183"/>
                  <a:pt x="89913" y="87359"/>
                  <a:pt x="90247" y="85226"/>
                </a:cubicBezTo>
                <a:cubicBezTo>
                  <a:pt x="90580" y="83094"/>
                  <a:pt x="90747" y="80640"/>
                  <a:pt x="90747" y="77865"/>
                </a:cubicBezTo>
                <a:moveTo>
                  <a:pt x="21072" y="103203"/>
                </a:moveTo>
                <a:cubicBezTo>
                  <a:pt x="20815" y="103666"/>
                  <a:pt x="20508" y="104012"/>
                  <a:pt x="20149" y="104243"/>
                </a:cubicBezTo>
                <a:cubicBezTo>
                  <a:pt x="19790" y="104474"/>
                  <a:pt x="19354" y="104679"/>
                  <a:pt x="18841" y="104858"/>
                </a:cubicBezTo>
                <a:cubicBezTo>
                  <a:pt x="18329" y="105038"/>
                  <a:pt x="17714" y="105166"/>
                  <a:pt x="16996" y="105243"/>
                </a:cubicBezTo>
                <a:cubicBezTo>
                  <a:pt x="16278" y="105320"/>
                  <a:pt x="15406" y="105358"/>
                  <a:pt x="14381" y="105358"/>
                </a:cubicBezTo>
                <a:cubicBezTo>
                  <a:pt x="13253" y="105358"/>
                  <a:pt x="12343" y="105256"/>
                  <a:pt x="11651" y="105051"/>
                </a:cubicBezTo>
                <a:cubicBezTo>
                  <a:pt x="10959" y="104846"/>
                  <a:pt x="10472" y="104576"/>
                  <a:pt x="10190" y="104243"/>
                </a:cubicBezTo>
                <a:cubicBezTo>
                  <a:pt x="9908" y="103910"/>
                  <a:pt x="9805" y="103499"/>
                  <a:pt x="9882" y="103010"/>
                </a:cubicBezTo>
                <a:cubicBezTo>
                  <a:pt x="9959" y="102523"/>
                  <a:pt x="10203" y="101972"/>
                  <a:pt x="10613" y="101357"/>
                </a:cubicBezTo>
                <a:lnTo>
                  <a:pt x="79826" y="2156"/>
                </a:lnTo>
                <a:cubicBezTo>
                  <a:pt x="80083" y="1744"/>
                  <a:pt x="80390" y="1397"/>
                  <a:pt x="80749" y="1115"/>
                </a:cubicBezTo>
                <a:cubicBezTo>
                  <a:pt x="81108" y="833"/>
                  <a:pt x="81557" y="615"/>
                  <a:pt x="82095" y="461"/>
                </a:cubicBezTo>
                <a:cubicBezTo>
                  <a:pt x="82633" y="308"/>
                  <a:pt x="83248" y="192"/>
                  <a:pt x="83941" y="115"/>
                </a:cubicBezTo>
                <a:cubicBezTo>
                  <a:pt x="84633" y="38"/>
                  <a:pt x="85517" y="0"/>
                  <a:pt x="86594" y="0"/>
                </a:cubicBezTo>
                <a:cubicBezTo>
                  <a:pt x="87670" y="0"/>
                  <a:pt x="88555" y="90"/>
                  <a:pt x="89247" y="269"/>
                </a:cubicBezTo>
                <a:cubicBezTo>
                  <a:pt x="89939" y="449"/>
                  <a:pt x="90439" y="718"/>
                  <a:pt x="90747" y="1077"/>
                </a:cubicBezTo>
                <a:cubicBezTo>
                  <a:pt x="91054" y="1436"/>
                  <a:pt x="91170" y="1872"/>
                  <a:pt x="91093" y="2386"/>
                </a:cubicBezTo>
                <a:cubicBezTo>
                  <a:pt x="91016" y="2899"/>
                  <a:pt x="90772" y="3437"/>
                  <a:pt x="90362" y="4001"/>
                </a:cubicBezTo>
                <a:lnTo>
                  <a:pt x="21072" y="103203"/>
                </a:lnTo>
                <a:close/>
                <a:moveTo>
                  <a:pt x="131294" y="100667"/>
                </a:moveTo>
                <a:cubicBezTo>
                  <a:pt x="131294" y="101077"/>
                  <a:pt x="131191" y="101423"/>
                  <a:pt x="130986" y="101705"/>
                </a:cubicBezTo>
                <a:cubicBezTo>
                  <a:pt x="130781" y="101987"/>
                  <a:pt x="130448" y="102231"/>
                  <a:pt x="129986" y="102436"/>
                </a:cubicBezTo>
                <a:cubicBezTo>
                  <a:pt x="129525" y="102641"/>
                  <a:pt x="128884" y="102795"/>
                  <a:pt x="128064" y="102897"/>
                </a:cubicBezTo>
                <a:cubicBezTo>
                  <a:pt x="127244" y="103000"/>
                  <a:pt x="126193" y="103051"/>
                  <a:pt x="124911" y="103051"/>
                </a:cubicBezTo>
                <a:cubicBezTo>
                  <a:pt x="123680" y="103051"/>
                  <a:pt x="122655" y="103000"/>
                  <a:pt x="121835" y="102897"/>
                </a:cubicBezTo>
                <a:cubicBezTo>
                  <a:pt x="121014" y="102795"/>
                  <a:pt x="120361" y="102641"/>
                  <a:pt x="119874" y="102436"/>
                </a:cubicBezTo>
                <a:cubicBezTo>
                  <a:pt x="119387" y="102231"/>
                  <a:pt x="119053" y="101987"/>
                  <a:pt x="118874" y="101705"/>
                </a:cubicBezTo>
                <a:cubicBezTo>
                  <a:pt x="118694" y="101423"/>
                  <a:pt x="118605" y="101077"/>
                  <a:pt x="118605" y="100667"/>
                </a:cubicBezTo>
                <a:lnTo>
                  <a:pt x="118605" y="31454"/>
                </a:lnTo>
                <a:cubicBezTo>
                  <a:pt x="118605" y="31095"/>
                  <a:pt x="118694" y="30762"/>
                  <a:pt x="118874" y="30454"/>
                </a:cubicBezTo>
                <a:cubicBezTo>
                  <a:pt x="119053" y="30146"/>
                  <a:pt x="119387" y="29890"/>
                  <a:pt x="119874" y="29685"/>
                </a:cubicBezTo>
                <a:cubicBezTo>
                  <a:pt x="120361" y="29480"/>
                  <a:pt x="121014" y="29326"/>
                  <a:pt x="121835" y="29223"/>
                </a:cubicBezTo>
                <a:cubicBezTo>
                  <a:pt x="122655" y="29121"/>
                  <a:pt x="123680" y="29070"/>
                  <a:pt x="124911" y="29070"/>
                </a:cubicBezTo>
                <a:cubicBezTo>
                  <a:pt x="126193" y="29070"/>
                  <a:pt x="127244" y="29121"/>
                  <a:pt x="128064" y="29223"/>
                </a:cubicBezTo>
                <a:cubicBezTo>
                  <a:pt x="128884" y="29326"/>
                  <a:pt x="129525" y="29480"/>
                  <a:pt x="129986" y="29685"/>
                </a:cubicBezTo>
                <a:cubicBezTo>
                  <a:pt x="130448" y="29890"/>
                  <a:pt x="130781" y="30146"/>
                  <a:pt x="130986" y="30454"/>
                </a:cubicBezTo>
                <a:cubicBezTo>
                  <a:pt x="131191" y="30762"/>
                  <a:pt x="131294" y="31095"/>
                  <a:pt x="131294" y="31454"/>
                </a:cubicBezTo>
                <a:lnTo>
                  <a:pt x="131294" y="100667"/>
                </a:lnTo>
                <a:moveTo>
                  <a:pt x="132755" y="7998"/>
                </a:moveTo>
                <a:cubicBezTo>
                  <a:pt x="132755" y="10972"/>
                  <a:pt x="132191" y="12997"/>
                  <a:pt x="131063" y="14073"/>
                </a:cubicBezTo>
                <a:cubicBezTo>
                  <a:pt x="129935" y="15150"/>
                  <a:pt x="127859" y="15688"/>
                  <a:pt x="124834" y="15688"/>
                </a:cubicBezTo>
                <a:cubicBezTo>
                  <a:pt x="121860" y="15688"/>
                  <a:pt x="119822" y="15163"/>
                  <a:pt x="118720" y="14112"/>
                </a:cubicBezTo>
                <a:cubicBezTo>
                  <a:pt x="117618" y="13061"/>
                  <a:pt x="117067" y="11074"/>
                  <a:pt x="117067" y="8152"/>
                </a:cubicBezTo>
                <a:cubicBezTo>
                  <a:pt x="117067" y="5178"/>
                  <a:pt x="117631" y="3153"/>
                  <a:pt x="118758" y="2076"/>
                </a:cubicBezTo>
                <a:cubicBezTo>
                  <a:pt x="119886" y="1000"/>
                  <a:pt x="121963" y="461"/>
                  <a:pt x="124988" y="461"/>
                </a:cubicBezTo>
                <a:cubicBezTo>
                  <a:pt x="127961" y="461"/>
                  <a:pt x="129999" y="987"/>
                  <a:pt x="131102" y="2038"/>
                </a:cubicBezTo>
                <a:cubicBezTo>
                  <a:pt x="132204" y="3089"/>
                  <a:pt x="132755" y="5076"/>
                  <a:pt x="132755" y="79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597A8-D812-42C8-9A4A-9F405C8F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616" y="3430949"/>
            <a:ext cx="523947" cy="313948"/>
          </a:xfrm>
          <a:custGeom xmlns:a="http://schemas.openxmlformats.org/drawingml/2006/main">
            <a:pathLst>
              <a:path w="523947" h="313948">
                <a:moveTo>
                  <a:pt x="20475" y="313948"/>
                </a:moveTo>
                <a:cubicBezTo>
                  <a:pt x="9450" y="313948"/>
                  <a:pt x="0" y="305023"/>
                  <a:pt x="0" y="293998"/>
                </a:cubicBezTo>
                <a:lnTo>
                  <a:pt x="0" y="19950"/>
                </a:lnTo>
                <a:cubicBezTo>
                  <a:pt x="0" y="8925"/>
                  <a:pt x="9450" y="0"/>
                  <a:pt x="20475" y="0"/>
                </a:cubicBezTo>
                <a:lnTo>
                  <a:pt x="503472" y="0"/>
                </a:lnTo>
                <a:cubicBezTo>
                  <a:pt x="515022" y="0"/>
                  <a:pt x="523947" y="8925"/>
                  <a:pt x="523947" y="19950"/>
                </a:cubicBezTo>
                <a:lnTo>
                  <a:pt x="523947" y="293998"/>
                </a:lnTo>
                <a:cubicBezTo>
                  <a:pt x="523947" y="305023"/>
                  <a:pt x="515022" y="313948"/>
                  <a:pt x="503472" y="313948"/>
                </a:cubicBezTo>
                <a:lnTo>
                  <a:pt x="20475" y="31394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3E937-B68B-4F70-8A41-C174226C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616" y="3430949"/>
            <a:ext cx="523947" cy="313948"/>
          </a:xfrm>
          <a:custGeom xmlns:a="http://schemas.openxmlformats.org/drawingml/2006/main">
            <a:pathLst>
              <a:path w="523947" h="313948" fill="none">
                <a:moveTo>
                  <a:pt x="20475" y="313948"/>
                </a:moveTo>
                <a:lnTo>
                  <a:pt x="503472" y="313948"/>
                </a:lnTo>
                <a:cubicBezTo>
                  <a:pt x="515022" y="313948"/>
                  <a:pt x="523947" y="305023"/>
                  <a:pt x="523947" y="293998"/>
                </a:cubicBezTo>
                <a:lnTo>
                  <a:pt x="523947" y="19950"/>
                </a:lnTo>
                <a:cubicBezTo>
                  <a:pt x="523947" y="8925"/>
                  <a:pt x="515022" y="0"/>
                  <a:pt x="503472" y="0"/>
                </a:cubicBezTo>
                <a:lnTo>
                  <a:pt x="20475" y="0"/>
                </a:lnTo>
                <a:cubicBezTo>
                  <a:pt x="9450" y="0"/>
                  <a:pt x="0" y="8925"/>
                  <a:pt x="0" y="19950"/>
                </a:cubicBezTo>
                <a:lnTo>
                  <a:pt x="0" y="293998"/>
                </a:lnTo>
                <a:cubicBezTo>
                  <a:pt x="0" y="305023"/>
                  <a:pt x="9450" y="313948"/>
                  <a:pt x="20475" y="3139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25" cap="sq">
            <a:solidFill>
              <a:srgbClr val="538135"/>
            </a:solidFill>
            <a:miter/>
          </a:ln>
        </p:spPr>
      </p:sp>
      <p:sp>
        <p:nvSpPr>
          <p:cNvPr id="113" name="Text %j">
            <a:extLst xmlns:a="http://schemas.openxmlformats.org/drawingml/2006/main">
              <a:ext uri="{FF2B5EF4-FFF2-40B4-BE49-F238E27FC236}">
                <a16:creationId xmlns:a16="http://schemas.microsoft.com/office/drawing/2014/main" id="{9174AA0C-673D-458C-B557-C12AE8A3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7" y="3532582"/>
            <a:ext cx="134216" cy="130737"/>
          </a:xfrm>
          <a:custGeom xmlns:a="http://schemas.openxmlformats.org/drawingml/2006/main">
            <a:pathLst>
              <a:path w="134216" h="130737">
                <a:moveTo>
                  <a:pt x="42835" y="27647"/>
                </a:moveTo>
                <a:cubicBezTo>
                  <a:pt x="42835" y="31599"/>
                  <a:pt x="42400" y="35193"/>
                  <a:pt x="41528" y="38428"/>
                </a:cubicBezTo>
                <a:cubicBezTo>
                  <a:pt x="40657" y="41663"/>
                  <a:pt x="39324" y="44423"/>
                  <a:pt x="37529" y="46709"/>
                </a:cubicBezTo>
                <a:cubicBezTo>
                  <a:pt x="35735" y="48994"/>
                  <a:pt x="33466" y="50778"/>
                  <a:pt x="30723" y="52062"/>
                </a:cubicBezTo>
                <a:cubicBezTo>
                  <a:pt x="27980" y="53345"/>
                  <a:pt x="24763" y="53987"/>
                  <a:pt x="21072" y="53987"/>
                </a:cubicBezTo>
                <a:cubicBezTo>
                  <a:pt x="17329" y="53987"/>
                  <a:pt x="14125" y="53396"/>
                  <a:pt x="11459" y="52215"/>
                </a:cubicBezTo>
                <a:cubicBezTo>
                  <a:pt x="8793" y="51035"/>
                  <a:pt x="6614" y="49327"/>
                  <a:pt x="4922" y="47094"/>
                </a:cubicBezTo>
                <a:cubicBezTo>
                  <a:pt x="3230" y="44861"/>
                  <a:pt x="1987" y="42139"/>
                  <a:pt x="1192" y="38930"/>
                </a:cubicBezTo>
                <a:cubicBezTo>
                  <a:pt x="397" y="35721"/>
                  <a:pt x="0" y="32063"/>
                  <a:pt x="0" y="27955"/>
                </a:cubicBezTo>
                <a:cubicBezTo>
                  <a:pt x="0" y="24207"/>
                  <a:pt x="423" y="20742"/>
                  <a:pt x="1269" y="17558"/>
                </a:cubicBezTo>
                <a:cubicBezTo>
                  <a:pt x="2115" y="14375"/>
                  <a:pt x="3409" y="11628"/>
                  <a:pt x="5153" y="9317"/>
                </a:cubicBezTo>
                <a:cubicBezTo>
                  <a:pt x="6896" y="7005"/>
                  <a:pt x="9139" y="5182"/>
                  <a:pt x="11882" y="3848"/>
                </a:cubicBezTo>
                <a:cubicBezTo>
                  <a:pt x="14625" y="2513"/>
                  <a:pt x="17867" y="1846"/>
                  <a:pt x="21610" y="1846"/>
                </a:cubicBezTo>
                <a:cubicBezTo>
                  <a:pt x="25660" y="1846"/>
                  <a:pt x="29057" y="2539"/>
                  <a:pt x="31800" y="3927"/>
                </a:cubicBezTo>
                <a:cubicBezTo>
                  <a:pt x="34543" y="5313"/>
                  <a:pt x="36734" y="7174"/>
                  <a:pt x="38375" y="9510"/>
                </a:cubicBezTo>
                <a:cubicBezTo>
                  <a:pt x="40016" y="11846"/>
                  <a:pt x="41169" y="14580"/>
                  <a:pt x="41836" y="17712"/>
                </a:cubicBezTo>
                <a:cubicBezTo>
                  <a:pt x="42502" y="20844"/>
                  <a:pt x="42835" y="24156"/>
                  <a:pt x="42835" y="27647"/>
                </a:cubicBezTo>
                <a:moveTo>
                  <a:pt x="32069" y="28031"/>
                </a:moveTo>
                <a:cubicBezTo>
                  <a:pt x="32069" y="25154"/>
                  <a:pt x="31864" y="22598"/>
                  <a:pt x="31454" y="20363"/>
                </a:cubicBezTo>
                <a:cubicBezTo>
                  <a:pt x="31044" y="18128"/>
                  <a:pt x="30415" y="16265"/>
                  <a:pt x="29570" y="14775"/>
                </a:cubicBezTo>
                <a:cubicBezTo>
                  <a:pt x="28724" y="13285"/>
                  <a:pt x="27608" y="12168"/>
                  <a:pt x="26224" y="11423"/>
                </a:cubicBezTo>
                <a:cubicBezTo>
                  <a:pt x="24840" y="10678"/>
                  <a:pt x="23199" y="10305"/>
                  <a:pt x="21302" y="10305"/>
                </a:cubicBezTo>
                <a:cubicBezTo>
                  <a:pt x="19508" y="10305"/>
                  <a:pt x="17944" y="10665"/>
                  <a:pt x="16611" y="11384"/>
                </a:cubicBezTo>
                <a:cubicBezTo>
                  <a:pt x="15278" y="12104"/>
                  <a:pt x="14189" y="13183"/>
                  <a:pt x="13343" y="14621"/>
                </a:cubicBezTo>
                <a:cubicBezTo>
                  <a:pt x="12497" y="16060"/>
                  <a:pt x="11869" y="17846"/>
                  <a:pt x="11459" y="19978"/>
                </a:cubicBezTo>
                <a:cubicBezTo>
                  <a:pt x="11049" y="22111"/>
                  <a:pt x="10843" y="24616"/>
                  <a:pt x="10843" y="27493"/>
                </a:cubicBezTo>
                <a:cubicBezTo>
                  <a:pt x="10843" y="30986"/>
                  <a:pt x="11087" y="33902"/>
                  <a:pt x="11574" y="36241"/>
                </a:cubicBezTo>
                <a:cubicBezTo>
                  <a:pt x="12061" y="38579"/>
                  <a:pt x="12753" y="40428"/>
                  <a:pt x="13650" y="41790"/>
                </a:cubicBezTo>
                <a:cubicBezTo>
                  <a:pt x="14548" y="43152"/>
                  <a:pt x="15676" y="44103"/>
                  <a:pt x="17034" y="44643"/>
                </a:cubicBezTo>
                <a:cubicBezTo>
                  <a:pt x="18393" y="45181"/>
                  <a:pt x="19944" y="45450"/>
                  <a:pt x="21687" y="45450"/>
                </a:cubicBezTo>
                <a:cubicBezTo>
                  <a:pt x="23738" y="45450"/>
                  <a:pt x="25417" y="45065"/>
                  <a:pt x="26724" y="44294"/>
                </a:cubicBezTo>
                <a:cubicBezTo>
                  <a:pt x="28031" y="43524"/>
                  <a:pt x="29082" y="42380"/>
                  <a:pt x="29877" y="40865"/>
                </a:cubicBezTo>
                <a:cubicBezTo>
                  <a:pt x="30672" y="39349"/>
                  <a:pt x="31236" y="37525"/>
                  <a:pt x="31569" y="35393"/>
                </a:cubicBezTo>
                <a:cubicBezTo>
                  <a:pt x="31902" y="33260"/>
                  <a:pt x="32069" y="30806"/>
                  <a:pt x="32069" y="28031"/>
                </a:cubicBezTo>
                <a:moveTo>
                  <a:pt x="101513" y="77481"/>
                </a:moveTo>
                <a:cubicBezTo>
                  <a:pt x="101513" y="81433"/>
                  <a:pt x="101077" y="85027"/>
                  <a:pt x="100206" y="88262"/>
                </a:cubicBezTo>
                <a:cubicBezTo>
                  <a:pt x="99334" y="91496"/>
                  <a:pt x="98001" y="94257"/>
                  <a:pt x="96207" y="96543"/>
                </a:cubicBezTo>
                <a:cubicBezTo>
                  <a:pt x="94412" y="98828"/>
                  <a:pt x="92144" y="100612"/>
                  <a:pt x="89401" y="101895"/>
                </a:cubicBezTo>
                <a:cubicBezTo>
                  <a:pt x="86658" y="103179"/>
                  <a:pt x="83441" y="103820"/>
                  <a:pt x="79749" y="103820"/>
                </a:cubicBezTo>
                <a:cubicBezTo>
                  <a:pt x="76007" y="103820"/>
                  <a:pt x="72802" y="103230"/>
                  <a:pt x="70136" y="102049"/>
                </a:cubicBezTo>
                <a:cubicBezTo>
                  <a:pt x="67470" y="100868"/>
                  <a:pt x="65291" y="99161"/>
                  <a:pt x="63600" y="96928"/>
                </a:cubicBezTo>
                <a:cubicBezTo>
                  <a:pt x="61908" y="94694"/>
                  <a:pt x="60664" y="91973"/>
                  <a:pt x="59870" y="88764"/>
                </a:cubicBezTo>
                <a:cubicBezTo>
                  <a:pt x="59075" y="85555"/>
                  <a:pt x="58678" y="81896"/>
                  <a:pt x="58678" y="77788"/>
                </a:cubicBezTo>
                <a:cubicBezTo>
                  <a:pt x="58678" y="74041"/>
                  <a:pt x="59101" y="70575"/>
                  <a:pt x="59947" y="67392"/>
                </a:cubicBezTo>
                <a:cubicBezTo>
                  <a:pt x="60793" y="64208"/>
                  <a:pt x="62087" y="61461"/>
                  <a:pt x="63830" y="59151"/>
                </a:cubicBezTo>
                <a:cubicBezTo>
                  <a:pt x="65573" y="56839"/>
                  <a:pt x="67816" y="55016"/>
                  <a:pt x="70559" y="53681"/>
                </a:cubicBezTo>
                <a:cubicBezTo>
                  <a:pt x="73302" y="52347"/>
                  <a:pt x="76545" y="51679"/>
                  <a:pt x="80288" y="51679"/>
                </a:cubicBezTo>
                <a:cubicBezTo>
                  <a:pt x="84338" y="51679"/>
                  <a:pt x="87735" y="52373"/>
                  <a:pt x="90477" y="53761"/>
                </a:cubicBezTo>
                <a:cubicBezTo>
                  <a:pt x="93220" y="55146"/>
                  <a:pt x="95412" y="57007"/>
                  <a:pt x="97053" y="59343"/>
                </a:cubicBezTo>
                <a:cubicBezTo>
                  <a:pt x="98693" y="61679"/>
                  <a:pt x="99847" y="64413"/>
                  <a:pt x="100513" y="67546"/>
                </a:cubicBezTo>
                <a:cubicBezTo>
                  <a:pt x="101180" y="70678"/>
                  <a:pt x="101513" y="73990"/>
                  <a:pt x="101513" y="77481"/>
                </a:cubicBezTo>
                <a:moveTo>
                  <a:pt x="90747" y="77865"/>
                </a:moveTo>
                <a:cubicBezTo>
                  <a:pt x="90747" y="74988"/>
                  <a:pt x="90541" y="72431"/>
                  <a:pt x="90131" y="70196"/>
                </a:cubicBezTo>
                <a:cubicBezTo>
                  <a:pt x="89721" y="67961"/>
                  <a:pt x="89093" y="66099"/>
                  <a:pt x="88247" y="64609"/>
                </a:cubicBezTo>
                <a:cubicBezTo>
                  <a:pt x="87401" y="63119"/>
                  <a:pt x="86286" y="62001"/>
                  <a:pt x="84902" y="61256"/>
                </a:cubicBezTo>
                <a:cubicBezTo>
                  <a:pt x="83518" y="60511"/>
                  <a:pt x="81877" y="60139"/>
                  <a:pt x="79980" y="60139"/>
                </a:cubicBezTo>
                <a:cubicBezTo>
                  <a:pt x="78186" y="60139"/>
                  <a:pt x="76622" y="60499"/>
                  <a:pt x="75289" y="61218"/>
                </a:cubicBezTo>
                <a:cubicBezTo>
                  <a:pt x="73956" y="61937"/>
                  <a:pt x="72866" y="63016"/>
                  <a:pt x="72020" y="64455"/>
                </a:cubicBezTo>
                <a:cubicBezTo>
                  <a:pt x="71175" y="65894"/>
                  <a:pt x="70546" y="67679"/>
                  <a:pt x="70136" y="69812"/>
                </a:cubicBezTo>
                <a:cubicBezTo>
                  <a:pt x="69726" y="71944"/>
                  <a:pt x="69521" y="74449"/>
                  <a:pt x="69521" y="77327"/>
                </a:cubicBezTo>
                <a:cubicBezTo>
                  <a:pt x="69521" y="80820"/>
                  <a:pt x="69765" y="83735"/>
                  <a:pt x="70252" y="86075"/>
                </a:cubicBezTo>
                <a:cubicBezTo>
                  <a:pt x="70739" y="88412"/>
                  <a:pt x="71431" y="90262"/>
                  <a:pt x="72328" y="91624"/>
                </a:cubicBezTo>
                <a:cubicBezTo>
                  <a:pt x="73225" y="92986"/>
                  <a:pt x="74353" y="93936"/>
                  <a:pt x="75712" y="94476"/>
                </a:cubicBezTo>
                <a:cubicBezTo>
                  <a:pt x="77070" y="95015"/>
                  <a:pt x="78621" y="95284"/>
                  <a:pt x="80365" y="95284"/>
                </a:cubicBezTo>
                <a:cubicBezTo>
                  <a:pt x="82415" y="95284"/>
                  <a:pt x="84094" y="94899"/>
                  <a:pt x="85402" y="94128"/>
                </a:cubicBezTo>
                <a:cubicBezTo>
                  <a:pt x="86709" y="93357"/>
                  <a:pt x="87760" y="92214"/>
                  <a:pt x="88555" y="90699"/>
                </a:cubicBezTo>
                <a:cubicBezTo>
                  <a:pt x="89349" y="89183"/>
                  <a:pt x="89913" y="87359"/>
                  <a:pt x="90247" y="85226"/>
                </a:cubicBezTo>
                <a:cubicBezTo>
                  <a:pt x="90580" y="83094"/>
                  <a:pt x="90747" y="80640"/>
                  <a:pt x="90747" y="77865"/>
                </a:cubicBezTo>
                <a:moveTo>
                  <a:pt x="21072" y="103203"/>
                </a:moveTo>
                <a:cubicBezTo>
                  <a:pt x="20815" y="103666"/>
                  <a:pt x="20508" y="104012"/>
                  <a:pt x="20149" y="104243"/>
                </a:cubicBezTo>
                <a:cubicBezTo>
                  <a:pt x="19790" y="104474"/>
                  <a:pt x="19354" y="104679"/>
                  <a:pt x="18841" y="104858"/>
                </a:cubicBezTo>
                <a:cubicBezTo>
                  <a:pt x="18329" y="105038"/>
                  <a:pt x="17714" y="105166"/>
                  <a:pt x="16996" y="105243"/>
                </a:cubicBezTo>
                <a:cubicBezTo>
                  <a:pt x="16278" y="105320"/>
                  <a:pt x="15406" y="105358"/>
                  <a:pt x="14381" y="105358"/>
                </a:cubicBezTo>
                <a:cubicBezTo>
                  <a:pt x="13253" y="105358"/>
                  <a:pt x="12343" y="105256"/>
                  <a:pt x="11651" y="105051"/>
                </a:cubicBezTo>
                <a:cubicBezTo>
                  <a:pt x="10959" y="104846"/>
                  <a:pt x="10472" y="104576"/>
                  <a:pt x="10190" y="104243"/>
                </a:cubicBezTo>
                <a:cubicBezTo>
                  <a:pt x="9908" y="103910"/>
                  <a:pt x="9805" y="103499"/>
                  <a:pt x="9882" y="103010"/>
                </a:cubicBezTo>
                <a:cubicBezTo>
                  <a:pt x="9959" y="102523"/>
                  <a:pt x="10203" y="101972"/>
                  <a:pt x="10613" y="101357"/>
                </a:cubicBezTo>
                <a:lnTo>
                  <a:pt x="79826" y="2156"/>
                </a:lnTo>
                <a:cubicBezTo>
                  <a:pt x="80083" y="1744"/>
                  <a:pt x="80390" y="1397"/>
                  <a:pt x="80749" y="1115"/>
                </a:cubicBezTo>
                <a:cubicBezTo>
                  <a:pt x="81108" y="833"/>
                  <a:pt x="81557" y="615"/>
                  <a:pt x="82095" y="461"/>
                </a:cubicBezTo>
                <a:cubicBezTo>
                  <a:pt x="82633" y="308"/>
                  <a:pt x="83248" y="192"/>
                  <a:pt x="83941" y="115"/>
                </a:cubicBezTo>
                <a:cubicBezTo>
                  <a:pt x="84633" y="38"/>
                  <a:pt x="85517" y="0"/>
                  <a:pt x="86594" y="0"/>
                </a:cubicBezTo>
                <a:cubicBezTo>
                  <a:pt x="87670" y="0"/>
                  <a:pt x="88555" y="90"/>
                  <a:pt x="89247" y="269"/>
                </a:cubicBezTo>
                <a:cubicBezTo>
                  <a:pt x="89939" y="449"/>
                  <a:pt x="90439" y="718"/>
                  <a:pt x="90747" y="1077"/>
                </a:cubicBezTo>
                <a:cubicBezTo>
                  <a:pt x="91054" y="1436"/>
                  <a:pt x="91170" y="1872"/>
                  <a:pt x="91093" y="2386"/>
                </a:cubicBezTo>
                <a:cubicBezTo>
                  <a:pt x="91016" y="2899"/>
                  <a:pt x="90772" y="3437"/>
                  <a:pt x="90362" y="4001"/>
                </a:cubicBezTo>
                <a:lnTo>
                  <a:pt x="21072" y="103203"/>
                </a:lnTo>
                <a:close/>
                <a:moveTo>
                  <a:pt x="132755" y="103743"/>
                </a:moveTo>
                <a:cubicBezTo>
                  <a:pt x="132755" y="108885"/>
                  <a:pt x="132370" y="113036"/>
                  <a:pt x="131601" y="116197"/>
                </a:cubicBezTo>
                <a:cubicBezTo>
                  <a:pt x="130832" y="119360"/>
                  <a:pt x="129628" y="122021"/>
                  <a:pt x="127987" y="124181"/>
                </a:cubicBezTo>
                <a:cubicBezTo>
                  <a:pt x="126346" y="126340"/>
                  <a:pt x="124244" y="127973"/>
                  <a:pt x="121681" y="129078"/>
                </a:cubicBezTo>
                <a:cubicBezTo>
                  <a:pt x="119117" y="130184"/>
                  <a:pt x="116016" y="130737"/>
                  <a:pt x="112375" y="130737"/>
                </a:cubicBezTo>
                <a:cubicBezTo>
                  <a:pt x="110735" y="130737"/>
                  <a:pt x="109338" y="130634"/>
                  <a:pt x="108184" y="130429"/>
                </a:cubicBezTo>
                <a:cubicBezTo>
                  <a:pt x="107031" y="130224"/>
                  <a:pt x="106146" y="129993"/>
                  <a:pt x="105531" y="129737"/>
                </a:cubicBezTo>
                <a:cubicBezTo>
                  <a:pt x="104916" y="129480"/>
                  <a:pt x="104493" y="129186"/>
                  <a:pt x="104262" y="128852"/>
                </a:cubicBezTo>
                <a:cubicBezTo>
                  <a:pt x="104031" y="128519"/>
                  <a:pt x="103865" y="128135"/>
                  <a:pt x="103762" y="127699"/>
                </a:cubicBezTo>
                <a:cubicBezTo>
                  <a:pt x="103660" y="127263"/>
                  <a:pt x="103596" y="126814"/>
                  <a:pt x="103570" y="126353"/>
                </a:cubicBezTo>
                <a:cubicBezTo>
                  <a:pt x="103544" y="125892"/>
                  <a:pt x="103532" y="125328"/>
                  <a:pt x="103532" y="124661"/>
                </a:cubicBezTo>
                <a:cubicBezTo>
                  <a:pt x="103532" y="123738"/>
                  <a:pt x="103570" y="122944"/>
                  <a:pt x="103647" y="122277"/>
                </a:cubicBezTo>
                <a:cubicBezTo>
                  <a:pt x="103724" y="121611"/>
                  <a:pt x="103852" y="121072"/>
                  <a:pt x="104031" y="120662"/>
                </a:cubicBezTo>
                <a:cubicBezTo>
                  <a:pt x="104211" y="120252"/>
                  <a:pt x="104416" y="119957"/>
                  <a:pt x="104647" y="119778"/>
                </a:cubicBezTo>
                <a:cubicBezTo>
                  <a:pt x="104877" y="119598"/>
                  <a:pt x="105172" y="119509"/>
                  <a:pt x="105531" y="119509"/>
                </a:cubicBezTo>
                <a:cubicBezTo>
                  <a:pt x="105839" y="119509"/>
                  <a:pt x="106441" y="119573"/>
                  <a:pt x="107338" y="119701"/>
                </a:cubicBezTo>
                <a:cubicBezTo>
                  <a:pt x="108235" y="119829"/>
                  <a:pt x="109274" y="119893"/>
                  <a:pt x="110453" y="119893"/>
                </a:cubicBezTo>
                <a:cubicBezTo>
                  <a:pt x="112145" y="119893"/>
                  <a:pt x="113593" y="119635"/>
                  <a:pt x="114798" y="119119"/>
                </a:cubicBezTo>
                <a:cubicBezTo>
                  <a:pt x="116003" y="118605"/>
                  <a:pt x="116990" y="117768"/>
                  <a:pt x="117759" y="116608"/>
                </a:cubicBezTo>
                <a:cubicBezTo>
                  <a:pt x="118528" y="115450"/>
                  <a:pt x="119092" y="113943"/>
                  <a:pt x="119451" y="112087"/>
                </a:cubicBezTo>
                <a:cubicBezTo>
                  <a:pt x="119810" y="110234"/>
                  <a:pt x="119989" y="107427"/>
                  <a:pt x="119989" y="103666"/>
                </a:cubicBezTo>
                <a:lnTo>
                  <a:pt x="119989" y="31454"/>
                </a:lnTo>
                <a:cubicBezTo>
                  <a:pt x="119989" y="31095"/>
                  <a:pt x="120091" y="30762"/>
                  <a:pt x="120297" y="30454"/>
                </a:cubicBezTo>
                <a:cubicBezTo>
                  <a:pt x="120502" y="30146"/>
                  <a:pt x="120848" y="29890"/>
                  <a:pt x="121335" y="29685"/>
                </a:cubicBezTo>
                <a:cubicBezTo>
                  <a:pt x="121822" y="29480"/>
                  <a:pt x="122476" y="29326"/>
                  <a:pt x="123296" y="29223"/>
                </a:cubicBezTo>
                <a:cubicBezTo>
                  <a:pt x="124116" y="29121"/>
                  <a:pt x="125142" y="29070"/>
                  <a:pt x="126372" y="29070"/>
                </a:cubicBezTo>
                <a:cubicBezTo>
                  <a:pt x="127602" y="29070"/>
                  <a:pt x="128628" y="29121"/>
                  <a:pt x="129448" y="29223"/>
                </a:cubicBezTo>
                <a:cubicBezTo>
                  <a:pt x="130268" y="29326"/>
                  <a:pt x="130922" y="29480"/>
                  <a:pt x="131409" y="29685"/>
                </a:cubicBezTo>
                <a:cubicBezTo>
                  <a:pt x="131896" y="29890"/>
                  <a:pt x="132242" y="30146"/>
                  <a:pt x="132447" y="30454"/>
                </a:cubicBezTo>
                <a:cubicBezTo>
                  <a:pt x="132652" y="30762"/>
                  <a:pt x="132755" y="31095"/>
                  <a:pt x="132755" y="31454"/>
                </a:cubicBezTo>
                <a:lnTo>
                  <a:pt x="132755" y="103743"/>
                </a:lnTo>
                <a:moveTo>
                  <a:pt x="134216" y="7998"/>
                </a:moveTo>
                <a:cubicBezTo>
                  <a:pt x="134216" y="10972"/>
                  <a:pt x="133652" y="12997"/>
                  <a:pt x="132524" y="14073"/>
                </a:cubicBezTo>
                <a:cubicBezTo>
                  <a:pt x="131396" y="15150"/>
                  <a:pt x="129320" y="15688"/>
                  <a:pt x="126295" y="15688"/>
                </a:cubicBezTo>
                <a:cubicBezTo>
                  <a:pt x="123321" y="15688"/>
                  <a:pt x="121296" y="15163"/>
                  <a:pt x="120220" y="14112"/>
                </a:cubicBezTo>
                <a:cubicBezTo>
                  <a:pt x="119143" y="13061"/>
                  <a:pt x="118605" y="11074"/>
                  <a:pt x="118605" y="8152"/>
                </a:cubicBezTo>
                <a:cubicBezTo>
                  <a:pt x="118605" y="5178"/>
                  <a:pt x="119156" y="3153"/>
                  <a:pt x="120258" y="2076"/>
                </a:cubicBezTo>
                <a:cubicBezTo>
                  <a:pt x="121360" y="1000"/>
                  <a:pt x="123424" y="461"/>
                  <a:pt x="126449" y="461"/>
                </a:cubicBezTo>
                <a:cubicBezTo>
                  <a:pt x="129474" y="461"/>
                  <a:pt x="131525" y="987"/>
                  <a:pt x="132601" y="2038"/>
                </a:cubicBezTo>
                <a:cubicBezTo>
                  <a:pt x="133678" y="3089"/>
                  <a:pt x="134216" y="5076"/>
                  <a:pt x="134216" y="79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75905-3507-4CBD-A71A-EA32B91D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755" y="2294330"/>
            <a:ext cx="523422" cy="314473"/>
          </a:xfrm>
          <a:custGeom xmlns:a="http://schemas.openxmlformats.org/drawingml/2006/main">
            <a:pathLst>
              <a:path w="523422" h="314473">
                <a:moveTo>
                  <a:pt x="19950" y="314473"/>
                </a:moveTo>
                <a:cubicBezTo>
                  <a:pt x="8925" y="314473"/>
                  <a:pt x="0" y="305548"/>
                  <a:pt x="0" y="293998"/>
                </a:cubicBezTo>
                <a:lnTo>
                  <a:pt x="0" y="19950"/>
                </a:lnTo>
                <a:cubicBezTo>
                  <a:pt x="0" y="8925"/>
                  <a:pt x="8925" y="0"/>
                  <a:pt x="19950" y="0"/>
                </a:cubicBezTo>
                <a:lnTo>
                  <a:pt x="503472" y="0"/>
                </a:lnTo>
                <a:cubicBezTo>
                  <a:pt x="514497" y="0"/>
                  <a:pt x="523422" y="8925"/>
                  <a:pt x="523422" y="19950"/>
                </a:cubicBezTo>
                <a:lnTo>
                  <a:pt x="523422" y="293998"/>
                </a:lnTo>
                <a:cubicBezTo>
                  <a:pt x="523422" y="305548"/>
                  <a:pt x="514497" y="314473"/>
                  <a:pt x="503472" y="314473"/>
                </a:cubicBezTo>
                <a:lnTo>
                  <a:pt x="19950" y="314473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A4F8E-1B3A-4810-A8BE-D2D650E0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755" y="2294330"/>
            <a:ext cx="523422" cy="314473"/>
          </a:xfrm>
          <a:custGeom xmlns:a="http://schemas.openxmlformats.org/drawingml/2006/main">
            <a:pathLst>
              <a:path w="523422" h="314473" fill="none">
                <a:moveTo>
                  <a:pt x="19950" y="314473"/>
                </a:moveTo>
                <a:lnTo>
                  <a:pt x="503472" y="314473"/>
                </a:lnTo>
                <a:cubicBezTo>
                  <a:pt x="514497" y="314473"/>
                  <a:pt x="523422" y="305548"/>
                  <a:pt x="523422" y="293998"/>
                </a:cubicBezTo>
                <a:lnTo>
                  <a:pt x="523422" y="19950"/>
                </a:lnTo>
                <a:cubicBezTo>
                  <a:pt x="523422" y="8925"/>
                  <a:pt x="514497" y="0"/>
                  <a:pt x="503472" y="0"/>
                </a:cubicBezTo>
                <a:lnTo>
                  <a:pt x="19950" y="0"/>
                </a:lnTo>
                <a:cubicBezTo>
                  <a:pt x="8925" y="0"/>
                  <a:pt x="0" y="8925"/>
                  <a:pt x="0" y="19950"/>
                </a:cubicBezTo>
                <a:lnTo>
                  <a:pt x="0" y="293998"/>
                </a:lnTo>
                <a:cubicBezTo>
                  <a:pt x="0" y="305548"/>
                  <a:pt x="8925" y="314473"/>
                  <a:pt x="19950" y="3144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25" cap="sq">
            <a:solidFill>
              <a:srgbClr val="538135"/>
            </a:solidFill>
            <a:miter/>
          </a:ln>
        </p:spPr>
      </p:sp>
      <p:sp>
        <p:nvSpPr>
          <p:cNvPr id="116" name="Text %x">
            <a:extLst xmlns:a="http://schemas.openxmlformats.org/drawingml/2006/main">
              <a:ext uri="{FF2B5EF4-FFF2-40B4-BE49-F238E27FC236}">
                <a16:creationId xmlns:a16="http://schemas.microsoft.com/office/drawing/2014/main" id="{86BED877-2086-4976-B94B-83A2F932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9436" y="2396489"/>
            <a:ext cx="171669" cy="105358"/>
          </a:xfrm>
          <a:custGeom xmlns:a="http://schemas.openxmlformats.org/drawingml/2006/main">
            <a:pathLst>
              <a:path w="171669" h="105358">
                <a:moveTo>
                  <a:pt x="42835" y="27647"/>
                </a:moveTo>
                <a:cubicBezTo>
                  <a:pt x="42835" y="31599"/>
                  <a:pt x="42400" y="35193"/>
                  <a:pt x="41528" y="38428"/>
                </a:cubicBezTo>
                <a:cubicBezTo>
                  <a:pt x="40657" y="41663"/>
                  <a:pt x="39324" y="44423"/>
                  <a:pt x="37529" y="46709"/>
                </a:cubicBezTo>
                <a:cubicBezTo>
                  <a:pt x="35735" y="48994"/>
                  <a:pt x="33466" y="50778"/>
                  <a:pt x="30723" y="52062"/>
                </a:cubicBezTo>
                <a:cubicBezTo>
                  <a:pt x="27980" y="53345"/>
                  <a:pt x="24763" y="53987"/>
                  <a:pt x="21072" y="53987"/>
                </a:cubicBezTo>
                <a:cubicBezTo>
                  <a:pt x="17329" y="53987"/>
                  <a:pt x="14125" y="53396"/>
                  <a:pt x="11459" y="52215"/>
                </a:cubicBezTo>
                <a:cubicBezTo>
                  <a:pt x="8793" y="51035"/>
                  <a:pt x="6614" y="49327"/>
                  <a:pt x="4922" y="47094"/>
                </a:cubicBezTo>
                <a:cubicBezTo>
                  <a:pt x="3230" y="44861"/>
                  <a:pt x="1987" y="42139"/>
                  <a:pt x="1192" y="38930"/>
                </a:cubicBezTo>
                <a:cubicBezTo>
                  <a:pt x="397" y="35721"/>
                  <a:pt x="0" y="32063"/>
                  <a:pt x="0" y="27955"/>
                </a:cubicBezTo>
                <a:cubicBezTo>
                  <a:pt x="0" y="24207"/>
                  <a:pt x="423" y="20742"/>
                  <a:pt x="1269" y="17558"/>
                </a:cubicBezTo>
                <a:cubicBezTo>
                  <a:pt x="2115" y="14375"/>
                  <a:pt x="3409" y="11628"/>
                  <a:pt x="5153" y="9317"/>
                </a:cubicBezTo>
                <a:cubicBezTo>
                  <a:pt x="6896" y="7005"/>
                  <a:pt x="9139" y="5182"/>
                  <a:pt x="11882" y="3848"/>
                </a:cubicBezTo>
                <a:cubicBezTo>
                  <a:pt x="14625" y="2513"/>
                  <a:pt x="17867" y="1846"/>
                  <a:pt x="21610" y="1846"/>
                </a:cubicBezTo>
                <a:cubicBezTo>
                  <a:pt x="25660" y="1846"/>
                  <a:pt x="29057" y="2539"/>
                  <a:pt x="31800" y="3927"/>
                </a:cubicBezTo>
                <a:cubicBezTo>
                  <a:pt x="34543" y="5313"/>
                  <a:pt x="36734" y="7174"/>
                  <a:pt x="38375" y="9510"/>
                </a:cubicBezTo>
                <a:cubicBezTo>
                  <a:pt x="40016" y="11846"/>
                  <a:pt x="41169" y="14580"/>
                  <a:pt x="41836" y="17712"/>
                </a:cubicBezTo>
                <a:cubicBezTo>
                  <a:pt x="42502" y="20844"/>
                  <a:pt x="42835" y="24156"/>
                  <a:pt x="42835" y="27647"/>
                </a:cubicBezTo>
                <a:moveTo>
                  <a:pt x="32069" y="28031"/>
                </a:moveTo>
                <a:cubicBezTo>
                  <a:pt x="32069" y="25154"/>
                  <a:pt x="31864" y="22598"/>
                  <a:pt x="31454" y="20363"/>
                </a:cubicBezTo>
                <a:cubicBezTo>
                  <a:pt x="31044" y="18128"/>
                  <a:pt x="30415" y="16265"/>
                  <a:pt x="29570" y="14775"/>
                </a:cubicBezTo>
                <a:cubicBezTo>
                  <a:pt x="28724" y="13285"/>
                  <a:pt x="27608" y="12168"/>
                  <a:pt x="26224" y="11423"/>
                </a:cubicBezTo>
                <a:cubicBezTo>
                  <a:pt x="24840" y="10678"/>
                  <a:pt x="23199" y="10305"/>
                  <a:pt x="21302" y="10305"/>
                </a:cubicBezTo>
                <a:cubicBezTo>
                  <a:pt x="19508" y="10305"/>
                  <a:pt x="17944" y="10665"/>
                  <a:pt x="16611" y="11384"/>
                </a:cubicBezTo>
                <a:cubicBezTo>
                  <a:pt x="15278" y="12104"/>
                  <a:pt x="14189" y="13183"/>
                  <a:pt x="13343" y="14621"/>
                </a:cubicBezTo>
                <a:cubicBezTo>
                  <a:pt x="12497" y="16060"/>
                  <a:pt x="11869" y="17846"/>
                  <a:pt x="11459" y="19978"/>
                </a:cubicBezTo>
                <a:cubicBezTo>
                  <a:pt x="11049" y="22111"/>
                  <a:pt x="10843" y="24616"/>
                  <a:pt x="10843" y="27493"/>
                </a:cubicBezTo>
                <a:cubicBezTo>
                  <a:pt x="10843" y="30986"/>
                  <a:pt x="11087" y="33902"/>
                  <a:pt x="11574" y="36241"/>
                </a:cubicBezTo>
                <a:cubicBezTo>
                  <a:pt x="12061" y="38579"/>
                  <a:pt x="12753" y="40428"/>
                  <a:pt x="13650" y="41790"/>
                </a:cubicBezTo>
                <a:cubicBezTo>
                  <a:pt x="14548" y="43152"/>
                  <a:pt x="15676" y="44103"/>
                  <a:pt x="17034" y="44643"/>
                </a:cubicBezTo>
                <a:cubicBezTo>
                  <a:pt x="18393" y="45181"/>
                  <a:pt x="19944" y="45450"/>
                  <a:pt x="21687" y="45450"/>
                </a:cubicBezTo>
                <a:cubicBezTo>
                  <a:pt x="23738" y="45450"/>
                  <a:pt x="25417" y="45065"/>
                  <a:pt x="26724" y="44294"/>
                </a:cubicBezTo>
                <a:cubicBezTo>
                  <a:pt x="28031" y="43524"/>
                  <a:pt x="29082" y="42380"/>
                  <a:pt x="29877" y="40865"/>
                </a:cubicBezTo>
                <a:cubicBezTo>
                  <a:pt x="30672" y="39349"/>
                  <a:pt x="31236" y="37525"/>
                  <a:pt x="31569" y="35393"/>
                </a:cubicBezTo>
                <a:cubicBezTo>
                  <a:pt x="31902" y="33260"/>
                  <a:pt x="32069" y="30806"/>
                  <a:pt x="32069" y="28031"/>
                </a:cubicBezTo>
                <a:moveTo>
                  <a:pt x="101513" y="77481"/>
                </a:moveTo>
                <a:cubicBezTo>
                  <a:pt x="101513" y="81433"/>
                  <a:pt x="101077" y="85027"/>
                  <a:pt x="100206" y="88262"/>
                </a:cubicBezTo>
                <a:cubicBezTo>
                  <a:pt x="99334" y="91496"/>
                  <a:pt x="98001" y="94257"/>
                  <a:pt x="96207" y="96543"/>
                </a:cubicBezTo>
                <a:cubicBezTo>
                  <a:pt x="94412" y="98828"/>
                  <a:pt x="92144" y="100612"/>
                  <a:pt x="89401" y="101895"/>
                </a:cubicBezTo>
                <a:cubicBezTo>
                  <a:pt x="86658" y="103179"/>
                  <a:pt x="83441" y="103820"/>
                  <a:pt x="79749" y="103820"/>
                </a:cubicBezTo>
                <a:cubicBezTo>
                  <a:pt x="76007" y="103820"/>
                  <a:pt x="72802" y="103230"/>
                  <a:pt x="70136" y="102049"/>
                </a:cubicBezTo>
                <a:cubicBezTo>
                  <a:pt x="67470" y="100868"/>
                  <a:pt x="65291" y="99161"/>
                  <a:pt x="63600" y="96928"/>
                </a:cubicBezTo>
                <a:cubicBezTo>
                  <a:pt x="61908" y="94694"/>
                  <a:pt x="60664" y="91973"/>
                  <a:pt x="59870" y="88764"/>
                </a:cubicBezTo>
                <a:cubicBezTo>
                  <a:pt x="59075" y="85555"/>
                  <a:pt x="58678" y="81896"/>
                  <a:pt x="58678" y="77788"/>
                </a:cubicBezTo>
                <a:cubicBezTo>
                  <a:pt x="58678" y="74041"/>
                  <a:pt x="59101" y="70575"/>
                  <a:pt x="59947" y="67392"/>
                </a:cubicBezTo>
                <a:cubicBezTo>
                  <a:pt x="60793" y="64208"/>
                  <a:pt x="62087" y="61461"/>
                  <a:pt x="63830" y="59151"/>
                </a:cubicBezTo>
                <a:cubicBezTo>
                  <a:pt x="65573" y="56839"/>
                  <a:pt x="67816" y="55016"/>
                  <a:pt x="70559" y="53681"/>
                </a:cubicBezTo>
                <a:cubicBezTo>
                  <a:pt x="73302" y="52347"/>
                  <a:pt x="76545" y="51679"/>
                  <a:pt x="80288" y="51679"/>
                </a:cubicBezTo>
                <a:cubicBezTo>
                  <a:pt x="84338" y="51679"/>
                  <a:pt x="87735" y="52373"/>
                  <a:pt x="90477" y="53761"/>
                </a:cubicBezTo>
                <a:cubicBezTo>
                  <a:pt x="93220" y="55146"/>
                  <a:pt x="95412" y="57007"/>
                  <a:pt x="97053" y="59343"/>
                </a:cubicBezTo>
                <a:cubicBezTo>
                  <a:pt x="98693" y="61679"/>
                  <a:pt x="99847" y="64413"/>
                  <a:pt x="100513" y="67546"/>
                </a:cubicBezTo>
                <a:cubicBezTo>
                  <a:pt x="101180" y="70678"/>
                  <a:pt x="101513" y="73990"/>
                  <a:pt x="101513" y="77481"/>
                </a:cubicBezTo>
                <a:moveTo>
                  <a:pt x="90747" y="77865"/>
                </a:moveTo>
                <a:cubicBezTo>
                  <a:pt x="90747" y="74988"/>
                  <a:pt x="90541" y="72431"/>
                  <a:pt x="90131" y="70196"/>
                </a:cubicBezTo>
                <a:cubicBezTo>
                  <a:pt x="89721" y="67961"/>
                  <a:pt x="89093" y="66099"/>
                  <a:pt x="88247" y="64609"/>
                </a:cubicBezTo>
                <a:cubicBezTo>
                  <a:pt x="87401" y="63119"/>
                  <a:pt x="86286" y="62001"/>
                  <a:pt x="84902" y="61256"/>
                </a:cubicBezTo>
                <a:cubicBezTo>
                  <a:pt x="83518" y="60511"/>
                  <a:pt x="81877" y="60139"/>
                  <a:pt x="79980" y="60139"/>
                </a:cubicBezTo>
                <a:cubicBezTo>
                  <a:pt x="78186" y="60139"/>
                  <a:pt x="76622" y="60499"/>
                  <a:pt x="75289" y="61218"/>
                </a:cubicBezTo>
                <a:cubicBezTo>
                  <a:pt x="73956" y="61937"/>
                  <a:pt x="72866" y="63016"/>
                  <a:pt x="72020" y="64455"/>
                </a:cubicBezTo>
                <a:cubicBezTo>
                  <a:pt x="71175" y="65894"/>
                  <a:pt x="70546" y="67679"/>
                  <a:pt x="70136" y="69812"/>
                </a:cubicBezTo>
                <a:cubicBezTo>
                  <a:pt x="69726" y="71944"/>
                  <a:pt x="69521" y="74449"/>
                  <a:pt x="69521" y="77327"/>
                </a:cubicBezTo>
                <a:cubicBezTo>
                  <a:pt x="69521" y="80820"/>
                  <a:pt x="69765" y="83735"/>
                  <a:pt x="70252" y="86075"/>
                </a:cubicBezTo>
                <a:cubicBezTo>
                  <a:pt x="70739" y="88412"/>
                  <a:pt x="71431" y="90262"/>
                  <a:pt x="72328" y="91624"/>
                </a:cubicBezTo>
                <a:cubicBezTo>
                  <a:pt x="73225" y="92986"/>
                  <a:pt x="74353" y="93936"/>
                  <a:pt x="75712" y="94476"/>
                </a:cubicBezTo>
                <a:cubicBezTo>
                  <a:pt x="77070" y="95015"/>
                  <a:pt x="78621" y="95284"/>
                  <a:pt x="80365" y="95284"/>
                </a:cubicBezTo>
                <a:cubicBezTo>
                  <a:pt x="82415" y="95284"/>
                  <a:pt x="84094" y="94899"/>
                  <a:pt x="85402" y="94128"/>
                </a:cubicBezTo>
                <a:cubicBezTo>
                  <a:pt x="86709" y="93357"/>
                  <a:pt x="87760" y="92214"/>
                  <a:pt x="88555" y="90699"/>
                </a:cubicBezTo>
                <a:cubicBezTo>
                  <a:pt x="89349" y="89183"/>
                  <a:pt x="89913" y="87359"/>
                  <a:pt x="90247" y="85226"/>
                </a:cubicBezTo>
                <a:cubicBezTo>
                  <a:pt x="90580" y="83094"/>
                  <a:pt x="90747" y="80640"/>
                  <a:pt x="90747" y="77865"/>
                </a:cubicBezTo>
                <a:moveTo>
                  <a:pt x="21072" y="103203"/>
                </a:moveTo>
                <a:cubicBezTo>
                  <a:pt x="20815" y="103666"/>
                  <a:pt x="20508" y="104012"/>
                  <a:pt x="20149" y="104243"/>
                </a:cubicBezTo>
                <a:cubicBezTo>
                  <a:pt x="19790" y="104474"/>
                  <a:pt x="19354" y="104679"/>
                  <a:pt x="18841" y="104858"/>
                </a:cubicBezTo>
                <a:cubicBezTo>
                  <a:pt x="18329" y="105038"/>
                  <a:pt x="17714" y="105166"/>
                  <a:pt x="16996" y="105243"/>
                </a:cubicBezTo>
                <a:cubicBezTo>
                  <a:pt x="16278" y="105320"/>
                  <a:pt x="15406" y="105358"/>
                  <a:pt x="14381" y="105358"/>
                </a:cubicBezTo>
                <a:cubicBezTo>
                  <a:pt x="13253" y="105358"/>
                  <a:pt x="12343" y="105256"/>
                  <a:pt x="11651" y="105051"/>
                </a:cubicBezTo>
                <a:cubicBezTo>
                  <a:pt x="10959" y="104846"/>
                  <a:pt x="10472" y="104576"/>
                  <a:pt x="10190" y="104243"/>
                </a:cubicBezTo>
                <a:cubicBezTo>
                  <a:pt x="9908" y="103910"/>
                  <a:pt x="9805" y="103499"/>
                  <a:pt x="9882" y="103010"/>
                </a:cubicBezTo>
                <a:cubicBezTo>
                  <a:pt x="9959" y="102523"/>
                  <a:pt x="10203" y="101972"/>
                  <a:pt x="10613" y="101357"/>
                </a:cubicBezTo>
                <a:lnTo>
                  <a:pt x="79826" y="2156"/>
                </a:lnTo>
                <a:cubicBezTo>
                  <a:pt x="80083" y="1744"/>
                  <a:pt x="80390" y="1397"/>
                  <a:pt x="80749" y="1115"/>
                </a:cubicBezTo>
                <a:cubicBezTo>
                  <a:pt x="81108" y="833"/>
                  <a:pt x="81557" y="615"/>
                  <a:pt x="82095" y="461"/>
                </a:cubicBezTo>
                <a:cubicBezTo>
                  <a:pt x="82633" y="308"/>
                  <a:pt x="83248" y="192"/>
                  <a:pt x="83941" y="115"/>
                </a:cubicBezTo>
                <a:cubicBezTo>
                  <a:pt x="84633" y="38"/>
                  <a:pt x="85517" y="0"/>
                  <a:pt x="86594" y="0"/>
                </a:cubicBezTo>
                <a:cubicBezTo>
                  <a:pt x="87670" y="0"/>
                  <a:pt x="88555" y="90"/>
                  <a:pt x="89247" y="269"/>
                </a:cubicBezTo>
                <a:cubicBezTo>
                  <a:pt x="89939" y="449"/>
                  <a:pt x="90439" y="718"/>
                  <a:pt x="90747" y="1077"/>
                </a:cubicBezTo>
                <a:cubicBezTo>
                  <a:pt x="91054" y="1436"/>
                  <a:pt x="91170" y="1872"/>
                  <a:pt x="91093" y="2386"/>
                </a:cubicBezTo>
                <a:cubicBezTo>
                  <a:pt x="91016" y="2899"/>
                  <a:pt x="90772" y="3437"/>
                  <a:pt x="90362" y="4001"/>
                </a:cubicBezTo>
                <a:lnTo>
                  <a:pt x="21072" y="103203"/>
                </a:lnTo>
                <a:close/>
                <a:moveTo>
                  <a:pt x="171053" y="99206"/>
                </a:moveTo>
                <a:cubicBezTo>
                  <a:pt x="171464" y="99924"/>
                  <a:pt x="171669" y="100526"/>
                  <a:pt x="171669" y="101013"/>
                </a:cubicBezTo>
                <a:cubicBezTo>
                  <a:pt x="171669" y="101500"/>
                  <a:pt x="171425" y="101898"/>
                  <a:pt x="170938" y="102205"/>
                </a:cubicBezTo>
                <a:cubicBezTo>
                  <a:pt x="170451" y="102513"/>
                  <a:pt x="169708" y="102731"/>
                  <a:pt x="168708" y="102859"/>
                </a:cubicBezTo>
                <a:cubicBezTo>
                  <a:pt x="167708" y="102987"/>
                  <a:pt x="166414" y="103051"/>
                  <a:pt x="164824" y="103051"/>
                </a:cubicBezTo>
                <a:cubicBezTo>
                  <a:pt x="163286" y="103051"/>
                  <a:pt x="162068" y="103013"/>
                  <a:pt x="161171" y="102936"/>
                </a:cubicBezTo>
                <a:cubicBezTo>
                  <a:pt x="160274" y="102859"/>
                  <a:pt x="159556" y="102731"/>
                  <a:pt x="159018" y="102551"/>
                </a:cubicBezTo>
                <a:cubicBezTo>
                  <a:pt x="158480" y="102372"/>
                  <a:pt x="158069" y="102141"/>
                  <a:pt x="157787" y="101859"/>
                </a:cubicBezTo>
                <a:cubicBezTo>
                  <a:pt x="157506" y="101577"/>
                  <a:pt x="157262" y="101257"/>
                  <a:pt x="157057" y="100898"/>
                </a:cubicBezTo>
                <a:lnTo>
                  <a:pt x="140446" y="73443"/>
                </a:lnTo>
                <a:lnTo>
                  <a:pt x="123911" y="100898"/>
                </a:lnTo>
                <a:cubicBezTo>
                  <a:pt x="123706" y="101257"/>
                  <a:pt x="123463" y="101577"/>
                  <a:pt x="123181" y="101859"/>
                </a:cubicBezTo>
                <a:cubicBezTo>
                  <a:pt x="122899" y="102141"/>
                  <a:pt x="122489" y="102372"/>
                  <a:pt x="121950" y="102551"/>
                </a:cubicBezTo>
                <a:cubicBezTo>
                  <a:pt x="121412" y="102731"/>
                  <a:pt x="120707" y="102859"/>
                  <a:pt x="119835" y="102936"/>
                </a:cubicBezTo>
                <a:cubicBezTo>
                  <a:pt x="118964" y="103013"/>
                  <a:pt x="117810" y="103051"/>
                  <a:pt x="116375" y="103051"/>
                </a:cubicBezTo>
                <a:cubicBezTo>
                  <a:pt x="114888" y="103051"/>
                  <a:pt x="113670" y="102987"/>
                  <a:pt x="112722" y="102859"/>
                </a:cubicBezTo>
                <a:cubicBezTo>
                  <a:pt x="111773" y="102731"/>
                  <a:pt x="111081" y="102513"/>
                  <a:pt x="110645" y="102205"/>
                </a:cubicBezTo>
                <a:cubicBezTo>
                  <a:pt x="110210" y="101898"/>
                  <a:pt x="110005" y="101500"/>
                  <a:pt x="110030" y="101013"/>
                </a:cubicBezTo>
                <a:cubicBezTo>
                  <a:pt x="110056" y="100526"/>
                  <a:pt x="110299" y="99924"/>
                  <a:pt x="110761" y="99206"/>
                </a:cubicBezTo>
                <a:lnTo>
                  <a:pt x="132294" y="65445"/>
                </a:lnTo>
                <a:lnTo>
                  <a:pt x="111914" y="32915"/>
                </a:lnTo>
                <a:cubicBezTo>
                  <a:pt x="111504" y="32197"/>
                  <a:pt x="111286" y="31595"/>
                  <a:pt x="111261" y="31108"/>
                </a:cubicBezTo>
                <a:cubicBezTo>
                  <a:pt x="111235" y="30621"/>
                  <a:pt x="111466" y="30210"/>
                  <a:pt x="111953" y="29877"/>
                </a:cubicBezTo>
                <a:cubicBezTo>
                  <a:pt x="112440" y="29544"/>
                  <a:pt x="113183" y="29326"/>
                  <a:pt x="114183" y="29223"/>
                </a:cubicBezTo>
                <a:cubicBezTo>
                  <a:pt x="115183" y="29121"/>
                  <a:pt x="116503" y="29070"/>
                  <a:pt x="118144" y="29070"/>
                </a:cubicBezTo>
                <a:cubicBezTo>
                  <a:pt x="119630" y="29070"/>
                  <a:pt x="120822" y="29108"/>
                  <a:pt x="121720" y="29185"/>
                </a:cubicBezTo>
                <a:cubicBezTo>
                  <a:pt x="122617" y="29262"/>
                  <a:pt x="123322" y="29377"/>
                  <a:pt x="123834" y="29531"/>
                </a:cubicBezTo>
                <a:cubicBezTo>
                  <a:pt x="124347" y="29685"/>
                  <a:pt x="124732" y="29890"/>
                  <a:pt x="124988" y="30146"/>
                </a:cubicBezTo>
                <a:cubicBezTo>
                  <a:pt x="125244" y="30403"/>
                  <a:pt x="125475" y="30710"/>
                  <a:pt x="125680" y="31069"/>
                </a:cubicBezTo>
                <a:lnTo>
                  <a:pt x="141445" y="56832"/>
                </a:lnTo>
                <a:lnTo>
                  <a:pt x="157441" y="31069"/>
                </a:lnTo>
                <a:cubicBezTo>
                  <a:pt x="157647" y="30762"/>
                  <a:pt x="157877" y="30480"/>
                  <a:pt x="158134" y="30223"/>
                </a:cubicBezTo>
                <a:cubicBezTo>
                  <a:pt x="158390" y="29967"/>
                  <a:pt x="158736" y="29749"/>
                  <a:pt x="159172" y="29570"/>
                </a:cubicBezTo>
                <a:cubicBezTo>
                  <a:pt x="159608" y="29390"/>
                  <a:pt x="160223" y="29262"/>
                  <a:pt x="161017" y="29185"/>
                </a:cubicBezTo>
                <a:cubicBezTo>
                  <a:pt x="161812" y="29108"/>
                  <a:pt x="162902" y="29070"/>
                  <a:pt x="164286" y="29070"/>
                </a:cubicBezTo>
                <a:cubicBezTo>
                  <a:pt x="165773" y="29070"/>
                  <a:pt x="166990" y="29121"/>
                  <a:pt x="167939" y="29223"/>
                </a:cubicBezTo>
                <a:cubicBezTo>
                  <a:pt x="168887" y="29326"/>
                  <a:pt x="169592" y="29518"/>
                  <a:pt x="170054" y="29800"/>
                </a:cubicBezTo>
                <a:cubicBezTo>
                  <a:pt x="170515" y="30082"/>
                  <a:pt x="170720" y="30480"/>
                  <a:pt x="170669" y="30992"/>
                </a:cubicBezTo>
                <a:cubicBezTo>
                  <a:pt x="170618" y="31505"/>
                  <a:pt x="170361" y="32146"/>
                  <a:pt x="169900" y="32915"/>
                </a:cubicBezTo>
                <a:lnTo>
                  <a:pt x="149674" y="65061"/>
                </a:lnTo>
                <a:lnTo>
                  <a:pt x="171053" y="992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18899-3372-4087-9646-C8695BB9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017" y="2647653"/>
            <a:ext cx="523422" cy="314473"/>
          </a:xfrm>
          <a:custGeom xmlns:a="http://schemas.openxmlformats.org/drawingml/2006/main">
            <a:pathLst>
              <a:path w="523422" h="314473">
                <a:moveTo>
                  <a:pt x="20475" y="314473"/>
                </a:moveTo>
                <a:cubicBezTo>
                  <a:pt x="8925" y="314473"/>
                  <a:pt x="0" y="305023"/>
                  <a:pt x="0" y="293998"/>
                </a:cubicBezTo>
                <a:lnTo>
                  <a:pt x="0" y="19950"/>
                </a:lnTo>
                <a:cubicBezTo>
                  <a:pt x="0" y="8925"/>
                  <a:pt x="8925" y="0"/>
                  <a:pt x="20475" y="0"/>
                </a:cubicBezTo>
                <a:lnTo>
                  <a:pt x="503472" y="0"/>
                </a:lnTo>
                <a:cubicBezTo>
                  <a:pt x="514497" y="0"/>
                  <a:pt x="523422" y="8925"/>
                  <a:pt x="523422" y="19950"/>
                </a:cubicBezTo>
                <a:lnTo>
                  <a:pt x="523422" y="293998"/>
                </a:lnTo>
                <a:cubicBezTo>
                  <a:pt x="523422" y="305023"/>
                  <a:pt x="514497" y="314473"/>
                  <a:pt x="503472" y="314473"/>
                </a:cubicBezTo>
                <a:lnTo>
                  <a:pt x="20475" y="314473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549FB-138A-431D-8AE2-D5457812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017" y="2647653"/>
            <a:ext cx="523422" cy="314473"/>
          </a:xfrm>
          <a:custGeom xmlns:a="http://schemas.openxmlformats.org/drawingml/2006/main">
            <a:pathLst>
              <a:path w="523422" h="314473" fill="none">
                <a:moveTo>
                  <a:pt x="20475" y="314473"/>
                </a:moveTo>
                <a:lnTo>
                  <a:pt x="503472" y="314473"/>
                </a:lnTo>
                <a:cubicBezTo>
                  <a:pt x="514497" y="314473"/>
                  <a:pt x="523422" y="305023"/>
                  <a:pt x="523422" y="293998"/>
                </a:cubicBezTo>
                <a:lnTo>
                  <a:pt x="523422" y="19950"/>
                </a:lnTo>
                <a:cubicBezTo>
                  <a:pt x="523422" y="8925"/>
                  <a:pt x="514497" y="0"/>
                  <a:pt x="503472" y="0"/>
                </a:cubicBezTo>
                <a:lnTo>
                  <a:pt x="20475" y="0"/>
                </a:lnTo>
                <a:cubicBezTo>
                  <a:pt x="8925" y="0"/>
                  <a:pt x="0" y="8925"/>
                  <a:pt x="0" y="19950"/>
                </a:cubicBezTo>
                <a:lnTo>
                  <a:pt x="0" y="293998"/>
                </a:lnTo>
                <a:cubicBezTo>
                  <a:pt x="0" y="305023"/>
                  <a:pt x="8925" y="314473"/>
                  <a:pt x="20475" y="3144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25" cap="sq">
            <a:solidFill>
              <a:srgbClr val="538135"/>
            </a:solidFill>
            <a:miter/>
          </a:ln>
        </p:spPr>
      </p:sp>
      <p:sp>
        <p:nvSpPr>
          <p:cNvPr id="119" name="Text %m">
            <a:extLst xmlns:a="http://schemas.openxmlformats.org/drawingml/2006/main">
              <a:ext uri="{FF2B5EF4-FFF2-40B4-BE49-F238E27FC236}">
                <a16:creationId xmlns:a16="http://schemas.microsoft.com/office/drawing/2014/main" id="{2332E7A2-9B6A-43B5-9919-D1D53AAA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358" y="2749812"/>
            <a:ext cx="221272" cy="105358"/>
          </a:xfrm>
          <a:custGeom xmlns:a="http://schemas.openxmlformats.org/drawingml/2006/main">
            <a:pathLst>
              <a:path w="221272" h="105358">
                <a:moveTo>
                  <a:pt x="42835" y="27647"/>
                </a:moveTo>
                <a:cubicBezTo>
                  <a:pt x="42835" y="31599"/>
                  <a:pt x="42400" y="35193"/>
                  <a:pt x="41528" y="38428"/>
                </a:cubicBezTo>
                <a:cubicBezTo>
                  <a:pt x="40657" y="41663"/>
                  <a:pt x="39324" y="44423"/>
                  <a:pt x="37529" y="46709"/>
                </a:cubicBezTo>
                <a:cubicBezTo>
                  <a:pt x="35735" y="48994"/>
                  <a:pt x="33466" y="50778"/>
                  <a:pt x="30723" y="52062"/>
                </a:cubicBezTo>
                <a:cubicBezTo>
                  <a:pt x="27980" y="53345"/>
                  <a:pt x="24763" y="53987"/>
                  <a:pt x="21072" y="53987"/>
                </a:cubicBezTo>
                <a:cubicBezTo>
                  <a:pt x="17329" y="53987"/>
                  <a:pt x="14125" y="53396"/>
                  <a:pt x="11459" y="52215"/>
                </a:cubicBezTo>
                <a:cubicBezTo>
                  <a:pt x="8793" y="51035"/>
                  <a:pt x="6614" y="49327"/>
                  <a:pt x="4922" y="47094"/>
                </a:cubicBezTo>
                <a:cubicBezTo>
                  <a:pt x="3230" y="44861"/>
                  <a:pt x="1987" y="42139"/>
                  <a:pt x="1192" y="38930"/>
                </a:cubicBezTo>
                <a:cubicBezTo>
                  <a:pt x="397" y="35721"/>
                  <a:pt x="0" y="32063"/>
                  <a:pt x="0" y="27955"/>
                </a:cubicBezTo>
                <a:cubicBezTo>
                  <a:pt x="0" y="24207"/>
                  <a:pt x="423" y="20742"/>
                  <a:pt x="1269" y="17558"/>
                </a:cubicBezTo>
                <a:cubicBezTo>
                  <a:pt x="2115" y="14375"/>
                  <a:pt x="3409" y="11628"/>
                  <a:pt x="5153" y="9317"/>
                </a:cubicBezTo>
                <a:cubicBezTo>
                  <a:pt x="6896" y="7005"/>
                  <a:pt x="9139" y="5182"/>
                  <a:pt x="11882" y="3848"/>
                </a:cubicBezTo>
                <a:cubicBezTo>
                  <a:pt x="14625" y="2513"/>
                  <a:pt x="17867" y="1846"/>
                  <a:pt x="21610" y="1846"/>
                </a:cubicBezTo>
                <a:cubicBezTo>
                  <a:pt x="25660" y="1846"/>
                  <a:pt x="29057" y="2539"/>
                  <a:pt x="31800" y="3927"/>
                </a:cubicBezTo>
                <a:cubicBezTo>
                  <a:pt x="34543" y="5313"/>
                  <a:pt x="36734" y="7174"/>
                  <a:pt x="38375" y="9510"/>
                </a:cubicBezTo>
                <a:cubicBezTo>
                  <a:pt x="40016" y="11846"/>
                  <a:pt x="41169" y="14580"/>
                  <a:pt x="41836" y="17712"/>
                </a:cubicBezTo>
                <a:cubicBezTo>
                  <a:pt x="42502" y="20844"/>
                  <a:pt x="42835" y="24156"/>
                  <a:pt x="42835" y="27647"/>
                </a:cubicBezTo>
                <a:moveTo>
                  <a:pt x="32069" y="28031"/>
                </a:moveTo>
                <a:cubicBezTo>
                  <a:pt x="32069" y="25154"/>
                  <a:pt x="31864" y="22598"/>
                  <a:pt x="31454" y="20363"/>
                </a:cubicBezTo>
                <a:cubicBezTo>
                  <a:pt x="31044" y="18128"/>
                  <a:pt x="30415" y="16265"/>
                  <a:pt x="29570" y="14775"/>
                </a:cubicBezTo>
                <a:cubicBezTo>
                  <a:pt x="28724" y="13285"/>
                  <a:pt x="27608" y="12168"/>
                  <a:pt x="26224" y="11423"/>
                </a:cubicBezTo>
                <a:cubicBezTo>
                  <a:pt x="24840" y="10678"/>
                  <a:pt x="23199" y="10305"/>
                  <a:pt x="21302" y="10305"/>
                </a:cubicBezTo>
                <a:cubicBezTo>
                  <a:pt x="19508" y="10305"/>
                  <a:pt x="17944" y="10665"/>
                  <a:pt x="16611" y="11384"/>
                </a:cubicBezTo>
                <a:cubicBezTo>
                  <a:pt x="15278" y="12104"/>
                  <a:pt x="14189" y="13183"/>
                  <a:pt x="13343" y="14621"/>
                </a:cubicBezTo>
                <a:cubicBezTo>
                  <a:pt x="12497" y="16060"/>
                  <a:pt x="11869" y="17846"/>
                  <a:pt x="11459" y="19978"/>
                </a:cubicBezTo>
                <a:cubicBezTo>
                  <a:pt x="11049" y="22111"/>
                  <a:pt x="10843" y="24616"/>
                  <a:pt x="10843" y="27493"/>
                </a:cubicBezTo>
                <a:cubicBezTo>
                  <a:pt x="10843" y="30986"/>
                  <a:pt x="11087" y="33902"/>
                  <a:pt x="11574" y="36241"/>
                </a:cubicBezTo>
                <a:cubicBezTo>
                  <a:pt x="12061" y="38579"/>
                  <a:pt x="12753" y="40428"/>
                  <a:pt x="13650" y="41790"/>
                </a:cubicBezTo>
                <a:cubicBezTo>
                  <a:pt x="14548" y="43152"/>
                  <a:pt x="15676" y="44103"/>
                  <a:pt x="17034" y="44643"/>
                </a:cubicBezTo>
                <a:cubicBezTo>
                  <a:pt x="18393" y="45181"/>
                  <a:pt x="19944" y="45450"/>
                  <a:pt x="21687" y="45450"/>
                </a:cubicBezTo>
                <a:cubicBezTo>
                  <a:pt x="23738" y="45450"/>
                  <a:pt x="25417" y="45065"/>
                  <a:pt x="26724" y="44294"/>
                </a:cubicBezTo>
                <a:cubicBezTo>
                  <a:pt x="28031" y="43524"/>
                  <a:pt x="29082" y="42380"/>
                  <a:pt x="29877" y="40865"/>
                </a:cubicBezTo>
                <a:cubicBezTo>
                  <a:pt x="30672" y="39349"/>
                  <a:pt x="31236" y="37525"/>
                  <a:pt x="31569" y="35393"/>
                </a:cubicBezTo>
                <a:cubicBezTo>
                  <a:pt x="31902" y="33260"/>
                  <a:pt x="32069" y="30806"/>
                  <a:pt x="32069" y="28031"/>
                </a:cubicBezTo>
                <a:moveTo>
                  <a:pt x="101513" y="77481"/>
                </a:moveTo>
                <a:cubicBezTo>
                  <a:pt x="101513" y="81433"/>
                  <a:pt x="101077" y="85027"/>
                  <a:pt x="100206" y="88262"/>
                </a:cubicBezTo>
                <a:cubicBezTo>
                  <a:pt x="99334" y="91496"/>
                  <a:pt x="98001" y="94257"/>
                  <a:pt x="96207" y="96543"/>
                </a:cubicBezTo>
                <a:cubicBezTo>
                  <a:pt x="94412" y="98828"/>
                  <a:pt x="92144" y="100612"/>
                  <a:pt x="89401" y="101895"/>
                </a:cubicBezTo>
                <a:cubicBezTo>
                  <a:pt x="86658" y="103179"/>
                  <a:pt x="83441" y="103820"/>
                  <a:pt x="79749" y="103820"/>
                </a:cubicBezTo>
                <a:cubicBezTo>
                  <a:pt x="76007" y="103820"/>
                  <a:pt x="72802" y="103230"/>
                  <a:pt x="70136" y="102049"/>
                </a:cubicBezTo>
                <a:cubicBezTo>
                  <a:pt x="67470" y="100868"/>
                  <a:pt x="65291" y="99161"/>
                  <a:pt x="63600" y="96928"/>
                </a:cubicBezTo>
                <a:cubicBezTo>
                  <a:pt x="61908" y="94694"/>
                  <a:pt x="60664" y="91973"/>
                  <a:pt x="59870" y="88764"/>
                </a:cubicBezTo>
                <a:cubicBezTo>
                  <a:pt x="59075" y="85555"/>
                  <a:pt x="58678" y="81896"/>
                  <a:pt x="58678" y="77788"/>
                </a:cubicBezTo>
                <a:cubicBezTo>
                  <a:pt x="58678" y="74041"/>
                  <a:pt x="59101" y="70575"/>
                  <a:pt x="59947" y="67392"/>
                </a:cubicBezTo>
                <a:cubicBezTo>
                  <a:pt x="60793" y="64208"/>
                  <a:pt x="62087" y="61461"/>
                  <a:pt x="63830" y="59151"/>
                </a:cubicBezTo>
                <a:cubicBezTo>
                  <a:pt x="65573" y="56839"/>
                  <a:pt x="67816" y="55016"/>
                  <a:pt x="70559" y="53681"/>
                </a:cubicBezTo>
                <a:cubicBezTo>
                  <a:pt x="73302" y="52347"/>
                  <a:pt x="76545" y="51679"/>
                  <a:pt x="80288" y="51679"/>
                </a:cubicBezTo>
                <a:cubicBezTo>
                  <a:pt x="84338" y="51679"/>
                  <a:pt x="87735" y="52373"/>
                  <a:pt x="90477" y="53761"/>
                </a:cubicBezTo>
                <a:cubicBezTo>
                  <a:pt x="93220" y="55146"/>
                  <a:pt x="95412" y="57007"/>
                  <a:pt x="97053" y="59343"/>
                </a:cubicBezTo>
                <a:cubicBezTo>
                  <a:pt x="98693" y="61679"/>
                  <a:pt x="99847" y="64413"/>
                  <a:pt x="100513" y="67546"/>
                </a:cubicBezTo>
                <a:cubicBezTo>
                  <a:pt x="101180" y="70678"/>
                  <a:pt x="101513" y="73990"/>
                  <a:pt x="101513" y="77481"/>
                </a:cubicBezTo>
                <a:moveTo>
                  <a:pt x="90747" y="77865"/>
                </a:moveTo>
                <a:cubicBezTo>
                  <a:pt x="90747" y="74988"/>
                  <a:pt x="90541" y="72431"/>
                  <a:pt x="90131" y="70196"/>
                </a:cubicBezTo>
                <a:cubicBezTo>
                  <a:pt x="89721" y="67961"/>
                  <a:pt x="89093" y="66099"/>
                  <a:pt x="88247" y="64609"/>
                </a:cubicBezTo>
                <a:cubicBezTo>
                  <a:pt x="87401" y="63119"/>
                  <a:pt x="86286" y="62001"/>
                  <a:pt x="84902" y="61256"/>
                </a:cubicBezTo>
                <a:cubicBezTo>
                  <a:pt x="83518" y="60511"/>
                  <a:pt x="81877" y="60139"/>
                  <a:pt x="79980" y="60139"/>
                </a:cubicBezTo>
                <a:cubicBezTo>
                  <a:pt x="78186" y="60139"/>
                  <a:pt x="76622" y="60499"/>
                  <a:pt x="75289" y="61218"/>
                </a:cubicBezTo>
                <a:cubicBezTo>
                  <a:pt x="73956" y="61937"/>
                  <a:pt x="72866" y="63016"/>
                  <a:pt x="72020" y="64455"/>
                </a:cubicBezTo>
                <a:cubicBezTo>
                  <a:pt x="71175" y="65894"/>
                  <a:pt x="70546" y="67679"/>
                  <a:pt x="70136" y="69812"/>
                </a:cubicBezTo>
                <a:cubicBezTo>
                  <a:pt x="69726" y="71944"/>
                  <a:pt x="69521" y="74449"/>
                  <a:pt x="69521" y="77327"/>
                </a:cubicBezTo>
                <a:cubicBezTo>
                  <a:pt x="69521" y="80820"/>
                  <a:pt x="69765" y="83735"/>
                  <a:pt x="70252" y="86075"/>
                </a:cubicBezTo>
                <a:cubicBezTo>
                  <a:pt x="70739" y="88412"/>
                  <a:pt x="71431" y="90262"/>
                  <a:pt x="72328" y="91624"/>
                </a:cubicBezTo>
                <a:cubicBezTo>
                  <a:pt x="73225" y="92986"/>
                  <a:pt x="74353" y="93936"/>
                  <a:pt x="75712" y="94476"/>
                </a:cubicBezTo>
                <a:cubicBezTo>
                  <a:pt x="77070" y="95015"/>
                  <a:pt x="78621" y="95284"/>
                  <a:pt x="80365" y="95284"/>
                </a:cubicBezTo>
                <a:cubicBezTo>
                  <a:pt x="82415" y="95284"/>
                  <a:pt x="84094" y="94899"/>
                  <a:pt x="85402" y="94128"/>
                </a:cubicBezTo>
                <a:cubicBezTo>
                  <a:pt x="86709" y="93357"/>
                  <a:pt x="87760" y="92214"/>
                  <a:pt x="88555" y="90699"/>
                </a:cubicBezTo>
                <a:cubicBezTo>
                  <a:pt x="89349" y="89183"/>
                  <a:pt x="89913" y="87359"/>
                  <a:pt x="90247" y="85226"/>
                </a:cubicBezTo>
                <a:cubicBezTo>
                  <a:pt x="90580" y="83094"/>
                  <a:pt x="90747" y="80640"/>
                  <a:pt x="90747" y="77865"/>
                </a:cubicBezTo>
                <a:moveTo>
                  <a:pt x="21072" y="103203"/>
                </a:moveTo>
                <a:cubicBezTo>
                  <a:pt x="20815" y="103666"/>
                  <a:pt x="20508" y="104012"/>
                  <a:pt x="20149" y="104243"/>
                </a:cubicBezTo>
                <a:cubicBezTo>
                  <a:pt x="19790" y="104474"/>
                  <a:pt x="19354" y="104679"/>
                  <a:pt x="18841" y="104858"/>
                </a:cubicBezTo>
                <a:cubicBezTo>
                  <a:pt x="18329" y="105038"/>
                  <a:pt x="17714" y="105166"/>
                  <a:pt x="16996" y="105243"/>
                </a:cubicBezTo>
                <a:cubicBezTo>
                  <a:pt x="16278" y="105320"/>
                  <a:pt x="15406" y="105358"/>
                  <a:pt x="14381" y="105358"/>
                </a:cubicBezTo>
                <a:cubicBezTo>
                  <a:pt x="13253" y="105358"/>
                  <a:pt x="12343" y="105256"/>
                  <a:pt x="11651" y="105051"/>
                </a:cubicBezTo>
                <a:cubicBezTo>
                  <a:pt x="10959" y="104846"/>
                  <a:pt x="10472" y="104576"/>
                  <a:pt x="10190" y="104243"/>
                </a:cubicBezTo>
                <a:cubicBezTo>
                  <a:pt x="9908" y="103910"/>
                  <a:pt x="9805" y="103499"/>
                  <a:pt x="9882" y="103010"/>
                </a:cubicBezTo>
                <a:cubicBezTo>
                  <a:pt x="9959" y="102523"/>
                  <a:pt x="10203" y="101972"/>
                  <a:pt x="10613" y="101357"/>
                </a:cubicBezTo>
                <a:lnTo>
                  <a:pt x="79826" y="2156"/>
                </a:lnTo>
                <a:cubicBezTo>
                  <a:pt x="80083" y="1744"/>
                  <a:pt x="80390" y="1397"/>
                  <a:pt x="80749" y="1115"/>
                </a:cubicBezTo>
                <a:cubicBezTo>
                  <a:pt x="81108" y="833"/>
                  <a:pt x="81557" y="615"/>
                  <a:pt x="82095" y="461"/>
                </a:cubicBezTo>
                <a:cubicBezTo>
                  <a:pt x="82633" y="308"/>
                  <a:pt x="83248" y="192"/>
                  <a:pt x="83941" y="115"/>
                </a:cubicBezTo>
                <a:cubicBezTo>
                  <a:pt x="84633" y="38"/>
                  <a:pt x="85517" y="0"/>
                  <a:pt x="86594" y="0"/>
                </a:cubicBezTo>
                <a:cubicBezTo>
                  <a:pt x="87670" y="0"/>
                  <a:pt x="88555" y="90"/>
                  <a:pt x="89247" y="269"/>
                </a:cubicBezTo>
                <a:cubicBezTo>
                  <a:pt x="89939" y="449"/>
                  <a:pt x="90439" y="718"/>
                  <a:pt x="90747" y="1077"/>
                </a:cubicBezTo>
                <a:cubicBezTo>
                  <a:pt x="91054" y="1436"/>
                  <a:pt x="91170" y="1872"/>
                  <a:pt x="91093" y="2386"/>
                </a:cubicBezTo>
                <a:cubicBezTo>
                  <a:pt x="91016" y="2899"/>
                  <a:pt x="90772" y="3437"/>
                  <a:pt x="90362" y="4001"/>
                </a:cubicBezTo>
                <a:lnTo>
                  <a:pt x="21072" y="103203"/>
                </a:lnTo>
                <a:close/>
                <a:moveTo>
                  <a:pt x="221272" y="100667"/>
                </a:moveTo>
                <a:cubicBezTo>
                  <a:pt x="221272" y="101077"/>
                  <a:pt x="221170" y="101423"/>
                  <a:pt x="220965" y="101705"/>
                </a:cubicBezTo>
                <a:cubicBezTo>
                  <a:pt x="220760" y="101987"/>
                  <a:pt x="220427" y="102231"/>
                  <a:pt x="219965" y="102436"/>
                </a:cubicBezTo>
                <a:cubicBezTo>
                  <a:pt x="219504" y="102641"/>
                  <a:pt x="218863" y="102795"/>
                  <a:pt x="218043" y="102897"/>
                </a:cubicBezTo>
                <a:cubicBezTo>
                  <a:pt x="217222" y="103000"/>
                  <a:pt x="216197" y="103051"/>
                  <a:pt x="214966" y="103051"/>
                </a:cubicBezTo>
                <a:cubicBezTo>
                  <a:pt x="213685" y="103051"/>
                  <a:pt x="212634" y="103000"/>
                  <a:pt x="211813" y="102897"/>
                </a:cubicBezTo>
                <a:cubicBezTo>
                  <a:pt x="210993" y="102795"/>
                  <a:pt x="210339" y="102641"/>
                  <a:pt x="209852" y="102436"/>
                </a:cubicBezTo>
                <a:cubicBezTo>
                  <a:pt x="209365" y="102231"/>
                  <a:pt x="209019" y="101987"/>
                  <a:pt x="208814" y="101705"/>
                </a:cubicBezTo>
                <a:cubicBezTo>
                  <a:pt x="208609" y="101423"/>
                  <a:pt x="208506" y="101077"/>
                  <a:pt x="208506" y="100667"/>
                </a:cubicBezTo>
                <a:lnTo>
                  <a:pt x="208506" y="58601"/>
                </a:lnTo>
                <a:cubicBezTo>
                  <a:pt x="208506" y="55678"/>
                  <a:pt x="208250" y="53012"/>
                  <a:pt x="207737" y="50603"/>
                </a:cubicBezTo>
                <a:cubicBezTo>
                  <a:pt x="207225" y="48193"/>
                  <a:pt x="206404" y="46117"/>
                  <a:pt x="205276" y="44374"/>
                </a:cubicBezTo>
                <a:cubicBezTo>
                  <a:pt x="204149" y="42630"/>
                  <a:pt x="202713" y="41297"/>
                  <a:pt x="200970" y="40375"/>
                </a:cubicBezTo>
                <a:cubicBezTo>
                  <a:pt x="199227" y="39452"/>
                  <a:pt x="197176" y="38990"/>
                  <a:pt x="194818" y="38990"/>
                </a:cubicBezTo>
                <a:cubicBezTo>
                  <a:pt x="191895" y="38990"/>
                  <a:pt x="188960" y="40118"/>
                  <a:pt x="186012" y="42374"/>
                </a:cubicBezTo>
                <a:cubicBezTo>
                  <a:pt x="183064" y="44630"/>
                  <a:pt x="179821" y="47937"/>
                  <a:pt x="176284" y="52295"/>
                </a:cubicBezTo>
                <a:lnTo>
                  <a:pt x="176284" y="100667"/>
                </a:lnTo>
                <a:cubicBezTo>
                  <a:pt x="176284" y="101077"/>
                  <a:pt x="176181" y="101423"/>
                  <a:pt x="175976" y="101705"/>
                </a:cubicBezTo>
                <a:cubicBezTo>
                  <a:pt x="175771" y="101987"/>
                  <a:pt x="175425" y="102231"/>
                  <a:pt x="174938" y="102436"/>
                </a:cubicBezTo>
                <a:cubicBezTo>
                  <a:pt x="174451" y="102641"/>
                  <a:pt x="173797" y="102795"/>
                  <a:pt x="172977" y="102897"/>
                </a:cubicBezTo>
                <a:cubicBezTo>
                  <a:pt x="172157" y="103000"/>
                  <a:pt x="171131" y="103051"/>
                  <a:pt x="169901" y="103051"/>
                </a:cubicBezTo>
                <a:cubicBezTo>
                  <a:pt x="168722" y="103051"/>
                  <a:pt x="167709" y="103000"/>
                  <a:pt x="166863" y="102897"/>
                </a:cubicBezTo>
                <a:cubicBezTo>
                  <a:pt x="166017" y="102795"/>
                  <a:pt x="165351" y="102641"/>
                  <a:pt x="164864" y="102436"/>
                </a:cubicBezTo>
                <a:cubicBezTo>
                  <a:pt x="164376" y="102231"/>
                  <a:pt x="164043" y="101987"/>
                  <a:pt x="163864" y="101705"/>
                </a:cubicBezTo>
                <a:cubicBezTo>
                  <a:pt x="163684" y="101423"/>
                  <a:pt x="163595" y="101077"/>
                  <a:pt x="163595" y="100667"/>
                </a:cubicBezTo>
                <a:lnTo>
                  <a:pt x="163595" y="58601"/>
                </a:lnTo>
                <a:cubicBezTo>
                  <a:pt x="163595" y="55678"/>
                  <a:pt x="163313" y="53012"/>
                  <a:pt x="162749" y="50603"/>
                </a:cubicBezTo>
                <a:cubicBezTo>
                  <a:pt x="162185" y="48193"/>
                  <a:pt x="161339" y="46117"/>
                  <a:pt x="160211" y="44374"/>
                </a:cubicBezTo>
                <a:cubicBezTo>
                  <a:pt x="159083" y="42630"/>
                  <a:pt x="157660" y="41297"/>
                  <a:pt x="155943" y="40375"/>
                </a:cubicBezTo>
                <a:cubicBezTo>
                  <a:pt x="154225" y="39452"/>
                  <a:pt x="152187" y="38990"/>
                  <a:pt x="149829" y="38990"/>
                </a:cubicBezTo>
                <a:cubicBezTo>
                  <a:pt x="146906" y="38990"/>
                  <a:pt x="143958" y="40118"/>
                  <a:pt x="140985" y="42374"/>
                </a:cubicBezTo>
                <a:cubicBezTo>
                  <a:pt x="138011" y="44630"/>
                  <a:pt x="134781" y="47937"/>
                  <a:pt x="131295" y="52295"/>
                </a:cubicBezTo>
                <a:lnTo>
                  <a:pt x="131295" y="100667"/>
                </a:lnTo>
                <a:cubicBezTo>
                  <a:pt x="131295" y="101077"/>
                  <a:pt x="131192" y="101423"/>
                  <a:pt x="130987" y="101705"/>
                </a:cubicBezTo>
                <a:cubicBezTo>
                  <a:pt x="130782" y="101987"/>
                  <a:pt x="130449" y="102231"/>
                  <a:pt x="129988" y="102436"/>
                </a:cubicBezTo>
                <a:cubicBezTo>
                  <a:pt x="129526" y="102641"/>
                  <a:pt x="128885" y="102795"/>
                  <a:pt x="128065" y="102897"/>
                </a:cubicBezTo>
                <a:cubicBezTo>
                  <a:pt x="127245" y="103000"/>
                  <a:pt x="126194" y="103051"/>
                  <a:pt x="124912" y="103051"/>
                </a:cubicBezTo>
                <a:cubicBezTo>
                  <a:pt x="123681" y="103051"/>
                  <a:pt x="122656" y="103000"/>
                  <a:pt x="121836" y="102897"/>
                </a:cubicBezTo>
                <a:cubicBezTo>
                  <a:pt x="121015" y="102795"/>
                  <a:pt x="120362" y="102641"/>
                  <a:pt x="119875" y="102436"/>
                </a:cubicBezTo>
                <a:cubicBezTo>
                  <a:pt x="119388" y="102231"/>
                  <a:pt x="119054" y="101987"/>
                  <a:pt x="118875" y="101705"/>
                </a:cubicBezTo>
                <a:cubicBezTo>
                  <a:pt x="118696" y="101423"/>
                  <a:pt x="118606" y="101077"/>
                  <a:pt x="118606" y="100667"/>
                </a:cubicBezTo>
                <a:lnTo>
                  <a:pt x="118606" y="31454"/>
                </a:lnTo>
                <a:cubicBezTo>
                  <a:pt x="118606" y="31044"/>
                  <a:pt x="118683" y="30697"/>
                  <a:pt x="118837" y="30415"/>
                </a:cubicBezTo>
                <a:cubicBezTo>
                  <a:pt x="118990" y="30133"/>
                  <a:pt x="119298" y="29877"/>
                  <a:pt x="119759" y="29646"/>
                </a:cubicBezTo>
                <a:cubicBezTo>
                  <a:pt x="120221" y="29416"/>
                  <a:pt x="120810" y="29262"/>
                  <a:pt x="121528" y="29185"/>
                </a:cubicBezTo>
                <a:cubicBezTo>
                  <a:pt x="122246" y="29108"/>
                  <a:pt x="123194" y="29070"/>
                  <a:pt x="124374" y="29070"/>
                </a:cubicBezTo>
                <a:cubicBezTo>
                  <a:pt x="125502" y="29070"/>
                  <a:pt x="126437" y="29108"/>
                  <a:pt x="127181" y="29185"/>
                </a:cubicBezTo>
                <a:cubicBezTo>
                  <a:pt x="127924" y="29262"/>
                  <a:pt x="128501" y="29416"/>
                  <a:pt x="128911" y="29646"/>
                </a:cubicBezTo>
                <a:cubicBezTo>
                  <a:pt x="129321" y="29877"/>
                  <a:pt x="129616" y="30133"/>
                  <a:pt x="129795" y="30415"/>
                </a:cubicBezTo>
                <a:cubicBezTo>
                  <a:pt x="129975" y="30697"/>
                  <a:pt x="130065" y="31044"/>
                  <a:pt x="130065" y="31454"/>
                </a:cubicBezTo>
                <a:lnTo>
                  <a:pt x="130065" y="40605"/>
                </a:lnTo>
                <a:cubicBezTo>
                  <a:pt x="133961" y="36247"/>
                  <a:pt x="137742" y="33056"/>
                  <a:pt x="141408" y="31031"/>
                </a:cubicBezTo>
                <a:cubicBezTo>
                  <a:pt x="145074" y="29006"/>
                  <a:pt x="148778" y="27993"/>
                  <a:pt x="152520" y="27993"/>
                </a:cubicBezTo>
                <a:cubicBezTo>
                  <a:pt x="155392" y="27993"/>
                  <a:pt x="157968" y="28326"/>
                  <a:pt x="160249" y="28993"/>
                </a:cubicBezTo>
                <a:cubicBezTo>
                  <a:pt x="162531" y="29659"/>
                  <a:pt x="164543" y="30595"/>
                  <a:pt x="166286" y="31800"/>
                </a:cubicBezTo>
                <a:cubicBezTo>
                  <a:pt x="168029" y="33005"/>
                  <a:pt x="169516" y="34440"/>
                  <a:pt x="170747" y="36106"/>
                </a:cubicBezTo>
                <a:cubicBezTo>
                  <a:pt x="171977" y="37773"/>
                  <a:pt x="173003" y="39631"/>
                  <a:pt x="173823" y="41682"/>
                </a:cubicBezTo>
                <a:cubicBezTo>
                  <a:pt x="176130" y="39170"/>
                  <a:pt x="178322" y="37042"/>
                  <a:pt x="180398" y="35299"/>
                </a:cubicBezTo>
                <a:cubicBezTo>
                  <a:pt x="182474" y="33556"/>
                  <a:pt x="184474" y="32146"/>
                  <a:pt x="186397" y="31069"/>
                </a:cubicBezTo>
                <a:cubicBezTo>
                  <a:pt x="188319" y="29993"/>
                  <a:pt x="190191" y="29211"/>
                  <a:pt x="192011" y="28724"/>
                </a:cubicBezTo>
                <a:cubicBezTo>
                  <a:pt x="193831" y="28237"/>
                  <a:pt x="195664" y="27993"/>
                  <a:pt x="197509" y="27993"/>
                </a:cubicBezTo>
                <a:cubicBezTo>
                  <a:pt x="201970" y="27993"/>
                  <a:pt x="205712" y="28775"/>
                  <a:pt x="208737" y="30339"/>
                </a:cubicBezTo>
                <a:cubicBezTo>
                  <a:pt x="211762" y="31902"/>
                  <a:pt x="214210" y="33992"/>
                  <a:pt x="216081" y="36606"/>
                </a:cubicBezTo>
                <a:cubicBezTo>
                  <a:pt x="217953" y="39221"/>
                  <a:pt x="219286" y="42284"/>
                  <a:pt x="220080" y="45796"/>
                </a:cubicBezTo>
                <a:cubicBezTo>
                  <a:pt x="220875" y="49308"/>
                  <a:pt x="221272" y="53012"/>
                  <a:pt x="221272" y="56909"/>
                </a:cubicBezTo>
                <a:lnTo>
                  <a:pt x="221272" y="1006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9583A-4E14-4703-AC91-3812A437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903" y="3430949"/>
            <a:ext cx="667271" cy="313948"/>
          </a:xfrm>
          <a:custGeom xmlns:a="http://schemas.openxmlformats.org/drawingml/2006/main">
            <a:pathLst>
              <a:path w="667271" h="313948">
                <a:moveTo>
                  <a:pt x="25725" y="313948"/>
                </a:moveTo>
                <a:cubicBezTo>
                  <a:pt x="11550" y="313948"/>
                  <a:pt x="0" y="302923"/>
                  <a:pt x="0" y="288748"/>
                </a:cubicBezTo>
                <a:lnTo>
                  <a:pt x="0" y="25725"/>
                </a:lnTo>
                <a:cubicBezTo>
                  <a:pt x="0" y="11550"/>
                  <a:pt x="11550" y="0"/>
                  <a:pt x="25725" y="0"/>
                </a:cubicBezTo>
                <a:lnTo>
                  <a:pt x="641546" y="0"/>
                </a:lnTo>
                <a:cubicBezTo>
                  <a:pt x="656246" y="0"/>
                  <a:pt x="667271" y="11550"/>
                  <a:pt x="667271" y="25725"/>
                </a:cubicBezTo>
                <a:lnTo>
                  <a:pt x="667271" y="288748"/>
                </a:lnTo>
                <a:cubicBezTo>
                  <a:pt x="667271" y="302923"/>
                  <a:pt x="655721" y="313948"/>
                  <a:pt x="641546" y="313948"/>
                </a:cubicBezTo>
                <a:lnTo>
                  <a:pt x="25725" y="313948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A9D76-5F5F-48D5-9F62-38F8A9B2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903" y="3430949"/>
            <a:ext cx="667271" cy="313948"/>
          </a:xfrm>
          <a:custGeom xmlns:a="http://schemas.openxmlformats.org/drawingml/2006/main">
            <a:pathLst>
              <a:path w="667271" h="313948" fill="none">
                <a:moveTo>
                  <a:pt x="25725" y="313948"/>
                </a:moveTo>
                <a:lnTo>
                  <a:pt x="641546" y="313948"/>
                </a:lnTo>
                <a:cubicBezTo>
                  <a:pt x="655721" y="313948"/>
                  <a:pt x="667271" y="302923"/>
                  <a:pt x="667271" y="288748"/>
                </a:cubicBezTo>
                <a:lnTo>
                  <a:pt x="667271" y="25725"/>
                </a:lnTo>
                <a:cubicBezTo>
                  <a:pt x="667271" y="11550"/>
                  <a:pt x="656246" y="0"/>
                  <a:pt x="641546" y="0"/>
                </a:cubicBezTo>
                <a:lnTo>
                  <a:pt x="25725" y="0"/>
                </a:lnTo>
                <a:cubicBezTo>
                  <a:pt x="11550" y="0"/>
                  <a:pt x="0" y="11550"/>
                  <a:pt x="0" y="25725"/>
                </a:cubicBezTo>
                <a:lnTo>
                  <a:pt x="0" y="288748"/>
                </a:lnTo>
                <a:cubicBezTo>
                  <a:pt x="0" y="302923"/>
                  <a:pt x="11550" y="313948"/>
                  <a:pt x="25725" y="3139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25" cap="sq">
            <a:solidFill>
              <a:srgbClr val="538135"/>
            </a:solidFill>
            <a:miter/>
          </a:ln>
        </p:spPr>
      </p:sp>
      <p:sp>
        <p:nvSpPr>
          <p:cNvPr id="122" name="Text %sum">
            <a:extLst xmlns:a="http://schemas.openxmlformats.org/drawingml/2006/main">
              <a:ext uri="{FF2B5EF4-FFF2-40B4-BE49-F238E27FC236}">
                <a16:creationId xmlns:a16="http://schemas.microsoft.com/office/drawing/2014/main" id="{60AC4C71-152D-42F9-B202-8ED6691C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711" y="3532582"/>
            <a:ext cx="365351" cy="105358"/>
          </a:xfrm>
          <a:custGeom xmlns:a="http://schemas.openxmlformats.org/drawingml/2006/main">
            <a:pathLst>
              <a:path w="365351" h="105358">
                <a:moveTo>
                  <a:pt x="42835" y="27647"/>
                </a:moveTo>
                <a:cubicBezTo>
                  <a:pt x="42835" y="31599"/>
                  <a:pt x="42400" y="35193"/>
                  <a:pt x="41528" y="38428"/>
                </a:cubicBezTo>
                <a:cubicBezTo>
                  <a:pt x="40657" y="41663"/>
                  <a:pt x="39324" y="44423"/>
                  <a:pt x="37529" y="46709"/>
                </a:cubicBezTo>
                <a:cubicBezTo>
                  <a:pt x="35735" y="48994"/>
                  <a:pt x="33466" y="50778"/>
                  <a:pt x="30723" y="52062"/>
                </a:cubicBezTo>
                <a:cubicBezTo>
                  <a:pt x="27980" y="53345"/>
                  <a:pt x="24763" y="53987"/>
                  <a:pt x="21072" y="53987"/>
                </a:cubicBezTo>
                <a:cubicBezTo>
                  <a:pt x="17329" y="53987"/>
                  <a:pt x="14125" y="53396"/>
                  <a:pt x="11459" y="52215"/>
                </a:cubicBezTo>
                <a:cubicBezTo>
                  <a:pt x="8793" y="51035"/>
                  <a:pt x="6614" y="49327"/>
                  <a:pt x="4922" y="47094"/>
                </a:cubicBezTo>
                <a:cubicBezTo>
                  <a:pt x="3230" y="44861"/>
                  <a:pt x="1987" y="42139"/>
                  <a:pt x="1192" y="38930"/>
                </a:cubicBezTo>
                <a:cubicBezTo>
                  <a:pt x="397" y="35721"/>
                  <a:pt x="0" y="32063"/>
                  <a:pt x="0" y="27955"/>
                </a:cubicBezTo>
                <a:cubicBezTo>
                  <a:pt x="0" y="24207"/>
                  <a:pt x="423" y="20742"/>
                  <a:pt x="1269" y="17558"/>
                </a:cubicBezTo>
                <a:cubicBezTo>
                  <a:pt x="2115" y="14375"/>
                  <a:pt x="3409" y="11628"/>
                  <a:pt x="5153" y="9317"/>
                </a:cubicBezTo>
                <a:cubicBezTo>
                  <a:pt x="6896" y="7005"/>
                  <a:pt x="9139" y="5182"/>
                  <a:pt x="11882" y="3848"/>
                </a:cubicBezTo>
                <a:cubicBezTo>
                  <a:pt x="14625" y="2513"/>
                  <a:pt x="17867" y="1846"/>
                  <a:pt x="21610" y="1846"/>
                </a:cubicBezTo>
                <a:cubicBezTo>
                  <a:pt x="25660" y="1846"/>
                  <a:pt x="29057" y="2539"/>
                  <a:pt x="31800" y="3927"/>
                </a:cubicBezTo>
                <a:cubicBezTo>
                  <a:pt x="34543" y="5313"/>
                  <a:pt x="36734" y="7174"/>
                  <a:pt x="38375" y="9510"/>
                </a:cubicBezTo>
                <a:cubicBezTo>
                  <a:pt x="40016" y="11846"/>
                  <a:pt x="41169" y="14580"/>
                  <a:pt x="41836" y="17712"/>
                </a:cubicBezTo>
                <a:cubicBezTo>
                  <a:pt x="42502" y="20844"/>
                  <a:pt x="42835" y="24156"/>
                  <a:pt x="42835" y="27647"/>
                </a:cubicBezTo>
                <a:moveTo>
                  <a:pt x="32069" y="28031"/>
                </a:moveTo>
                <a:cubicBezTo>
                  <a:pt x="32069" y="25154"/>
                  <a:pt x="31864" y="22598"/>
                  <a:pt x="31454" y="20363"/>
                </a:cubicBezTo>
                <a:cubicBezTo>
                  <a:pt x="31044" y="18128"/>
                  <a:pt x="30415" y="16265"/>
                  <a:pt x="29570" y="14775"/>
                </a:cubicBezTo>
                <a:cubicBezTo>
                  <a:pt x="28724" y="13285"/>
                  <a:pt x="27608" y="12168"/>
                  <a:pt x="26224" y="11423"/>
                </a:cubicBezTo>
                <a:cubicBezTo>
                  <a:pt x="24840" y="10678"/>
                  <a:pt x="23199" y="10305"/>
                  <a:pt x="21302" y="10305"/>
                </a:cubicBezTo>
                <a:cubicBezTo>
                  <a:pt x="19508" y="10305"/>
                  <a:pt x="17944" y="10665"/>
                  <a:pt x="16611" y="11384"/>
                </a:cubicBezTo>
                <a:cubicBezTo>
                  <a:pt x="15278" y="12104"/>
                  <a:pt x="14189" y="13183"/>
                  <a:pt x="13343" y="14621"/>
                </a:cubicBezTo>
                <a:cubicBezTo>
                  <a:pt x="12497" y="16060"/>
                  <a:pt x="11869" y="17846"/>
                  <a:pt x="11459" y="19978"/>
                </a:cubicBezTo>
                <a:cubicBezTo>
                  <a:pt x="11049" y="22111"/>
                  <a:pt x="10843" y="24616"/>
                  <a:pt x="10843" y="27493"/>
                </a:cubicBezTo>
                <a:cubicBezTo>
                  <a:pt x="10843" y="30986"/>
                  <a:pt x="11087" y="33902"/>
                  <a:pt x="11574" y="36241"/>
                </a:cubicBezTo>
                <a:cubicBezTo>
                  <a:pt x="12061" y="38579"/>
                  <a:pt x="12753" y="40428"/>
                  <a:pt x="13650" y="41790"/>
                </a:cubicBezTo>
                <a:cubicBezTo>
                  <a:pt x="14548" y="43152"/>
                  <a:pt x="15676" y="44103"/>
                  <a:pt x="17034" y="44643"/>
                </a:cubicBezTo>
                <a:cubicBezTo>
                  <a:pt x="18393" y="45181"/>
                  <a:pt x="19944" y="45450"/>
                  <a:pt x="21687" y="45450"/>
                </a:cubicBezTo>
                <a:cubicBezTo>
                  <a:pt x="23738" y="45450"/>
                  <a:pt x="25417" y="45065"/>
                  <a:pt x="26724" y="44294"/>
                </a:cubicBezTo>
                <a:cubicBezTo>
                  <a:pt x="28031" y="43524"/>
                  <a:pt x="29082" y="42380"/>
                  <a:pt x="29877" y="40865"/>
                </a:cubicBezTo>
                <a:cubicBezTo>
                  <a:pt x="30672" y="39349"/>
                  <a:pt x="31236" y="37525"/>
                  <a:pt x="31569" y="35393"/>
                </a:cubicBezTo>
                <a:cubicBezTo>
                  <a:pt x="31902" y="33260"/>
                  <a:pt x="32069" y="30806"/>
                  <a:pt x="32069" y="28031"/>
                </a:cubicBezTo>
                <a:moveTo>
                  <a:pt x="101513" y="77481"/>
                </a:moveTo>
                <a:cubicBezTo>
                  <a:pt x="101513" y="81433"/>
                  <a:pt x="101077" y="85027"/>
                  <a:pt x="100206" y="88262"/>
                </a:cubicBezTo>
                <a:cubicBezTo>
                  <a:pt x="99334" y="91496"/>
                  <a:pt x="98001" y="94257"/>
                  <a:pt x="96207" y="96543"/>
                </a:cubicBezTo>
                <a:cubicBezTo>
                  <a:pt x="94412" y="98828"/>
                  <a:pt x="92144" y="100612"/>
                  <a:pt x="89401" y="101895"/>
                </a:cubicBezTo>
                <a:cubicBezTo>
                  <a:pt x="86658" y="103179"/>
                  <a:pt x="83441" y="103820"/>
                  <a:pt x="79749" y="103820"/>
                </a:cubicBezTo>
                <a:cubicBezTo>
                  <a:pt x="76007" y="103820"/>
                  <a:pt x="72802" y="103230"/>
                  <a:pt x="70136" y="102049"/>
                </a:cubicBezTo>
                <a:cubicBezTo>
                  <a:pt x="67470" y="100868"/>
                  <a:pt x="65291" y="99161"/>
                  <a:pt x="63600" y="96928"/>
                </a:cubicBezTo>
                <a:cubicBezTo>
                  <a:pt x="61908" y="94694"/>
                  <a:pt x="60664" y="91973"/>
                  <a:pt x="59870" y="88764"/>
                </a:cubicBezTo>
                <a:cubicBezTo>
                  <a:pt x="59075" y="85555"/>
                  <a:pt x="58678" y="81896"/>
                  <a:pt x="58678" y="77788"/>
                </a:cubicBezTo>
                <a:cubicBezTo>
                  <a:pt x="58678" y="74041"/>
                  <a:pt x="59101" y="70575"/>
                  <a:pt x="59947" y="67392"/>
                </a:cubicBezTo>
                <a:cubicBezTo>
                  <a:pt x="60793" y="64208"/>
                  <a:pt x="62087" y="61461"/>
                  <a:pt x="63830" y="59151"/>
                </a:cubicBezTo>
                <a:cubicBezTo>
                  <a:pt x="65573" y="56839"/>
                  <a:pt x="67816" y="55016"/>
                  <a:pt x="70559" y="53681"/>
                </a:cubicBezTo>
                <a:cubicBezTo>
                  <a:pt x="73302" y="52347"/>
                  <a:pt x="76545" y="51679"/>
                  <a:pt x="80288" y="51679"/>
                </a:cubicBezTo>
                <a:cubicBezTo>
                  <a:pt x="84338" y="51679"/>
                  <a:pt x="87735" y="52373"/>
                  <a:pt x="90477" y="53761"/>
                </a:cubicBezTo>
                <a:cubicBezTo>
                  <a:pt x="93220" y="55146"/>
                  <a:pt x="95412" y="57007"/>
                  <a:pt x="97053" y="59343"/>
                </a:cubicBezTo>
                <a:cubicBezTo>
                  <a:pt x="98693" y="61679"/>
                  <a:pt x="99847" y="64413"/>
                  <a:pt x="100513" y="67546"/>
                </a:cubicBezTo>
                <a:cubicBezTo>
                  <a:pt x="101180" y="70678"/>
                  <a:pt x="101513" y="73990"/>
                  <a:pt x="101513" y="77481"/>
                </a:cubicBezTo>
                <a:moveTo>
                  <a:pt x="90747" y="77865"/>
                </a:moveTo>
                <a:cubicBezTo>
                  <a:pt x="90747" y="74988"/>
                  <a:pt x="90541" y="72431"/>
                  <a:pt x="90131" y="70196"/>
                </a:cubicBezTo>
                <a:cubicBezTo>
                  <a:pt x="89721" y="67961"/>
                  <a:pt x="89093" y="66099"/>
                  <a:pt x="88247" y="64609"/>
                </a:cubicBezTo>
                <a:cubicBezTo>
                  <a:pt x="87401" y="63119"/>
                  <a:pt x="86286" y="62001"/>
                  <a:pt x="84902" y="61256"/>
                </a:cubicBezTo>
                <a:cubicBezTo>
                  <a:pt x="83518" y="60511"/>
                  <a:pt x="81877" y="60139"/>
                  <a:pt x="79980" y="60139"/>
                </a:cubicBezTo>
                <a:cubicBezTo>
                  <a:pt x="78186" y="60139"/>
                  <a:pt x="76622" y="60499"/>
                  <a:pt x="75289" y="61218"/>
                </a:cubicBezTo>
                <a:cubicBezTo>
                  <a:pt x="73956" y="61937"/>
                  <a:pt x="72866" y="63016"/>
                  <a:pt x="72020" y="64455"/>
                </a:cubicBezTo>
                <a:cubicBezTo>
                  <a:pt x="71175" y="65894"/>
                  <a:pt x="70546" y="67679"/>
                  <a:pt x="70136" y="69812"/>
                </a:cubicBezTo>
                <a:cubicBezTo>
                  <a:pt x="69726" y="71944"/>
                  <a:pt x="69521" y="74449"/>
                  <a:pt x="69521" y="77327"/>
                </a:cubicBezTo>
                <a:cubicBezTo>
                  <a:pt x="69521" y="80820"/>
                  <a:pt x="69765" y="83735"/>
                  <a:pt x="70252" y="86075"/>
                </a:cubicBezTo>
                <a:cubicBezTo>
                  <a:pt x="70739" y="88412"/>
                  <a:pt x="71431" y="90262"/>
                  <a:pt x="72328" y="91624"/>
                </a:cubicBezTo>
                <a:cubicBezTo>
                  <a:pt x="73225" y="92986"/>
                  <a:pt x="74353" y="93936"/>
                  <a:pt x="75712" y="94476"/>
                </a:cubicBezTo>
                <a:cubicBezTo>
                  <a:pt x="77070" y="95015"/>
                  <a:pt x="78621" y="95284"/>
                  <a:pt x="80365" y="95284"/>
                </a:cubicBezTo>
                <a:cubicBezTo>
                  <a:pt x="82415" y="95284"/>
                  <a:pt x="84094" y="94899"/>
                  <a:pt x="85402" y="94128"/>
                </a:cubicBezTo>
                <a:cubicBezTo>
                  <a:pt x="86709" y="93357"/>
                  <a:pt x="87760" y="92214"/>
                  <a:pt x="88555" y="90699"/>
                </a:cubicBezTo>
                <a:cubicBezTo>
                  <a:pt x="89349" y="89183"/>
                  <a:pt x="89913" y="87359"/>
                  <a:pt x="90247" y="85226"/>
                </a:cubicBezTo>
                <a:cubicBezTo>
                  <a:pt x="90580" y="83094"/>
                  <a:pt x="90747" y="80640"/>
                  <a:pt x="90747" y="77865"/>
                </a:cubicBezTo>
                <a:moveTo>
                  <a:pt x="21072" y="103203"/>
                </a:moveTo>
                <a:cubicBezTo>
                  <a:pt x="20815" y="103666"/>
                  <a:pt x="20508" y="104012"/>
                  <a:pt x="20149" y="104243"/>
                </a:cubicBezTo>
                <a:cubicBezTo>
                  <a:pt x="19790" y="104474"/>
                  <a:pt x="19354" y="104679"/>
                  <a:pt x="18841" y="104858"/>
                </a:cubicBezTo>
                <a:cubicBezTo>
                  <a:pt x="18329" y="105038"/>
                  <a:pt x="17714" y="105166"/>
                  <a:pt x="16996" y="105243"/>
                </a:cubicBezTo>
                <a:cubicBezTo>
                  <a:pt x="16278" y="105320"/>
                  <a:pt x="15406" y="105358"/>
                  <a:pt x="14381" y="105358"/>
                </a:cubicBezTo>
                <a:cubicBezTo>
                  <a:pt x="13253" y="105358"/>
                  <a:pt x="12343" y="105256"/>
                  <a:pt x="11651" y="105051"/>
                </a:cubicBezTo>
                <a:cubicBezTo>
                  <a:pt x="10959" y="104846"/>
                  <a:pt x="10472" y="104576"/>
                  <a:pt x="10190" y="104243"/>
                </a:cubicBezTo>
                <a:cubicBezTo>
                  <a:pt x="9908" y="103910"/>
                  <a:pt x="9805" y="103499"/>
                  <a:pt x="9882" y="103010"/>
                </a:cubicBezTo>
                <a:cubicBezTo>
                  <a:pt x="9959" y="102523"/>
                  <a:pt x="10203" y="101972"/>
                  <a:pt x="10613" y="101357"/>
                </a:cubicBezTo>
                <a:lnTo>
                  <a:pt x="79826" y="2156"/>
                </a:lnTo>
                <a:cubicBezTo>
                  <a:pt x="80083" y="1744"/>
                  <a:pt x="80390" y="1397"/>
                  <a:pt x="80749" y="1115"/>
                </a:cubicBezTo>
                <a:cubicBezTo>
                  <a:pt x="81108" y="833"/>
                  <a:pt x="81557" y="615"/>
                  <a:pt x="82095" y="461"/>
                </a:cubicBezTo>
                <a:cubicBezTo>
                  <a:pt x="82633" y="308"/>
                  <a:pt x="83248" y="192"/>
                  <a:pt x="83941" y="115"/>
                </a:cubicBezTo>
                <a:cubicBezTo>
                  <a:pt x="84633" y="38"/>
                  <a:pt x="85517" y="0"/>
                  <a:pt x="86594" y="0"/>
                </a:cubicBezTo>
                <a:cubicBezTo>
                  <a:pt x="87670" y="0"/>
                  <a:pt x="88555" y="90"/>
                  <a:pt x="89247" y="269"/>
                </a:cubicBezTo>
                <a:cubicBezTo>
                  <a:pt x="89939" y="449"/>
                  <a:pt x="90439" y="718"/>
                  <a:pt x="90747" y="1077"/>
                </a:cubicBezTo>
                <a:cubicBezTo>
                  <a:pt x="91054" y="1436"/>
                  <a:pt x="91170" y="1872"/>
                  <a:pt x="91093" y="2386"/>
                </a:cubicBezTo>
                <a:cubicBezTo>
                  <a:pt x="91016" y="2899"/>
                  <a:pt x="90772" y="3437"/>
                  <a:pt x="90362" y="4001"/>
                </a:cubicBezTo>
                <a:lnTo>
                  <a:pt x="21072" y="103203"/>
                </a:lnTo>
                <a:close/>
                <a:moveTo>
                  <a:pt x="162149" y="81881"/>
                </a:moveTo>
                <a:cubicBezTo>
                  <a:pt x="162149" y="85422"/>
                  <a:pt x="161496" y="88578"/>
                  <a:pt x="160188" y="91350"/>
                </a:cubicBezTo>
                <a:cubicBezTo>
                  <a:pt x="158881" y="94120"/>
                  <a:pt x="157022" y="96455"/>
                  <a:pt x="154613" y="98355"/>
                </a:cubicBezTo>
                <a:cubicBezTo>
                  <a:pt x="152203" y="100254"/>
                  <a:pt x="149332" y="101690"/>
                  <a:pt x="146000" y="102664"/>
                </a:cubicBezTo>
                <a:cubicBezTo>
                  <a:pt x="142667" y="103640"/>
                  <a:pt x="139001" y="104128"/>
                  <a:pt x="135002" y="104128"/>
                </a:cubicBezTo>
                <a:cubicBezTo>
                  <a:pt x="132541" y="104128"/>
                  <a:pt x="130196" y="103936"/>
                  <a:pt x="127966" y="103551"/>
                </a:cubicBezTo>
                <a:cubicBezTo>
                  <a:pt x="125735" y="103167"/>
                  <a:pt x="123736" y="102679"/>
                  <a:pt x="121967" y="102090"/>
                </a:cubicBezTo>
                <a:cubicBezTo>
                  <a:pt x="120198" y="101500"/>
                  <a:pt x="118699" y="100885"/>
                  <a:pt x="117468" y="100244"/>
                </a:cubicBezTo>
                <a:cubicBezTo>
                  <a:pt x="116238" y="99603"/>
                  <a:pt x="115341" y="99027"/>
                  <a:pt x="114777" y="98514"/>
                </a:cubicBezTo>
                <a:cubicBezTo>
                  <a:pt x="114213" y="98001"/>
                  <a:pt x="113802" y="97283"/>
                  <a:pt x="113546" y="96361"/>
                </a:cubicBezTo>
                <a:cubicBezTo>
                  <a:pt x="113290" y="95438"/>
                  <a:pt x="113162" y="94182"/>
                  <a:pt x="113162" y="92592"/>
                </a:cubicBezTo>
                <a:cubicBezTo>
                  <a:pt x="113162" y="91618"/>
                  <a:pt x="113213" y="90798"/>
                  <a:pt x="113315" y="90131"/>
                </a:cubicBezTo>
                <a:cubicBezTo>
                  <a:pt x="113418" y="89465"/>
                  <a:pt x="113546" y="88927"/>
                  <a:pt x="113700" y="88516"/>
                </a:cubicBezTo>
                <a:cubicBezTo>
                  <a:pt x="113854" y="88106"/>
                  <a:pt x="114072" y="87811"/>
                  <a:pt x="114354" y="87632"/>
                </a:cubicBezTo>
                <a:cubicBezTo>
                  <a:pt x="114636" y="87453"/>
                  <a:pt x="114956" y="87363"/>
                  <a:pt x="115315" y="87363"/>
                </a:cubicBezTo>
                <a:cubicBezTo>
                  <a:pt x="115879" y="87363"/>
                  <a:pt x="116712" y="87709"/>
                  <a:pt x="117814" y="88401"/>
                </a:cubicBezTo>
                <a:cubicBezTo>
                  <a:pt x="118917" y="89093"/>
                  <a:pt x="120275" y="89849"/>
                  <a:pt x="121890" y="90670"/>
                </a:cubicBezTo>
                <a:cubicBezTo>
                  <a:pt x="123505" y="91490"/>
                  <a:pt x="125415" y="92246"/>
                  <a:pt x="127620" y="92938"/>
                </a:cubicBezTo>
                <a:cubicBezTo>
                  <a:pt x="129824" y="93630"/>
                  <a:pt x="132362" y="93977"/>
                  <a:pt x="135233" y="93977"/>
                </a:cubicBezTo>
                <a:cubicBezTo>
                  <a:pt x="137386" y="93977"/>
                  <a:pt x="139335" y="93746"/>
                  <a:pt x="141078" y="93284"/>
                </a:cubicBezTo>
                <a:cubicBezTo>
                  <a:pt x="142821" y="92821"/>
                  <a:pt x="144333" y="92140"/>
                  <a:pt x="145615" y="91242"/>
                </a:cubicBezTo>
                <a:cubicBezTo>
                  <a:pt x="146897" y="90343"/>
                  <a:pt x="147884" y="89200"/>
                  <a:pt x="148576" y="87812"/>
                </a:cubicBezTo>
                <a:cubicBezTo>
                  <a:pt x="149268" y="86425"/>
                  <a:pt x="149614" y="84781"/>
                  <a:pt x="149614" y="82881"/>
                </a:cubicBezTo>
                <a:cubicBezTo>
                  <a:pt x="149614" y="80931"/>
                  <a:pt x="149114" y="79289"/>
                  <a:pt x="148114" y="77954"/>
                </a:cubicBezTo>
                <a:cubicBezTo>
                  <a:pt x="147115" y="76619"/>
                  <a:pt x="145794" y="75439"/>
                  <a:pt x="144154" y="74414"/>
                </a:cubicBezTo>
                <a:cubicBezTo>
                  <a:pt x="142513" y="73387"/>
                  <a:pt x="140668" y="72476"/>
                  <a:pt x="138617" y="71682"/>
                </a:cubicBezTo>
                <a:cubicBezTo>
                  <a:pt x="136566" y="70885"/>
                  <a:pt x="134451" y="70051"/>
                  <a:pt x="132272" y="69180"/>
                </a:cubicBezTo>
                <a:cubicBezTo>
                  <a:pt x="130093" y="68307"/>
                  <a:pt x="127966" y="67318"/>
                  <a:pt x="125889" y="66214"/>
                </a:cubicBezTo>
                <a:cubicBezTo>
                  <a:pt x="123813" y="65110"/>
                  <a:pt x="121954" y="63763"/>
                  <a:pt x="120314" y="62172"/>
                </a:cubicBezTo>
                <a:cubicBezTo>
                  <a:pt x="118673" y="60581"/>
                  <a:pt x="117353" y="58682"/>
                  <a:pt x="116353" y="56476"/>
                </a:cubicBezTo>
                <a:cubicBezTo>
                  <a:pt x="115353" y="54270"/>
                  <a:pt x="114854" y="51627"/>
                  <a:pt x="114854" y="48548"/>
                </a:cubicBezTo>
                <a:cubicBezTo>
                  <a:pt x="114854" y="45827"/>
                  <a:pt x="115379" y="43223"/>
                  <a:pt x="116430" y="40735"/>
                </a:cubicBezTo>
                <a:cubicBezTo>
                  <a:pt x="117481" y="38245"/>
                  <a:pt x="119058" y="36064"/>
                  <a:pt x="121160" y="34191"/>
                </a:cubicBezTo>
                <a:cubicBezTo>
                  <a:pt x="123262" y="32316"/>
                  <a:pt x="125889" y="30815"/>
                  <a:pt x="129042" y="29687"/>
                </a:cubicBezTo>
                <a:cubicBezTo>
                  <a:pt x="132195" y="28558"/>
                  <a:pt x="135874" y="27993"/>
                  <a:pt x="140078" y="27993"/>
                </a:cubicBezTo>
                <a:cubicBezTo>
                  <a:pt x="141924" y="27993"/>
                  <a:pt x="143769" y="28149"/>
                  <a:pt x="145615" y="28462"/>
                </a:cubicBezTo>
                <a:cubicBezTo>
                  <a:pt x="147461" y="28774"/>
                  <a:pt x="149127" y="29164"/>
                  <a:pt x="150614" y="29632"/>
                </a:cubicBezTo>
                <a:cubicBezTo>
                  <a:pt x="152101" y="30100"/>
                  <a:pt x="153370" y="30607"/>
                  <a:pt x="154421" y="31153"/>
                </a:cubicBezTo>
                <a:cubicBezTo>
                  <a:pt x="155472" y="31700"/>
                  <a:pt x="156266" y="32181"/>
                  <a:pt x="156805" y="32598"/>
                </a:cubicBezTo>
                <a:cubicBezTo>
                  <a:pt x="157343" y="33014"/>
                  <a:pt x="157702" y="33376"/>
                  <a:pt x="157881" y="33684"/>
                </a:cubicBezTo>
                <a:cubicBezTo>
                  <a:pt x="158061" y="33992"/>
                  <a:pt x="158189" y="34338"/>
                  <a:pt x="158266" y="34722"/>
                </a:cubicBezTo>
                <a:cubicBezTo>
                  <a:pt x="158343" y="35107"/>
                  <a:pt x="158420" y="35581"/>
                  <a:pt x="158496" y="36145"/>
                </a:cubicBezTo>
                <a:cubicBezTo>
                  <a:pt x="158573" y="36709"/>
                  <a:pt x="158612" y="37401"/>
                  <a:pt x="158612" y="38221"/>
                </a:cubicBezTo>
                <a:cubicBezTo>
                  <a:pt x="158612" y="39093"/>
                  <a:pt x="158573" y="39849"/>
                  <a:pt x="158496" y="40490"/>
                </a:cubicBezTo>
                <a:cubicBezTo>
                  <a:pt x="158420" y="41131"/>
                  <a:pt x="158291" y="41656"/>
                  <a:pt x="158112" y="42066"/>
                </a:cubicBezTo>
                <a:cubicBezTo>
                  <a:pt x="157932" y="42477"/>
                  <a:pt x="157715" y="42771"/>
                  <a:pt x="157458" y="42951"/>
                </a:cubicBezTo>
                <a:cubicBezTo>
                  <a:pt x="157202" y="43130"/>
                  <a:pt x="156920" y="43220"/>
                  <a:pt x="156612" y="43220"/>
                </a:cubicBezTo>
                <a:cubicBezTo>
                  <a:pt x="156151" y="43220"/>
                  <a:pt x="155484" y="42934"/>
                  <a:pt x="154613" y="42362"/>
                </a:cubicBezTo>
                <a:cubicBezTo>
                  <a:pt x="153741" y="41790"/>
                  <a:pt x="152613" y="41179"/>
                  <a:pt x="151229" y="40528"/>
                </a:cubicBezTo>
                <a:cubicBezTo>
                  <a:pt x="149845" y="39878"/>
                  <a:pt x="148217" y="39267"/>
                  <a:pt x="146346" y="38695"/>
                </a:cubicBezTo>
                <a:cubicBezTo>
                  <a:pt x="144474" y="38123"/>
                  <a:pt x="142334" y="37837"/>
                  <a:pt x="139924" y="37837"/>
                </a:cubicBezTo>
                <a:cubicBezTo>
                  <a:pt x="137771" y="37837"/>
                  <a:pt x="135874" y="38081"/>
                  <a:pt x="134233" y="38570"/>
                </a:cubicBezTo>
                <a:cubicBezTo>
                  <a:pt x="132593" y="39057"/>
                  <a:pt x="131247" y="39750"/>
                  <a:pt x="130196" y="40649"/>
                </a:cubicBezTo>
                <a:cubicBezTo>
                  <a:pt x="129145" y="41547"/>
                  <a:pt x="128350" y="42614"/>
                  <a:pt x="127812" y="43847"/>
                </a:cubicBezTo>
                <a:cubicBezTo>
                  <a:pt x="127273" y="45079"/>
                  <a:pt x="127004" y="46415"/>
                  <a:pt x="127004" y="47853"/>
                </a:cubicBezTo>
                <a:cubicBezTo>
                  <a:pt x="127004" y="49855"/>
                  <a:pt x="127517" y="51535"/>
                  <a:pt x="128542" y="52895"/>
                </a:cubicBezTo>
                <a:cubicBezTo>
                  <a:pt x="129568" y="54256"/>
                  <a:pt x="130901" y="55449"/>
                  <a:pt x="132541" y="56476"/>
                </a:cubicBezTo>
                <a:cubicBezTo>
                  <a:pt x="134182" y="57502"/>
                  <a:pt x="136053" y="58425"/>
                  <a:pt x="138155" y="59247"/>
                </a:cubicBezTo>
                <a:cubicBezTo>
                  <a:pt x="140257" y="60068"/>
                  <a:pt x="142398" y="60914"/>
                  <a:pt x="144577" y="61787"/>
                </a:cubicBezTo>
                <a:cubicBezTo>
                  <a:pt x="146756" y="62659"/>
                  <a:pt x="148909" y="63634"/>
                  <a:pt x="151037" y="64712"/>
                </a:cubicBezTo>
                <a:cubicBezTo>
                  <a:pt x="153164" y="65790"/>
                  <a:pt x="155049" y="67099"/>
                  <a:pt x="156689" y="68639"/>
                </a:cubicBezTo>
                <a:cubicBezTo>
                  <a:pt x="158330" y="70179"/>
                  <a:pt x="159650" y="72027"/>
                  <a:pt x="160650" y="74183"/>
                </a:cubicBezTo>
                <a:cubicBezTo>
                  <a:pt x="161650" y="76338"/>
                  <a:pt x="162149" y="78904"/>
                  <a:pt x="162149" y="81881"/>
                </a:cubicBezTo>
                <a:close/>
                <a:moveTo>
                  <a:pt x="239432" y="100667"/>
                </a:moveTo>
                <a:cubicBezTo>
                  <a:pt x="239432" y="101077"/>
                  <a:pt x="239342" y="101423"/>
                  <a:pt x="239163" y="101705"/>
                </a:cubicBezTo>
                <a:cubicBezTo>
                  <a:pt x="238984" y="101987"/>
                  <a:pt x="238663" y="102231"/>
                  <a:pt x="238202" y="102436"/>
                </a:cubicBezTo>
                <a:cubicBezTo>
                  <a:pt x="237740" y="102641"/>
                  <a:pt x="237138" y="102795"/>
                  <a:pt x="236394" y="102897"/>
                </a:cubicBezTo>
                <a:cubicBezTo>
                  <a:pt x="235651" y="103000"/>
                  <a:pt x="234741" y="103051"/>
                  <a:pt x="233664" y="103051"/>
                </a:cubicBezTo>
                <a:cubicBezTo>
                  <a:pt x="232485" y="103051"/>
                  <a:pt x="231524" y="103000"/>
                  <a:pt x="230780" y="102897"/>
                </a:cubicBezTo>
                <a:cubicBezTo>
                  <a:pt x="230037" y="102795"/>
                  <a:pt x="229447" y="102641"/>
                  <a:pt x="229012" y="102436"/>
                </a:cubicBezTo>
                <a:cubicBezTo>
                  <a:pt x="228576" y="102231"/>
                  <a:pt x="228281" y="101987"/>
                  <a:pt x="228127" y="101705"/>
                </a:cubicBezTo>
                <a:cubicBezTo>
                  <a:pt x="227973" y="101423"/>
                  <a:pt x="227897" y="101077"/>
                  <a:pt x="227897" y="100667"/>
                </a:cubicBezTo>
                <a:lnTo>
                  <a:pt x="227897" y="91516"/>
                </a:lnTo>
                <a:cubicBezTo>
                  <a:pt x="223949" y="95901"/>
                  <a:pt x="220052" y="99099"/>
                  <a:pt x="216207" y="101112"/>
                </a:cubicBezTo>
                <a:cubicBezTo>
                  <a:pt x="212362" y="103122"/>
                  <a:pt x="208465" y="104128"/>
                  <a:pt x="204518" y="104128"/>
                </a:cubicBezTo>
                <a:cubicBezTo>
                  <a:pt x="199904" y="104128"/>
                  <a:pt x="196020" y="103358"/>
                  <a:pt x="192867" y="101818"/>
                </a:cubicBezTo>
                <a:cubicBezTo>
                  <a:pt x="189714" y="100279"/>
                  <a:pt x="187163" y="98188"/>
                  <a:pt x="185215" y="95546"/>
                </a:cubicBezTo>
                <a:cubicBezTo>
                  <a:pt x="183267" y="92902"/>
                  <a:pt x="181870" y="89823"/>
                  <a:pt x="181024" y="86308"/>
                </a:cubicBezTo>
                <a:cubicBezTo>
                  <a:pt x="180178" y="82791"/>
                  <a:pt x="179755" y="78518"/>
                  <a:pt x="179755" y="73489"/>
                </a:cubicBezTo>
                <a:lnTo>
                  <a:pt x="179755" y="31456"/>
                </a:lnTo>
                <a:cubicBezTo>
                  <a:pt x="179755" y="31046"/>
                  <a:pt x="179844" y="30700"/>
                  <a:pt x="180024" y="30418"/>
                </a:cubicBezTo>
                <a:cubicBezTo>
                  <a:pt x="180203" y="30134"/>
                  <a:pt x="180549" y="29877"/>
                  <a:pt x="181062" y="29646"/>
                </a:cubicBezTo>
                <a:cubicBezTo>
                  <a:pt x="181575" y="29416"/>
                  <a:pt x="182241" y="29262"/>
                  <a:pt x="183062" y="29185"/>
                </a:cubicBezTo>
                <a:cubicBezTo>
                  <a:pt x="183882" y="29108"/>
                  <a:pt x="184907" y="29070"/>
                  <a:pt x="186138" y="29070"/>
                </a:cubicBezTo>
                <a:cubicBezTo>
                  <a:pt x="187368" y="29070"/>
                  <a:pt x="188394" y="29108"/>
                  <a:pt x="189214" y="29185"/>
                </a:cubicBezTo>
                <a:cubicBezTo>
                  <a:pt x="190034" y="29262"/>
                  <a:pt x="190688" y="29416"/>
                  <a:pt x="191175" y="29646"/>
                </a:cubicBezTo>
                <a:cubicBezTo>
                  <a:pt x="191662" y="29877"/>
                  <a:pt x="192008" y="30134"/>
                  <a:pt x="192213" y="30418"/>
                </a:cubicBezTo>
                <a:cubicBezTo>
                  <a:pt x="192418" y="30700"/>
                  <a:pt x="192521" y="31046"/>
                  <a:pt x="192521" y="31456"/>
                </a:cubicBezTo>
                <a:lnTo>
                  <a:pt x="192521" y="71802"/>
                </a:lnTo>
                <a:cubicBezTo>
                  <a:pt x="192521" y="75857"/>
                  <a:pt x="192816" y="79104"/>
                  <a:pt x="193405" y="81542"/>
                </a:cubicBezTo>
                <a:cubicBezTo>
                  <a:pt x="193995" y="83981"/>
                  <a:pt x="194892" y="86060"/>
                  <a:pt x="196097" y="87781"/>
                </a:cubicBezTo>
                <a:cubicBezTo>
                  <a:pt x="197302" y="89500"/>
                  <a:pt x="198827" y="90835"/>
                  <a:pt x="200673" y="91785"/>
                </a:cubicBezTo>
                <a:cubicBezTo>
                  <a:pt x="202518" y="92733"/>
                  <a:pt x="204672" y="93207"/>
                  <a:pt x="207132" y="93207"/>
                </a:cubicBezTo>
                <a:cubicBezTo>
                  <a:pt x="210311" y="93207"/>
                  <a:pt x="213477" y="92073"/>
                  <a:pt x="216630" y="89804"/>
                </a:cubicBezTo>
                <a:cubicBezTo>
                  <a:pt x="219783" y="87536"/>
                  <a:pt x="223129" y="84210"/>
                  <a:pt x="226666" y="79826"/>
                </a:cubicBezTo>
                <a:lnTo>
                  <a:pt x="226666" y="31454"/>
                </a:lnTo>
                <a:cubicBezTo>
                  <a:pt x="226666" y="31044"/>
                  <a:pt x="226756" y="30697"/>
                  <a:pt x="226935" y="30415"/>
                </a:cubicBezTo>
                <a:cubicBezTo>
                  <a:pt x="227115" y="30133"/>
                  <a:pt x="227461" y="29877"/>
                  <a:pt x="227973" y="29646"/>
                </a:cubicBezTo>
                <a:cubicBezTo>
                  <a:pt x="228486" y="29416"/>
                  <a:pt x="229140" y="29262"/>
                  <a:pt x="229934" y="29185"/>
                </a:cubicBezTo>
                <a:cubicBezTo>
                  <a:pt x="230729" y="29108"/>
                  <a:pt x="231767" y="29070"/>
                  <a:pt x="233049" y="29070"/>
                </a:cubicBezTo>
                <a:cubicBezTo>
                  <a:pt x="234280" y="29070"/>
                  <a:pt x="235305" y="29108"/>
                  <a:pt x="236125" y="29185"/>
                </a:cubicBezTo>
                <a:cubicBezTo>
                  <a:pt x="236946" y="29262"/>
                  <a:pt x="237586" y="29416"/>
                  <a:pt x="238048" y="29646"/>
                </a:cubicBezTo>
                <a:cubicBezTo>
                  <a:pt x="238509" y="29877"/>
                  <a:pt x="238855" y="30133"/>
                  <a:pt x="239086" y="30415"/>
                </a:cubicBezTo>
                <a:cubicBezTo>
                  <a:pt x="239317" y="30697"/>
                  <a:pt x="239432" y="31044"/>
                  <a:pt x="239432" y="31454"/>
                </a:cubicBezTo>
                <a:lnTo>
                  <a:pt x="239432" y="100667"/>
                </a:lnTo>
                <a:close/>
                <a:moveTo>
                  <a:pt x="365351" y="100667"/>
                </a:moveTo>
                <a:cubicBezTo>
                  <a:pt x="365351" y="101077"/>
                  <a:pt x="365249" y="101423"/>
                  <a:pt x="365044" y="101705"/>
                </a:cubicBezTo>
                <a:cubicBezTo>
                  <a:pt x="364839" y="101987"/>
                  <a:pt x="364505" y="102231"/>
                  <a:pt x="364044" y="102436"/>
                </a:cubicBezTo>
                <a:cubicBezTo>
                  <a:pt x="363583" y="102641"/>
                  <a:pt x="362942" y="102795"/>
                  <a:pt x="362121" y="102897"/>
                </a:cubicBezTo>
                <a:cubicBezTo>
                  <a:pt x="361301" y="103000"/>
                  <a:pt x="360276" y="103051"/>
                  <a:pt x="359045" y="103051"/>
                </a:cubicBezTo>
                <a:cubicBezTo>
                  <a:pt x="357764" y="103051"/>
                  <a:pt x="356712" y="103000"/>
                  <a:pt x="355892" y="102897"/>
                </a:cubicBezTo>
                <a:cubicBezTo>
                  <a:pt x="355072" y="102795"/>
                  <a:pt x="354418" y="102641"/>
                  <a:pt x="353931" y="102436"/>
                </a:cubicBezTo>
                <a:cubicBezTo>
                  <a:pt x="353444" y="102231"/>
                  <a:pt x="353098" y="101987"/>
                  <a:pt x="352893" y="101705"/>
                </a:cubicBezTo>
                <a:cubicBezTo>
                  <a:pt x="352688" y="101423"/>
                  <a:pt x="352585" y="101077"/>
                  <a:pt x="352585" y="100667"/>
                </a:cubicBezTo>
                <a:lnTo>
                  <a:pt x="352585" y="58601"/>
                </a:lnTo>
                <a:cubicBezTo>
                  <a:pt x="352585" y="55678"/>
                  <a:pt x="352329" y="53012"/>
                  <a:pt x="351816" y="50603"/>
                </a:cubicBezTo>
                <a:cubicBezTo>
                  <a:pt x="351304" y="48193"/>
                  <a:pt x="350483" y="46117"/>
                  <a:pt x="349355" y="44374"/>
                </a:cubicBezTo>
                <a:cubicBezTo>
                  <a:pt x="348227" y="42630"/>
                  <a:pt x="346792" y="41297"/>
                  <a:pt x="345049" y="40375"/>
                </a:cubicBezTo>
                <a:cubicBezTo>
                  <a:pt x="343306" y="39452"/>
                  <a:pt x="341255" y="38990"/>
                  <a:pt x="338896" y="38990"/>
                </a:cubicBezTo>
                <a:cubicBezTo>
                  <a:pt x="335974" y="38990"/>
                  <a:pt x="333039" y="40118"/>
                  <a:pt x="330091" y="42374"/>
                </a:cubicBezTo>
                <a:cubicBezTo>
                  <a:pt x="327143" y="44630"/>
                  <a:pt x="323900" y="47937"/>
                  <a:pt x="320363" y="52295"/>
                </a:cubicBezTo>
                <a:lnTo>
                  <a:pt x="320363" y="100667"/>
                </a:lnTo>
                <a:cubicBezTo>
                  <a:pt x="320363" y="101077"/>
                  <a:pt x="320260" y="101423"/>
                  <a:pt x="320055" y="101705"/>
                </a:cubicBezTo>
                <a:cubicBezTo>
                  <a:pt x="319850" y="101987"/>
                  <a:pt x="319504" y="102231"/>
                  <a:pt x="319017" y="102436"/>
                </a:cubicBezTo>
                <a:cubicBezTo>
                  <a:pt x="318530" y="102641"/>
                  <a:pt x="317876" y="102795"/>
                  <a:pt x="317056" y="102897"/>
                </a:cubicBezTo>
                <a:cubicBezTo>
                  <a:pt x="316235" y="103000"/>
                  <a:pt x="315210" y="103051"/>
                  <a:pt x="313980" y="103051"/>
                </a:cubicBezTo>
                <a:cubicBezTo>
                  <a:pt x="312800" y="103051"/>
                  <a:pt x="311788" y="103000"/>
                  <a:pt x="310942" y="102897"/>
                </a:cubicBezTo>
                <a:cubicBezTo>
                  <a:pt x="310096" y="102795"/>
                  <a:pt x="309429" y="102641"/>
                  <a:pt x="308942" y="102436"/>
                </a:cubicBezTo>
                <a:cubicBezTo>
                  <a:pt x="308455" y="102231"/>
                  <a:pt x="308122" y="101987"/>
                  <a:pt x="307943" y="101705"/>
                </a:cubicBezTo>
                <a:cubicBezTo>
                  <a:pt x="307763" y="101423"/>
                  <a:pt x="307673" y="101077"/>
                  <a:pt x="307673" y="100667"/>
                </a:cubicBezTo>
                <a:lnTo>
                  <a:pt x="307673" y="58601"/>
                </a:lnTo>
                <a:cubicBezTo>
                  <a:pt x="307673" y="55678"/>
                  <a:pt x="307391" y="53012"/>
                  <a:pt x="306828" y="50603"/>
                </a:cubicBezTo>
                <a:cubicBezTo>
                  <a:pt x="306264" y="48193"/>
                  <a:pt x="305418" y="46117"/>
                  <a:pt x="304290" y="44374"/>
                </a:cubicBezTo>
                <a:cubicBezTo>
                  <a:pt x="303162" y="42630"/>
                  <a:pt x="301739" y="41297"/>
                  <a:pt x="300022" y="40375"/>
                </a:cubicBezTo>
                <a:cubicBezTo>
                  <a:pt x="298304" y="39452"/>
                  <a:pt x="296266" y="38990"/>
                  <a:pt x="293908" y="38990"/>
                </a:cubicBezTo>
                <a:cubicBezTo>
                  <a:pt x="290985" y="38990"/>
                  <a:pt x="288037" y="40118"/>
                  <a:pt x="285064" y="42374"/>
                </a:cubicBezTo>
                <a:cubicBezTo>
                  <a:pt x="282090" y="44630"/>
                  <a:pt x="278860" y="47937"/>
                  <a:pt x="275374" y="52295"/>
                </a:cubicBezTo>
                <a:lnTo>
                  <a:pt x="275374" y="100667"/>
                </a:lnTo>
                <a:cubicBezTo>
                  <a:pt x="275374" y="101077"/>
                  <a:pt x="275271" y="101423"/>
                  <a:pt x="275066" y="101705"/>
                </a:cubicBezTo>
                <a:cubicBezTo>
                  <a:pt x="274861" y="101987"/>
                  <a:pt x="274528" y="102231"/>
                  <a:pt x="274066" y="102436"/>
                </a:cubicBezTo>
                <a:cubicBezTo>
                  <a:pt x="273605" y="102641"/>
                  <a:pt x="272964" y="102795"/>
                  <a:pt x="272144" y="102897"/>
                </a:cubicBezTo>
                <a:cubicBezTo>
                  <a:pt x="271324" y="103000"/>
                  <a:pt x="270273" y="103051"/>
                  <a:pt x="268991" y="103051"/>
                </a:cubicBezTo>
                <a:cubicBezTo>
                  <a:pt x="267760" y="103051"/>
                  <a:pt x="266735" y="103000"/>
                  <a:pt x="265915" y="102897"/>
                </a:cubicBezTo>
                <a:cubicBezTo>
                  <a:pt x="265094" y="102795"/>
                  <a:pt x="264441" y="102641"/>
                  <a:pt x="263954" y="102436"/>
                </a:cubicBezTo>
                <a:cubicBezTo>
                  <a:pt x="263467" y="102231"/>
                  <a:pt x="263133" y="101987"/>
                  <a:pt x="262954" y="101705"/>
                </a:cubicBezTo>
                <a:cubicBezTo>
                  <a:pt x="262774" y="101423"/>
                  <a:pt x="262685" y="101077"/>
                  <a:pt x="262685" y="100667"/>
                </a:cubicBezTo>
                <a:lnTo>
                  <a:pt x="262685" y="31454"/>
                </a:lnTo>
                <a:cubicBezTo>
                  <a:pt x="262685" y="31044"/>
                  <a:pt x="262762" y="30697"/>
                  <a:pt x="262915" y="30415"/>
                </a:cubicBezTo>
                <a:cubicBezTo>
                  <a:pt x="263069" y="30133"/>
                  <a:pt x="263377" y="29877"/>
                  <a:pt x="263838" y="29646"/>
                </a:cubicBezTo>
                <a:cubicBezTo>
                  <a:pt x="264300" y="29416"/>
                  <a:pt x="264889" y="29262"/>
                  <a:pt x="265607" y="29185"/>
                </a:cubicBezTo>
                <a:cubicBezTo>
                  <a:pt x="266325" y="29108"/>
                  <a:pt x="267273" y="29070"/>
                  <a:pt x="268452" y="29070"/>
                </a:cubicBezTo>
                <a:cubicBezTo>
                  <a:pt x="269580" y="29070"/>
                  <a:pt x="270516" y="29108"/>
                  <a:pt x="271259" y="29185"/>
                </a:cubicBezTo>
                <a:cubicBezTo>
                  <a:pt x="272003" y="29262"/>
                  <a:pt x="272580" y="29416"/>
                  <a:pt x="272990" y="29646"/>
                </a:cubicBezTo>
                <a:cubicBezTo>
                  <a:pt x="273400" y="29877"/>
                  <a:pt x="273695" y="30133"/>
                  <a:pt x="273874" y="30415"/>
                </a:cubicBezTo>
                <a:cubicBezTo>
                  <a:pt x="274054" y="30697"/>
                  <a:pt x="274143" y="31044"/>
                  <a:pt x="274143" y="31454"/>
                </a:cubicBezTo>
                <a:lnTo>
                  <a:pt x="274143" y="40605"/>
                </a:lnTo>
                <a:cubicBezTo>
                  <a:pt x="278040" y="36247"/>
                  <a:pt x="281821" y="33056"/>
                  <a:pt x="285487" y="31031"/>
                </a:cubicBezTo>
                <a:cubicBezTo>
                  <a:pt x="289152" y="29006"/>
                  <a:pt x="292857" y="27993"/>
                  <a:pt x="296599" y="27993"/>
                </a:cubicBezTo>
                <a:cubicBezTo>
                  <a:pt x="299470" y="27993"/>
                  <a:pt x="302047" y="28326"/>
                  <a:pt x="304328" y="28993"/>
                </a:cubicBezTo>
                <a:cubicBezTo>
                  <a:pt x="306610" y="29659"/>
                  <a:pt x="308622" y="30595"/>
                  <a:pt x="310365" y="31800"/>
                </a:cubicBezTo>
                <a:cubicBezTo>
                  <a:pt x="312108" y="33005"/>
                  <a:pt x="313595" y="34440"/>
                  <a:pt x="314826" y="36106"/>
                </a:cubicBezTo>
                <a:cubicBezTo>
                  <a:pt x="316056" y="37773"/>
                  <a:pt x="317081" y="39631"/>
                  <a:pt x="317902" y="41682"/>
                </a:cubicBezTo>
                <a:cubicBezTo>
                  <a:pt x="320209" y="39170"/>
                  <a:pt x="322401" y="37042"/>
                  <a:pt x="324477" y="35299"/>
                </a:cubicBezTo>
                <a:cubicBezTo>
                  <a:pt x="326553" y="33556"/>
                  <a:pt x="328553" y="32146"/>
                  <a:pt x="330475" y="31069"/>
                </a:cubicBezTo>
                <a:cubicBezTo>
                  <a:pt x="332398" y="29993"/>
                  <a:pt x="334269" y="29211"/>
                  <a:pt x="336089" y="28724"/>
                </a:cubicBezTo>
                <a:cubicBezTo>
                  <a:pt x="337909" y="28237"/>
                  <a:pt x="339742" y="27993"/>
                  <a:pt x="341588" y="27993"/>
                </a:cubicBezTo>
                <a:cubicBezTo>
                  <a:pt x="346048" y="27993"/>
                  <a:pt x="349791" y="28775"/>
                  <a:pt x="352816" y="30339"/>
                </a:cubicBezTo>
                <a:cubicBezTo>
                  <a:pt x="355841" y="31902"/>
                  <a:pt x="358289" y="33992"/>
                  <a:pt x="360160" y="36606"/>
                </a:cubicBezTo>
                <a:cubicBezTo>
                  <a:pt x="362032" y="39221"/>
                  <a:pt x="363365" y="42284"/>
                  <a:pt x="364159" y="45796"/>
                </a:cubicBezTo>
                <a:cubicBezTo>
                  <a:pt x="364954" y="49308"/>
                  <a:pt x="365351" y="53012"/>
                  <a:pt x="365351" y="56909"/>
                </a:cubicBezTo>
                <a:lnTo>
                  <a:pt x="365351" y="1006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DFGoffunction@main">
            <a:extLst xmlns:a="http://schemas.openxmlformats.org/drawingml/2006/main">
              <a:ext uri="{FF2B5EF4-FFF2-40B4-BE49-F238E27FC236}">
                <a16:creationId xmlns:a16="http://schemas.microsoft.com/office/drawing/2014/main" id="{94A9247E-E3CE-45C2-92C7-204DEB86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85" y="2041770"/>
            <a:ext cx="1477238" cy="126430"/>
          </a:xfrm>
          <a:custGeom xmlns:a="http://schemas.openxmlformats.org/drawingml/2006/main">
            <a:pathLst>
              <a:path w="1477238" h="126430">
                <a:moveTo>
                  <a:pt x="76519" y="56447"/>
                </a:moveTo>
                <a:cubicBezTo>
                  <a:pt x="76519" y="65061"/>
                  <a:pt x="75417" y="72584"/>
                  <a:pt x="73212" y="79019"/>
                </a:cubicBezTo>
                <a:cubicBezTo>
                  <a:pt x="71008" y="85453"/>
                  <a:pt x="67791" y="90785"/>
                  <a:pt x="63561" y="95015"/>
                </a:cubicBezTo>
                <a:cubicBezTo>
                  <a:pt x="59331" y="99244"/>
                  <a:pt x="54140" y="102410"/>
                  <a:pt x="47988" y="104512"/>
                </a:cubicBezTo>
                <a:cubicBezTo>
                  <a:pt x="41836" y="106614"/>
                  <a:pt x="34504" y="107665"/>
                  <a:pt x="25994" y="107665"/>
                </a:cubicBezTo>
                <a:lnTo>
                  <a:pt x="4922" y="107665"/>
                </a:lnTo>
                <a:cubicBezTo>
                  <a:pt x="3743" y="107665"/>
                  <a:pt x="2628" y="107268"/>
                  <a:pt x="1577" y="106473"/>
                </a:cubicBezTo>
                <a:cubicBezTo>
                  <a:pt x="526" y="105679"/>
                  <a:pt x="0" y="104282"/>
                  <a:pt x="0" y="102282"/>
                </a:cubicBezTo>
                <a:lnTo>
                  <a:pt x="0" y="13535"/>
                </a:lnTo>
                <a:cubicBezTo>
                  <a:pt x="0" y="11536"/>
                  <a:pt x="526" y="10138"/>
                  <a:pt x="1577" y="9344"/>
                </a:cubicBezTo>
                <a:cubicBezTo>
                  <a:pt x="2628" y="8549"/>
                  <a:pt x="3743" y="8152"/>
                  <a:pt x="4922" y="8152"/>
                </a:cubicBezTo>
                <a:lnTo>
                  <a:pt x="27455" y="8152"/>
                </a:lnTo>
                <a:cubicBezTo>
                  <a:pt x="36068" y="8152"/>
                  <a:pt x="43348" y="9267"/>
                  <a:pt x="49295" y="11497"/>
                </a:cubicBezTo>
                <a:cubicBezTo>
                  <a:pt x="55243" y="13727"/>
                  <a:pt x="60229" y="16932"/>
                  <a:pt x="64253" y="21110"/>
                </a:cubicBezTo>
                <a:cubicBezTo>
                  <a:pt x="68278" y="25289"/>
                  <a:pt x="71328" y="30351"/>
                  <a:pt x="73405" y="36299"/>
                </a:cubicBezTo>
                <a:cubicBezTo>
                  <a:pt x="75481" y="42246"/>
                  <a:pt x="76519" y="48962"/>
                  <a:pt x="76519" y="56447"/>
                </a:cubicBezTo>
                <a:moveTo>
                  <a:pt x="62600" y="56986"/>
                </a:moveTo>
                <a:cubicBezTo>
                  <a:pt x="62600" y="51602"/>
                  <a:pt x="61933" y="46591"/>
                  <a:pt x="60600" y="41951"/>
                </a:cubicBezTo>
                <a:cubicBezTo>
                  <a:pt x="59267" y="37311"/>
                  <a:pt x="57178" y="33299"/>
                  <a:pt x="54333" y="29916"/>
                </a:cubicBezTo>
                <a:cubicBezTo>
                  <a:pt x="51487" y="26532"/>
                  <a:pt x="47885" y="23891"/>
                  <a:pt x="43528" y="21995"/>
                </a:cubicBezTo>
                <a:cubicBezTo>
                  <a:pt x="39170" y="20098"/>
                  <a:pt x="33556" y="19149"/>
                  <a:pt x="26686" y="19149"/>
                </a:cubicBezTo>
                <a:lnTo>
                  <a:pt x="13227" y="19149"/>
                </a:lnTo>
                <a:lnTo>
                  <a:pt x="13227" y="96591"/>
                </a:lnTo>
                <a:lnTo>
                  <a:pt x="26839" y="96591"/>
                </a:lnTo>
                <a:cubicBezTo>
                  <a:pt x="33197" y="96591"/>
                  <a:pt x="38554" y="95797"/>
                  <a:pt x="42912" y="94207"/>
                </a:cubicBezTo>
                <a:cubicBezTo>
                  <a:pt x="47270" y="92618"/>
                  <a:pt x="50910" y="90183"/>
                  <a:pt x="53833" y="86901"/>
                </a:cubicBezTo>
                <a:cubicBezTo>
                  <a:pt x="56755" y="83620"/>
                  <a:pt x="58947" y="79506"/>
                  <a:pt x="60408" y="74558"/>
                </a:cubicBezTo>
                <a:cubicBezTo>
                  <a:pt x="61869" y="69611"/>
                  <a:pt x="62600" y="63753"/>
                  <a:pt x="62600" y="56986"/>
                </a:cubicBezTo>
                <a:close/>
                <a:moveTo>
                  <a:pt x="149173" y="13843"/>
                </a:moveTo>
                <a:cubicBezTo>
                  <a:pt x="149173" y="14817"/>
                  <a:pt x="149122" y="15663"/>
                  <a:pt x="149019" y="16381"/>
                </a:cubicBezTo>
                <a:cubicBezTo>
                  <a:pt x="148917" y="17098"/>
                  <a:pt x="148737" y="17675"/>
                  <a:pt x="148481" y="18111"/>
                </a:cubicBezTo>
                <a:cubicBezTo>
                  <a:pt x="148225" y="18547"/>
                  <a:pt x="147930" y="18867"/>
                  <a:pt x="147596" y="19072"/>
                </a:cubicBezTo>
                <a:cubicBezTo>
                  <a:pt x="147263" y="19277"/>
                  <a:pt x="146917" y="19380"/>
                  <a:pt x="146558" y="19380"/>
                </a:cubicBezTo>
                <a:lnTo>
                  <a:pt x="110106" y="19380"/>
                </a:lnTo>
                <a:lnTo>
                  <a:pt x="110106" y="53141"/>
                </a:lnTo>
                <a:lnTo>
                  <a:pt x="144559" y="53141"/>
                </a:lnTo>
                <a:cubicBezTo>
                  <a:pt x="144918" y="53141"/>
                  <a:pt x="145264" y="53230"/>
                  <a:pt x="145597" y="53410"/>
                </a:cubicBezTo>
                <a:cubicBezTo>
                  <a:pt x="145930" y="53589"/>
                  <a:pt x="146225" y="53884"/>
                  <a:pt x="146481" y="54294"/>
                </a:cubicBezTo>
                <a:cubicBezTo>
                  <a:pt x="146738" y="54704"/>
                  <a:pt x="146917" y="55255"/>
                  <a:pt x="147020" y="55948"/>
                </a:cubicBezTo>
                <a:cubicBezTo>
                  <a:pt x="147122" y="56640"/>
                  <a:pt x="147174" y="57524"/>
                  <a:pt x="147174" y="58601"/>
                </a:cubicBezTo>
                <a:cubicBezTo>
                  <a:pt x="147174" y="59575"/>
                  <a:pt x="147122" y="60408"/>
                  <a:pt x="147020" y="61100"/>
                </a:cubicBezTo>
                <a:cubicBezTo>
                  <a:pt x="146917" y="61792"/>
                  <a:pt x="146738" y="62356"/>
                  <a:pt x="146481" y="62792"/>
                </a:cubicBezTo>
                <a:cubicBezTo>
                  <a:pt x="146225" y="63228"/>
                  <a:pt x="145930" y="63561"/>
                  <a:pt x="145597" y="63792"/>
                </a:cubicBezTo>
                <a:cubicBezTo>
                  <a:pt x="145264" y="64022"/>
                  <a:pt x="144918" y="64138"/>
                  <a:pt x="144559" y="64138"/>
                </a:cubicBezTo>
                <a:lnTo>
                  <a:pt x="110106" y="64138"/>
                </a:lnTo>
                <a:lnTo>
                  <a:pt x="110106" y="105661"/>
                </a:lnTo>
                <a:cubicBezTo>
                  <a:pt x="110106" y="106022"/>
                  <a:pt x="110003" y="106368"/>
                  <a:pt x="109798" y="106702"/>
                </a:cubicBezTo>
                <a:cubicBezTo>
                  <a:pt x="109593" y="107035"/>
                  <a:pt x="109234" y="107292"/>
                  <a:pt x="108722" y="107473"/>
                </a:cubicBezTo>
                <a:cubicBezTo>
                  <a:pt x="108209" y="107653"/>
                  <a:pt x="107542" y="107806"/>
                  <a:pt x="106722" y="107935"/>
                </a:cubicBezTo>
                <a:cubicBezTo>
                  <a:pt x="105902" y="108063"/>
                  <a:pt x="104825" y="108127"/>
                  <a:pt x="103492" y="108127"/>
                </a:cubicBezTo>
                <a:cubicBezTo>
                  <a:pt x="102262" y="108127"/>
                  <a:pt x="101211" y="108063"/>
                  <a:pt x="100339" y="107935"/>
                </a:cubicBezTo>
                <a:cubicBezTo>
                  <a:pt x="99467" y="107806"/>
                  <a:pt x="98775" y="107653"/>
                  <a:pt x="98263" y="107473"/>
                </a:cubicBezTo>
                <a:cubicBezTo>
                  <a:pt x="97750" y="107294"/>
                  <a:pt x="97391" y="107037"/>
                  <a:pt x="97186" y="106704"/>
                </a:cubicBezTo>
                <a:cubicBezTo>
                  <a:pt x="96981" y="106371"/>
                  <a:pt x="96878" y="106025"/>
                  <a:pt x="96878" y="105666"/>
                </a:cubicBezTo>
                <a:lnTo>
                  <a:pt x="96878" y="13535"/>
                </a:lnTo>
                <a:cubicBezTo>
                  <a:pt x="96878" y="11536"/>
                  <a:pt x="97404" y="10138"/>
                  <a:pt x="98455" y="9344"/>
                </a:cubicBezTo>
                <a:cubicBezTo>
                  <a:pt x="99506" y="8549"/>
                  <a:pt x="100621" y="8152"/>
                  <a:pt x="101800" y="8152"/>
                </a:cubicBezTo>
                <a:lnTo>
                  <a:pt x="146558" y="8152"/>
                </a:lnTo>
                <a:cubicBezTo>
                  <a:pt x="146917" y="8152"/>
                  <a:pt x="147263" y="8254"/>
                  <a:pt x="147596" y="8459"/>
                </a:cubicBezTo>
                <a:cubicBezTo>
                  <a:pt x="147930" y="8664"/>
                  <a:pt x="148225" y="8998"/>
                  <a:pt x="148481" y="9459"/>
                </a:cubicBezTo>
                <a:cubicBezTo>
                  <a:pt x="148737" y="9921"/>
                  <a:pt x="148917" y="10523"/>
                  <a:pt x="149019" y="11266"/>
                </a:cubicBezTo>
                <a:cubicBezTo>
                  <a:pt x="149122" y="12010"/>
                  <a:pt x="149173" y="12869"/>
                  <a:pt x="149173" y="13843"/>
                </a:cubicBezTo>
                <a:close/>
                <a:moveTo>
                  <a:pt x="243937" y="21687"/>
                </a:moveTo>
                <a:cubicBezTo>
                  <a:pt x="243937" y="22661"/>
                  <a:pt x="243886" y="23520"/>
                  <a:pt x="243783" y="24263"/>
                </a:cubicBezTo>
                <a:cubicBezTo>
                  <a:pt x="243680" y="25007"/>
                  <a:pt x="243527" y="25622"/>
                  <a:pt x="243322" y="26109"/>
                </a:cubicBezTo>
                <a:cubicBezTo>
                  <a:pt x="243117" y="26596"/>
                  <a:pt x="242860" y="26942"/>
                  <a:pt x="242553" y="27147"/>
                </a:cubicBezTo>
                <a:cubicBezTo>
                  <a:pt x="242245" y="27352"/>
                  <a:pt x="241912" y="27455"/>
                  <a:pt x="241553" y="27455"/>
                </a:cubicBezTo>
                <a:cubicBezTo>
                  <a:pt x="240938" y="27455"/>
                  <a:pt x="239912" y="26968"/>
                  <a:pt x="238477" y="25994"/>
                </a:cubicBezTo>
                <a:cubicBezTo>
                  <a:pt x="237041" y="25019"/>
                  <a:pt x="235119" y="23943"/>
                  <a:pt x="232709" y="22764"/>
                </a:cubicBezTo>
                <a:cubicBezTo>
                  <a:pt x="230299" y="21584"/>
                  <a:pt x="227415" y="20508"/>
                  <a:pt x="224057" y="19534"/>
                </a:cubicBezTo>
                <a:cubicBezTo>
                  <a:pt x="220699" y="18559"/>
                  <a:pt x="216713" y="18072"/>
                  <a:pt x="212099" y="18072"/>
                </a:cubicBezTo>
                <a:cubicBezTo>
                  <a:pt x="206613" y="18072"/>
                  <a:pt x="201691" y="19072"/>
                  <a:pt x="197333" y="21072"/>
                </a:cubicBezTo>
                <a:cubicBezTo>
                  <a:pt x="192975" y="23071"/>
                  <a:pt x="189284" y="25840"/>
                  <a:pt x="186259" y="29377"/>
                </a:cubicBezTo>
                <a:cubicBezTo>
                  <a:pt x="183234" y="32915"/>
                  <a:pt x="180914" y="37119"/>
                  <a:pt x="179299" y="41990"/>
                </a:cubicBezTo>
                <a:cubicBezTo>
                  <a:pt x="177684" y="46860"/>
                  <a:pt x="176877" y="52141"/>
                  <a:pt x="176877" y="57832"/>
                </a:cubicBezTo>
                <a:cubicBezTo>
                  <a:pt x="176877" y="64189"/>
                  <a:pt x="177761" y="69829"/>
                  <a:pt x="179530" y="74751"/>
                </a:cubicBezTo>
                <a:cubicBezTo>
                  <a:pt x="181299" y="79672"/>
                  <a:pt x="183747" y="83825"/>
                  <a:pt x="186874" y="87209"/>
                </a:cubicBezTo>
                <a:cubicBezTo>
                  <a:pt x="190002" y="90593"/>
                  <a:pt x="193731" y="93156"/>
                  <a:pt x="198064" y="94899"/>
                </a:cubicBezTo>
                <a:cubicBezTo>
                  <a:pt x="202396" y="96643"/>
                  <a:pt x="207151" y="97514"/>
                  <a:pt x="212329" y="97514"/>
                </a:cubicBezTo>
                <a:cubicBezTo>
                  <a:pt x="215406" y="97514"/>
                  <a:pt x="218520" y="97142"/>
                  <a:pt x="221673" y="96399"/>
                </a:cubicBezTo>
                <a:cubicBezTo>
                  <a:pt x="224826" y="95656"/>
                  <a:pt x="227761" y="94540"/>
                  <a:pt x="230479" y="93054"/>
                </a:cubicBezTo>
                <a:lnTo>
                  <a:pt x="230479" y="64061"/>
                </a:lnTo>
                <a:lnTo>
                  <a:pt x="207408" y="64061"/>
                </a:lnTo>
                <a:cubicBezTo>
                  <a:pt x="206536" y="64061"/>
                  <a:pt x="205882" y="63625"/>
                  <a:pt x="205446" y="62754"/>
                </a:cubicBezTo>
                <a:cubicBezTo>
                  <a:pt x="205011" y="61882"/>
                  <a:pt x="204793" y="60523"/>
                  <a:pt x="204793" y="58678"/>
                </a:cubicBezTo>
                <a:cubicBezTo>
                  <a:pt x="204793" y="57704"/>
                  <a:pt x="204844" y="56870"/>
                  <a:pt x="204947" y="56178"/>
                </a:cubicBezTo>
                <a:cubicBezTo>
                  <a:pt x="205049" y="55486"/>
                  <a:pt x="205216" y="54922"/>
                  <a:pt x="205446" y="54486"/>
                </a:cubicBezTo>
                <a:cubicBezTo>
                  <a:pt x="205677" y="54051"/>
                  <a:pt x="205946" y="53730"/>
                  <a:pt x="206254" y="53525"/>
                </a:cubicBezTo>
                <a:cubicBezTo>
                  <a:pt x="206562" y="53320"/>
                  <a:pt x="206946" y="53217"/>
                  <a:pt x="207408" y="53217"/>
                </a:cubicBezTo>
                <a:lnTo>
                  <a:pt x="239015" y="53217"/>
                </a:lnTo>
                <a:cubicBezTo>
                  <a:pt x="239579" y="53217"/>
                  <a:pt x="240143" y="53320"/>
                  <a:pt x="240707" y="53525"/>
                </a:cubicBezTo>
                <a:cubicBezTo>
                  <a:pt x="241271" y="53730"/>
                  <a:pt x="241784" y="54038"/>
                  <a:pt x="242245" y="54448"/>
                </a:cubicBezTo>
                <a:cubicBezTo>
                  <a:pt x="242706" y="54858"/>
                  <a:pt x="243065" y="55422"/>
                  <a:pt x="243322" y="56140"/>
                </a:cubicBezTo>
                <a:cubicBezTo>
                  <a:pt x="243578" y="56858"/>
                  <a:pt x="243706" y="57678"/>
                  <a:pt x="243706" y="58601"/>
                </a:cubicBezTo>
                <a:lnTo>
                  <a:pt x="243706" y="96514"/>
                </a:lnTo>
                <a:cubicBezTo>
                  <a:pt x="243706" y="97847"/>
                  <a:pt x="243475" y="99001"/>
                  <a:pt x="243014" y="99975"/>
                </a:cubicBezTo>
                <a:cubicBezTo>
                  <a:pt x="242553" y="100949"/>
                  <a:pt x="241578" y="101808"/>
                  <a:pt x="240092" y="102551"/>
                </a:cubicBezTo>
                <a:cubicBezTo>
                  <a:pt x="238605" y="103295"/>
                  <a:pt x="236682" y="104102"/>
                  <a:pt x="234324" y="104974"/>
                </a:cubicBezTo>
                <a:cubicBezTo>
                  <a:pt x="231965" y="105845"/>
                  <a:pt x="229530" y="106589"/>
                  <a:pt x="227018" y="107204"/>
                </a:cubicBezTo>
                <a:cubicBezTo>
                  <a:pt x="224506" y="107819"/>
                  <a:pt x="221968" y="108281"/>
                  <a:pt x="219405" y="108588"/>
                </a:cubicBezTo>
                <a:cubicBezTo>
                  <a:pt x="216841" y="108896"/>
                  <a:pt x="214303" y="109050"/>
                  <a:pt x="211791" y="109050"/>
                </a:cubicBezTo>
                <a:cubicBezTo>
                  <a:pt x="204101" y="109050"/>
                  <a:pt x="197231" y="107858"/>
                  <a:pt x="191181" y="105474"/>
                </a:cubicBezTo>
                <a:cubicBezTo>
                  <a:pt x="185131" y="103090"/>
                  <a:pt x="180017" y="99693"/>
                  <a:pt x="175838" y="95284"/>
                </a:cubicBezTo>
                <a:cubicBezTo>
                  <a:pt x="171660" y="90875"/>
                  <a:pt x="168469" y="85594"/>
                  <a:pt x="166264" y="79442"/>
                </a:cubicBezTo>
                <a:cubicBezTo>
                  <a:pt x="164059" y="73289"/>
                  <a:pt x="162957" y="66419"/>
                  <a:pt x="162957" y="58831"/>
                </a:cubicBezTo>
                <a:cubicBezTo>
                  <a:pt x="162957" y="50936"/>
                  <a:pt x="164149" y="43784"/>
                  <a:pt x="166533" y="37375"/>
                </a:cubicBezTo>
                <a:cubicBezTo>
                  <a:pt x="168917" y="30967"/>
                  <a:pt x="172275" y="25506"/>
                  <a:pt x="176608" y="20995"/>
                </a:cubicBezTo>
                <a:cubicBezTo>
                  <a:pt x="180940" y="16483"/>
                  <a:pt x="186144" y="12984"/>
                  <a:pt x="192219" y="10497"/>
                </a:cubicBezTo>
                <a:cubicBezTo>
                  <a:pt x="198294" y="8011"/>
                  <a:pt x="205023" y="6768"/>
                  <a:pt x="212406" y="6768"/>
                </a:cubicBezTo>
                <a:cubicBezTo>
                  <a:pt x="216200" y="6768"/>
                  <a:pt x="219763" y="7101"/>
                  <a:pt x="223096" y="7767"/>
                </a:cubicBezTo>
                <a:cubicBezTo>
                  <a:pt x="226428" y="8434"/>
                  <a:pt x="229389" y="9216"/>
                  <a:pt x="231978" y="10113"/>
                </a:cubicBezTo>
                <a:cubicBezTo>
                  <a:pt x="234567" y="11010"/>
                  <a:pt x="236746" y="11984"/>
                  <a:pt x="238515" y="13035"/>
                </a:cubicBezTo>
                <a:cubicBezTo>
                  <a:pt x="240284" y="14086"/>
                  <a:pt x="241502" y="14945"/>
                  <a:pt x="242168" y="15611"/>
                </a:cubicBezTo>
                <a:cubicBezTo>
                  <a:pt x="242835" y="16278"/>
                  <a:pt x="243296" y="17047"/>
                  <a:pt x="243552" y="17919"/>
                </a:cubicBezTo>
                <a:cubicBezTo>
                  <a:pt x="243809" y="18790"/>
                  <a:pt x="243937" y="20046"/>
                  <a:pt x="243937" y="21687"/>
                </a:cubicBezTo>
                <a:close/>
                <a:moveTo>
                  <a:pt x="367007" y="70405"/>
                </a:moveTo>
                <a:cubicBezTo>
                  <a:pt x="367007" y="76050"/>
                  <a:pt x="366263" y="81246"/>
                  <a:pt x="364777" y="85993"/>
                </a:cubicBezTo>
                <a:cubicBezTo>
                  <a:pt x="363290" y="90740"/>
                  <a:pt x="361072" y="94834"/>
                  <a:pt x="358124" y="98274"/>
                </a:cubicBezTo>
                <a:cubicBezTo>
                  <a:pt x="355176" y="101712"/>
                  <a:pt x="351485" y="104393"/>
                  <a:pt x="347050" y="106317"/>
                </a:cubicBezTo>
                <a:cubicBezTo>
                  <a:pt x="342615" y="108241"/>
                  <a:pt x="337476" y="109203"/>
                  <a:pt x="331631" y="109203"/>
                </a:cubicBezTo>
                <a:cubicBezTo>
                  <a:pt x="325940" y="109203"/>
                  <a:pt x="320980" y="108357"/>
                  <a:pt x="316750" y="106663"/>
                </a:cubicBezTo>
                <a:cubicBezTo>
                  <a:pt x="312520" y="104970"/>
                  <a:pt x="308996" y="102506"/>
                  <a:pt x="306176" y="99273"/>
                </a:cubicBezTo>
                <a:cubicBezTo>
                  <a:pt x="303356" y="96040"/>
                  <a:pt x="301254" y="92114"/>
                  <a:pt x="299870" y="87495"/>
                </a:cubicBezTo>
                <a:cubicBezTo>
                  <a:pt x="298485" y="82876"/>
                  <a:pt x="297793" y="77641"/>
                  <a:pt x="297793" y="71790"/>
                </a:cubicBezTo>
                <a:cubicBezTo>
                  <a:pt x="297793" y="66145"/>
                  <a:pt x="298524" y="60950"/>
                  <a:pt x="299985" y="56202"/>
                </a:cubicBezTo>
                <a:cubicBezTo>
                  <a:pt x="301446" y="51455"/>
                  <a:pt x="303651" y="47362"/>
                  <a:pt x="306599" y="43924"/>
                </a:cubicBezTo>
                <a:cubicBezTo>
                  <a:pt x="309547" y="40484"/>
                  <a:pt x="313225" y="37815"/>
                  <a:pt x="317635" y="35917"/>
                </a:cubicBezTo>
                <a:cubicBezTo>
                  <a:pt x="322044" y="34018"/>
                  <a:pt x="327196" y="33069"/>
                  <a:pt x="333092" y="33069"/>
                </a:cubicBezTo>
                <a:cubicBezTo>
                  <a:pt x="338783" y="33069"/>
                  <a:pt x="343743" y="33915"/>
                  <a:pt x="347973" y="35609"/>
                </a:cubicBezTo>
                <a:cubicBezTo>
                  <a:pt x="352203" y="37302"/>
                  <a:pt x="355728" y="39766"/>
                  <a:pt x="358547" y="42999"/>
                </a:cubicBezTo>
                <a:cubicBezTo>
                  <a:pt x="361367" y="46232"/>
                  <a:pt x="363482" y="50158"/>
                  <a:pt x="364892" y="54777"/>
                </a:cubicBezTo>
                <a:cubicBezTo>
                  <a:pt x="366302" y="59396"/>
                  <a:pt x="367007" y="64606"/>
                  <a:pt x="367007" y="70405"/>
                </a:cubicBezTo>
                <a:moveTo>
                  <a:pt x="353626" y="71251"/>
                </a:moveTo>
                <a:cubicBezTo>
                  <a:pt x="353626" y="67504"/>
                  <a:pt x="353279" y="63962"/>
                  <a:pt x="352587" y="60624"/>
                </a:cubicBezTo>
                <a:cubicBezTo>
                  <a:pt x="351895" y="57287"/>
                  <a:pt x="350754" y="54361"/>
                  <a:pt x="349165" y="51845"/>
                </a:cubicBezTo>
                <a:cubicBezTo>
                  <a:pt x="347576" y="49330"/>
                  <a:pt x="345422" y="47341"/>
                  <a:pt x="342705" y="45878"/>
                </a:cubicBezTo>
                <a:cubicBezTo>
                  <a:pt x="339988" y="44414"/>
                  <a:pt x="336604" y="43681"/>
                  <a:pt x="332554" y="43681"/>
                </a:cubicBezTo>
                <a:cubicBezTo>
                  <a:pt x="328811" y="43681"/>
                  <a:pt x="325594" y="44349"/>
                  <a:pt x="322902" y="45683"/>
                </a:cubicBezTo>
                <a:cubicBezTo>
                  <a:pt x="320211" y="47018"/>
                  <a:pt x="317993" y="48905"/>
                  <a:pt x="316250" y="51345"/>
                </a:cubicBezTo>
                <a:cubicBezTo>
                  <a:pt x="314507" y="53784"/>
                  <a:pt x="313213" y="56672"/>
                  <a:pt x="312367" y="60009"/>
                </a:cubicBezTo>
                <a:cubicBezTo>
                  <a:pt x="311521" y="63345"/>
                  <a:pt x="311098" y="66990"/>
                  <a:pt x="311098" y="70944"/>
                </a:cubicBezTo>
                <a:cubicBezTo>
                  <a:pt x="311098" y="74743"/>
                  <a:pt x="311444" y="78311"/>
                  <a:pt x="312136" y="81648"/>
                </a:cubicBezTo>
                <a:cubicBezTo>
                  <a:pt x="312828" y="84985"/>
                  <a:pt x="313982" y="87899"/>
                  <a:pt x="315597" y="90388"/>
                </a:cubicBezTo>
                <a:cubicBezTo>
                  <a:pt x="317212" y="92878"/>
                  <a:pt x="319378" y="94855"/>
                  <a:pt x="322095" y="96320"/>
                </a:cubicBezTo>
                <a:cubicBezTo>
                  <a:pt x="324812" y="97782"/>
                  <a:pt x="328196" y="98514"/>
                  <a:pt x="332246" y="98514"/>
                </a:cubicBezTo>
                <a:cubicBezTo>
                  <a:pt x="335938" y="98514"/>
                  <a:pt x="339142" y="97847"/>
                  <a:pt x="341859" y="96512"/>
                </a:cubicBezTo>
                <a:cubicBezTo>
                  <a:pt x="344577" y="95177"/>
                  <a:pt x="346807" y="93304"/>
                  <a:pt x="348550" y="90891"/>
                </a:cubicBezTo>
                <a:cubicBezTo>
                  <a:pt x="350293" y="88476"/>
                  <a:pt x="351575" y="85601"/>
                  <a:pt x="352395" y="82266"/>
                </a:cubicBezTo>
                <a:cubicBezTo>
                  <a:pt x="353215" y="78928"/>
                  <a:pt x="353626" y="75257"/>
                  <a:pt x="353626" y="71251"/>
                </a:cubicBezTo>
                <a:close/>
                <a:moveTo>
                  <a:pt x="423570" y="8075"/>
                </a:moveTo>
                <a:cubicBezTo>
                  <a:pt x="423570" y="9049"/>
                  <a:pt x="423519" y="9831"/>
                  <a:pt x="423416" y="10420"/>
                </a:cubicBezTo>
                <a:cubicBezTo>
                  <a:pt x="423314" y="11010"/>
                  <a:pt x="423199" y="11484"/>
                  <a:pt x="423070" y="11843"/>
                </a:cubicBezTo>
                <a:cubicBezTo>
                  <a:pt x="422942" y="12202"/>
                  <a:pt x="422776" y="12446"/>
                  <a:pt x="422570" y="12574"/>
                </a:cubicBezTo>
                <a:cubicBezTo>
                  <a:pt x="422365" y="12702"/>
                  <a:pt x="422109" y="12766"/>
                  <a:pt x="421801" y="12766"/>
                </a:cubicBezTo>
                <a:cubicBezTo>
                  <a:pt x="421443" y="12766"/>
                  <a:pt x="420994" y="12651"/>
                  <a:pt x="420456" y="12420"/>
                </a:cubicBezTo>
                <a:cubicBezTo>
                  <a:pt x="419917" y="12189"/>
                  <a:pt x="419264" y="11933"/>
                  <a:pt x="418495" y="11651"/>
                </a:cubicBezTo>
                <a:cubicBezTo>
                  <a:pt x="417726" y="11369"/>
                  <a:pt x="416816" y="11113"/>
                  <a:pt x="415765" y="10882"/>
                </a:cubicBezTo>
                <a:cubicBezTo>
                  <a:pt x="414713" y="10651"/>
                  <a:pt x="413496" y="10536"/>
                  <a:pt x="412112" y="10536"/>
                </a:cubicBezTo>
                <a:cubicBezTo>
                  <a:pt x="410215" y="10536"/>
                  <a:pt x="408600" y="10843"/>
                  <a:pt x="407267" y="11456"/>
                </a:cubicBezTo>
                <a:cubicBezTo>
                  <a:pt x="405934" y="12070"/>
                  <a:pt x="404857" y="13028"/>
                  <a:pt x="404037" y="14331"/>
                </a:cubicBezTo>
                <a:cubicBezTo>
                  <a:pt x="403216" y="15633"/>
                  <a:pt x="402627" y="17319"/>
                  <a:pt x="402268" y="19389"/>
                </a:cubicBezTo>
                <a:cubicBezTo>
                  <a:pt x="401909" y="21459"/>
                  <a:pt x="401730" y="23976"/>
                  <a:pt x="401730" y="26940"/>
                </a:cubicBezTo>
                <a:lnTo>
                  <a:pt x="401730" y="34453"/>
                </a:lnTo>
                <a:lnTo>
                  <a:pt x="417187" y="34453"/>
                </a:lnTo>
                <a:cubicBezTo>
                  <a:pt x="417597" y="34453"/>
                  <a:pt x="417943" y="34543"/>
                  <a:pt x="418225" y="34722"/>
                </a:cubicBezTo>
                <a:cubicBezTo>
                  <a:pt x="418507" y="34902"/>
                  <a:pt x="418764" y="35209"/>
                  <a:pt x="418994" y="35645"/>
                </a:cubicBezTo>
                <a:cubicBezTo>
                  <a:pt x="419225" y="36081"/>
                  <a:pt x="419405" y="36632"/>
                  <a:pt x="419533" y="37298"/>
                </a:cubicBezTo>
                <a:cubicBezTo>
                  <a:pt x="419661" y="37965"/>
                  <a:pt x="419725" y="38785"/>
                  <a:pt x="419725" y="39759"/>
                </a:cubicBezTo>
                <a:cubicBezTo>
                  <a:pt x="419725" y="41605"/>
                  <a:pt x="419494" y="42938"/>
                  <a:pt x="419033" y="43758"/>
                </a:cubicBezTo>
                <a:cubicBezTo>
                  <a:pt x="418571" y="44579"/>
                  <a:pt x="417956" y="44989"/>
                  <a:pt x="417187" y="44989"/>
                </a:cubicBezTo>
                <a:lnTo>
                  <a:pt x="401730" y="44989"/>
                </a:lnTo>
                <a:lnTo>
                  <a:pt x="401730" y="105740"/>
                </a:lnTo>
                <a:cubicBezTo>
                  <a:pt x="401730" y="106151"/>
                  <a:pt x="401627" y="106497"/>
                  <a:pt x="401422" y="106781"/>
                </a:cubicBezTo>
                <a:cubicBezTo>
                  <a:pt x="401217" y="107063"/>
                  <a:pt x="400871" y="107307"/>
                  <a:pt x="400384" y="107512"/>
                </a:cubicBezTo>
                <a:cubicBezTo>
                  <a:pt x="399897" y="107717"/>
                  <a:pt x="399243" y="107870"/>
                  <a:pt x="398423" y="107973"/>
                </a:cubicBezTo>
                <a:cubicBezTo>
                  <a:pt x="397602" y="108076"/>
                  <a:pt x="396577" y="108127"/>
                  <a:pt x="395347" y="108127"/>
                </a:cubicBezTo>
                <a:cubicBezTo>
                  <a:pt x="394116" y="108127"/>
                  <a:pt x="393091" y="108076"/>
                  <a:pt x="392270" y="107973"/>
                </a:cubicBezTo>
                <a:cubicBezTo>
                  <a:pt x="391450" y="107870"/>
                  <a:pt x="390796" y="107717"/>
                  <a:pt x="390309" y="107512"/>
                </a:cubicBezTo>
                <a:cubicBezTo>
                  <a:pt x="389822" y="107307"/>
                  <a:pt x="389476" y="107063"/>
                  <a:pt x="389271" y="106781"/>
                </a:cubicBezTo>
                <a:cubicBezTo>
                  <a:pt x="389066" y="106497"/>
                  <a:pt x="388964" y="106151"/>
                  <a:pt x="388964" y="105740"/>
                </a:cubicBezTo>
                <a:lnTo>
                  <a:pt x="388964" y="44989"/>
                </a:lnTo>
                <a:lnTo>
                  <a:pt x="379197" y="44989"/>
                </a:lnTo>
                <a:cubicBezTo>
                  <a:pt x="378376" y="44989"/>
                  <a:pt x="377761" y="44579"/>
                  <a:pt x="377351" y="43758"/>
                </a:cubicBezTo>
                <a:cubicBezTo>
                  <a:pt x="376941" y="42938"/>
                  <a:pt x="376736" y="41605"/>
                  <a:pt x="376736" y="39759"/>
                </a:cubicBezTo>
                <a:cubicBezTo>
                  <a:pt x="376736" y="38785"/>
                  <a:pt x="376787" y="37965"/>
                  <a:pt x="376890" y="37298"/>
                </a:cubicBezTo>
                <a:cubicBezTo>
                  <a:pt x="376992" y="36632"/>
                  <a:pt x="377146" y="36081"/>
                  <a:pt x="377351" y="35645"/>
                </a:cubicBezTo>
                <a:cubicBezTo>
                  <a:pt x="377556" y="35209"/>
                  <a:pt x="377812" y="34902"/>
                  <a:pt x="378120" y="34722"/>
                </a:cubicBezTo>
                <a:cubicBezTo>
                  <a:pt x="378428" y="34543"/>
                  <a:pt x="378787" y="34453"/>
                  <a:pt x="379197" y="34453"/>
                </a:cubicBezTo>
                <a:lnTo>
                  <a:pt x="388964" y="34453"/>
                </a:lnTo>
                <a:lnTo>
                  <a:pt x="388964" y="27318"/>
                </a:lnTo>
                <a:cubicBezTo>
                  <a:pt x="388964" y="22508"/>
                  <a:pt x="389412" y="18377"/>
                  <a:pt x="390309" y="14924"/>
                </a:cubicBezTo>
                <a:cubicBezTo>
                  <a:pt x="391207" y="11471"/>
                  <a:pt x="392578" y="8645"/>
                  <a:pt x="394424" y="6446"/>
                </a:cubicBezTo>
                <a:cubicBezTo>
                  <a:pt x="396269" y="4246"/>
                  <a:pt x="398589" y="2622"/>
                  <a:pt x="401383" y="1574"/>
                </a:cubicBezTo>
                <a:cubicBezTo>
                  <a:pt x="404178" y="525"/>
                  <a:pt x="407472" y="0"/>
                  <a:pt x="411266" y="0"/>
                </a:cubicBezTo>
                <a:cubicBezTo>
                  <a:pt x="413060" y="0"/>
                  <a:pt x="414803" y="167"/>
                  <a:pt x="416495" y="500"/>
                </a:cubicBezTo>
                <a:cubicBezTo>
                  <a:pt x="418187" y="833"/>
                  <a:pt x="419494" y="1192"/>
                  <a:pt x="420417" y="1577"/>
                </a:cubicBezTo>
                <a:cubicBezTo>
                  <a:pt x="421340" y="1961"/>
                  <a:pt x="421955" y="2307"/>
                  <a:pt x="422263" y="2615"/>
                </a:cubicBezTo>
                <a:cubicBezTo>
                  <a:pt x="422570" y="2922"/>
                  <a:pt x="422827" y="3320"/>
                  <a:pt x="423032" y="3807"/>
                </a:cubicBezTo>
                <a:cubicBezTo>
                  <a:pt x="423237" y="4294"/>
                  <a:pt x="423378" y="4883"/>
                  <a:pt x="423455" y="5576"/>
                </a:cubicBezTo>
                <a:cubicBezTo>
                  <a:pt x="423532" y="6268"/>
                  <a:pt x="423570" y="7101"/>
                  <a:pt x="423570" y="8075"/>
                </a:cubicBezTo>
                <a:close/>
                <a:moveTo>
                  <a:pt x="507138" y="8075"/>
                </a:moveTo>
                <a:cubicBezTo>
                  <a:pt x="507138" y="9049"/>
                  <a:pt x="507087" y="9831"/>
                  <a:pt x="506985" y="10420"/>
                </a:cubicBezTo>
                <a:cubicBezTo>
                  <a:pt x="506882" y="11010"/>
                  <a:pt x="506767" y="11484"/>
                  <a:pt x="506639" y="11843"/>
                </a:cubicBezTo>
                <a:cubicBezTo>
                  <a:pt x="506510" y="12202"/>
                  <a:pt x="506344" y="12446"/>
                  <a:pt x="506139" y="12574"/>
                </a:cubicBezTo>
                <a:cubicBezTo>
                  <a:pt x="505934" y="12702"/>
                  <a:pt x="505677" y="12766"/>
                  <a:pt x="505370" y="12766"/>
                </a:cubicBezTo>
                <a:cubicBezTo>
                  <a:pt x="505011" y="12766"/>
                  <a:pt x="504562" y="12651"/>
                  <a:pt x="504024" y="12420"/>
                </a:cubicBezTo>
                <a:cubicBezTo>
                  <a:pt x="503485" y="12189"/>
                  <a:pt x="502832" y="11933"/>
                  <a:pt x="502063" y="11651"/>
                </a:cubicBezTo>
                <a:cubicBezTo>
                  <a:pt x="501294" y="11369"/>
                  <a:pt x="500384" y="11113"/>
                  <a:pt x="499333" y="10882"/>
                </a:cubicBezTo>
                <a:cubicBezTo>
                  <a:pt x="498282" y="10651"/>
                  <a:pt x="497064" y="10536"/>
                  <a:pt x="495680" y="10536"/>
                </a:cubicBezTo>
                <a:cubicBezTo>
                  <a:pt x="493783" y="10536"/>
                  <a:pt x="492168" y="10843"/>
                  <a:pt x="490835" y="11456"/>
                </a:cubicBezTo>
                <a:cubicBezTo>
                  <a:pt x="489502" y="12070"/>
                  <a:pt x="488425" y="13028"/>
                  <a:pt x="487605" y="14331"/>
                </a:cubicBezTo>
                <a:cubicBezTo>
                  <a:pt x="486785" y="15633"/>
                  <a:pt x="486195" y="17319"/>
                  <a:pt x="485836" y="19389"/>
                </a:cubicBezTo>
                <a:cubicBezTo>
                  <a:pt x="485477" y="21459"/>
                  <a:pt x="485298" y="23976"/>
                  <a:pt x="485298" y="26940"/>
                </a:cubicBezTo>
                <a:lnTo>
                  <a:pt x="485298" y="34453"/>
                </a:lnTo>
                <a:lnTo>
                  <a:pt x="500755" y="34453"/>
                </a:lnTo>
                <a:cubicBezTo>
                  <a:pt x="501166" y="34453"/>
                  <a:pt x="501512" y="34543"/>
                  <a:pt x="501794" y="34722"/>
                </a:cubicBezTo>
                <a:cubicBezTo>
                  <a:pt x="502076" y="34902"/>
                  <a:pt x="502332" y="35209"/>
                  <a:pt x="502563" y="35645"/>
                </a:cubicBezTo>
                <a:cubicBezTo>
                  <a:pt x="502793" y="36081"/>
                  <a:pt x="502973" y="36632"/>
                  <a:pt x="503101" y="37298"/>
                </a:cubicBezTo>
                <a:cubicBezTo>
                  <a:pt x="503229" y="37965"/>
                  <a:pt x="503293" y="38785"/>
                  <a:pt x="503293" y="39759"/>
                </a:cubicBezTo>
                <a:cubicBezTo>
                  <a:pt x="503293" y="41605"/>
                  <a:pt x="503063" y="42938"/>
                  <a:pt x="502601" y="43758"/>
                </a:cubicBezTo>
                <a:cubicBezTo>
                  <a:pt x="502140" y="44579"/>
                  <a:pt x="501524" y="44989"/>
                  <a:pt x="500755" y="44989"/>
                </a:cubicBezTo>
                <a:lnTo>
                  <a:pt x="485298" y="44989"/>
                </a:lnTo>
                <a:lnTo>
                  <a:pt x="485298" y="105740"/>
                </a:lnTo>
                <a:cubicBezTo>
                  <a:pt x="485298" y="106151"/>
                  <a:pt x="485195" y="106497"/>
                  <a:pt x="484990" y="106781"/>
                </a:cubicBezTo>
                <a:cubicBezTo>
                  <a:pt x="484785" y="107063"/>
                  <a:pt x="484439" y="107307"/>
                  <a:pt x="483952" y="107512"/>
                </a:cubicBezTo>
                <a:cubicBezTo>
                  <a:pt x="483465" y="107717"/>
                  <a:pt x="482811" y="107870"/>
                  <a:pt x="481991" y="107973"/>
                </a:cubicBezTo>
                <a:cubicBezTo>
                  <a:pt x="481171" y="108076"/>
                  <a:pt x="480145" y="108127"/>
                  <a:pt x="478915" y="108127"/>
                </a:cubicBezTo>
                <a:cubicBezTo>
                  <a:pt x="477684" y="108127"/>
                  <a:pt x="476659" y="108076"/>
                  <a:pt x="475839" y="107973"/>
                </a:cubicBezTo>
                <a:cubicBezTo>
                  <a:pt x="475018" y="107870"/>
                  <a:pt x="474365" y="107717"/>
                  <a:pt x="473877" y="107512"/>
                </a:cubicBezTo>
                <a:cubicBezTo>
                  <a:pt x="473390" y="107307"/>
                  <a:pt x="473044" y="107063"/>
                  <a:pt x="472839" y="106781"/>
                </a:cubicBezTo>
                <a:cubicBezTo>
                  <a:pt x="472634" y="106497"/>
                  <a:pt x="472532" y="106151"/>
                  <a:pt x="472532" y="105740"/>
                </a:cubicBezTo>
                <a:lnTo>
                  <a:pt x="472532" y="44989"/>
                </a:lnTo>
                <a:lnTo>
                  <a:pt x="462765" y="44989"/>
                </a:lnTo>
                <a:cubicBezTo>
                  <a:pt x="461945" y="44989"/>
                  <a:pt x="461329" y="44579"/>
                  <a:pt x="460919" y="43758"/>
                </a:cubicBezTo>
                <a:cubicBezTo>
                  <a:pt x="460509" y="42938"/>
                  <a:pt x="460304" y="41605"/>
                  <a:pt x="460304" y="39759"/>
                </a:cubicBezTo>
                <a:cubicBezTo>
                  <a:pt x="460304" y="38785"/>
                  <a:pt x="460355" y="37965"/>
                  <a:pt x="460458" y="37298"/>
                </a:cubicBezTo>
                <a:cubicBezTo>
                  <a:pt x="460560" y="36632"/>
                  <a:pt x="460714" y="36081"/>
                  <a:pt x="460919" y="35645"/>
                </a:cubicBezTo>
                <a:cubicBezTo>
                  <a:pt x="461124" y="35209"/>
                  <a:pt x="461381" y="34902"/>
                  <a:pt x="461688" y="34722"/>
                </a:cubicBezTo>
                <a:cubicBezTo>
                  <a:pt x="461996" y="34543"/>
                  <a:pt x="462355" y="34453"/>
                  <a:pt x="462765" y="34453"/>
                </a:cubicBezTo>
                <a:lnTo>
                  <a:pt x="472532" y="34453"/>
                </a:lnTo>
                <a:lnTo>
                  <a:pt x="472532" y="27318"/>
                </a:lnTo>
                <a:cubicBezTo>
                  <a:pt x="472532" y="22508"/>
                  <a:pt x="472980" y="18377"/>
                  <a:pt x="473877" y="14924"/>
                </a:cubicBezTo>
                <a:cubicBezTo>
                  <a:pt x="474775" y="11471"/>
                  <a:pt x="476146" y="8645"/>
                  <a:pt x="477992" y="6446"/>
                </a:cubicBezTo>
                <a:cubicBezTo>
                  <a:pt x="479838" y="4246"/>
                  <a:pt x="482157" y="2622"/>
                  <a:pt x="484952" y="1574"/>
                </a:cubicBezTo>
                <a:cubicBezTo>
                  <a:pt x="487746" y="525"/>
                  <a:pt x="491040" y="0"/>
                  <a:pt x="494834" y="0"/>
                </a:cubicBezTo>
                <a:cubicBezTo>
                  <a:pt x="496628" y="0"/>
                  <a:pt x="498371" y="167"/>
                  <a:pt x="500063" y="500"/>
                </a:cubicBezTo>
                <a:cubicBezTo>
                  <a:pt x="501755" y="833"/>
                  <a:pt x="503063" y="1192"/>
                  <a:pt x="503985" y="1577"/>
                </a:cubicBezTo>
                <a:cubicBezTo>
                  <a:pt x="504908" y="1961"/>
                  <a:pt x="505523" y="2307"/>
                  <a:pt x="505831" y="2615"/>
                </a:cubicBezTo>
                <a:cubicBezTo>
                  <a:pt x="506139" y="2922"/>
                  <a:pt x="506395" y="3320"/>
                  <a:pt x="506600" y="3807"/>
                </a:cubicBezTo>
                <a:cubicBezTo>
                  <a:pt x="506805" y="4294"/>
                  <a:pt x="506946" y="4883"/>
                  <a:pt x="507023" y="5576"/>
                </a:cubicBezTo>
                <a:cubicBezTo>
                  <a:pt x="507100" y="6268"/>
                  <a:pt x="507138" y="7101"/>
                  <a:pt x="507138" y="8075"/>
                </a:cubicBezTo>
                <a:close/>
                <a:moveTo>
                  <a:pt x="576571" y="105743"/>
                </a:moveTo>
                <a:cubicBezTo>
                  <a:pt x="576571" y="106153"/>
                  <a:pt x="576481" y="106499"/>
                  <a:pt x="576302" y="106781"/>
                </a:cubicBezTo>
                <a:cubicBezTo>
                  <a:pt x="576122" y="107063"/>
                  <a:pt x="575802" y="107307"/>
                  <a:pt x="575340" y="107512"/>
                </a:cubicBezTo>
                <a:cubicBezTo>
                  <a:pt x="574879" y="107717"/>
                  <a:pt x="574277" y="107870"/>
                  <a:pt x="573533" y="107973"/>
                </a:cubicBezTo>
                <a:cubicBezTo>
                  <a:pt x="572790" y="108076"/>
                  <a:pt x="571880" y="108127"/>
                  <a:pt x="570803" y="108127"/>
                </a:cubicBezTo>
                <a:cubicBezTo>
                  <a:pt x="569624" y="108127"/>
                  <a:pt x="568663" y="108076"/>
                  <a:pt x="567919" y="107973"/>
                </a:cubicBezTo>
                <a:cubicBezTo>
                  <a:pt x="567176" y="107870"/>
                  <a:pt x="566586" y="107717"/>
                  <a:pt x="566150" y="107512"/>
                </a:cubicBezTo>
                <a:cubicBezTo>
                  <a:pt x="565715" y="107307"/>
                  <a:pt x="565420" y="107063"/>
                  <a:pt x="565266" y="106781"/>
                </a:cubicBezTo>
                <a:cubicBezTo>
                  <a:pt x="565112" y="106499"/>
                  <a:pt x="565035" y="106153"/>
                  <a:pt x="565035" y="105743"/>
                </a:cubicBezTo>
                <a:lnTo>
                  <a:pt x="565035" y="96591"/>
                </a:lnTo>
                <a:cubicBezTo>
                  <a:pt x="561088" y="100976"/>
                  <a:pt x="557191" y="104175"/>
                  <a:pt x="553346" y="106187"/>
                </a:cubicBezTo>
                <a:cubicBezTo>
                  <a:pt x="549501" y="108198"/>
                  <a:pt x="545604" y="109203"/>
                  <a:pt x="541656" y="109203"/>
                </a:cubicBezTo>
                <a:cubicBezTo>
                  <a:pt x="537042" y="109203"/>
                  <a:pt x="533159" y="108434"/>
                  <a:pt x="530006" y="106894"/>
                </a:cubicBezTo>
                <a:cubicBezTo>
                  <a:pt x="526852" y="105354"/>
                  <a:pt x="524302" y="103263"/>
                  <a:pt x="522354" y="100622"/>
                </a:cubicBezTo>
                <a:cubicBezTo>
                  <a:pt x="520405" y="97978"/>
                  <a:pt x="519008" y="94899"/>
                  <a:pt x="518162" y="91383"/>
                </a:cubicBezTo>
                <a:cubicBezTo>
                  <a:pt x="517316" y="87867"/>
                  <a:pt x="516893" y="83594"/>
                  <a:pt x="516893" y="78565"/>
                </a:cubicBezTo>
                <a:lnTo>
                  <a:pt x="516893" y="36532"/>
                </a:lnTo>
                <a:cubicBezTo>
                  <a:pt x="516893" y="36122"/>
                  <a:pt x="516983" y="35776"/>
                  <a:pt x="517163" y="35494"/>
                </a:cubicBezTo>
                <a:cubicBezTo>
                  <a:pt x="517342" y="35210"/>
                  <a:pt x="517688" y="34953"/>
                  <a:pt x="518201" y="34722"/>
                </a:cubicBezTo>
                <a:cubicBezTo>
                  <a:pt x="518713" y="34491"/>
                  <a:pt x="519380" y="34338"/>
                  <a:pt x="520200" y="34261"/>
                </a:cubicBezTo>
                <a:cubicBezTo>
                  <a:pt x="521021" y="34184"/>
                  <a:pt x="522046" y="34145"/>
                  <a:pt x="523276" y="34145"/>
                </a:cubicBezTo>
                <a:cubicBezTo>
                  <a:pt x="524507" y="34145"/>
                  <a:pt x="525532" y="34184"/>
                  <a:pt x="526353" y="34261"/>
                </a:cubicBezTo>
                <a:cubicBezTo>
                  <a:pt x="527173" y="34338"/>
                  <a:pt x="527827" y="34491"/>
                  <a:pt x="528314" y="34722"/>
                </a:cubicBezTo>
                <a:cubicBezTo>
                  <a:pt x="528801" y="34953"/>
                  <a:pt x="529147" y="35210"/>
                  <a:pt x="529352" y="35494"/>
                </a:cubicBezTo>
                <a:cubicBezTo>
                  <a:pt x="529557" y="35776"/>
                  <a:pt x="529659" y="36122"/>
                  <a:pt x="529659" y="36532"/>
                </a:cubicBezTo>
                <a:lnTo>
                  <a:pt x="529659" y="76877"/>
                </a:lnTo>
                <a:cubicBezTo>
                  <a:pt x="529659" y="80933"/>
                  <a:pt x="529954" y="84179"/>
                  <a:pt x="530544" y="86618"/>
                </a:cubicBezTo>
                <a:cubicBezTo>
                  <a:pt x="531133" y="89056"/>
                  <a:pt x="532031" y="91136"/>
                  <a:pt x="533235" y="92857"/>
                </a:cubicBezTo>
                <a:cubicBezTo>
                  <a:pt x="534440" y="94576"/>
                  <a:pt x="535966" y="95910"/>
                  <a:pt x="537811" y="96860"/>
                </a:cubicBezTo>
                <a:cubicBezTo>
                  <a:pt x="539657" y="97809"/>
                  <a:pt x="541810" y="98283"/>
                  <a:pt x="544271" y="98283"/>
                </a:cubicBezTo>
                <a:cubicBezTo>
                  <a:pt x="547450" y="98283"/>
                  <a:pt x="550616" y="97149"/>
                  <a:pt x="553769" y="94880"/>
                </a:cubicBezTo>
                <a:cubicBezTo>
                  <a:pt x="556922" y="92611"/>
                  <a:pt x="560267" y="89285"/>
                  <a:pt x="563805" y="84902"/>
                </a:cubicBezTo>
                <a:lnTo>
                  <a:pt x="563805" y="36529"/>
                </a:lnTo>
                <a:cubicBezTo>
                  <a:pt x="563805" y="36119"/>
                  <a:pt x="563895" y="35773"/>
                  <a:pt x="564074" y="35491"/>
                </a:cubicBezTo>
                <a:cubicBezTo>
                  <a:pt x="564253" y="35209"/>
                  <a:pt x="564599" y="34953"/>
                  <a:pt x="565112" y="34722"/>
                </a:cubicBezTo>
                <a:cubicBezTo>
                  <a:pt x="565625" y="34491"/>
                  <a:pt x="566279" y="34338"/>
                  <a:pt x="567073" y="34261"/>
                </a:cubicBezTo>
                <a:cubicBezTo>
                  <a:pt x="567868" y="34184"/>
                  <a:pt x="568906" y="34145"/>
                  <a:pt x="570188" y="34145"/>
                </a:cubicBezTo>
                <a:cubicBezTo>
                  <a:pt x="571418" y="34145"/>
                  <a:pt x="572444" y="34184"/>
                  <a:pt x="573264" y="34261"/>
                </a:cubicBezTo>
                <a:cubicBezTo>
                  <a:pt x="574084" y="34338"/>
                  <a:pt x="574725" y="34491"/>
                  <a:pt x="575187" y="34722"/>
                </a:cubicBezTo>
                <a:cubicBezTo>
                  <a:pt x="575648" y="34953"/>
                  <a:pt x="575994" y="35209"/>
                  <a:pt x="576225" y="35491"/>
                </a:cubicBezTo>
                <a:cubicBezTo>
                  <a:pt x="576455" y="35773"/>
                  <a:pt x="576571" y="36119"/>
                  <a:pt x="576571" y="36529"/>
                </a:cubicBezTo>
                <a:lnTo>
                  <a:pt x="576571" y="105743"/>
                </a:lnTo>
                <a:close/>
                <a:moveTo>
                  <a:pt x="659582" y="105743"/>
                </a:moveTo>
                <a:cubicBezTo>
                  <a:pt x="659582" y="106153"/>
                  <a:pt x="659479" y="106499"/>
                  <a:pt x="659274" y="106781"/>
                </a:cubicBezTo>
                <a:cubicBezTo>
                  <a:pt x="659069" y="107063"/>
                  <a:pt x="658736" y="107307"/>
                  <a:pt x="658274" y="107512"/>
                </a:cubicBezTo>
                <a:cubicBezTo>
                  <a:pt x="657813" y="107717"/>
                  <a:pt x="657172" y="107870"/>
                  <a:pt x="656352" y="107973"/>
                </a:cubicBezTo>
                <a:cubicBezTo>
                  <a:pt x="655531" y="108076"/>
                  <a:pt x="654506" y="108127"/>
                  <a:pt x="653276" y="108127"/>
                </a:cubicBezTo>
                <a:cubicBezTo>
                  <a:pt x="651994" y="108127"/>
                  <a:pt x="650943" y="108076"/>
                  <a:pt x="650122" y="107973"/>
                </a:cubicBezTo>
                <a:cubicBezTo>
                  <a:pt x="649302" y="107870"/>
                  <a:pt x="648661" y="107717"/>
                  <a:pt x="648200" y="107512"/>
                </a:cubicBezTo>
                <a:cubicBezTo>
                  <a:pt x="647738" y="107307"/>
                  <a:pt x="647405" y="107063"/>
                  <a:pt x="647200" y="106781"/>
                </a:cubicBezTo>
                <a:cubicBezTo>
                  <a:pt x="646995" y="106499"/>
                  <a:pt x="646893" y="106153"/>
                  <a:pt x="646893" y="105743"/>
                </a:cubicBezTo>
                <a:lnTo>
                  <a:pt x="646893" y="65214"/>
                </a:lnTo>
                <a:cubicBezTo>
                  <a:pt x="646893" y="61267"/>
                  <a:pt x="646585" y="58088"/>
                  <a:pt x="645970" y="55678"/>
                </a:cubicBezTo>
                <a:cubicBezTo>
                  <a:pt x="645354" y="53269"/>
                  <a:pt x="644457" y="51192"/>
                  <a:pt x="643278" y="49449"/>
                </a:cubicBezTo>
                <a:cubicBezTo>
                  <a:pt x="642099" y="47706"/>
                  <a:pt x="640574" y="46373"/>
                  <a:pt x="638702" y="45450"/>
                </a:cubicBezTo>
                <a:cubicBezTo>
                  <a:pt x="636831" y="44527"/>
                  <a:pt x="634665" y="44066"/>
                  <a:pt x="632204" y="44066"/>
                </a:cubicBezTo>
                <a:cubicBezTo>
                  <a:pt x="629025" y="44066"/>
                  <a:pt x="625846" y="45194"/>
                  <a:pt x="622668" y="47450"/>
                </a:cubicBezTo>
                <a:cubicBezTo>
                  <a:pt x="619489" y="49706"/>
                  <a:pt x="616157" y="53012"/>
                  <a:pt x="612670" y="57370"/>
                </a:cubicBezTo>
                <a:lnTo>
                  <a:pt x="612670" y="105743"/>
                </a:lnTo>
                <a:cubicBezTo>
                  <a:pt x="612670" y="106153"/>
                  <a:pt x="612568" y="106499"/>
                  <a:pt x="612363" y="106781"/>
                </a:cubicBezTo>
                <a:cubicBezTo>
                  <a:pt x="612158" y="107063"/>
                  <a:pt x="611824" y="107307"/>
                  <a:pt x="611363" y="107512"/>
                </a:cubicBezTo>
                <a:cubicBezTo>
                  <a:pt x="610901" y="107717"/>
                  <a:pt x="610261" y="107870"/>
                  <a:pt x="609440" y="107973"/>
                </a:cubicBezTo>
                <a:cubicBezTo>
                  <a:pt x="608620" y="108076"/>
                  <a:pt x="607569" y="108127"/>
                  <a:pt x="606287" y="108127"/>
                </a:cubicBezTo>
                <a:cubicBezTo>
                  <a:pt x="605057" y="108127"/>
                  <a:pt x="604031" y="108076"/>
                  <a:pt x="603211" y="107973"/>
                </a:cubicBezTo>
                <a:cubicBezTo>
                  <a:pt x="602391" y="107870"/>
                  <a:pt x="601737" y="107717"/>
                  <a:pt x="601250" y="107512"/>
                </a:cubicBezTo>
                <a:cubicBezTo>
                  <a:pt x="600763" y="107307"/>
                  <a:pt x="600430" y="107063"/>
                  <a:pt x="600250" y="106781"/>
                </a:cubicBezTo>
                <a:cubicBezTo>
                  <a:pt x="600071" y="106499"/>
                  <a:pt x="599981" y="106153"/>
                  <a:pt x="599981" y="105743"/>
                </a:cubicBezTo>
                <a:lnTo>
                  <a:pt x="599981" y="36529"/>
                </a:lnTo>
                <a:cubicBezTo>
                  <a:pt x="599981" y="36119"/>
                  <a:pt x="600058" y="35773"/>
                  <a:pt x="600212" y="35491"/>
                </a:cubicBezTo>
                <a:cubicBezTo>
                  <a:pt x="600366" y="35209"/>
                  <a:pt x="600673" y="34953"/>
                  <a:pt x="601135" y="34722"/>
                </a:cubicBezTo>
                <a:cubicBezTo>
                  <a:pt x="601596" y="34491"/>
                  <a:pt x="602186" y="34338"/>
                  <a:pt x="602903" y="34261"/>
                </a:cubicBezTo>
                <a:cubicBezTo>
                  <a:pt x="603621" y="34184"/>
                  <a:pt x="604570" y="34145"/>
                  <a:pt x="605749" y="34145"/>
                </a:cubicBezTo>
                <a:cubicBezTo>
                  <a:pt x="606877" y="34145"/>
                  <a:pt x="607813" y="34184"/>
                  <a:pt x="608556" y="34261"/>
                </a:cubicBezTo>
                <a:cubicBezTo>
                  <a:pt x="609299" y="34338"/>
                  <a:pt x="609876" y="34491"/>
                  <a:pt x="610286" y="34722"/>
                </a:cubicBezTo>
                <a:cubicBezTo>
                  <a:pt x="610696" y="34953"/>
                  <a:pt x="610991" y="35209"/>
                  <a:pt x="611171" y="35491"/>
                </a:cubicBezTo>
                <a:cubicBezTo>
                  <a:pt x="611350" y="35773"/>
                  <a:pt x="611440" y="36119"/>
                  <a:pt x="611440" y="36529"/>
                </a:cubicBezTo>
                <a:lnTo>
                  <a:pt x="611440" y="45681"/>
                </a:lnTo>
                <a:cubicBezTo>
                  <a:pt x="615336" y="41323"/>
                  <a:pt x="619220" y="38132"/>
                  <a:pt x="623091" y="36106"/>
                </a:cubicBezTo>
                <a:cubicBezTo>
                  <a:pt x="626962" y="34081"/>
                  <a:pt x="630871" y="33069"/>
                  <a:pt x="634819" y="33069"/>
                </a:cubicBezTo>
                <a:cubicBezTo>
                  <a:pt x="639433" y="33069"/>
                  <a:pt x="643316" y="33851"/>
                  <a:pt x="646470" y="35414"/>
                </a:cubicBezTo>
                <a:cubicBezTo>
                  <a:pt x="649623" y="36978"/>
                  <a:pt x="652173" y="39067"/>
                  <a:pt x="654121" y="41682"/>
                </a:cubicBezTo>
                <a:cubicBezTo>
                  <a:pt x="656070" y="44297"/>
                  <a:pt x="657467" y="47360"/>
                  <a:pt x="658313" y="50872"/>
                </a:cubicBezTo>
                <a:cubicBezTo>
                  <a:pt x="659159" y="54384"/>
                  <a:pt x="659582" y="58601"/>
                  <a:pt x="659582" y="63523"/>
                </a:cubicBezTo>
                <a:lnTo>
                  <a:pt x="659582" y="105743"/>
                </a:lnTo>
                <a:close/>
                <a:moveTo>
                  <a:pt x="732441" y="95284"/>
                </a:moveTo>
                <a:cubicBezTo>
                  <a:pt x="732441" y="96155"/>
                  <a:pt x="732415" y="96912"/>
                  <a:pt x="732364" y="97553"/>
                </a:cubicBezTo>
                <a:cubicBezTo>
                  <a:pt x="732312" y="98193"/>
                  <a:pt x="732223" y="98732"/>
                  <a:pt x="732094" y="99168"/>
                </a:cubicBezTo>
                <a:cubicBezTo>
                  <a:pt x="731966" y="99603"/>
                  <a:pt x="731813" y="99988"/>
                  <a:pt x="731633" y="100321"/>
                </a:cubicBezTo>
                <a:cubicBezTo>
                  <a:pt x="731454" y="100654"/>
                  <a:pt x="731043" y="101141"/>
                  <a:pt x="730403" y="101782"/>
                </a:cubicBezTo>
                <a:cubicBezTo>
                  <a:pt x="729762" y="102423"/>
                  <a:pt x="728672" y="103218"/>
                  <a:pt x="727134" y="104166"/>
                </a:cubicBezTo>
                <a:cubicBezTo>
                  <a:pt x="725596" y="105115"/>
                  <a:pt x="723866" y="105961"/>
                  <a:pt x="721943" y="106704"/>
                </a:cubicBezTo>
                <a:cubicBezTo>
                  <a:pt x="720021" y="107448"/>
                  <a:pt x="717931" y="108050"/>
                  <a:pt x="715676" y="108511"/>
                </a:cubicBezTo>
                <a:cubicBezTo>
                  <a:pt x="713420" y="108973"/>
                  <a:pt x="711087" y="109203"/>
                  <a:pt x="708677" y="109203"/>
                </a:cubicBezTo>
                <a:cubicBezTo>
                  <a:pt x="703704" y="109203"/>
                  <a:pt x="699295" y="108382"/>
                  <a:pt x="695450" y="106738"/>
                </a:cubicBezTo>
                <a:cubicBezTo>
                  <a:pt x="691605" y="105094"/>
                  <a:pt x="688387" y="102692"/>
                  <a:pt x="685798" y="99533"/>
                </a:cubicBezTo>
                <a:cubicBezTo>
                  <a:pt x="683209" y="96373"/>
                  <a:pt x="681235" y="92495"/>
                  <a:pt x="679877" y="87896"/>
                </a:cubicBezTo>
                <a:cubicBezTo>
                  <a:pt x="678518" y="83298"/>
                  <a:pt x="677839" y="77994"/>
                  <a:pt x="677839" y="71984"/>
                </a:cubicBezTo>
                <a:cubicBezTo>
                  <a:pt x="677839" y="65151"/>
                  <a:pt x="678672" y="59282"/>
                  <a:pt x="680338" y="54376"/>
                </a:cubicBezTo>
                <a:cubicBezTo>
                  <a:pt x="682004" y="49470"/>
                  <a:pt x="684286" y="45450"/>
                  <a:pt x="687183" y="42316"/>
                </a:cubicBezTo>
                <a:cubicBezTo>
                  <a:pt x="690079" y="39183"/>
                  <a:pt x="693489" y="36858"/>
                  <a:pt x="697411" y="35342"/>
                </a:cubicBezTo>
                <a:cubicBezTo>
                  <a:pt x="701333" y="33826"/>
                  <a:pt x="705575" y="33069"/>
                  <a:pt x="710138" y="33069"/>
                </a:cubicBezTo>
                <a:cubicBezTo>
                  <a:pt x="712343" y="33069"/>
                  <a:pt x="714484" y="33274"/>
                  <a:pt x="716560" y="33684"/>
                </a:cubicBezTo>
                <a:cubicBezTo>
                  <a:pt x="718636" y="34094"/>
                  <a:pt x="720546" y="34632"/>
                  <a:pt x="722289" y="35299"/>
                </a:cubicBezTo>
                <a:cubicBezTo>
                  <a:pt x="724032" y="35965"/>
                  <a:pt x="725583" y="36734"/>
                  <a:pt x="726942" y="37606"/>
                </a:cubicBezTo>
                <a:cubicBezTo>
                  <a:pt x="728301" y="38478"/>
                  <a:pt x="729288" y="39221"/>
                  <a:pt x="729903" y="39836"/>
                </a:cubicBezTo>
                <a:cubicBezTo>
                  <a:pt x="730518" y="40451"/>
                  <a:pt x="730941" y="40938"/>
                  <a:pt x="731172" y="41297"/>
                </a:cubicBezTo>
                <a:cubicBezTo>
                  <a:pt x="731402" y="41656"/>
                  <a:pt x="731595" y="42079"/>
                  <a:pt x="731748" y="42566"/>
                </a:cubicBezTo>
                <a:cubicBezTo>
                  <a:pt x="731902" y="43053"/>
                  <a:pt x="732005" y="43604"/>
                  <a:pt x="732056" y="44220"/>
                </a:cubicBezTo>
                <a:cubicBezTo>
                  <a:pt x="732107" y="44835"/>
                  <a:pt x="732133" y="45604"/>
                  <a:pt x="732133" y="46527"/>
                </a:cubicBezTo>
                <a:cubicBezTo>
                  <a:pt x="732133" y="48526"/>
                  <a:pt x="731902" y="49923"/>
                  <a:pt x="731441" y="50718"/>
                </a:cubicBezTo>
                <a:cubicBezTo>
                  <a:pt x="730979" y="51513"/>
                  <a:pt x="730415" y="51910"/>
                  <a:pt x="729749" y="51910"/>
                </a:cubicBezTo>
                <a:cubicBezTo>
                  <a:pt x="728980" y="51910"/>
                  <a:pt x="728095" y="51487"/>
                  <a:pt x="727096" y="50641"/>
                </a:cubicBezTo>
                <a:cubicBezTo>
                  <a:pt x="726096" y="49795"/>
                  <a:pt x="724827" y="48860"/>
                  <a:pt x="723289" y="47834"/>
                </a:cubicBezTo>
                <a:cubicBezTo>
                  <a:pt x="721751" y="46809"/>
                  <a:pt x="719892" y="45873"/>
                  <a:pt x="717713" y="45027"/>
                </a:cubicBezTo>
                <a:cubicBezTo>
                  <a:pt x="715535" y="44181"/>
                  <a:pt x="712958" y="43758"/>
                  <a:pt x="709985" y="43758"/>
                </a:cubicBezTo>
                <a:cubicBezTo>
                  <a:pt x="703884" y="43758"/>
                  <a:pt x="699205" y="46111"/>
                  <a:pt x="695950" y="50817"/>
                </a:cubicBezTo>
                <a:cubicBezTo>
                  <a:pt x="692694" y="55521"/>
                  <a:pt x="691066" y="62345"/>
                  <a:pt x="691066" y="71290"/>
                </a:cubicBezTo>
                <a:cubicBezTo>
                  <a:pt x="691066" y="75763"/>
                  <a:pt x="691489" y="79684"/>
                  <a:pt x="692335" y="83051"/>
                </a:cubicBezTo>
                <a:cubicBezTo>
                  <a:pt x="693181" y="86419"/>
                  <a:pt x="694424" y="89234"/>
                  <a:pt x="696065" y="91496"/>
                </a:cubicBezTo>
                <a:cubicBezTo>
                  <a:pt x="697706" y="93759"/>
                  <a:pt x="699718" y="95443"/>
                  <a:pt x="702102" y="96548"/>
                </a:cubicBezTo>
                <a:cubicBezTo>
                  <a:pt x="704486" y="97653"/>
                  <a:pt x="707216" y="98206"/>
                  <a:pt x="710292" y="98206"/>
                </a:cubicBezTo>
                <a:cubicBezTo>
                  <a:pt x="713215" y="98206"/>
                  <a:pt x="715778" y="97745"/>
                  <a:pt x="717983" y="96822"/>
                </a:cubicBezTo>
                <a:cubicBezTo>
                  <a:pt x="720187" y="95899"/>
                  <a:pt x="722097" y="94887"/>
                  <a:pt x="723712" y="93784"/>
                </a:cubicBezTo>
                <a:cubicBezTo>
                  <a:pt x="725327" y="92682"/>
                  <a:pt x="726686" y="91682"/>
                  <a:pt x="727788" y="90785"/>
                </a:cubicBezTo>
                <a:cubicBezTo>
                  <a:pt x="728890" y="89888"/>
                  <a:pt x="729749" y="89439"/>
                  <a:pt x="730364" y="89439"/>
                </a:cubicBezTo>
                <a:cubicBezTo>
                  <a:pt x="730723" y="89439"/>
                  <a:pt x="731031" y="89542"/>
                  <a:pt x="731287" y="89747"/>
                </a:cubicBezTo>
                <a:cubicBezTo>
                  <a:pt x="731543" y="89952"/>
                  <a:pt x="731761" y="90298"/>
                  <a:pt x="731941" y="90785"/>
                </a:cubicBezTo>
                <a:cubicBezTo>
                  <a:pt x="732120" y="91272"/>
                  <a:pt x="732248" y="91887"/>
                  <a:pt x="732325" y="92631"/>
                </a:cubicBezTo>
                <a:cubicBezTo>
                  <a:pt x="732402" y="93374"/>
                  <a:pt x="732441" y="94259"/>
                  <a:pt x="732441" y="95284"/>
                </a:cubicBezTo>
                <a:close/>
                <a:moveTo>
                  <a:pt x="785313" y="100744"/>
                </a:moveTo>
                <a:cubicBezTo>
                  <a:pt x="785313" y="102231"/>
                  <a:pt x="785210" y="103410"/>
                  <a:pt x="785005" y="104282"/>
                </a:cubicBezTo>
                <a:cubicBezTo>
                  <a:pt x="784800" y="105153"/>
                  <a:pt x="784492" y="105794"/>
                  <a:pt x="784082" y="106204"/>
                </a:cubicBezTo>
                <a:cubicBezTo>
                  <a:pt x="783672" y="106614"/>
                  <a:pt x="783057" y="106999"/>
                  <a:pt x="782236" y="107358"/>
                </a:cubicBezTo>
                <a:cubicBezTo>
                  <a:pt x="781416" y="107717"/>
                  <a:pt x="780480" y="108011"/>
                  <a:pt x="779429" y="108242"/>
                </a:cubicBezTo>
                <a:cubicBezTo>
                  <a:pt x="778378" y="108473"/>
                  <a:pt x="777263" y="108665"/>
                  <a:pt x="776084" y="108819"/>
                </a:cubicBezTo>
                <a:cubicBezTo>
                  <a:pt x="774905" y="108973"/>
                  <a:pt x="773726" y="109050"/>
                  <a:pt x="772546" y="109050"/>
                </a:cubicBezTo>
                <a:cubicBezTo>
                  <a:pt x="768958" y="109050"/>
                  <a:pt x="765881" y="108575"/>
                  <a:pt x="763318" y="107625"/>
                </a:cubicBezTo>
                <a:cubicBezTo>
                  <a:pt x="760755" y="106673"/>
                  <a:pt x="758653" y="105233"/>
                  <a:pt x="757012" y="103306"/>
                </a:cubicBezTo>
                <a:cubicBezTo>
                  <a:pt x="755371" y="101379"/>
                  <a:pt x="754179" y="98938"/>
                  <a:pt x="753436" y="95983"/>
                </a:cubicBezTo>
                <a:cubicBezTo>
                  <a:pt x="752692" y="93029"/>
                  <a:pt x="752321" y="89547"/>
                  <a:pt x="752321" y="85539"/>
                </a:cubicBezTo>
                <a:lnTo>
                  <a:pt x="752321" y="44989"/>
                </a:lnTo>
                <a:lnTo>
                  <a:pt x="742631" y="44989"/>
                </a:lnTo>
                <a:cubicBezTo>
                  <a:pt x="741862" y="44989"/>
                  <a:pt x="741247" y="44579"/>
                  <a:pt x="740785" y="43758"/>
                </a:cubicBezTo>
                <a:cubicBezTo>
                  <a:pt x="740324" y="42938"/>
                  <a:pt x="740093" y="41605"/>
                  <a:pt x="740093" y="39759"/>
                </a:cubicBezTo>
                <a:cubicBezTo>
                  <a:pt x="740093" y="38785"/>
                  <a:pt x="740157" y="37965"/>
                  <a:pt x="740285" y="37298"/>
                </a:cubicBezTo>
                <a:cubicBezTo>
                  <a:pt x="740413" y="36632"/>
                  <a:pt x="740580" y="36081"/>
                  <a:pt x="740785" y="35645"/>
                </a:cubicBezTo>
                <a:cubicBezTo>
                  <a:pt x="740990" y="35209"/>
                  <a:pt x="741259" y="34902"/>
                  <a:pt x="741593" y="34722"/>
                </a:cubicBezTo>
                <a:cubicBezTo>
                  <a:pt x="741926" y="34543"/>
                  <a:pt x="742298" y="34453"/>
                  <a:pt x="742708" y="34453"/>
                </a:cubicBezTo>
                <a:lnTo>
                  <a:pt x="752321" y="34453"/>
                </a:lnTo>
                <a:lnTo>
                  <a:pt x="752321" y="17996"/>
                </a:lnTo>
                <a:cubicBezTo>
                  <a:pt x="752321" y="17637"/>
                  <a:pt x="752410" y="17303"/>
                  <a:pt x="752590" y="16996"/>
                </a:cubicBezTo>
                <a:cubicBezTo>
                  <a:pt x="752769" y="16688"/>
                  <a:pt x="753103" y="16419"/>
                  <a:pt x="753590" y="16188"/>
                </a:cubicBezTo>
                <a:cubicBezTo>
                  <a:pt x="754077" y="15958"/>
                  <a:pt x="754730" y="15791"/>
                  <a:pt x="755551" y="15688"/>
                </a:cubicBezTo>
                <a:cubicBezTo>
                  <a:pt x="756371" y="15586"/>
                  <a:pt x="757396" y="15535"/>
                  <a:pt x="758627" y="15535"/>
                </a:cubicBezTo>
                <a:cubicBezTo>
                  <a:pt x="759909" y="15535"/>
                  <a:pt x="760960" y="15586"/>
                  <a:pt x="761780" y="15688"/>
                </a:cubicBezTo>
                <a:cubicBezTo>
                  <a:pt x="762600" y="15791"/>
                  <a:pt x="763241" y="15958"/>
                  <a:pt x="763703" y="16188"/>
                </a:cubicBezTo>
                <a:cubicBezTo>
                  <a:pt x="764164" y="16419"/>
                  <a:pt x="764497" y="16688"/>
                  <a:pt x="764702" y="16996"/>
                </a:cubicBezTo>
                <a:cubicBezTo>
                  <a:pt x="764907" y="17303"/>
                  <a:pt x="765010" y="17637"/>
                  <a:pt x="765010" y="17996"/>
                </a:cubicBezTo>
                <a:lnTo>
                  <a:pt x="765010" y="34453"/>
                </a:lnTo>
                <a:lnTo>
                  <a:pt x="782775" y="34453"/>
                </a:lnTo>
                <a:cubicBezTo>
                  <a:pt x="783185" y="34453"/>
                  <a:pt x="783544" y="34543"/>
                  <a:pt x="783851" y="34722"/>
                </a:cubicBezTo>
                <a:cubicBezTo>
                  <a:pt x="784159" y="34902"/>
                  <a:pt x="784428" y="35209"/>
                  <a:pt x="784659" y="35645"/>
                </a:cubicBezTo>
                <a:cubicBezTo>
                  <a:pt x="784890" y="36081"/>
                  <a:pt x="785056" y="36632"/>
                  <a:pt x="785159" y="37298"/>
                </a:cubicBezTo>
                <a:cubicBezTo>
                  <a:pt x="785261" y="37965"/>
                  <a:pt x="785313" y="38785"/>
                  <a:pt x="785313" y="39759"/>
                </a:cubicBezTo>
                <a:cubicBezTo>
                  <a:pt x="785313" y="41605"/>
                  <a:pt x="785082" y="42938"/>
                  <a:pt x="784620" y="43758"/>
                </a:cubicBezTo>
                <a:cubicBezTo>
                  <a:pt x="784159" y="44579"/>
                  <a:pt x="783544" y="44989"/>
                  <a:pt x="782775" y="44989"/>
                </a:cubicBezTo>
                <a:lnTo>
                  <a:pt x="765010" y="44989"/>
                </a:lnTo>
                <a:lnTo>
                  <a:pt x="765010" y="83707"/>
                </a:lnTo>
                <a:cubicBezTo>
                  <a:pt x="765010" y="88488"/>
                  <a:pt x="765715" y="92100"/>
                  <a:pt x="767125" y="94544"/>
                </a:cubicBezTo>
                <a:cubicBezTo>
                  <a:pt x="768535" y="96985"/>
                  <a:pt x="771060" y="98206"/>
                  <a:pt x="774700" y="98206"/>
                </a:cubicBezTo>
                <a:cubicBezTo>
                  <a:pt x="775879" y="98206"/>
                  <a:pt x="776930" y="98091"/>
                  <a:pt x="777853" y="97860"/>
                </a:cubicBezTo>
                <a:cubicBezTo>
                  <a:pt x="778776" y="97629"/>
                  <a:pt x="779596" y="97386"/>
                  <a:pt x="780314" y="97130"/>
                </a:cubicBezTo>
                <a:cubicBezTo>
                  <a:pt x="781032" y="96873"/>
                  <a:pt x="781647" y="96630"/>
                  <a:pt x="782159" y="96399"/>
                </a:cubicBezTo>
                <a:cubicBezTo>
                  <a:pt x="782672" y="96168"/>
                  <a:pt x="783134" y="96053"/>
                  <a:pt x="783544" y="96053"/>
                </a:cubicBezTo>
                <a:cubicBezTo>
                  <a:pt x="783800" y="96053"/>
                  <a:pt x="784044" y="96117"/>
                  <a:pt x="784274" y="96245"/>
                </a:cubicBezTo>
                <a:cubicBezTo>
                  <a:pt x="784505" y="96373"/>
                  <a:pt x="784684" y="96617"/>
                  <a:pt x="784813" y="96976"/>
                </a:cubicBezTo>
                <a:cubicBezTo>
                  <a:pt x="784941" y="97335"/>
                  <a:pt x="785056" y="97822"/>
                  <a:pt x="785159" y="98437"/>
                </a:cubicBezTo>
                <a:cubicBezTo>
                  <a:pt x="785261" y="99052"/>
                  <a:pt x="785313" y="99821"/>
                  <a:pt x="785313" y="100744"/>
                </a:cubicBezTo>
                <a:close/>
                <a:moveTo>
                  <a:pt x="814788" y="105743"/>
                </a:moveTo>
                <a:cubicBezTo>
                  <a:pt x="814788" y="106153"/>
                  <a:pt x="814686" y="106499"/>
                  <a:pt x="814481" y="106781"/>
                </a:cubicBezTo>
                <a:cubicBezTo>
                  <a:pt x="814276" y="107063"/>
                  <a:pt x="813942" y="107307"/>
                  <a:pt x="813481" y="107512"/>
                </a:cubicBezTo>
                <a:cubicBezTo>
                  <a:pt x="813020" y="107717"/>
                  <a:pt x="812379" y="107870"/>
                  <a:pt x="811558" y="107973"/>
                </a:cubicBezTo>
                <a:cubicBezTo>
                  <a:pt x="810738" y="108076"/>
                  <a:pt x="809687" y="108127"/>
                  <a:pt x="808405" y="108127"/>
                </a:cubicBezTo>
                <a:cubicBezTo>
                  <a:pt x="807175" y="108127"/>
                  <a:pt x="806150" y="108076"/>
                  <a:pt x="805329" y="107973"/>
                </a:cubicBezTo>
                <a:cubicBezTo>
                  <a:pt x="804509" y="107870"/>
                  <a:pt x="803855" y="107717"/>
                  <a:pt x="803368" y="107512"/>
                </a:cubicBezTo>
                <a:cubicBezTo>
                  <a:pt x="802881" y="107307"/>
                  <a:pt x="802548" y="107063"/>
                  <a:pt x="802368" y="106781"/>
                </a:cubicBezTo>
                <a:cubicBezTo>
                  <a:pt x="802189" y="106499"/>
                  <a:pt x="802099" y="106153"/>
                  <a:pt x="802099" y="105743"/>
                </a:cubicBezTo>
                <a:lnTo>
                  <a:pt x="802099" y="36529"/>
                </a:lnTo>
                <a:cubicBezTo>
                  <a:pt x="802099" y="36170"/>
                  <a:pt x="802189" y="35837"/>
                  <a:pt x="802368" y="35530"/>
                </a:cubicBezTo>
                <a:cubicBezTo>
                  <a:pt x="802548" y="35222"/>
                  <a:pt x="802881" y="34966"/>
                  <a:pt x="803368" y="34761"/>
                </a:cubicBezTo>
                <a:cubicBezTo>
                  <a:pt x="803855" y="34555"/>
                  <a:pt x="804509" y="34402"/>
                  <a:pt x="805329" y="34299"/>
                </a:cubicBezTo>
                <a:cubicBezTo>
                  <a:pt x="806150" y="34197"/>
                  <a:pt x="807175" y="34145"/>
                  <a:pt x="808405" y="34145"/>
                </a:cubicBezTo>
                <a:cubicBezTo>
                  <a:pt x="809687" y="34145"/>
                  <a:pt x="810738" y="34197"/>
                  <a:pt x="811558" y="34299"/>
                </a:cubicBezTo>
                <a:cubicBezTo>
                  <a:pt x="812379" y="34402"/>
                  <a:pt x="813020" y="34555"/>
                  <a:pt x="813481" y="34761"/>
                </a:cubicBezTo>
                <a:cubicBezTo>
                  <a:pt x="813942" y="34966"/>
                  <a:pt x="814276" y="35222"/>
                  <a:pt x="814481" y="35530"/>
                </a:cubicBezTo>
                <a:cubicBezTo>
                  <a:pt x="814686" y="35837"/>
                  <a:pt x="814788" y="36170"/>
                  <a:pt x="814788" y="36529"/>
                </a:cubicBezTo>
                <a:lnTo>
                  <a:pt x="814788" y="105743"/>
                </a:lnTo>
                <a:moveTo>
                  <a:pt x="816250" y="13074"/>
                </a:moveTo>
                <a:cubicBezTo>
                  <a:pt x="816250" y="16047"/>
                  <a:pt x="815686" y="18072"/>
                  <a:pt x="814558" y="19149"/>
                </a:cubicBezTo>
                <a:cubicBezTo>
                  <a:pt x="813430" y="20226"/>
                  <a:pt x="811353" y="20764"/>
                  <a:pt x="808328" y="20764"/>
                </a:cubicBezTo>
                <a:cubicBezTo>
                  <a:pt x="805355" y="20764"/>
                  <a:pt x="803317" y="20239"/>
                  <a:pt x="802215" y="19188"/>
                </a:cubicBezTo>
                <a:cubicBezTo>
                  <a:pt x="801112" y="18136"/>
                  <a:pt x="800561" y="16150"/>
                  <a:pt x="800561" y="13227"/>
                </a:cubicBezTo>
                <a:cubicBezTo>
                  <a:pt x="800561" y="10254"/>
                  <a:pt x="801125" y="8229"/>
                  <a:pt x="802253" y="7152"/>
                </a:cubicBezTo>
                <a:cubicBezTo>
                  <a:pt x="803381" y="6075"/>
                  <a:pt x="805457" y="5537"/>
                  <a:pt x="808482" y="5537"/>
                </a:cubicBezTo>
                <a:cubicBezTo>
                  <a:pt x="811456" y="5537"/>
                  <a:pt x="813494" y="6063"/>
                  <a:pt x="814596" y="7114"/>
                </a:cubicBezTo>
                <a:cubicBezTo>
                  <a:pt x="815698" y="8165"/>
                  <a:pt x="816250" y="10151"/>
                  <a:pt x="816250" y="13074"/>
                </a:cubicBezTo>
                <a:close/>
                <a:moveTo>
                  <a:pt x="902551" y="70405"/>
                </a:moveTo>
                <a:cubicBezTo>
                  <a:pt x="902551" y="76050"/>
                  <a:pt x="901807" y="81246"/>
                  <a:pt x="900321" y="85993"/>
                </a:cubicBezTo>
                <a:cubicBezTo>
                  <a:pt x="898834" y="90740"/>
                  <a:pt x="896616" y="94834"/>
                  <a:pt x="893668" y="98274"/>
                </a:cubicBezTo>
                <a:cubicBezTo>
                  <a:pt x="890721" y="101712"/>
                  <a:pt x="887029" y="104393"/>
                  <a:pt x="882594" y="106317"/>
                </a:cubicBezTo>
                <a:cubicBezTo>
                  <a:pt x="878160" y="108241"/>
                  <a:pt x="873020" y="109203"/>
                  <a:pt x="867175" y="109203"/>
                </a:cubicBezTo>
                <a:cubicBezTo>
                  <a:pt x="861484" y="109203"/>
                  <a:pt x="856524" y="108357"/>
                  <a:pt x="852294" y="106663"/>
                </a:cubicBezTo>
                <a:cubicBezTo>
                  <a:pt x="848064" y="104970"/>
                  <a:pt x="844540" y="102506"/>
                  <a:pt x="841720" y="99273"/>
                </a:cubicBezTo>
                <a:cubicBezTo>
                  <a:pt x="838900" y="96040"/>
                  <a:pt x="836798" y="92114"/>
                  <a:pt x="835414" y="87495"/>
                </a:cubicBezTo>
                <a:cubicBezTo>
                  <a:pt x="834030" y="82876"/>
                  <a:pt x="833337" y="77641"/>
                  <a:pt x="833337" y="71790"/>
                </a:cubicBezTo>
                <a:cubicBezTo>
                  <a:pt x="833337" y="66145"/>
                  <a:pt x="834068" y="60950"/>
                  <a:pt x="835529" y="56202"/>
                </a:cubicBezTo>
                <a:cubicBezTo>
                  <a:pt x="836990" y="51455"/>
                  <a:pt x="839195" y="47362"/>
                  <a:pt x="842143" y="43924"/>
                </a:cubicBezTo>
                <a:cubicBezTo>
                  <a:pt x="845091" y="40484"/>
                  <a:pt x="848769" y="37815"/>
                  <a:pt x="853179" y="35917"/>
                </a:cubicBezTo>
                <a:cubicBezTo>
                  <a:pt x="857588" y="34018"/>
                  <a:pt x="862740" y="33069"/>
                  <a:pt x="868636" y="33069"/>
                </a:cubicBezTo>
                <a:cubicBezTo>
                  <a:pt x="874327" y="33069"/>
                  <a:pt x="879287" y="33915"/>
                  <a:pt x="883517" y="35609"/>
                </a:cubicBezTo>
                <a:cubicBezTo>
                  <a:pt x="887747" y="37302"/>
                  <a:pt x="891272" y="39766"/>
                  <a:pt x="894091" y="42999"/>
                </a:cubicBezTo>
                <a:cubicBezTo>
                  <a:pt x="896911" y="46232"/>
                  <a:pt x="899026" y="50158"/>
                  <a:pt x="900436" y="54777"/>
                </a:cubicBezTo>
                <a:cubicBezTo>
                  <a:pt x="901846" y="59396"/>
                  <a:pt x="902551" y="64606"/>
                  <a:pt x="902551" y="70405"/>
                </a:cubicBezTo>
                <a:moveTo>
                  <a:pt x="889170" y="71251"/>
                </a:moveTo>
                <a:cubicBezTo>
                  <a:pt x="889170" y="67504"/>
                  <a:pt x="888824" y="63962"/>
                  <a:pt x="888131" y="60624"/>
                </a:cubicBezTo>
                <a:cubicBezTo>
                  <a:pt x="887439" y="57287"/>
                  <a:pt x="886299" y="54361"/>
                  <a:pt x="884709" y="51845"/>
                </a:cubicBezTo>
                <a:cubicBezTo>
                  <a:pt x="883120" y="49330"/>
                  <a:pt x="880967" y="47341"/>
                  <a:pt x="878249" y="45878"/>
                </a:cubicBezTo>
                <a:cubicBezTo>
                  <a:pt x="875532" y="44414"/>
                  <a:pt x="872148" y="43681"/>
                  <a:pt x="868098" y="43681"/>
                </a:cubicBezTo>
                <a:cubicBezTo>
                  <a:pt x="864355" y="43681"/>
                  <a:pt x="861138" y="44349"/>
                  <a:pt x="858447" y="45683"/>
                </a:cubicBezTo>
                <a:cubicBezTo>
                  <a:pt x="855755" y="47018"/>
                  <a:pt x="853537" y="48905"/>
                  <a:pt x="851794" y="51345"/>
                </a:cubicBezTo>
                <a:cubicBezTo>
                  <a:pt x="850051" y="53784"/>
                  <a:pt x="848757" y="56672"/>
                  <a:pt x="847911" y="60009"/>
                </a:cubicBezTo>
                <a:cubicBezTo>
                  <a:pt x="847065" y="63345"/>
                  <a:pt x="846642" y="66990"/>
                  <a:pt x="846642" y="70944"/>
                </a:cubicBezTo>
                <a:cubicBezTo>
                  <a:pt x="846642" y="74743"/>
                  <a:pt x="846988" y="78311"/>
                  <a:pt x="847680" y="81648"/>
                </a:cubicBezTo>
                <a:cubicBezTo>
                  <a:pt x="848372" y="84985"/>
                  <a:pt x="849526" y="87899"/>
                  <a:pt x="851141" y="90388"/>
                </a:cubicBezTo>
                <a:cubicBezTo>
                  <a:pt x="852756" y="92878"/>
                  <a:pt x="854922" y="94855"/>
                  <a:pt x="857639" y="96320"/>
                </a:cubicBezTo>
                <a:cubicBezTo>
                  <a:pt x="860356" y="97782"/>
                  <a:pt x="863740" y="98514"/>
                  <a:pt x="867790" y="98514"/>
                </a:cubicBezTo>
                <a:cubicBezTo>
                  <a:pt x="871482" y="98514"/>
                  <a:pt x="874686" y="97847"/>
                  <a:pt x="877403" y="96512"/>
                </a:cubicBezTo>
                <a:cubicBezTo>
                  <a:pt x="880121" y="95177"/>
                  <a:pt x="882351" y="93304"/>
                  <a:pt x="884094" y="90891"/>
                </a:cubicBezTo>
                <a:cubicBezTo>
                  <a:pt x="885837" y="88476"/>
                  <a:pt x="887119" y="85601"/>
                  <a:pt x="887939" y="82266"/>
                </a:cubicBezTo>
                <a:cubicBezTo>
                  <a:pt x="888759" y="78928"/>
                  <a:pt x="889170" y="75257"/>
                  <a:pt x="889170" y="71251"/>
                </a:cubicBezTo>
                <a:close/>
                <a:moveTo>
                  <a:pt x="980801" y="105743"/>
                </a:moveTo>
                <a:cubicBezTo>
                  <a:pt x="980801" y="106153"/>
                  <a:pt x="980699" y="106499"/>
                  <a:pt x="980494" y="106781"/>
                </a:cubicBezTo>
                <a:cubicBezTo>
                  <a:pt x="980289" y="107063"/>
                  <a:pt x="979955" y="107307"/>
                  <a:pt x="979494" y="107512"/>
                </a:cubicBezTo>
                <a:cubicBezTo>
                  <a:pt x="979032" y="107717"/>
                  <a:pt x="978392" y="107870"/>
                  <a:pt x="977571" y="107973"/>
                </a:cubicBezTo>
                <a:cubicBezTo>
                  <a:pt x="976751" y="108076"/>
                  <a:pt x="975726" y="108127"/>
                  <a:pt x="974495" y="108127"/>
                </a:cubicBezTo>
                <a:cubicBezTo>
                  <a:pt x="973213" y="108127"/>
                  <a:pt x="972162" y="108076"/>
                  <a:pt x="971342" y="107973"/>
                </a:cubicBezTo>
                <a:cubicBezTo>
                  <a:pt x="970522" y="107870"/>
                  <a:pt x="969881" y="107717"/>
                  <a:pt x="969419" y="107512"/>
                </a:cubicBezTo>
                <a:cubicBezTo>
                  <a:pt x="968958" y="107307"/>
                  <a:pt x="968625" y="107063"/>
                  <a:pt x="968420" y="106781"/>
                </a:cubicBezTo>
                <a:cubicBezTo>
                  <a:pt x="968215" y="106499"/>
                  <a:pt x="968112" y="106153"/>
                  <a:pt x="968112" y="105743"/>
                </a:cubicBezTo>
                <a:lnTo>
                  <a:pt x="968112" y="65214"/>
                </a:lnTo>
                <a:cubicBezTo>
                  <a:pt x="968112" y="61267"/>
                  <a:pt x="967804" y="58088"/>
                  <a:pt x="967189" y="55678"/>
                </a:cubicBezTo>
                <a:cubicBezTo>
                  <a:pt x="966574" y="53269"/>
                  <a:pt x="965677" y="51192"/>
                  <a:pt x="964498" y="49449"/>
                </a:cubicBezTo>
                <a:cubicBezTo>
                  <a:pt x="963318" y="47706"/>
                  <a:pt x="961793" y="46373"/>
                  <a:pt x="959922" y="45450"/>
                </a:cubicBezTo>
                <a:cubicBezTo>
                  <a:pt x="958050" y="44527"/>
                  <a:pt x="955884" y="44066"/>
                  <a:pt x="953423" y="44066"/>
                </a:cubicBezTo>
                <a:cubicBezTo>
                  <a:pt x="950245" y="44066"/>
                  <a:pt x="947066" y="45194"/>
                  <a:pt x="943887" y="47450"/>
                </a:cubicBezTo>
                <a:cubicBezTo>
                  <a:pt x="940709" y="49706"/>
                  <a:pt x="937376" y="53012"/>
                  <a:pt x="933890" y="57370"/>
                </a:cubicBezTo>
                <a:lnTo>
                  <a:pt x="933890" y="105743"/>
                </a:lnTo>
                <a:cubicBezTo>
                  <a:pt x="933890" y="106153"/>
                  <a:pt x="933787" y="106499"/>
                  <a:pt x="933582" y="106781"/>
                </a:cubicBezTo>
                <a:cubicBezTo>
                  <a:pt x="933377" y="107063"/>
                  <a:pt x="933044" y="107307"/>
                  <a:pt x="932582" y="107512"/>
                </a:cubicBezTo>
                <a:cubicBezTo>
                  <a:pt x="932121" y="107717"/>
                  <a:pt x="931480" y="107870"/>
                  <a:pt x="930660" y="107973"/>
                </a:cubicBezTo>
                <a:cubicBezTo>
                  <a:pt x="929840" y="108076"/>
                  <a:pt x="928789" y="108127"/>
                  <a:pt x="927507" y="108127"/>
                </a:cubicBezTo>
                <a:cubicBezTo>
                  <a:pt x="926276" y="108127"/>
                  <a:pt x="925251" y="108076"/>
                  <a:pt x="924431" y="107973"/>
                </a:cubicBezTo>
                <a:cubicBezTo>
                  <a:pt x="923610" y="107870"/>
                  <a:pt x="922957" y="107717"/>
                  <a:pt x="922470" y="107512"/>
                </a:cubicBezTo>
                <a:cubicBezTo>
                  <a:pt x="921983" y="107307"/>
                  <a:pt x="921649" y="107063"/>
                  <a:pt x="921470" y="106781"/>
                </a:cubicBezTo>
                <a:cubicBezTo>
                  <a:pt x="921290" y="106499"/>
                  <a:pt x="921201" y="106153"/>
                  <a:pt x="921201" y="105743"/>
                </a:cubicBezTo>
                <a:lnTo>
                  <a:pt x="921201" y="36529"/>
                </a:lnTo>
                <a:cubicBezTo>
                  <a:pt x="921201" y="36119"/>
                  <a:pt x="921278" y="35773"/>
                  <a:pt x="921431" y="35491"/>
                </a:cubicBezTo>
                <a:cubicBezTo>
                  <a:pt x="921585" y="35209"/>
                  <a:pt x="921893" y="34953"/>
                  <a:pt x="922354" y="34722"/>
                </a:cubicBezTo>
                <a:cubicBezTo>
                  <a:pt x="922816" y="34491"/>
                  <a:pt x="923405" y="34338"/>
                  <a:pt x="924123" y="34261"/>
                </a:cubicBezTo>
                <a:cubicBezTo>
                  <a:pt x="924841" y="34184"/>
                  <a:pt x="925789" y="34145"/>
                  <a:pt x="926969" y="34145"/>
                </a:cubicBezTo>
                <a:cubicBezTo>
                  <a:pt x="928096" y="34145"/>
                  <a:pt x="929032" y="34184"/>
                  <a:pt x="929775" y="34261"/>
                </a:cubicBezTo>
                <a:cubicBezTo>
                  <a:pt x="930519" y="34338"/>
                  <a:pt x="931096" y="34491"/>
                  <a:pt x="931506" y="34722"/>
                </a:cubicBezTo>
                <a:cubicBezTo>
                  <a:pt x="931916" y="34953"/>
                  <a:pt x="932211" y="35209"/>
                  <a:pt x="932390" y="35491"/>
                </a:cubicBezTo>
                <a:cubicBezTo>
                  <a:pt x="932570" y="35773"/>
                  <a:pt x="932659" y="36119"/>
                  <a:pt x="932659" y="36529"/>
                </a:cubicBezTo>
                <a:lnTo>
                  <a:pt x="932659" y="45681"/>
                </a:lnTo>
                <a:cubicBezTo>
                  <a:pt x="936556" y="41323"/>
                  <a:pt x="940440" y="38132"/>
                  <a:pt x="944310" y="36106"/>
                </a:cubicBezTo>
                <a:cubicBezTo>
                  <a:pt x="948181" y="34081"/>
                  <a:pt x="952090" y="33069"/>
                  <a:pt x="956038" y="33069"/>
                </a:cubicBezTo>
                <a:cubicBezTo>
                  <a:pt x="960652" y="33069"/>
                  <a:pt x="964536" y="33851"/>
                  <a:pt x="967689" y="35414"/>
                </a:cubicBezTo>
                <a:cubicBezTo>
                  <a:pt x="970842" y="36978"/>
                  <a:pt x="973393" y="39067"/>
                  <a:pt x="975341" y="41682"/>
                </a:cubicBezTo>
                <a:cubicBezTo>
                  <a:pt x="977289" y="44297"/>
                  <a:pt x="978686" y="47360"/>
                  <a:pt x="979532" y="50872"/>
                </a:cubicBezTo>
                <a:cubicBezTo>
                  <a:pt x="980378" y="54384"/>
                  <a:pt x="980801" y="58601"/>
                  <a:pt x="980801" y="63523"/>
                </a:cubicBezTo>
                <a:lnTo>
                  <a:pt x="980801" y="105743"/>
                </a:lnTo>
                <a:close/>
                <a:moveTo>
                  <a:pt x="1155005" y="48562"/>
                </a:moveTo>
                <a:cubicBezTo>
                  <a:pt x="1155005" y="52052"/>
                  <a:pt x="1154788" y="55618"/>
                  <a:pt x="1154352" y="59262"/>
                </a:cubicBezTo>
                <a:cubicBezTo>
                  <a:pt x="1153916" y="62905"/>
                  <a:pt x="1153211" y="66446"/>
                  <a:pt x="1152237" y="69884"/>
                </a:cubicBezTo>
                <a:cubicBezTo>
                  <a:pt x="1151263" y="73322"/>
                  <a:pt x="1149981" y="76568"/>
                  <a:pt x="1148392" y="79622"/>
                </a:cubicBezTo>
                <a:cubicBezTo>
                  <a:pt x="1146802" y="82674"/>
                  <a:pt x="1144854" y="85355"/>
                  <a:pt x="1142547" y="87666"/>
                </a:cubicBezTo>
                <a:cubicBezTo>
                  <a:pt x="1140240" y="89974"/>
                  <a:pt x="1137561" y="91783"/>
                  <a:pt x="1134511" y="93092"/>
                </a:cubicBezTo>
                <a:cubicBezTo>
                  <a:pt x="1131460" y="94400"/>
                  <a:pt x="1127961" y="95053"/>
                  <a:pt x="1124013" y="95053"/>
                </a:cubicBezTo>
                <a:cubicBezTo>
                  <a:pt x="1121911" y="95053"/>
                  <a:pt x="1119963" y="94810"/>
                  <a:pt x="1118168" y="94323"/>
                </a:cubicBezTo>
                <a:cubicBezTo>
                  <a:pt x="1116374" y="93834"/>
                  <a:pt x="1114785" y="93128"/>
                  <a:pt x="1113400" y="92205"/>
                </a:cubicBezTo>
                <a:cubicBezTo>
                  <a:pt x="1112016" y="91281"/>
                  <a:pt x="1110850" y="90087"/>
                  <a:pt x="1109901" y="88625"/>
                </a:cubicBezTo>
                <a:cubicBezTo>
                  <a:pt x="1108953" y="87160"/>
                  <a:pt x="1108299" y="85479"/>
                  <a:pt x="1107940" y="83580"/>
                </a:cubicBezTo>
                <a:cubicBezTo>
                  <a:pt x="1105889" y="85634"/>
                  <a:pt x="1103903" y="87392"/>
                  <a:pt x="1101980" y="88855"/>
                </a:cubicBezTo>
                <a:cubicBezTo>
                  <a:pt x="1100058" y="90318"/>
                  <a:pt x="1098173" y="91512"/>
                  <a:pt x="1096328" y="92436"/>
                </a:cubicBezTo>
                <a:cubicBezTo>
                  <a:pt x="1094482" y="93359"/>
                  <a:pt x="1092675" y="94026"/>
                  <a:pt x="1090906" y="94438"/>
                </a:cubicBezTo>
                <a:cubicBezTo>
                  <a:pt x="1089137" y="94848"/>
                  <a:pt x="1087407" y="95053"/>
                  <a:pt x="1085715" y="95053"/>
                </a:cubicBezTo>
                <a:cubicBezTo>
                  <a:pt x="1083510" y="95053"/>
                  <a:pt x="1081562" y="94835"/>
                  <a:pt x="1079870" y="94400"/>
                </a:cubicBezTo>
                <a:cubicBezTo>
                  <a:pt x="1078178" y="93962"/>
                  <a:pt x="1076679" y="93320"/>
                  <a:pt x="1075371" y="92475"/>
                </a:cubicBezTo>
                <a:cubicBezTo>
                  <a:pt x="1074064" y="91627"/>
                  <a:pt x="1072949" y="90587"/>
                  <a:pt x="1072026" y="89355"/>
                </a:cubicBezTo>
                <a:cubicBezTo>
                  <a:pt x="1071103" y="88123"/>
                  <a:pt x="1070334" y="86737"/>
                  <a:pt x="1069719" y="85197"/>
                </a:cubicBezTo>
                <a:cubicBezTo>
                  <a:pt x="1069104" y="83658"/>
                  <a:pt x="1068668" y="81964"/>
                  <a:pt x="1068412" y="80117"/>
                </a:cubicBezTo>
                <a:cubicBezTo>
                  <a:pt x="1068155" y="78268"/>
                  <a:pt x="1068027" y="76265"/>
                  <a:pt x="1068027" y="74109"/>
                </a:cubicBezTo>
                <a:cubicBezTo>
                  <a:pt x="1068027" y="71901"/>
                  <a:pt x="1068207" y="69373"/>
                  <a:pt x="1068565" y="66524"/>
                </a:cubicBezTo>
                <a:cubicBezTo>
                  <a:pt x="1068924" y="63676"/>
                  <a:pt x="1069514" y="60737"/>
                  <a:pt x="1070334" y="57709"/>
                </a:cubicBezTo>
                <a:cubicBezTo>
                  <a:pt x="1071155" y="54679"/>
                  <a:pt x="1072283" y="51715"/>
                  <a:pt x="1073718" y="48815"/>
                </a:cubicBezTo>
                <a:cubicBezTo>
                  <a:pt x="1075154" y="45915"/>
                  <a:pt x="1076935" y="43323"/>
                  <a:pt x="1079063" y="41038"/>
                </a:cubicBezTo>
                <a:cubicBezTo>
                  <a:pt x="1081191" y="38753"/>
                  <a:pt x="1083716" y="36905"/>
                  <a:pt x="1086638" y="35494"/>
                </a:cubicBezTo>
                <a:cubicBezTo>
                  <a:pt x="1089560" y="34082"/>
                  <a:pt x="1092970" y="33376"/>
                  <a:pt x="1096866" y="33376"/>
                </a:cubicBezTo>
                <a:cubicBezTo>
                  <a:pt x="1098507" y="33376"/>
                  <a:pt x="1100083" y="33569"/>
                  <a:pt x="1101596" y="33955"/>
                </a:cubicBezTo>
                <a:cubicBezTo>
                  <a:pt x="1103108" y="34340"/>
                  <a:pt x="1104557" y="34943"/>
                  <a:pt x="1105941" y="35765"/>
                </a:cubicBezTo>
                <a:cubicBezTo>
                  <a:pt x="1107325" y="36585"/>
                  <a:pt x="1108658" y="37612"/>
                  <a:pt x="1109940" y="38844"/>
                </a:cubicBezTo>
                <a:cubicBezTo>
                  <a:pt x="1111222" y="40076"/>
                  <a:pt x="1112529" y="41539"/>
                  <a:pt x="1113862" y="43232"/>
                </a:cubicBezTo>
                <a:lnTo>
                  <a:pt x="1115169" y="36455"/>
                </a:lnTo>
                <a:cubicBezTo>
                  <a:pt x="1115374" y="35737"/>
                  <a:pt x="1115836" y="35199"/>
                  <a:pt x="1116553" y="34840"/>
                </a:cubicBezTo>
                <a:cubicBezTo>
                  <a:pt x="1117271" y="34479"/>
                  <a:pt x="1118604" y="34299"/>
                  <a:pt x="1120553" y="34299"/>
                </a:cubicBezTo>
                <a:cubicBezTo>
                  <a:pt x="1121475" y="34299"/>
                  <a:pt x="1122257" y="34350"/>
                  <a:pt x="1122898" y="34453"/>
                </a:cubicBezTo>
                <a:cubicBezTo>
                  <a:pt x="1123539" y="34555"/>
                  <a:pt x="1124039" y="34696"/>
                  <a:pt x="1124398" y="34876"/>
                </a:cubicBezTo>
                <a:cubicBezTo>
                  <a:pt x="1124757" y="35055"/>
                  <a:pt x="1125000" y="35274"/>
                  <a:pt x="1125128" y="35532"/>
                </a:cubicBezTo>
                <a:cubicBezTo>
                  <a:pt x="1125256" y="35788"/>
                  <a:pt x="1125269" y="36096"/>
                  <a:pt x="1125167" y="36455"/>
                </a:cubicBezTo>
                <a:lnTo>
                  <a:pt x="1118322" y="71876"/>
                </a:lnTo>
                <a:cubicBezTo>
                  <a:pt x="1117502" y="76346"/>
                  <a:pt x="1117707" y="79648"/>
                  <a:pt x="1118938" y="81780"/>
                </a:cubicBezTo>
                <a:cubicBezTo>
                  <a:pt x="1120168" y="83913"/>
                  <a:pt x="1122501" y="84979"/>
                  <a:pt x="1125936" y="84979"/>
                </a:cubicBezTo>
                <a:cubicBezTo>
                  <a:pt x="1128038" y="84979"/>
                  <a:pt x="1129935" y="84453"/>
                  <a:pt x="1131627" y="83402"/>
                </a:cubicBezTo>
                <a:cubicBezTo>
                  <a:pt x="1133319" y="82350"/>
                  <a:pt x="1134805" y="80925"/>
                  <a:pt x="1136087" y="79129"/>
                </a:cubicBezTo>
                <a:cubicBezTo>
                  <a:pt x="1137369" y="77332"/>
                  <a:pt x="1138445" y="75240"/>
                  <a:pt x="1139317" y="72854"/>
                </a:cubicBezTo>
                <a:cubicBezTo>
                  <a:pt x="1140189" y="70467"/>
                  <a:pt x="1140906" y="67952"/>
                  <a:pt x="1141470" y="65308"/>
                </a:cubicBezTo>
                <a:cubicBezTo>
                  <a:pt x="1142034" y="62665"/>
                  <a:pt x="1142444" y="59957"/>
                  <a:pt x="1142701" y="57185"/>
                </a:cubicBezTo>
                <a:cubicBezTo>
                  <a:pt x="1142957" y="54413"/>
                  <a:pt x="1143085" y="51744"/>
                  <a:pt x="1143085" y="49178"/>
                </a:cubicBezTo>
                <a:cubicBezTo>
                  <a:pt x="1143085" y="44712"/>
                  <a:pt x="1142483" y="40466"/>
                  <a:pt x="1141278" y="36438"/>
                </a:cubicBezTo>
                <a:cubicBezTo>
                  <a:pt x="1140073" y="32409"/>
                  <a:pt x="1138010" y="28867"/>
                  <a:pt x="1135087" y="25813"/>
                </a:cubicBezTo>
                <a:cubicBezTo>
                  <a:pt x="1132165" y="22760"/>
                  <a:pt x="1128256" y="20322"/>
                  <a:pt x="1123359" y="18500"/>
                </a:cubicBezTo>
                <a:cubicBezTo>
                  <a:pt x="1118463" y="16677"/>
                  <a:pt x="1112324" y="15765"/>
                  <a:pt x="1104941" y="15765"/>
                </a:cubicBezTo>
                <a:cubicBezTo>
                  <a:pt x="1098891" y="15765"/>
                  <a:pt x="1093508" y="16433"/>
                  <a:pt x="1088791" y="17767"/>
                </a:cubicBezTo>
                <a:cubicBezTo>
                  <a:pt x="1084074" y="19100"/>
                  <a:pt x="1079922" y="20908"/>
                  <a:pt x="1076333" y="23191"/>
                </a:cubicBezTo>
                <a:cubicBezTo>
                  <a:pt x="1072744" y="25474"/>
                  <a:pt x="1069668" y="28104"/>
                  <a:pt x="1067104" y="31081"/>
                </a:cubicBezTo>
                <a:cubicBezTo>
                  <a:pt x="1064541" y="34056"/>
                  <a:pt x="1062375" y="37225"/>
                  <a:pt x="1060606" y="40586"/>
                </a:cubicBezTo>
                <a:cubicBezTo>
                  <a:pt x="1058837" y="43947"/>
                  <a:pt x="1057414" y="47386"/>
                  <a:pt x="1056338" y="50901"/>
                </a:cubicBezTo>
                <a:cubicBezTo>
                  <a:pt x="1055261" y="54414"/>
                  <a:pt x="1054441" y="57800"/>
                  <a:pt x="1053877" y="61059"/>
                </a:cubicBezTo>
                <a:cubicBezTo>
                  <a:pt x="1053313" y="64316"/>
                  <a:pt x="1052941" y="67382"/>
                  <a:pt x="1052762" y="70256"/>
                </a:cubicBezTo>
                <a:cubicBezTo>
                  <a:pt x="1052582" y="73129"/>
                  <a:pt x="1052493" y="75566"/>
                  <a:pt x="1052493" y="77567"/>
                </a:cubicBezTo>
                <a:cubicBezTo>
                  <a:pt x="1052493" y="83261"/>
                  <a:pt x="1053146" y="88469"/>
                  <a:pt x="1054454" y="93191"/>
                </a:cubicBezTo>
                <a:cubicBezTo>
                  <a:pt x="1055761" y="97911"/>
                  <a:pt x="1058030" y="101990"/>
                  <a:pt x="1061260" y="105428"/>
                </a:cubicBezTo>
                <a:cubicBezTo>
                  <a:pt x="1064490" y="108865"/>
                  <a:pt x="1068822" y="111532"/>
                  <a:pt x="1074256" y="113431"/>
                </a:cubicBezTo>
                <a:cubicBezTo>
                  <a:pt x="1079691" y="115329"/>
                  <a:pt x="1086535" y="116279"/>
                  <a:pt x="1094790" y="116279"/>
                </a:cubicBezTo>
                <a:cubicBezTo>
                  <a:pt x="1098532" y="116279"/>
                  <a:pt x="1101916" y="116065"/>
                  <a:pt x="1104941" y="115637"/>
                </a:cubicBezTo>
                <a:cubicBezTo>
                  <a:pt x="1107966" y="115209"/>
                  <a:pt x="1110593" y="114757"/>
                  <a:pt x="1112824" y="114279"/>
                </a:cubicBezTo>
                <a:cubicBezTo>
                  <a:pt x="1115054" y="113802"/>
                  <a:pt x="1116861" y="113349"/>
                  <a:pt x="1118245" y="112921"/>
                </a:cubicBezTo>
                <a:cubicBezTo>
                  <a:pt x="1119630" y="112494"/>
                  <a:pt x="1120578" y="112280"/>
                  <a:pt x="1121091" y="112280"/>
                </a:cubicBezTo>
                <a:cubicBezTo>
                  <a:pt x="1121398" y="112280"/>
                  <a:pt x="1121668" y="112369"/>
                  <a:pt x="1121898" y="112549"/>
                </a:cubicBezTo>
                <a:cubicBezTo>
                  <a:pt x="1122129" y="112728"/>
                  <a:pt x="1122308" y="113010"/>
                  <a:pt x="1122437" y="113395"/>
                </a:cubicBezTo>
                <a:cubicBezTo>
                  <a:pt x="1122565" y="113779"/>
                  <a:pt x="1122655" y="114266"/>
                  <a:pt x="1122706" y="114856"/>
                </a:cubicBezTo>
                <a:cubicBezTo>
                  <a:pt x="1122757" y="115446"/>
                  <a:pt x="1122783" y="116176"/>
                  <a:pt x="1122783" y="117048"/>
                </a:cubicBezTo>
                <a:cubicBezTo>
                  <a:pt x="1122783" y="117765"/>
                  <a:pt x="1122770" y="118355"/>
                  <a:pt x="1122744" y="118816"/>
                </a:cubicBezTo>
                <a:cubicBezTo>
                  <a:pt x="1122719" y="119278"/>
                  <a:pt x="1122655" y="119701"/>
                  <a:pt x="1122552" y="120085"/>
                </a:cubicBezTo>
                <a:cubicBezTo>
                  <a:pt x="1122449" y="120470"/>
                  <a:pt x="1122308" y="120816"/>
                  <a:pt x="1122129" y="121124"/>
                </a:cubicBezTo>
                <a:cubicBezTo>
                  <a:pt x="1121950" y="121431"/>
                  <a:pt x="1121706" y="121713"/>
                  <a:pt x="1121398" y="121970"/>
                </a:cubicBezTo>
                <a:cubicBezTo>
                  <a:pt x="1121091" y="122226"/>
                  <a:pt x="1120206" y="122606"/>
                  <a:pt x="1118745" y="123109"/>
                </a:cubicBezTo>
                <a:cubicBezTo>
                  <a:pt x="1117284" y="123612"/>
                  <a:pt x="1115310" y="124115"/>
                  <a:pt x="1112824" y="124618"/>
                </a:cubicBezTo>
                <a:cubicBezTo>
                  <a:pt x="1110337" y="125121"/>
                  <a:pt x="1107428" y="125549"/>
                  <a:pt x="1104095" y="125901"/>
                </a:cubicBezTo>
                <a:cubicBezTo>
                  <a:pt x="1100763" y="126254"/>
                  <a:pt x="1097097" y="126430"/>
                  <a:pt x="1093098" y="126430"/>
                </a:cubicBezTo>
                <a:cubicBezTo>
                  <a:pt x="1083510" y="126430"/>
                  <a:pt x="1075397" y="125301"/>
                  <a:pt x="1068758" y="123044"/>
                </a:cubicBezTo>
                <a:cubicBezTo>
                  <a:pt x="1062118" y="120786"/>
                  <a:pt x="1056709" y="117554"/>
                  <a:pt x="1052531" y="113347"/>
                </a:cubicBezTo>
                <a:cubicBezTo>
                  <a:pt x="1048353" y="109141"/>
                  <a:pt x="1045341" y="104089"/>
                  <a:pt x="1043495" y="98189"/>
                </a:cubicBezTo>
                <a:cubicBezTo>
                  <a:pt x="1041649" y="92289"/>
                  <a:pt x="1040726" y="85696"/>
                  <a:pt x="1040726" y="78411"/>
                </a:cubicBezTo>
                <a:cubicBezTo>
                  <a:pt x="1040726" y="75743"/>
                  <a:pt x="1040867" y="72678"/>
                  <a:pt x="1041149" y="69216"/>
                </a:cubicBezTo>
                <a:cubicBezTo>
                  <a:pt x="1041431" y="65752"/>
                  <a:pt x="1041970" y="62058"/>
                  <a:pt x="1042764" y="58135"/>
                </a:cubicBezTo>
                <a:cubicBezTo>
                  <a:pt x="1043559" y="54209"/>
                  <a:pt x="1044674" y="50208"/>
                  <a:pt x="1046110" y="46130"/>
                </a:cubicBezTo>
                <a:cubicBezTo>
                  <a:pt x="1047545" y="42051"/>
                  <a:pt x="1049404" y="38063"/>
                  <a:pt x="1051685" y="34165"/>
                </a:cubicBezTo>
                <a:cubicBezTo>
                  <a:pt x="1053967" y="30265"/>
                  <a:pt x="1056735" y="26584"/>
                  <a:pt x="1059991" y="23122"/>
                </a:cubicBezTo>
                <a:cubicBezTo>
                  <a:pt x="1063246" y="19658"/>
                  <a:pt x="1067091" y="16630"/>
                  <a:pt x="1071526" y="14040"/>
                </a:cubicBezTo>
                <a:cubicBezTo>
                  <a:pt x="1075961" y="11449"/>
                  <a:pt x="1081037" y="9410"/>
                  <a:pt x="1086753" y="7924"/>
                </a:cubicBezTo>
                <a:cubicBezTo>
                  <a:pt x="1092470" y="6435"/>
                  <a:pt x="1098943" y="5691"/>
                  <a:pt x="1106171" y="5691"/>
                </a:cubicBezTo>
                <a:cubicBezTo>
                  <a:pt x="1114580" y="5691"/>
                  <a:pt x="1121847" y="6704"/>
                  <a:pt x="1127974" y="8731"/>
                </a:cubicBezTo>
                <a:cubicBezTo>
                  <a:pt x="1134100" y="10758"/>
                  <a:pt x="1139163" y="13618"/>
                  <a:pt x="1143162" y="17313"/>
                </a:cubicBezTo>
                <a:cubicBezTo>
                  <a:pt x="1147161" y="21008"/>
                  <a:pt x="1150135" y="25510"/>
                  <a:pt x="1152083" y="30822"/>
                </a:cubicBezTo>
                <a:cubicBezTo>
                  <a:pt x="1154031" y="36133"/>
                  <a:pt x="1155005" y="42046"/>
                  <a:pt x="1155005" y="48562"/>
                </a:cubicBezTo>
                <a:moveTo>
                  <a:pt x="1110401" y="53549"/>
                </a:moveTo>
                <a:cubicBezTo>
                  <a:pt x="1108453" y="50260"/>
                  <a:pt x="1106453" y="47742"/>
                  <a:pt x="1104403" y="45996"/>
                </a:cubicBezTo>
                <a:cubicBezTo>
                  <a:pt x="1102352" y="44248"/>
                  <a:pt x="1100019" y="43374"/>
                  <a:pt x="1097404" y="43374"/>
                </a:cubicBezTo>
                <a:cubicBezTo>
                  <a:pt x="1095251" y="43374"/>
                  <a:pt x="1093303" y="43900"/>
                  <a:pt x="1091560" y="44953"/>
                </a:cubicBezTo>
                <a:cubicBezTo>
                  <a:pt x="1089817" y="46005"/>
                  <a:pt x="1088304" y="47366"/>
                  <a:pt x="1087022" y="49036"/>
                </a:cubicBezTo>
                <a:cubicBezTo>
                  <a:pt x="1085741" y="50705"/>
                  <a:pt x="1084651" y="52593"/>
                  <a:pt x="1083754" y="54700"/>
                </a:cubicBezTo>
                <a:cubicBezTo>
                  <a:pt x="1082857" y="56806"/>
                  <a:pt x="1082126" y="58963"/>
                  <a:pt x="1081562" y="61172"/>
                </a:cubicBezTo>
                <a:cubicBezTo>
                  <a:pt x="1080998" y="63380"/>
                  <a:pt x="1080601" y="65525"/>
                  <a:pt x="1080370" y="67606"/>
                </a:cubicBezTo>
                <a:cubicBezTo>
                  <a:pt x="1080140" y="69685"/>
                  <a:pt x="1080024" y="71521"/>
                  <a:pt x="1080024" y="73114"/>
                </a:cubicBezTo>
                <a:cubicBezTo>
                  <a:pt x="1080024" y="76914"/>
                  <a:pt x="1080703" y="79842"/>
                  <a:pt x="1082062" y="81898"/>
                </a:cubicBezTo>
                <a:cubicBezTo>
                  <a:pt x="1083421" y="83952"/>
                  <a:pt x="1085715" y="84979"/>
                  <a:pt x="1088945" y="84979"/>
                </a:cubicBezTo>
                <a:cubicBezTo>
                  <a:pt x="1090175" y="84979"/>
                  <a:pt x="1091432" y="84761"/>
                  <a:pt x="1092713" y="84325"/>
                </a:cubicBezTo>
                <a:cubicBezTo>
                  <a:pt x="1093995" y="83888"/>
                  <a:pt x="1095354" y="83220"/>
                  <a:pt x="1096789" y="82321"/>
                </a:cubicBezTo>
                <a:cubicBezTo>
                  <a:pt x="1098225" y="81420"/>
                  <a:pt x="1099750" y="80238"/>
                  <a:pt x="1101365" y="78774"/>
                </a:cubicBezTo>
                <a:cubicBezTo>
                  <a:pt x="1102980" y="77309"/>
                  <a:pt x="1104762" y="75575"/>
                  <a:pt x="1106710" y="73571"/>
                </a:cubicBezTo>
                <a:lnTo>
                  <a:pt x="1110401" y="53549"/>
                </a:lnTo>
                <a:moveTo>
                  <a:pt x="1027653" y="8152"/>
                </a:moveTo>
                <a:lnTo>
                  <a:pt x="1027653" y="8152"/>
                </a:lnTo>
                <a:close/>
                <a:moveTo>
                  <a:pt x="1282906" y="105743"/>
                </a:moveTo>
                <a:cubicBezTo>
                  <a:pt x="1282906" y="106153"/>
                  <a:pt x="1282803" y="106499"/>
                  <a:pt x="1282598" y="106781"/>
                </a:cubicBezTo>
                <a:cubicBezTo>
                  <a:pt x="1282393" y="107063"/>
                  <a:pt x="1282060" y="107307"/>
                  <a:pt x="1281598" y="107512"/>
                </a:cubicBezTo>
                <a:cubicBezTo>
                  <a:pt x="1281137" y="107717"/>
                  <a:pt x="1280496" y="107870"/>
                  <a:pt x="1279676" y="107973"/>
                </a:cubicBezTo>
                <a:cubicBezTo>
                  <a:pt x="1278855" y="108076"/>
                  <a:pt x="1277830" y="108127"/>
                  <a:pt x="1276600" y="108127"/>
                </a:cubicBezTo>
                <a:cubicBezTo>
                  <a:pt x="1275318" y="108127"/>
                  <a:pt x="1274267" y="108076"/>
                  <a:pt x="1273447" y="107973"/>
                </a:cubicBezTo>
                <a:cubicBezTo>
                  <a:pt x="1272626" y="107870"/>
                  <a:pt x="1271973" y="107717"/>
                  <a:pt x="1271486" y="107512"/>
                </a:cubicBezTo>
                <a:cubicBezTo>
                  <a:pt x="1270998" y="107307"/>
                  <a:pt x="1270652" y="107063"/>
                  <a:pt x="1270447" y="106781"/>
                </a:cubicBezTo>
                <a:cubicBezTo>
                  <a:pt x="1270242" y="106499"/>
                  <a:pt x="1270140" y="106153"/>
                  <a:pt x="1270140" y="105743"/>
                </a:cubicBezTo>
                <a:lnTo>
                  <a:pt x="1270140" y="63676"/>
                </a:lnTo>
                <a:cubicBezTo>
                  <a:pt x="1270140" y="60754"/>
                  <a:pt x="1269883" y="58088"/>
                  <a:pt x="1269371" y="55678"/>
                </a:cubicBezTo>
                <a:cubicBezTo>
                  <a:pt x="1268858" y="53269"/>
                  <a:pt x="1268038" y="51192"/>
                  <a:pt x="1266910" y="49449"/>
                </a:cubicBezTo>
                <a:cubicBezTo>
                  <a:pt x="1265782" y="47706"/>
                  <a:pt x="1264346" y="46373"/>
                  <a:pt x="1262603" y="45450"/>
                </a:cubicBezTo>
                <a:cubicBezTo>
                  <a:pt x="1260860" y="44527"/>
                  <a:pt x="1258809" y="44066"/>
                  <a:pt x="1256451" y="44066"/>
                </a:cubicBezTo>
                <a:cubicBezTo>
                  <a:pt x="1253528" y="44066"/>
                  <a:pt x="1250593" y="45194"/>
                  <a:pt x="1247645" y="47450"/>
                </a:cubicBezTo>
                <a:cubicBezTo>
                  <a:pt x="1244697" y="49706"/>
                  <a:pt x="1241455" y="53012"/>
                  <a:pt x="1237917" y="57370"/>
                </a:cubicBezTo>
                <a:lnTo>
                  <a:pt x="1237917" y="105743"/>
                </a:lnTo>
                <a:cubicBezTo>
                  <a:pt x="1237917" y="106153"/>
                  <a:pt x="1237814" y="106499"/>
                  <a:pt x="1237609" y="106781"/>
                </a:cubicBezTo>
                <a:cubicBezTo>
                  <a:pt x="1237404" y="107063"/>
                  <a:pt x="1237058" y="107307"/>
                  <a:pt x="1236571" y="107512"/>
                </a:cubicBezTo>
                <a:cubicBezTo>
                  <a:pt x="1236084" y="107717"/>
                  <a:pt x="1235430" y="107870"/>
                  <a:pt x="1234610" y="107973"/>
                </a:cubicBezTo>
                <a:cubicBezTo>
                  <a:pt x="1233790" y="108076"/>
                  <a:pt x="1232764" y="108127"/>
                  <a:pt x="1231534" y="108127"/>
                </a:cubicBezTo>
                <a:cubicBezTo>
                  <a:pt x="1230355" y="108127"/>
                  <a:pt x="1229342" y="108076"/>
                  <a:pt x="1228496" y="107973"/>
                </a:cubicBezTo>
                <a:cubicBezTo>
                  <a:pt x="1227650" y="107870"/>
                  <a:pt x="1226984" y="107717"/>
                  <a:pt x="1226497" y="107512"/>
                </a:cubicBezTo>
                <a:cubicBezTo>
                  <a:pt x="1226010" y="107307"/>
                  <a:pt x="1225676" y="107063"/>
                  <a:pt x="1225497" y="106781"/>
                </a:cubicBezTo>
                <a:cubicBezTo>
                  <a:pt x="1225318" y="106499"/>
                  <a:pt x="1225228" y="106153"/>
                  <a:pt x="1225228" y="105743"/>
                </a:cubicBezTo>
                <a:lnTo>
                  <a:pt x="1225228" y="63676"/>
                </a:lnTo>
                <a:cubicBezTo>
                  <a:pt x="1225228" y="60754"/>
                  <a:pt x="1224946" y="58088"/>
                  <a:pt x="1224382" y="55678"/>
                </a:cubicBezTo>
                <a:cubicBezTo>
                  <a:pt x="1223818" y="53269"/>
                  <a:pt x="1222972" y="51192"/>
                  <a:pt x="1221844" y="49449"/>
                </a:cubicBezTo>
                <a:cubicBezTo>
                  <a:pt x="1220716" y="47706"/>
                  <a:pt x="1219293" y="46373"/>
                  <a:pt x="1217576" y="45450"/>
                </a:cubicBezTo>
                <a:cubicBezTo>
                  <a:pt x="1215858" y="44527"/>
                  <a:pt x="1213820" y="44066"/>
                  <a:pt x="1211462" y="44066"/>
                </a:cubicBezTo>
                <a:cubicBezTo>
                  <a:pt x="1208540" y="44066"/>
                  <a:pt x="1205592" y="45194"/>
                  <a:pt x="1202618" y="47450"/>
                </a:cubicBezTo>
                <a:cubicBezTo>
                  <a:pt x="1199645" y="49706"/>
                  <a:pt x="1196415" y="53012"/>
                  <a:pt x="1192928" y="57370"/>
                </a:cubicBezTo>
                <a:lnTo>
                  <a:pt x="1192928" y="105743"/>
                </a:lnTo>
                <a:cubicBezTo>
                  <a:pt x="1192928" y="106153"/>
                  <a:pt x="1192826" y="106499"/>
                  <a:pt x="1192621" y="106781"/>
                </a:cubicBezTo>
                <a:cubicBezTo>
                  <a:pt x="1192416" y="107063"/>
                  <a:pt x="1192082" y="107307"/>
                  <a:pt x="1191621" y="107512"/>
                </a:cubicBezTo>
                <a:cubicBezTo>
                  <a:pt x="1191159" y="107717"/>
                  <a:pt x="1190519" y="107870"/>
                  <a:pt x="1189698" y="107973"/>
                </a:cubicBezTo>
                <a:cubicBezTo>
                  <a:pt x="1188878" y="108076"/>
                  <a:pt x="1187827" y="108127"/>
                  <a:pt x="1186545" y="108127"/>
                </a:cubicBezTo>
                <a:cubicBezTo>
                  <a:pt x="1185315" y="108127"/>
                  <a:pt x="1184289" y="108076"/>
                  <a:pt x="1183469" y="107973"/>
                </a:cubicBezTo>
                <a:cubicBezTo>
                  <a:pt x="1182649" y="107870"/>
                  <a:pt x="1181995" y="107717"/>
                  <a:pt x="1181508" y="107512"/>
                </a:cubicBezTo>
                <a:cubicBezTo>
                  <a:pt x="1181021" y="107307"/>
                  <a:pt x="1180688" y="107063"/>
                  <a:pt x="1180508" y="106781"/>
                </a:cubicBezTo>
                <a:cubicBezTo>
                  <a:pt x="1180329" y="106499"/>
                  <a:pt x="1180239" y="106153"/>
                  <a:pt x="1180239" y="105743"/>
                </a:cubicBezTo>
                <a:lnTo>
                  <a:pt x="1180239" y="36529"/>
                </a:lnTo>
                <a:cubicBezTo>
                  <a:pt x="1180239" y="36119"/>
                  <a:pt x="1180316" y="35773"/>
                  <a:pt x="1180470" y="35491"/>
                </a:cubicBezTo>
                <a:cubicBezTo>
                  <a:pt x="1180624" y="35209"/>
                  <a:pt x="1180931" y="34953"/>
                  <a:pt x="1181393" y="34722"/>
                </a:cubicBezTo>
                <a:cubicBezTo>
                  <a:pt x="1181854" y="34491"/>
                  <a:pt x="1182444" y="34338"/>
                  <a:pt x="1183161" y="34261"/>
                </a:cubicBezTo>
                <a:cubicBezTo>
                  <a:pt x="1183879" y="34184"/>
                  <a:pt x="1184828" y="34145"/>
                  <a:pt x="1186007" y="34145"/>
                </a:cubicBezTo>
                <a:cubicBezTo>
                  <a:pt x="1187135" y="34145"/>
                  <a:pt x="1188070" y="34184"/>
                  <a:pt x="1188814" y="34261"/>
                </a:cubicBezTo>
                <a:cubicBezTo>
                  <a:pt x="1189557" y="34338"/>
                  <a:pt x="1190134" y="34491"/>
                  <a:pt x="1190544" y="34722"/>
                </a:cubicBezTo>
                <a:cubicBezTo>
                  <a:pt x="1190954" y="34953"/>
                  <a:pt x="1191249" y="35209"/>
                  <a:pt x="1191429" y="35491"/>
                </a:cubicBezTo>
                <a:cubicBezTo>
                  <a:pt x="1191608" y="35773"/>
                  <a:pt x="1191698" y="36119"/>
                  <a:pt x="1191698" y="36529"/>
                </a:cubicBezTo>
                <a:lnTo>
                  <a:pt x="1191698" y="45681"/>
                </a:lnTo>
                <a:cubicBezTo>
                  <a:pt x="1195594" y="41323"/>
                  <a:pt x="1199375" y="38132"/>
                  <a:pt x="1203041" y="36106"/>
                </a:cubicBezTo>
                <a:cubicBezTo>
                  <a:pt x="1206707" y="34081"/>
                  <a:pt x="1210411" y="33069"/>
                  <a:pt x="1214154" y="33069"/>
                </a:cubicBezTo>
                <a:cubicBezTo>
                  <a:pt x="1217025" y="33069"/>
                  <a:pt x="1219601" y="33402"/>
                  <a:pt x="1221883" y="34068"/>
                </a:cubicBezTo>
                <a:cubicBezTo>
                  <a:pt x="1224164" y="34735"/>
                  <a:pt x="1226176" y="35671"/>
                  <a:pt x="1227919" y="36875"/>
                </a:cubicBezTo>
                <a:cubicBezTo>
                  <a:pt x="1229663" y="38080"/>
                  <a:pt x="1231149" y="39516"/>
                  <a:pt x="1232380" y="41182"/>
                </a:cubicBezTo>
                <a:cubicBezTo>
                  <a:pt x="1233610" y="42848"/>
                  <a:pt x="1234636" y="44707"/>
                  <a:pt x="1235456" y="46758"/>
                </a:cubicBezTo>
                <a:cubicBezTo>
                  <a:pt x="1237763" y="44245"/>
                  <a:pt x="1239955" y="42118"/>
                  <a:pt x="1242031" y="40375"/>
                </a:cubicBezTo>
                <a:cubicBezTo>
                  <a:pt x="1244108" y="38631"/>
                  <a:pt x="1246107" y="37221"/>
                  <a:pt x="1248030" y="36145"/>
                </a:cubicBezTo>
                <a:cubicBezTo>
                  <a:pt x="1249952" y="35068"/>
                  <a:pt x="1251824" y="34286"/>
                  <a:pt x="1253644" y="33799"/>
                </a:cubicBezTo>
                <a:cubicBezTo>
                  <a:pt x="1255464" y="33312"/>
                  <a:pt x="1257297" y="33069"/>
                  <a:pt x="1259142" y="33069"/>
                </a:cubicBezTo>
                <a:cubicBezTo>
                  <a:pt x="1263603" y="33069"/>
                  <a:pt x="1267346" y="33851"/>
                  <a:pt x="1270370" y="35414"/>
                </a:cubicBezTo>
                <a:cubicBezTo>
                  <a:pt x="1273395" y="36978"/>
                  <a:pt x="1275843" y="39067"/>
                  <a:pt x="1277715" y="41682"/>
                </a:cubicBezTo>
                <a:cubicBezTo>
                  <a:pt x="1279586" y="44297"/>
                  <a:pt x="1280919" y="47360"/>
                  <a:pt x="1281714" y="50872"/>
                </a:cubicBezTo>
                <a:cubicBezTo>
                  <a:pt x="1282508" y="54384"/>
                  <a:pt x="1282906" y="58088"/>
                  <a:pt x="1282906" y="61985"/>
                </a:cubicBezTo>
                <a:lnTo>
                  <a:pt x="1282906" y="105743"/>
                </a:lnTo>
                <a:close/>
                <a:moveTo>
                  <a:pt x="1358237" y="105820"/>
                </a:moveTo>
                <a:cubicBezTo>
                  <a:pt x="1358237" y="106435"/>
                  <a:pt x="1358032" y="106896"/>
                  <a:pt x="1357622" y="107204"/>
                </a:cubicBezTo>
                <a:cubicBezTo>
                  <a:pt x="1357212" y="107512"/>
                  <a:pt x="1356648" y="107742"/>
                  <a:pt x="1355930" y="107896"/>
                </a:cubicBezTo>
                <a:cubicBezTo>
                  <a:pt x="1355212" y="108050"/>
                  <a:pt x="1354161" y="108127"/>
                  <a:pt x="1352777" y="108127"/>
                </a:cubicBezTo>
                <a:cubicBezTo>
                  <a:pt x="1351444" y="108127"/>
                  <a:pt x="1350380" y="108050"/>
                  <a:pt x="1349585" y="107896"/>
                </a:cubicBezTo>
                <a:cubicBezTo>
                  <a:pt x="1348791" y="107742"/>
                  <a:pt x="1348214" y="107512"/>
                  <a:pt x="1347855" y="107204"/>
                </a:cubicBezTo>
                <a:cubicBezTo>
                  <a:pt x="1347496" y="106896"/>
                  <a:pt x="1347317" y="106435"/>
                  <a:pt x="1347317" y="105820"/>
                </a:cubicBezTo>
                <a:lnTo>
                  <a:pt x="1347317" y="98898"/>
                </a:lnTo>
                <a:cubicBezTo>
                  <a:pt x="1344292" y="102128"/>
                  <a:pt x="1340921" y="104653"/>
                  <a:pt x="1337204" y="106473"/>
                </a:cubicBezTo>
                <a:cubicBezTo>
                  <a:pt x="1333487" y="108293"/>
                  <a:pt x="1329552" y="109203"/>
                  <a:pt x="1325399" y="109203"/>
                </a:cubicBezTo>
                <a:cubicBezTo>
                  <a:pt x="1321759" y="109203"/>
                  <a:pt x="1318465" y="108728"/>
                  <a:pt x="1315517" y="107776"/>
                </a:cubicBezTo>
                <a:cubicBezTo>
                  <a:pt x="1312569" y="106824"/>
                  <a:pt x="1310057" y="105448"/>
                  <a:pt x="1307980" y="103647"/>
                </a:cubicBezTo>
                <a:cubicBezTo>
                  <a:pt x="1305904" y="101846"/>
                  <a:pt x="1304289" y="99635"/>
                  <a:pt x="1303135" y="97012"/>
                </a:cubicBezTo>
                <a:cubicBezTo>
                  <a:pt x="1301982" y="94387"/>
                  <a:pt x="1301405" y="91403"/>
                  <a:pt x="1301405" y="88057"/>
                </a:cubicBezTo>
                <a:cubicBezTo>
                  <a:pt x="1301405" y="84148"/>
                  <a:pt x="1302200" y="80753"/>
                  <a:pt x="1303789" y="77872"/>
                </a:cubicBezTo>
                <a:cubicBezTo>
                  <a:pt x="1305378" y="74990"/>
                  <a:pt x="1307660" y="72597"/>
                  <a:pt x="1310634" y="70694"/>
                </a:cubicBezTo>
                <a:cubicBezTo>
                  <a:pt x="1313607" y="68791"/>
                  <a:pt x="1317247" y="67363"/>
                  <a:pt x="1321554" y="66411"/>
                </a:cubicBezTo>
                <a:cubicBezTo>
                  <a:pt x="1325861" y="65460"/>
                  <a:pt x="1330705" y="64984"/>
                  <a:pt x="1336089" y="64984"/>
                </a:cubicBezTo>
                <a:lnTo>
                  <a:pt x="1345625" y="64984"/>
                </a:lnTo>
                <a:lnTo>
                  <a:pt x="1345625" y="59620"/>
                </a:lnTo>
                <a:cubicBezTo>
                  <a:pt x="1345625" y="56963"/>
                  <a:pt x="1345343" y="54614"/>
                  <a:pt x="1344779" y="52571"/>
                </a:cubicBezTo>
                <a:cubicBezTo>
                  <a:pt x="1344215" y="50527"/>
                  <a:pt x="1343305" y="48828"/>
                  <a:pt x="1342049" y="47474"/>
                </a:cubicBezTo>
                <a:cubicBezTo>
                  <a:pt x="1340793" y="46120"/>
                  <a:pt x="1339165" y="45099"/>
                  <a:pt x="1337165" y="44410"/>
                </a:cubicBezTo>
                <a:cubicBezTo>
                  <a:pt x="1335166" y="43719"/>
                  <a:pt x="1332705" y="43374"/>
                  <a:pt x="1329783" y="43374"/>
                </a:cubicBezTo>
                <a:cubicBezTo>
                  <a:pt x="1326655" y="43374"/>
                  <a:pt x="1323848" y="43741"/>
                  <a:pt x="1321362" y="44477"/>
                </a:cubicBezTo>
                <a:cubicBezTo>
                  <a:pt x="1318875" y="45212"/>
                  <a:pt x="1316696" y="46024"/>
                  <a:pt x="1314825" y="46911"/>
                </a:cubicBezTo>
                <a:cubicBezTo>
                  <a:pt x="1312954" y="47799"/>
                  <a:pt x="1311390" y="48610"/>
                  <a:pt x="1310134" y="49346"/>
                </a:cubicBezTo>
                <a:cubicBezTo>
                  <a:pt x="1308878" y="50081"/>
                  <a:pt x="1307942" y="50449"/>
                  <a:pt x="1307327" y="50449"/>
                </a:cubicBezTo>
                <a:cubicBezTo>
                  <a:pt x="1306917" y="50449"/>
                  <a:pt x="1306558" y="50346"/>
                  <a:pt x="1306250" y="50141"/>
                </a:cubicBezTo>
                <a:cubicBezTo>
                  <a:pt x="1305942" y="49936"/>
                  <a:pt x="1305673" y="49629"/>
                  <a:pt x="1305443" y="49218"/>
                </a:cubicBezTo>
                <a:cubicBezTo>
                  <a:pt x="1305212" y="48808"/>
                  <a:pt x="1305045" y="48283"/>
                  <a:pt x="1304943" y="47642"/>
                </a:cubicBezTo>
                <a:cubicBezTo>
                  <a:pt x="1304840" y="47001"/>
                  <a:pt x="1304789" y="46296"/>
                  <a:pt x="1304789" y="45527"/>
                </a:cubicBezTo>
                <a:cubicBezTo>
                  <a:pt x="1304789" y="44245"/>
                  <a:pt x="1304879" y="43233"/>
                  <a:pt x="1305058" y="42489"/>
                </a:cubicBezTo>
                <a:cubicBezTo>
                  <a:pt x="1305237" y="41746"/>
                  <a:pt x="1305673" y="41041"/>
                  <a:pt x="1306365" y="40375"/>
                </a:cubicBezTo>
                <a:cubicBezTo>
                  <a:pt x="1307058" y="39708"/>
                  <a:pt x="1308250" y="38932"/>
                  <a:pt x="1309941" y="38046"/>
                </a:cubicBezTo>
                <a:cubicBezTo>
                  <a:pt x="1311633" y="37158"/>
                  <a:pt x="1313582" y="36347"/>
                  <a:pt x="1315786" y="35614"/>
                </a:cubicBezTo>
                <a:cubicBezTo>
                  <a:pt x="1317991" y="34880"/>
                  <a:pt x="1320400" y="34273"/>
                  <a:pt x="1323015" y="33792"/>
                </a:cubicBezTo>
                <a:cubicBezTo>
                  <a:pt x="1325630" y="33310"/>
                  <a:pt x="1328270" y="33069"/>
                  <a:pt x="1330936" y="33069"/>
                </a:cubicBezTo>
                <a:cubicBezTo>
                  <a:pt x="1335909" y="33069"/>
                  <a:pt x="1340139" y="33633"/>
                  <a:pt x="1343625" y="34761"/>
                </a:cubicBezTo>
                <a:cubicBezTo>
                  <a:pt x="1347112" y="35888"/>
                  <a:pt x="1349931" y="37542"/>
                  <a:pt x="1352085" y="39721"/>
                </a:cubicBezTo>
                <a:cubicBezTo>
                  <a:pt x="1354238" y="41900"/>
                  <a:pt x="1355802" y="44604"/>
                  <a:pt x="1356776" y="47834"/>
                </a:cubicBezTo>
                <a:cubicBezTo>
                  <a:pt x="1357750" y="51064"/>
                  <a:pt x="1358237" y="54832"/>
                  <a:pt x="1358237" y="59139"/>
                </a:cubicBezTo>
                <a:lnTo>
                  <a:pt x="1358237" y="105820"/>
                </a:lnTo>
                <a:moveTo>
                  <a:pt x="1345625" y="74135"/>
                </a:moveTo>
                <a:lnTo>
                  <a:pt x="1334781" y="74135"/>
                </a:lnTo>
                <a:cubicBezTo>
                  <a:pt x="1331295" y="74135"/>
                  <a:pt x="1328270" y="74433"/>
                  <a:pt x="1325707" y="75027"/>
                </a:cubicBezTo>
                <a:cubicBezTo>
                  <a:pt x="1323143" y="75620"/>
                  <a:pt x="1321016" y="76496"/>
                  <a:pt x="1319324" y="77656"/>
                </a:cubicBezTo>
                <a:cubicBezTo>
                  <a:pt x="1317632" y="78816"/>
                  <a:pt x="1316389" y="80209"/>
                  <a:pt x="1315594" y="81835"/>
                </a:cubicBezTo>
                <a:cubicBezTo>
                  <a:pt x="1314799" y="83460"/>
                  <a:pt x="1314402" y="85330"/>
                  <a:pt x="1314402" y="87445"/>
                </a:cubicBezTo>
                <a:cubicBezTo>
                  <a:pt x="1314402" y="91056"/>
                  <a:pt x="1315543" y="93932"/>
                  <a:pt x="1317824" y="96072"/>
                </a:cubicBezTo>
                <a:cubicBezTo>
                  <a:pt x="1320106" y="98213"/>
                  <a:pt x="1323297" y="99283"/>
                  <a:pt x="1327399" y="99283"/>
                </a:cubicBezTo>
                <a:cubicBezTo>
                  <a:pt x="1330731" y="99283"/>
                  <a:pt x="1333820" y="98432"/>
                  <a:pt x="1336666" y="96731"/>
                </a:cubicBezTo>
                <a:cubicBezTo>
                  <a:pt x="1339511" y="95028"/>
                  <a:pt x="1342497" y="92422"/>
                  <a:pt x="1345625" y="88915"/>
                </a:cubicBezTo>
                <a:lnTo>
                  <a:pt x="1345625" y="74135"/>
                </a:lnTo>
                <a:close/>
                <a:moveTo>
                  <a:pt x="1394244" y="105743"/>
                </a:moveTo>
                <a:cubicBezTo>
                  <a:pt x="1394244" y="106153"/>
                  <a:pt x="1394141" y="106499"/>
                  <a:pt x="1393936" y="106781"/>
                </a:cubicBezTo>
                <a:cubicBezTo>
                  <a:pt x="1393731" y="107063"/>
                  <a:pt x="1393398" y="107307"/>
                  <a:pt x="1392937" y="107512"/>
                </a:cubicBezTo>
                <a:cubicBezTo>
                  <a:pt x="1392475" y="107717"/>
                  <a:pt x="1391834" y="107870"/>
                  <a:pt x="1391014" y="107973"/>
                </a:cubicBezTo>
                <a:cubicBezTo>
                  <a:pt x="1390194" y="108076"/>
                  <a:pt x="1389143" y="108127"/>
                  <a:pt x="1387861" y="108127"/>
                </a:cubicBezTo>
                <a:cubicBezTo>
                  <a:pt x="1386630" y="108127"/>
                  <a:pt x="1385605" y="108076"/>
                  <a:pt x="1384785" y="107973"/>
                </a:cubicBezTo>
                <a:cubicBezTo>
                  <a:pt x="1383964" y="107870"/>
                  <a:pt x="1383311" y="107717"/>
                  <a:pt x="1382824" y="107512"/>
                </a:cubicBezTo>
                <a:cubicBezTo>
                  <a:pt x="1382337" y="107307"/>
                  <a:pt x="1382003" y="107063"/>
                  <a:pt x="1381824" y="106781"/>
                </a:cubicBezTo>
                <a:cubicBezTo>
                  <a:pt x="1381645" y="106499"/>
                  <a:pt x="1381555" y="106153"/>
                  <a:pt x="1381555" y="105743"/>
                </a:cubicBezTo>
                <a:lnTo>
                  <a:pt x="1381555" y="36529"/>
                </a:lnTo>
                <a:cubicBezTo>
                  <a:pt x="1381555" y="36170"/>
                  <a:pt x="1381645" y="35837"/>
                  <a:pt x="1381824" y="35530"/>
                </a:cubicBezTo>
                <a:cubicBezTo>
                  <a:pt x="1382003" y="35222"/>
                  <a:pt x="1382337" y="34966"/>
                  <a:pt x="1382824" y="34761"/>
                </a:cubicBezTo>
                <a:cubicBezTo>
                  <a:pt x="1383311" y="34555"/>
                  <a:pt x="1383964" y="34402"/>
                  <a:pt x="1384785" y="34299"/>
                </a:cubicBezTo>
                <a:cubicBezTo>
                  <a:pt x="1385605" y="34197"/>
                  <a:pt x="1386630" y="34145"/>
                  <a:pt x="1387861" y="34145"/>
                </a:cubicBezTo>
                <a:cubicBezTo>
                  <a:pt x="1389143" y="34145"/>
                  <a:pt x="1390194" y="34197"/>
                  <a:pt x="1391014" y="34299"/>
                </a:cubicBezTo>
                <a:cubicBezTo>
                  <a:pt x="1391834" y="34402"/>
                  <a:pt x="1392475" y="34555"/>
                  <a:pt x="1392937" y="34761"/>
                </a:cubicBezTo>
                <a:cubicBezTo>
                  <a:pt x="1393398" y="34966"/>
                  <a:pt x="1393731" y="35222"/>
                  <a:pt x="1393936" y="35530"/>
                </a:cubicBezTo>
                <a:cubicBezTo>
                  <a:pt x="1394141" y="35837"/>
                  <a:pt x="1394244" y="36170"/>
                  <a:pt x="1394244" y="36529"/>
                </a:cubicBezTo>
                <a:lnTo>
                  <a:pt x="1394244" y="105743"/>
                </a:lnTo>
                <a:moveTo>
                  <a:pt x="1395705" y="13074"/>
                </a:moveTo>
                <a:cubicBezTo>
                  <a:pt x="1395705" y="16047"/>
                  <a:pt x="1395141" y="18072"/>
                  <a:pt x="1394013" y="19149"/>
                </a:cubicBezTo>
                <a:cubicBezTo>
                  <a:pt x="1392885" y="20226"/>
                  <a:pt x="1390809" y="20764"/>
                  <a:pt x="1387784" y="20764"/>
                </a:cubicBezTo>
                <a:cubicBezTo>
                  <a:pt x="1384810" y="20764"/>
                  <a:pt x="1382772" y="20239"/>
                  <a:pt x="1381670" y="19188"/>
                </a:cubicBezTo>
                <a:cubicBezTo>
                  <a:pt x="1380568" y="18136"/>
                  <a:pt x="1380017" y="16150"/>
                  <a:pt x="1380017" y="13227"/>
                </a:cubicBezTo>
                <a:cubicBezTo>
                  <a:pt x="1380017" y="10254"/>
                  <a:pt x="1380581" y="8229"/>
                  <a:pt x="1381709" y="7152"/>
                </a:cubicBezTo>
                <a:cubicBezTo>
                  <a:pt x="1382837" y="6075"/>
                  <a:pt x="1384913" y="5537"/>
                  <a:pt x="1387938" y="5537"/>
                </a:cubicBezTo>
                <a:cubicBezTo>
                  <a:pt x="1390911" y="5537"/>
                  <a:pt x="1392949" y="6063"/>
                  <a:pt x="1394052" y="7114"/>
                </a:cubicBezTo>
                <a:cubicBezTo>
                  <a:pt x="1395154" y="8165"/>
                  <a:pt x="1395705" y="10151"/>
                  <a:pt x="1395705" y="13074"/>
                </a:cubicBezTo>
                <a:close/>
                <a:moveTo>
                  <a:pt x="1477238" y="105743"/>
                </a:moveTo>
                <a:cubicBezTo>
                  <a:pt x="1477238" y="106153"/>
                  <a:pt x="1477135" y="106499"/>
                  <a:pt x="1476930" y="106781"/>
                </a:cubicBezTo>
                <a:cubicBezTo>
                  <a:pt x="1476725" y="107063"/>
                  <a:pt x="1476392" y="107307"/>
                  <a:pt x="1475930" y="107512"/>
                </a:cubicBezTo>
                <a:cubicBezTo>
                  <a:pt x="1475469" y="107717"/>
                  <a:pt x="1474828" y="107870"/>
                  <a:pt x="1474008" y="107973"/>
                </a:cubicBezTo>
                <a:cubicBezTo>
                  <a:pt x="1473187" y="108076"/>
                  <a:pt x="1472162" y="108127"/>
                  <a:pt x="1470931" y="108127"/>
                </a:cubicBezTo>
                <a:cubicBezTo>
                  <a:pt x="1469650" y="108127"/>
                  <a:pt x="1468599" y="108076"/>
                  <a:pt x="1467778" y="107973"/>
                </a:cubicBezTo>
                <a:cubicBezTo>
                  <a:pt x="1466958" y="107870"/>
                  <a:pt x="1466317" y="107717"/>
                  <a:pt x="1465856" y="107512"/>
                </a:cubicBezTo>
                <a:cubicBezTo>
                  <a:pt x="1465394" y="107307"/>
                  <a:pt x="1465061" y="107063"/>
                  <a:pt x="1464856" y="106781"/>
                </a:cubicBezTo>
                <a:cubicBezTo>
                  <a:pt x="1464651" y="106499"/>
                  <a:pt x="1464548" y="106153"/>
                  <a:pt x="1464548" y="105743"/>
                </a:cubicBezTo>
                <a:lnTo>
                  <a:pt x="1464548" y="65214"/>
                </a:lnTo>
                <a:cubicBezTo>
                  <a:pt x="1464548" y="61267"/>
                  <a:pt x="1464241" y="58088"/>
                  <a:pt x="1463626" y="55678"/>
                </a:cubicBezTo>
                <a:cubicBezTo>
                  <a:pt x="1463010" y="53269"/>
                  <a:pt x="1462113" y="51192"/>
                  <a:pt x="1460934" y="49449"/>
                </a:cubicBezTo>
                <a:cubicBezTo>
                  <a:pt x="1459755" y="47706"/>
                  <a:pt x="1458229" y="46373"/>
                  <a:pt x="1456358" y="45450"/>
                </a:cubicBezTo>
                <a:cubicBezTo>
                  <a:pt x="1454487" y="44527"/>
                  <a:pt x="1452321" y="44066"/>
                  <a:pt x="1449860" y="44066"/>
                </a:cubicBezTo>
                <a:cubicBezTo>
                  <a:pt x="1446681" y="44066"/>
                  <a:pt x="1443502" y="45194"/>
                  <a:pt x="1440324" y="47450"/>
                </a:cubicBezTo>
                <a:cubicBezTo>
                  <a:pt x="1437145" y="49706"/>
                  <a:pt x="1433812" y="53012"/>
                  <a:pt x="1430326" y="57370"/>
                </a:cubicBezTo>
                <a:lnTo>
                  <a:pt x="1430326" y="105743"/>
                </a:lnTo>
                <a:cubicBezTo>
                  <a:pt x="1430326" y="106153"/>
                  <a:pt x="1430224" y="106499"/>
                  <a:pt x="1430019" y="106781"/>
                </a:cubicBezTo>
                <a:cubicBezTo>
                  <a:pt x="1429813" y="107063"/>
                  <a:pt x="1429480" y="107307"/>
                  <a:pt x="1429019" y="107512"/>
                </a:cubicBezTo>
                <a:cubicBezTo>
                  <a:pt x="1428557" y="107717"/>
                  <a:pt x="1427917" y="107870"/>
                  <a:pt x="1427096" y="107973"/>
                </a:cubicBezTo>
                <a:cubicBezTo>
                  <a:pt x="1426276" y="108076"/>
                  <a:pt x="1425225" y="108127"/>
                  <a:pt x="1423943" y="108127"/>
                </a:cubicBezTo>
                <a:cubicBezTo>
                  <a:pt x="1422713" y="108127"/>
                  <a:pt x="1421687" y="108076"/>
                  <a:pt x="1420867" y="107973"/>
                </a:cubicBezTo>
                <a:cubicBezTo>
                  <a:pt x="1420047" y="107870"/>
                  <a:pt x="1419393" y="107717"/>
                  <a:pt x="1418906" y="107512"/>
                </a:cubicBezTo>
                <a:cubicBezTo>
                  <a:pt x="1418419" y="107307"/>
                  <a:pt x="1418086" y="107063"/>
                  <a:pt x="1417906" y="106781"/>
                </a:cubicBezTo>
                <a:cubicBezTo>
                  <a:pt x="1417727" y="106499"/>
                  <a:pt x="1417637" y="106153"/>
                  <a:pt x="1417637" y="105743"/>
                </a:cubicBezTo>
                <a:lnTo>
                  <a:pt x="1417637" y="36529"/>
                </a:lnTo>
                <a:cubicBezTo>
                  <a:pt x="1417637" y="36119"/>
                  <a:pt x="1417714" y="35773"/>
                  <a:pt x="1417868" y="35491"/>
                </a:cubicBezTo>
                <a:cubicBezTo>
                  <a:pt x="1418022" y="35209"/>
                  <a:pt x="1418329" y="34953"/>
                  <a:pt x="1418791" y="34722"/>
                </a:cubicBezTo>
                <a:cubicBezTo>
                  <a:pt x="1419252" y="34491"/>
                  <a:pt x="1419842" y="34338"/>
                  <a:pt x="1420559" y="34261"/>
                </a:cubicBezTo>
                <a:cubicBezTo>
                  <a:pt x="1421277" y="34184"/>
                  <a:pt x="1422226" y="34145"/>
                  <a:pt x="1423405" y="34145"/>
                </a:cubicBezTo>
                <a:cubicBezTo>
                  <a:pt x="1424533" y="34145"/>
                  <a:pt x="1425468" y="34184"/>
                  <a:pt x="1426212" y="34261"/>
                </a:cubicBezTo>
                <a:cubicBezTo>
                  <a:pt x="1426955" y="34338"/>
                  <a:pt x="1427532" y="34491"/>
                  <a:pt x="1427942" y="34722"/>
                </a:cubicBezTo>
                <a:cubicBezTo>
                  <a:pt x="1428352" y="34953"/>
                  <a:pt x="1428647" y="35209"/>
                  <a:pt x="1428827" y="35491"/>
                </a:cubicBezTo>
                <a:cubicBezTo>
                  <a:pt x="1429006" y="35773"/>
                  <a:pt x="1429096" y="36119"/>
                  <a:pt x="1429096" y="36529"/>
                </a:cubicBezTo>
                <a:lnTo>
                  <a:pt x="1429096" y="45681"/>
                </a:lnTo>
                <a:cubicBezTo>
                  <a:pt x="1432992" y="41323"/>
                  <a:pt x="1436876" y="38132"/>
                  <a:pt x="1440747" y="36106"/>
                </a:cubicBezTo>
                <a:cubicBezTo>
                  <a:pt x="1444617" y="34081"/>
                  <a:pt x="1448527" y="33069"/>
                  <a:pt x="1452475" y="33069"/>
                </a:cubicBezTo>
                <a:cubicBezTo>
                  <a:pt x="1457089" y="33069"/>
                  <a:pt x="1460972" y="33851"/>
                  <a:pt x="1464125" y="35414"/>
                </a:cubicBezTo>
                <a:cubicBezTo>
                  <a:pt x="1467278" y="36978"/>
                  <a:pt x="1469829" y="39067"/>
                  <a:pt x="1471777" y="41682"/>
                </a:cubicBezTo>
                <a:cubicBezTo>
                  <a:pt x="1473726" y="44297"/>
                  <a:pt x="1475123" y="47360"/>
                  <a:pt x="1475969" y="50872"/>
                </a:cubicBezTo>
                <a:cubicBezTo>
                  <a:pt x="1476815" y="54384"/>
                  <a:pt x="1477238" y="58601"/>
                  <a:pt x="1477238" y="63523"/>
                </a:cubicBezTo>
                <a:lnTo>
                  <a:pt x="1477238" y="105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DFGoffunction@f">
            <a:extLst xmlns:a="http://schemas.openxmlformats.org/drawingml/2006/main">
              <a:ext uri="{FF2B5EF4-FFF2-40B4-BE49-F238E27FC236}">
                <a16:creationId xmlns:a16="http://schemas.microsoft.com/office/drawing/2014/main" id="{4F621CBA-F645-4124-B7F4-0528DF9F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0772" y="2041770"/>
            <a:ext cx="1218358" cy="126430"/>
          </a:xfrm>
          <a:custGeom xmlns:a="http://schemas.openxmlformats.org/drawingml/2006/main">
            <a:pathLst>
              <a:path w="1218358" h="126430">
                <a:moveTo>
                  <a:pt x="76519" y="56447"/>
                </a:moveTo>
                <a:cubicBezTo>
                  <a:pt x="76519" y="65061"/>
                  <a:pt x="75417" y="72584"/>
                  <a:pt x="73212" y="79019"/>
                </a:cubicBezTo>
                <a:cubicBezTo>
                  <a:pt x="71008" y="85453"/>
                  <a:pt x="67791" y="90785"/>
                  <a:pt x="63561" y="95015"/>
                </a:cubicBezTo>
                <a:cubicBezTo>
                  <a:pt x="59331" y="99244"/>
                  <a:pt x="54140" y="102410"/>
                  <a:pt x="47988" y="104512"/>
                </a:cubicBezTo>
                <a:cubicBezTo>
                  <a:pt x="41836" y="106614"/>
                  <a:pt x="34504" y="107665"/>
                  <a:pt x="25994" y="107665"/>
                </a:cubicBezTo>
                <a:lnTo>
                  <a:pt x="4922" y="107665"/>
                </a:lnTo>
                <a:cubicBezTo>
                  <a:pt x="3743" y="107665"/>
                  <a:pt x="2628" y="107268"/>
                  <a:pt x="1577" y="106473"/>
                </a:cubicBezTo>
                <a:cubicBezTo>
                  <a:pt x="526" y="105679"/>
                  <a:pt x="0" y="104282"/>
                  <a:pt x="0" y="102282"/>
                </a:cubicBezTo>
                <a:lnTo>
                  <a:pt x="0" y="13535"/>
                </a:lnTo>
                <a:cubicBezTo>
                  <a:pt x="0" y="11536"/>
                  <a:pt x="526" y="10138"/>
                  <a:pt x="1577" y="9344"/>
                </a:cubicBezTo>
                <a:cubicBezTo>
                  <a:pt x="2628" y="8549"/>
                  <a:pt x="3743" y="8152"/>
                  <a:pt x="4922" y="8152"/>
                </a:cubicBezTo>
                <a:lnTo>
                  <a:pt x="27455" y="8152"/>
                </a:lnTo>
                <a:cubicBezTo>
                  <a:pt x="36068" y="8152"/>
                  <a:pt x="43348" y="9267"/>
                  <a:pt x="49295" y="11497"/>
                </a:cubicBezTo>
                <a:cubicBezTo>
                  <a:pt x="55243" y="13727"/>
                  <a:pt x="60229" y="16932"/>
                  <a:pt x="64253" y="21110"/>
                </a:cubicBezTo>
                <a:cubicBezTo>
                  <a:pt x="68278" y="25289"/>
                  <a:pt x="71328" y="30351"/>
                  <a:pt x="73405" y="36299"/>
                </a:cubicBezTo>
                <a:cubicBezTo>
                  <a:pt x="75481" y="42246"/>
                  <a:pt x="76519" y="48962"/>
                  <a:pt x="76519" y="56447"/>
                </a:cubicBezTo>
                <a:moveTo>
                  <a:pt x="62600" y="56986"/>
                </a:moveTo>
                <a:cubicBezTo>
                  <a:pt x="62600" y="51602"/>
                  <a:pt x="61933" y="46591"/>
                  <a:pt x="60600" y="41951"/>
                </a:cubicBezTo>
                <a:cubicBezTo>
                  <a:pt x="59267" y="37311"/>
                  <a:pt x="57178" y="33299"/>
                  <a:pt x="54333" y="29916"/>
                </a:cubicBezTo>
                <a:cubicBezTo>
                  <a:pt x="51487" y="26532"/>
                  <a:pt x="47885" y="23891"/>
                  <a:pt x="43528" y="21995"/>
                </a:cubicBezTo>
                <a:cubicBezTo>
                  <a:pt x="39170" y="20098"/>
                  <a:pt x="33556" y="19149"/>
                  <a:pt x="26686" y="19149"/>
                </a:cubicBezTo>
                <a:lnTo>
                  <a:pt x="13227" y="19149"/>
                </a:lnTo>
                <a:lnTo>
                  <a:pt x="13227" y="96591"/>
                </a:lnTo>
                <a:lnTo>
                  <a:pt x="26839" y="96591"/>
                </a:lnTo>
                <a:cubicBezTo>
                  <a:pt x="33197" y="96591"/>
                  <a:pt x="38554" y="95797"/>
                  <a:pt x="42912" y="94207"/>
                </a:cubicBezTo>
                <a:cubicBezTo>
                  <a:pt x="47270" y="92618"/>
                  <a:pt x="50910" y="90183"/>
                  <a:pt x="53833" y="86901"/>
                </a:cubicBezTo>
                <a:cubicBezTo>
                  <a:pt x="56755" y="83620"/>
                  <a:pt x="58947" y="79506"/>
                  <a:pt x="60408" y="74558"/>
                </a:cubicBezTo>
                <a:cubicBezTo>
                  <a:pt x="61869" y="69611"/>
                  <a:pt x="62600" y="63753"/>
                  <a:pt x="62600" y="56986"/>
                </a:cubicBezTo>
                <a:close/>
                <a:moveTo>
                  <a:pt x="149377" y="13843"/>
                </a:moveTo>
                <a:cubicBezTo>
                  <a:pt x="149377" y="14817"/>
                  <a:pt x="149326" y="15663"/>
                  <a:pt x="149223" y="16381"/>
                </a:cubicBezTo>
                <a:cubicBezTo>
                  <a:pt x="149121" y="17098"/>
                  <a:pt x="148941" y="17675"/>
                  <a:pt x="148685" y="18111"/>
                </a:cubicBezTo>
                <a:cubicBezTo>
                  <a:pt x="148429" y="18547"/>
                  <a:pt x="148134" y="18867"/>
                  <a:pt x="147801" y="19072"/>
                </a:cubicBezTo>
                <a:cubicBezTo>
                  <a:pt x="147467" y="19277"/>
                  <a:pt x="147121" y="19380"/>
                  <a:pt x="146762" y="19380"/>
                </a:cubicBezTo>
                <a:lnTo>
                  <a:pt x="110310" y="19380"/>
                </a:lnTo>
                <a:lnTo>
                  <a:pt x="110310" y="53141"/>
                </a:lnTo>
                <a:lnTo>
                  <a:pt x="144763" y="53141"/>
                </a:lnTo>
                <a:cubicBezTo>
                  <a:pt x="145122" y="53141"/>
                  <a:pt x="145468" y="53230"/>
                  <a:pt x="145801" y="53410"/>
                </a:cubicBezTo>
                <a:cubicBezTo>
                  <a:pt x="146134" y="53589"/>
                  <a:pt x="146429" y="53884"/>
                  <a:pt x="146685" y="54294"/>
                </a:cubicBezTo>
                <a:cubicBezTo>
                  <a:pt x="146942" y="54704"/>
                  <a:pt x="147121" y="55255"/>
                  <a:pt x="147224" y="55948"/>
                </a:cubicBezTo>
                <a:cubicBezTo>
                  <a:pt x="147326" y="56640"/>
                  <a:pt x="147378" y="57524"/>
                  <a:pt x="147378" y="58601"/>
                </a:cubicBezTo>
                <a:cubicBezTo>
                  <a:pt x="147378" y="59575"/>
                  <a:pt x="147326" y="60408"/>
                  <a:pt x="147224" y="61100"/>
                </a:cubicBezTo>
                <a:cubicBezTo>
                  <a:pt x="147121" y="61792"/>
                  <a:pt x="146942" y="62356"/>
                  <a:pt x="146685" y="62792"/>
                </a:cubicBezTo>
                <a:cubicBezTo>
                  <a:pt x="146429" y="63228"/>
                  <a:pt x="146134" y="63561"/>
                  <a:pt x="145801" y="63792"/>
                </a:cubicBezTo>
                <a:cubicBezTo>
                  <a:pt x="145468" y="64022"/>
                  <a:pt x="145122" y="64138"/>
                  <a:pt x="144763" y="64138"/>
                </a:cubicBezTo>
                <a:lnTo>
                  <a:pt x="110310" y="64138"/>
                </a:lnTo>
                <a:lnTo>
                  <a:pt x="110310" y="105661"/>
                </a:lnTo>
                <a:cubicBezTo>
                  <a:pt x="110310" y="106022"/>
                  <a:pt x="110207" y="106368"/>
                  <a:pt x="110002" y="106702"/>
                </a:cubicBezTo>
                <a:cubicBezTo>
                  <a:pt x="109797" y="107035"/>
                  <a:pt x="109438" y="107292"/>
                  <a:pt x="108926" y="107473"/>
                </a:cubicBezTo>
                <a:cubicBezTo>
                  <a:pt x="108413" y="107653"/>
                  <a:pt x="107746" y="107806"/>
                  <a:pt x="106926" y="107935"/>
                </a:cubicBezTo>
                <a:cubicBezTo>
                  <a:pt x="106106" y="108063"/>
                  <a:pt x="105029" y="108127"/>
                  <a:pt x="103696" y="108127"/>
                </a:cubicBezTo>
                <a:cubicBezTo>
                  <a:pt x="102466" y="108127"/>
                  <a:pt x="101415" y="108063"/>
                  <a:pt x="100543" y="107935"/>
                </a:cubicBezTo>
                <a:cubicBezTo>
                  <a:pt x="99672" y="107806"/>
                  <a:pt x="98979" y="107653"/>
                  <a:pt x="98467" y="107473"/>
                </a:cubicBezTo>
                <a:cubicBezTo>
                  <a:pt x="97954" y="107294"/>
                  <a:pt x="97595" y="107037"/>
                  <a:pt x="97390" y="106704"/>
                </a:cubicBezTo>
                <a:cubicBezTo>
                  <a:pt x="97185" y="106371"/>
                  <a:pt x="97082" y="106025"/>
                  <a:pt x="97082" y="105666"/>
                </a:cubicBezTo>
                <a:lnTo>
                  <a:pt x="97082" y="13535"/>
                </a:lnTo>
                <a:cubicBezTo>
                  <a:pt x="97082" y="11536"/>
                  <a:pt x="97608" y="10138"/>
                  <a:pt x="98659" y="9344"/>
                </a:cubicBezTo>
                <a:cubicBezTo>
                  <a:pt x="99710" y="8549"/>
                  <a:pt x="100825" y="8152"/>
                  <a:pt x="102004" y="8152"/>
                </a:cubicBezTo>
                <a:lnTo>
                  <a:pt x="146762" y="8152"/>
                </a:lnTo>
                <a:cubicBezTo>
                  <a:pt x="147121" y="8152"/>
                  <a:pt x="147467" y="8254"/>
                  <a:pt x="147801" y="8459"/>
                </a:cubicBezTo>
                <a:cubicBezTo>
                  <a:pt x="148134" y="8664"/>
                  <a:pt x="148429" y="8998"/>
                  <a:pt x="148685" y="9459"/>
                </a:cubicBezTo>
                <a:cubicBezTo>
                  <a:pt x="148941" y="9921"/>
                  <a:pt x="149121" y="10523"/>
                  <a:pt x="149223" y="11266"/>
                </a:cubicBezTo>
                <a:cubicBezTo>
                  <a:pt x="149326" y="12010"/>
                  <a:pt x="149377" y="12869"/>
                  <a:pt x="149377" y="13843"/>
                </a:cubicBezTo>
                <a:close/>
                <a:moveTo>
                  <a:pt x="244141" y="21687"/>
                </a:moveTo>
                <a:cubicBezTo>
                  <a:pt x="244141" y="22661"/>
                  <a:pt x="244090" y="23520"/>
                  <a:pt x="243987" y="24263"/>
                </a:cubicBezTo>
                <a:cubicBezTo>
                  <a:pt x="243885" y="25007"/>
                  <a:pt x="243731" y="25622"/>
                  <a:pt x="243526" y="26109"/>
                </a:cubicBezTo>
                <a:cubicBezTo>
                  <a:pt x="243321" y="26596"/>
                  <a:pt x="243064" y="26942"/>
                  <a:pt x="242757" y="27147"/>
                </a:cubicBezTo>
                <a:cubicBezTo>
                  <a:pt x="242449" y="27352"/>
                  <a:pt x="242116" y="27455"/>
                  <a:pt x="241757" y="27455"/>
                </a:cubicBezTo>
                <a:cubicBezTo>
                  <a:pt x="241142" y="27455"/>
                  <a:pt x="240116" y="26968"/>
                  <a:pt x="238681" y="25994"/>
                </a:cubicBezTo>
                <a:cubicBezTo>
                  <a:pt x="237245" y="25019"/>
                  <a:pt x="235323" y="23943"/>
                  <a:pt x="232913" y="22764"/>
                </a:cubicBezTo>
                <a:cubicBezTo>
                  <a:pt x="230503" y="21584"/>
                  <a:pt x="227619" y="20508"/>
                  <a:pt x="224261" y="19534"/>
                </a:cubicBezTo>
                <a:cubicBezTo>
                  <a:pt x="220903" y="18559"/>
                  <a:pt x="216917" y="18072"/>
                  <a:pt x="212303" y="18072"/>
                </a:cubicBezTo>
                <a:cubicBezTo>
                  <a:pt x="206817" y="18072"/>
                  <a:pt x="201895" y="19072"/>
                  <a:pt x="197537" y="21072"/>
                </a:cubicBezTo>
                <a:cubicBezTo>
                  <a:pt x="193179" y="23071"/>
                  <a:pt x="189488" y="25840"/>
                  <a:pt x="186463" y="29377"/>
                </a:cubicBezTo>
                <a:cubicBezTo>
                  <a:pt x="183438" y="32915"/>
                  <a:pt x="181118" y="37119"/>
                  <a:pt x="179503" y="41990"/>
                </a:cubicBezTo>
                <a:cubicBezTo>
                  <a:pt x="177888" y="46860"/>
                  <a:pt x="177081" y="52141"/>
                  <a:pt x="177081" y="57832"/>
                </a:cubicBezTo>
                <a:cubicBezTo>
                  <a:pt x="177081" y="64189"/>
                  <a:pt x="177965" y="69829"/>
                  <a:pt x="179734" y="74751"/>
                </a:cubicBezTo>
                <a:cubicBezTo>
                  <a:pt x="181503" y="79672"/>
                  <a:pt x="183951" y="83825"/>
                  <a:pt x="187078" y="87209"/>
                </a:cubicBezTo>
                <a:cubicBezTo>
                  <a:pt x="190206" y="90593"/>
                  <a:pt x="193935" y="93156"/>
                  <a:pt x="198268" y="94899"/>
                </a:cubicBezTo>
                <a:cubicBezTo>
                  <a:pt x="202600" y="96643"/>
                  <a:pt x="207355" y="97514"/>
                  <a:pt x="212533" y="97514"/>
                </a:cubicBezTo>
                <a:cubicBezTo>
                  <a:pt x="215610" y="97514"/>
                  <a:pt x="218724" y="97142"/>
                  <a:pt x="221877" y="96399"/>
                </a:cubicBezTo>
                <a:cubicBezTo>
                  <a:pt x="225030" y="95656"/>
                  <a:pt x="227965" y="94540"/>
                  <a:pt x="230683" y="93054"/>
                </a:cubicBezTo>
                <a:lnTo>
                  <a:pt x="230683" y="64061"/>
                </a:lnTo>
                <a:lnTo>
                  <a:pt x="207612" y="64061"/>
                </a:lnTo>
                <a:cubicBezTo>
                  <a:pt x="206740" y="64061"/>
                  <a:pt x="206086" y="63625"/>
                  <a:pt x="205650" y="62754"/>
                </a:cubicBezTo>
                <a:cubicBezTo>
                  <a:pt x="205215" y="61882"/>
                  <a:pt x="204997" y="60523"/>
                  <a:pt x="204997" y="58678"/>
                </a:cubicBezTo>
                <a:cubicBezTo>
                  <a:pt x="204997" y="57704"/>
                  <a:pt x="205048" y="56870"/>
                  <a:pt x="205151" y="56178"/>
                </a:cubicBezTo>
                <a:cubicBezTo>
                  <a:pt x="205253" y="55486"/>
                  <a:pt x="205420" y="54922"/>
                  <a:pt x="205650" y="54486"/>
                </a:cubicBezTo>
                <a:cubicBezTo>
                  <a:pt x="205881" y="54051"/>
                  <a:pt x="206150" y="53730"/>
                  <a:pt x="206458" y="53525"/>
                </a:cubicBezTo>
                <a:cubicBezTo>
                  <a:pt x="206766" y="53320"/>
                  <a:pt x="207150" y="53217"/>
                  <a:pt x="207612" y="53217"/>
                </a:cubicBezTo>
                <a:lnTo>
                  <a:pt x="239219" y="53217"/>
                </a:lnTo>
                <a:cubicBezTo>
                  <a:pt x="239783" y="53217"/>
                  <a:pt x="240347" y="53320"/>
                  <a:pt x="240911" y="53525"/>
                </a:cubicBezTo>
                <a:cubicBezTo>
                  <a:pt x="241475" y="53730"/>
                  <a:pt x="241988" y="54038"/>
                  <a:pt x="242449" y="54448"/>
                </a:cubicBezTo>
                <a:cubicBezTo>
                  <a:pt x="242910" y="54858"/>
                  <a:pt x="243269" y="55422"/>
                  <a:pt x="243526" y="56140"/>
                </a:cubicBezTo>
                <a:cubicBezTo>
                  <a:pt x="243782" y="56858"/>
                  <a:pt x="243910" y="57678"/>
                  <a:pt x="243910" y="58601"/>
                </a:cubicBezTo>
                <a:lnTo>
                  <a:pt x="243910" y="96514"/>
                </a:lnTo>
                <a:cubicBezTo>
                  <a:pt x="243910" y="97847"/>
                  <a:pt x="243679" y="99001"/>
                  <a:pt x="243218" y="99975"/>
                </a:cubicBezTo>
                <a:cubicBezTo>
                  <a:pt x="242757" y="100949"/>
                  <a:pt x="241782" y="101808"/>
                  <a:pt x="240296" y="102551"/>
                </a:cubicBezTo>
                <a:cubicBezTo>
                  <a:pt x="238809" y="103295"/>
                  <a:pt x="236886" y="104102"/>
                  <a:pt x="234528" y="104974"/>
                </a:cubicBezTo>
                <a:cubicBezTo>
                  <a:pt x="232170" y="105845"/>
                  <a:pt x="229734" y="106589"/>
                  <a:pt x="227222" y="107204"/>
                </a:cubicBezTo>
                <a:cubicBezTo>
                  <a:pt x="224710" y="107819"/>
                  <a:pt x="222172" y="108281"/>
                  <a:pt x="219609" y="108588"/>
                </a:cubicBezTo>
                <a:cubicBezTo>
                  <a:pt x="217045" y="108896"/>
                  <a:pt x="214507" y="109050"/>
                  <a:pt x="211995" y="109050"/>
                </a:cubicBezTo>
                <a:cubicBezTo>
                  <a:pt x="204305" y="109050"/>
                  <a:pt x="197435" y="107858"/>
                  <a:pt x="191385" y="105474"/>
                </a:cubicBezTo>
                <a:cubicBezTo>
                  <a:pt x="185335" y="103090"/>
                  <a:pt x="180221" y="99693"/>
                  <a:pt x="176042" y="95284"/>
                </a:cubicBezTo>
                <a:cubicBezTo>
                  <a:pt x="171864" y="90875"/>
                  <a:pt x="168673" y="85594"/>
                  <a:pt x="166468" y="79442"/>
                </a:cubicBezTo>
                <a:cubicBezTo>
                  <a:pt x="164263" y="73289"/>
                  <a:pt x="163161" y="66419"/>
                  <a:pt x="163161" y="58831"/>
                </a:cubicBezTo>
                <a:cubicBezTo>
                  <a:pt x="163161" y="50936"/>
                  <a:pt x="164353" y="43784"/>
                  <a:pt x="166737" y="37375"/>
                </a:cubicBezTo>
                <a:cubicBezTo>
                  <a:pt x="169121" y="30967"/>
                  <a:pt x="172479" y="25506"/>
                  <a:pt x="176812" y="20995"/>
                </a:cubicBezTo>
                <a:cubicBezTo>
                  <a:pt x="181144" y="16483"/>
                  <a:pt x="186348" y="12984"/>
                  <a:pt x="192423" y="10497"/>
                </a:cubicBezTo>
                <a:cubicBezTo>
                  <a:pt x="198498" y="8011"/>
                  <a:pt x="205228" y="6768"/>
                  <a:pt x="212610" y="6768"/>
                </a:cubicBezTo>
                <a:cubicBezTo>
                  <a:pt x="216404" y="6768"/>
                  <a:pt x="219967" y="7101"/>
                  <a:pt x="223300" y="7767"/>
                </a:cubicBezTo>
                <a:cubicBezTo>
                  <a:pt x="226632" y="8434"/>
                  <a:pt x="229593" y="9216"/>
                  <a:pt x="232182" y="10113"/>
                </a:cubicBezTo>
                <a:cubicBezTo>
                  <a:pt x="234771" y="11010"/>
                  <a:pt x="236950" y="11984"/>
                  <a:pt x="238719" y="13035"/>
                </a:cubicBezTo>
                <a:cubicBezTo>
                  <a:pt x="240488" y="14086"/>
                  <a:pt x="241706" y="14945"/>
                  <a:pt x="242372" y="15611"/>
                </a:cubicBezTo>
                <a:cubicBezTo>
                  <a:pt x="243039" y="16278"/>
                  <a:pt x="243500" y="17047"/>
                  <a:pt x="243756" y="17919"/>
                </a:cubicBezTo>
                <a:cubicBezTo>
                  <a:pt x="244013" y="18790"/>
                  <a:pt x="244141" y="20046"/>
                  <a:pt x="244141" y="21687"/>
                </a:cubicBezTo>
                <a:close/>
                <a:moveTo>
                  <a:pt x="367212" y="70405"/>
                </a:moveTo>
                <a:cubicBezTo>
                  <a:pt x="367212" y="76050"/>
                  <a:pt x="366468" y="81246"/>
                  <a:pt x="364981" y="85993"/>
                </a:cubicBezTo>
                <a:cubicBezTo>
                  <a:pt x="363495" y="90740"/>
                  <a:pt x="361277" y="94834"/>
                  <a:pt x="358329" y="98274"/>
                </a:cubicBezTo>
                <a:cubicBezTo>
                  <a:pt x="355381" y="101712"/>
                  <a:pt x="351690" y="104393"/>
                  <a:pt x="347255" y="106317"/>
                </a:cubicBezTo>
                <a:cubicBezTo>
                  <a:pt x="342820" y="108241"/>
                  <a:pt x="337681" y="109203"/>
                  <a:pt x="331836" y="109203"/>
                </a:cubicBezTo>
                <a:cubicBezTo>
                  <a:pt x="326145" y="109203"/>
                  <a:pt x="321185" y="108357"/>
                  <a:pt x="316955" y="106663"/>
                </a:cubicBezTo>
                <a:cubicBezTo>
                  <a:pt x="312725" y="104970"/>
                  <a:pt x="309201" y="102506"/>
                  <a:pt x="306381" y="99273"/>
                </a:cubicBezTo>
                <a:cubicBezTo>
                  <a:pt x="303561" y="96040"/>
                  <a:pt x="301459" y="92114"/>
                  <a:pt x="300075" y="87495"/>
                </a:cubicBezTo>
                <a:cubicBezTo>
                  <a:pt x="298690" y="82876"/>
                  <a:pt x="297998" y="77641"/>
                  <a:pt x="297998" y="71790"/>
                </a:cubicBezTo>
                <a:cubicBezTo>
                  <a:pt x="297998" y="66145"/>
                  <a:pt x="298729" y="60950"/>
                  <a:pt x="300190" y="56202"/>
                </a:cubicBezTo>
                <a:cubicBezTo>
                  <a:pt x="301651" y="51455"/>
                  <a:pt x="303856" y="47362"/>
                  <a:pt x="306804" y="43924"/>
                </a:cubicBezTo>
                <a:cubicBezTo>
                  <a:pt x="309752" y="40484"/>
                  <a:pt x="313430" y="37815"/>
                  <a:pt x="317839" y="35917"/>
                </a:cubicBezTo>
                <a:cubicBezTo>
                  <a:pt x="322249" y="34018"/>
                  <a:pt x="327401" y="33069"/>
                  <a:pt x="333297" y="33069"/>
                </a:cubicBezTo>
                <a:cubicBezTo>
                  <a:pt x="338988" y="33069"/>
                  <a:pt x="343948" y="33915"/>
                  <a:pt x="348178" y="35609"/>
                </a:cubicBezTo>
                <a:cubicBezTo>
                  <a:pt x="352408" y="37302"/>
                  <a:pt x="355932" y="39766"/>
                  <a:pt x="358752" y="42999"/>
                </a:cubicBezTo>
                <a:cubicBezTo>
                  <a:pt x="361572" y="46232"/>
                  <a:pt x="363687" y="50158"/>
                  <a:pt x="365097" y="54777"/>
                </a:cubicBezTo>
                <a:cubicBezTo>
                  <a:pt x="366507" y="59396"/>
                  <a:pt x="367212" y="64606"/>
                  <a:pt x="367212" y="70405"/>
                </a:cubicBezTo>
                <a:moveTo>
                  <a:pt x="353830" y="71251"/>
                </a:moveTo>
                <a:cubicBezTo>
                  <a:pt x="353830" y="67504"/>
                  <a:pt x="353484" y="63962"/>
                  <a:pt x="352792" y="60624"/>
                </a:cubicBezTo>
                <a:cubicBezTo>
                  <a:pt x="352100" y="57287"/>
                  <a:pt x="350959" y="54361"/>
                  <a:pt x="349370" y="51845"/>
                </a:cubicBezTo>
                <a:cubicBezTo>
                  <a:pt x="347781" y="49330"/>
                  <a:pt x="345627" y="47341"/>
                  <a:pt x="342910" y="45878"/>
                </a:cubicBezTo>
                <a:cubicBezTo>
                  <a:pt x="340193" y="44414"/>
                  <a:pt x="336809" y="43681"/>
                  <a:pt x="332759" y="43681"/>
                </a:cubicBezTo>
                <a:cubicBezTo>
                  <a:pt x="329016" y="43681"/>
                  <a:pt x="325799" y="44349"/>
                  <a:pt x="323107" y="45683"/>
                </a:cubicBezTo>
                <a:cubicBezTo>
                  <a:pt x="320416" y="47018"/>
                  <a:pt x="318198" y="48905"/>
                  <a:pt x="316455" y="51345"/>
                </a:cubicBezTo>
                <a:cubicBezTo>
                  <a:pt x="314712" y="53784"/>
                  <a:pt x="313417" y="56672"/>
                  <a:pt x="312571" y="60009"/>
                </a:cubicBezTo>
                <a:cubicBezTo>
                  <a:pt x="311726" y="63345"/>
                  <a:pt x="311303" y="66990"/>
                  <a:pt x="311303" y="70944"/>
                </a:cubicBezTo>
                <a:cubicBezTo>
                  <a:pt x="311303" y="74743"/>
                  <a:pt x="311649" y="78311"/>
                  <a:pt x="312341" y="81648"/>
                </a:cubicBezTo>
                <a:cubicBezTo>
                  <a:pt x="313033" y="84985"/>
                  <a:pt x="314186" y="87899"/>
                  <a:pt x="315801" y="90388"/>
                </a:cubicBezTo>
                <a:cubicBezTo>
                  <a:pt x="317416" y="92878"/>
                  <a:pt x="319583" y="94855"/>
                  <a:pt x="322300" y="96320"/>
                </a:cubicBezTo>
                <a:cubicBezTo>
                  <a:pt x="325017" y="97782"/>
                  <a:pt x="328401" y="98514"/>
                  <a:pt x="332451" y="98514"/>
                </a:cubicBezTo>
                <a:cubicBezTo>
                  <a:pt x="336143" y="98514"/>
                  <a:pt x="339347" y="97847"/>
                  <a:pt x="342064" y="96512"/>
                </a:cubicBezTo>
                <a:cubicBezTo>
                  <a:pt x="344781" y="95177"/>
                  <a:pt x="347012" y="93304"/>
                  <a:pt x="348755" y="90891"/>
                </a:cubicBezTo>
                <a:cubicBezTo>
                  <a:pt x="350498" y="88476"/>
                  <a:pt x="351780" y="85601"/>
                  <a:pt x="352600" y="82266"/>
                </a:cubicBezTo>
                <a:cubicBezTo>
                  <a:pt x="353420" y="78928"/>
                  <a:pt x="353830" y="75257"/>
                  <a:pt x="353830" y="71251"/>
                </a:cubicBezTo>
                <a:close/>
                <a:moveTo>
                  <a:pt x="423774" y="8075"/>
                </a:moveTo>
                <a:cubicBezTo>
                  <a:pt x="423774" y="9049"/>
                  <a:pt x="423723" y="9831"/>
                  <a:pt x="423620" y="10420"/>
                </a:cubicBezTo>
                <a:cubicBezTo>
                  <a:pt x="423518" y="11010"/>
                  <a:pt x="423403" y="11484"/>
                  <a:pt x="423274" y="11843"/>
                </a:cubicBezTo>
                <a:cubicBezTo>
                  <a:pt x="423146" y="12202"/>
                  <a:pt x="422980" y="12446"/>
                  <a:pt x="422775" y="12574"/>
                </a:cubicBezTo>
                <a:cubicBezTo>
                  <a:pt x="422569" y="12702"/>
                  <a:pt x="422313" y="12766"/>
                  <a:pt x="422005" y="12766"/>
                </a:cubicBezTo>
                <a:cubicBezTo>
                  <a:pt x="421647" y="12766"/>
                  <a:pt x="421198" y="12651"/>
                  <a:pt x="420660" y="12420"/>
                </a:cubicBezTo>
                <a:cubicBezTo>
                  <a:pt x="420121" y="12189"/>
                  <a:pt x="419468" y="11933"/>
                  <a:pt x="418699" y="11651"/>
                </a:cubicBezTo>
                <a:cubicBezTo>
                  <a:pt x="417930" y="11369"/>
                  <a:pt x="417020" y="11113"/>
                  <a:pt x="415969" y="10882"/>
                </a:cubicBezTo>
                <a:cubicBezTo>
                  <a:pt x="414918" y="10651"/>
                  <a:pt x="413700" y="10536"/>
                  <a:pt x="412316" y="10536"/>
                </a:cubicBezTo>
                <a:cubicBezTo>
                  <a:pt x="410419" y="10536"/>
                  <a:pt x="408804" y="10843"/>
                  <a:pt x="407471" y="11456"/>
                </a:cubicBezTo>
                <a:cubicBezTo>
                  <a:pt x="406138" y="12070"/>
                  <a:pt x="405061" y="13028"/>
                  <a:pt x="404241" y="14331"/>
                </a:cubicBezTo>
                <a:cubicBezTo>
                  <a:pt x="403420" y="15633"/>
                  <a:pt x="402831" y="17319"/>
                  <a:pt x="402472" y="19389"/>
                </a:cubicBezTo>
                <a:cubicBezTo>
                  <a:pt x="402113" y="21459"/>
                  <a:pt x="401934" y="23976"/>
                  <a:pt x="401934" y="26940"/>
                </a:cubicBezTo>
                <a:lnTo>
                  <a:pt x="401934" y="34453"/>
                </a:lnTo>
                <a:lnTo>
                  <a:pt x="417391" y="34453"/>
                </a:lnTo>
                <a:cubicBezTo>
                  <a:pt x="417801" y="34453"/>
                  <a:pt x="418147" y="34543"/>
                  <a:pt x="418429" y="34722"/>
                </a:cubicBezTo>
                <a:cubicBezTo>
                  <a:pt x="418711" y="34902"/>
                  <a:pt x="418968" y="35209"/>
                  <a:pt x="419198" y="35645"/>
                </a:cubicBezTo>
                <a:cubicBezTo>
                  <a:pt x="419429" y="36081"/>
                  <a:pt x="419609" y="36632"/>
                  <a:pt x="419737" y="37298"/>
                </a:cubicBezTo>
                <a:cubicBezTo>
                  <a:pt x="419865" y="37965"/>
                  <a:pt x="419929" y="38785"/>
                  <a:pt x="419929" y="39759"/>
                </a:cubicBezTo>
                <a:cubicBezTo>
                  <a:pt x="419929" y="41605"/>
                  <a:pt x="419698" y="42938"/>
                  <a:pt x="419237" y="43758"/>
                </a:cubicBezTo>
                <a:cubicBezTo>
                  <a:pt x="418776" y="44579"/>
                  <a:pt x="418160" y="44989"/>
                  <a:pt x="417391" y="44989"/>
                </a:cubicBezTo>
                <a:lnTo>
                  <a:pt x="401934" y="44989"/>
                </a:lnTo>
                <a:lnTo>
                  <a:pt x="401934" y="105740"/>
                </a:lnTo>
                <a:cubicBezTo>
                  <a:pt x="401934" y="106151"/>
                  <a:pt x="401831" y="106497"/>
                  <a:pt x="401626" y="106781"/>
                </a:cubicBezTo>
                <a:cubicBezTo>
                  <a:pt x="401421" y="107063"/>
                  <a:pt x="401075" y="107307"/>
                  <a:pt x="400588" y="107512"/>
                </a:cubicBezTo>
                <a:cubicBezTo>
                  <a:pt x="400101" y="107717"/>
                  <a:pt x="399447" y="107870"/>
                  <a:pt x="398627" y="107973"/>
                </a:cubicBezTo>
                <a:cubicBezTo>
                  <a:pt x="397806" y="108076"/>
                  <a:pt x="396781" y="108127"/>
                  <a:pt x="395551" y="108127"/>
                </a:cubicBezTo>
                <a:cubicBezTo>
                  <a:pt x="394320" y="108127"/>
                  <a:pt x="393295" y="108076"/>
                  <a:pt x="392474" y="107973"/>
                </a:cubicBezTo>
                <a:cubicBezTo>
                  <a:pt x="391654" y="107870"/>
                  <a:pt x="391000" y="107717"/>
                  <a:pt x="390513" y="107512"/>
                </a:cubicBezTo>
                <a:cubicBezTo>
                  <a:pt x="390026" y="107307"/>
                  <a:pt x="389680" y="107063"/>
                  <a:pt x="389475" y="106781"/>
                </a:cubicBezTo>
                <a:cubicBezTo>
                  <a:pt x="389270" y="106497"/>
                  <a:pt x="389168" y="106151"/>
                  <a:pt x="389168" y="105740"/>
                </a:cubicBezTo>
                <a:lnTo>
                  <a:pt x="389168" y="44989"/>
                </a:lnTo>
                <a:lnTo>
                  <a:pt x="379401" y="44989"/>
                </a:lnTo>
                <a:cubicBezTo>
                  <a:pt x="378580" y="44989"/>
                  <a:pt x="377965" y="44579"/>
                  <a:pt x="377555" y="43758"/>
                </a:cubicBezTo>
                <a:cubicBezTo>
                  <a:pt x="377145" y="42938"/>
                  <a:pt x="376940" y="41605"/>
                  <a:pt x="376940" y="39759"/>
                </a:cubicBezTo>
                <a:cubicBezTo>
                  <a:pt x="376940" y="38785"/>
                  <a:pt x="376991" y="37965"/>
                  <a:pt x="377094" y="37298"/>
                </a:cubicBezTo>
                <a:cubicBezTo>
                  <a:pt x="377196" y="36632"/>
                  <a:pt x="377350" y="36081"/>
                  <a:pt x="377555" y="35645"/>
                </a:cubicBezTo>
                <a:cubicBezTo>
                  <a:pt x="377760" y="35209"/>
                  <a:pt x="378016" y="34902"/>
                  <a:pt x="378324" y="34722"/>
                </a:cubicBezTo>
                <a:cubicBezTo>
                  <a:pt x="378632" y="34543"/>
                  <a:pt x="378991" y="34453"/>
                  <a:pt x="379401" y="34453"/>
                </a:cubicBezTo>
                <a:lnTo>
                  <a:pt x="389168" y="34453"/>
                </a:lnTo>
                <a:lnTo>
                  <a:pt x="389168" y="27318"/>
                </a:lnTo>
                <a:cubicBezTo>
                  <a:pt x="389168" y="22508"/>
                  <a:pt x="389616" y="18377"/>
                  <a:pt x="390513" y="14924"/>
                </a:cubicBezTo>
                <a:cubicBezTo>
                  <a:pt x="391411" y="11471"/>
                  <a:pt x="392782" y="8645"/>
                  <a:pt x="394628" y="6446"/>
                </a:cubicBezTo>
                <a:cubicBezTo>
                  <a:pt x="396473" y="4246"/>
                  <a:pt x="398793" y="2622"/>
                  <a:pt x="401588" y="1574"/>
                </a:cubicBezTo>
                <a:cubicBezTo>
                  <a:pt x="404382" y="525"/>
                  <a:pt x="407676" y="0"/>
                  <a:pt x="411470" y="0"/>
                </a:cubicBezTo>
                <a:cubicBezTo>
                  <a:pt x="413264" y="0"/>
                  <a:pt x="415007" y="167"/>
                  <a:pt x="416699" y="500"/>
                </a:cubicBezTo>
                <a:cubicBezTo>
                  <a:pt x="418391" y="833"/>
                  <a:pt x="419698" y="1192"/>
                  <a:pt x="420621" y="1577"/>
                </a:cubicBezTo>
                <a:cubicBezTo>
                  <a:pt x="421544" y="1961"/>
                  <a:pt x="422159" y="2307"/>
                  <a:pt x="422467" y="2615"/>
                </a:cubicBezTo>
                <a:cubicBezTo>
                  <a:pt x="422775" y="2922"/>
                  <a:pt x="423031" y="3320"/>
                  <a:pt x="423236" y="3807"/>
                </a:cubicBezTo>
                <a:cubicBezTo>
                  <a:pt x="423441" y="4294"/>
                  <a:pt x="423582" y="4883"/>
                  <a:pt x="423659" y="5576"/>
                </a:cubicBezTo>
                <a:cubicBezTo>
                  <a:pt x="423736" y="6268"/>
                  <a:pt x="423774" y="7101"/>
                  <a:pt x="423774" y="8075"/>
                </a:cubicBezTo>
                <a:close/>
                <a:moveTo>
                  <a:pt x="507343" y="8075"/>
                </a:moveTo>
                <a:cubicBezTo>
                  <a:pt x="507343" y="9049"/>
                  <a:pt x="507292" y="9831"/>
                  <a:pt x="507189" y="10420"/>
                </a:cubicBezTo>
                <a:cubicBezTo>
                  <a:pt x="507087" y="11010"/>
                  <a:pt x="506972" y="11484"/>
                  <a:pt x="506843" y="11843"/>
                </a:cubicBezTo>
                <a:cubicBezTo>
                  <a:pt x="506715" y="12202"/>
                  <a:pt x="506549" y="12446"/>
                  <a:pt x="506344" y="12574"/>
                </a:cubicBezTo>
                <a:cubicBezTo>
                  <a:pt x="506138" y="12702"/>
                  <a:pt x="505882" y="12766"/>
                  <a:pt x="505575" y="12766"/>
                </a:cubicBezTo>
                <a:cubicBezTo>
                  <a:pt x="505216" y="12766"/>
                  <a:pt x="504767" y="12651"/>
                  <a:pt x="504229" y="12420"/>
                </a:cubicBezTo>
                <a:cubicBezTo>
                  <a:pt x="503690" y="12189"/>
                  <a:pt x="503037" y="11933"/>
                  <a:pt x="502268" y="11651"/>
                </a:cubicBezTo>
                <a:cubicBezTo>
                  <a:pt x="501499" y="11369"/>
                  <a:pt x="500589" y="11113"/>
                  <a:pt x="499538" y="10882"/>
                </a:cubicBezTo>
                <a:cubicBezTo>
                  <a:pt x="498487" y="10651"/>
                  <a:pt x="497269" y="10536"/>
                  <a:pt x="495885" y="10536"/>
                </a:cubicBezTo>
                <a:cubicBezTo>
                  <a:pt x="493988" y="10536"/>
                  <a:pt x="492373" y="10843"/>
                  <a:pt x="491040" y="11456"/>
                </a:cubicBezTo>
                <a:cubicBezTo>
                  <a:pt x="489707" y="12070"/>
                  <a:pt x="488630" y="13028"/>
                  <a:pt x="487810" y="14331"/>
                </a:cubicBezTo>
                <a:cubicBezTo>
                  <a:pt x="486989" y="15633"/>
                  <a:pt x="486400" y="17319"/>
                  <a:pt x="486041" y="19389"/>
                </a:cubicBezTo>
                <a:cubicBezTo>
                  <a:pt x="485682" y="21459"/>
                  <a:pt x="485503" y="23976"/>
                  <a:pt x="485503" y="26940"/>
                </a:cubicBezTo>
                <a:lnTo>
                  <a:pt x="485503" y="34453"/>
                </a:lnTo>
                <a:lnTo>
                  <a:pt x="500960" y="34453"/>
                </a:lnTo>
                <a:cubicBezTo>
                  <a:pt x="501370" y="34453"/>
                  <a:pt x="501716" y="34543"/>
                  <a:pt x="501998" y="34722"/>
                </a:cubicBezTo>
                <a:cubicBezTo>
                  <a:pt x="502280" y="34902"/>
                  <a:pt x="502537" y="35209"/>
                  <a:pt x="502768" y="35645"/>
                </a:cubicBezTo>
                <a:cubicBezTo>
                  <a:pt x="502998" y="36081"/>
                  <a:pt x="503178" y="36632"/>
                  <a:pt x="503306" y="37298"/>
                </a:cubicBezTo>
                <a:cubicBezTo>
                  <a:pt x="503434" y="37965"/>
                  <a:pt x="503498" y="38785"/>
                  <a:pt x="503498" y="39759"/>
                </a:cubicBezTo>
                <a:cubicBezTo>
                  <a:pt x="503498" y="41605"/>
                  <a:pt x="503267" y="42938"/>
                  <a:pt x="502806" y="43758"/>
                </a:cubicBezTo>
                <a:cubicBezTo>
                  <a:pt x="502345" y="44579"/>
                  <a:pt x="501729" y="44989"/>
                  <a:pt x="500960" y="44989"/>
                </a:cubicBezTo>
                <a:lnTo>
                  <a:pt x="485503" y="44989"/>
                </a:lnTo>
                <a:lnTo>
                  <a:pt x="485503" y="105740"/>
                </a:lnTo>
                <a:cubicBezTo>
                  <a:pt x="485503" y="106151"/>
                  <a:pt x="485400" y="106497"/>
                  <a:pt x="485195" y="106781"/>
                </a:cubicBezTo>
                <a:cubicBezTo>
                  <a:pt x="484990" y="107063"/>
                  <a:pt x="484644" y="107307"/>
                  <a:pt x="484157" y="107512"/>
                </a:cubicBezTo>
                <a:cubicBezTo>
                  <a:pt x="483670" y="107717"/>
                  <a:pt x="483016" y="107870"/>
                  <a:pt x="482196" y="107973"/>
                </a:cubicBezTo>
                <a:cubicBezTo>
                  <a:pt x="481375" y="108076"/>
                  <a:pt x="480350" y="108127"/>
                  <a:pt x="479120" y="108127"/>
                </a:cubicBezTo>
                <a:cubicBezTo>
                  <a:pt x="477889" y="108127"/>
                  <a:pt x="476864" y="108076"/>
                  <a:pt x="476043" y="107973"/>
                </a:cubicBezTo>
                <a:cubicBezTo>
                  <a:pt x="475223" y="107870"/>
                  <a:pt x="474569" y="107717"/>
                  <a:pt x="474082" y="107512"/>
                </a:cubicBezTo>
                <a:cubicBezTo>
                  <a:pt x="473595" y="107307"/>
                  <a:pt x="473249" y="107063"/>
                  <a:pt x="473044" y="106781"/>
                </a:cubicBezTo>
                <a:cubicBezTo>
                  <a:pt x="472839" y="106497"/>
                  <a:pt x="472737" y="106151"/>
                  <a:pt x="472737" y="105740"/>
                </a:cubicBezTo>
                <a:lnTo>
                  <a:pt x="472737" y="44989"/>
                </a:lnTo>
                <a:lnTo>
                  <a:pt x="462970" y="44989"/>
                </a:lnTo>
                <a:cubicBezTo>
                  <a:pt x="462149" y="44989"/>
                  <a:pt x="461534" y="44579"/>
                  <a:pt x="461124" y="43758"/>
                </a:cubicBezTo>
                <a:cubicBezTo>
                  <a:pt x="460714" y="42938"/>
                  <a:pt x="460509" y="41605"/>
                  <a:pt x="460509" y="39759"/>
                </a:cubicBezTo>
                <a:cubicBezTo>
                  <a:pt x="460509" y="38785"/>
                  <a:pt x="460560" y="37965"/>
                  <a:pt x="460663" y="37298"/>
                </a:cubicBezTo>
                <a:cubicBezTo>
                  <a:pt x="460765" y="36632"/>
                  <a:pt x="460919" y="36081"/>
                  <a:pt x="461124" y="35645"/>
                </a:cubicBezTo>
                <a:cubicBezTo>
                  <a:pt x="461329" y="35209"/>
                  <a:pt x="461585" y="34902"/>
                  <a:pt x="461893" y="34722"/>
                </a:cubicBezTo>
                <a:cubicBezTo>
                  <a:pt x="462201" y="34543"/>
                  <a:pt x="462560" y="34453"/>
                  <a:pt x="462970" y="34453"/>
                </a:cubicBezTo>
                <a:lnTo>
                  <a:pt x="472737" y="34453"/>
                </a:lnTo>
                <a:lnTo>
                  <a:pt x="472737" y="27318"/>
                </a:lnTo>
                <a:cubicBezTo>
                  <a:pt x="472737" y="22508"/>
                  <a:pt x="473185" y="18377"/>
                  <a:pt x="474082" y="14924"/>
                </a:cubicBezTo>
                <a:cubicBezTo>
                  <a:pt x="474980" y="11471"/>
                  <a:pt x="476351" y="8645"/>
                  <a:pt x="478197" y="6446"/>
                </a:cubicBezTo>
                <a:cubicBezTo>
                  <a:pt x="480042" y="4246"/>
                  <a:pt x="482362" y="2622"/>
                  <a:pt x="485157" y="1574"/>
                </a:cubicBezTo>
                <a:cubicBezTo>
                  <a:pt x="487951" y="525"/>
                  <a:pt x="491245" y="0"/>
                  <a:pt x="495039" y="0"/>
                </a:cubicBezTo>
                <a:cubicBezTo>
                  <a:pt x="496833" y="0"/>
                  <a:pt x="498576" y="167"/>
                  <a:pt x="500268" y="500"/>
                </a:cubicBezTo>
                <a:cubicBezTo>
                  <a:pt x="501960" y="833"/>
                  <a:pt x="503267" y="1192"/>
                  <a:pt x="504190" y="1577"/>
                </a:cubicBezTo>
                <a:cubicBezTo>
                  <a:pt x="505113" y="1961"/>
                  <a:pt x="505728" y="2307"/>
                  <a:pt x="506036" y="2615"/>
                </a:cubicBezTo>
                <a:cubicBezTo>
                  <a:pt x="506344" y="2922"/>
                  <a:pt x="506600" y="3320"/>
                  <a:pt x="506805" y="3807"/>
                </a:cubicBezTo>
                <a:cubicBezTo>
                  <a:pt x="507010" y="4294"/>
                  <a:pt x="507151" y="4883"/>
                  <a:pt x="507228" y="5576"/>
                </a:cubicBezTo>
                <a:cubicBezTo>
                  <a:pt x="507305" y="6268"/>
                  <a:pt x="507343" y="7101"/>
                  <a:pt x="507343" y="8075"/>
                </a:cubicBezTo>
                <a:close/>
                <a:moveTo>
                  <a:pt x="576776" y="105743"/>
                </a:moveTo>
                <a:cubicBezTo>
                  <a:pt x="576776" y="106153"/>
                  <a:pt x="576686" y="106499"/>
                  <a:pt x="576507" y="106781"/>
                </a:cubicBezTo>
                <a:cubicBezTo>
                  <a:pt x="576327" y="107063"/>
                  <a:pt x="576007" y="107307"/>
                  <a:pt x="575545" y="107512"/>
                </a:cubicBezTo>
                <a:cubicBezTo>
                  <a:pt x="575084" y="107717"/>
                  <a:pt x="574481" y="107870"/>
                  <a:pt x="573738" y="107973"/>
                </a:cubicBezTo>
                <a:cubicBezTo>
                  <a:pt x="572995" y="108076"/>
                  <a:pt x="572085" y="108127"/>
                  <a:pt x="571008" y="108127"/>
                </a:cubicBezTo>
                <a:cubicBezTo>
                  <a:pt x="569829" y="108127"/>
                  <a:pt x="568867" y="108076"/>
                  <a:pt x="568124" y="107973"/>
                </a:cubicBezTo>
                <a:cubicBezTo>
                  <a:pt x="567381" y="107870"/>
                  <a:pt x="566791" y="107717"/>
                  <a:pt x="566355" y="107512"/>
                </a:cubicBezTo>
                <a:cubicBezTo>
                  <a:pt x="565919" y="107307"/>
                  <a:pt x="565625" y="107063"/>
                  <a:pt x="565471" y="106781"/>
                </a:cubicBezTo>
                <a:cubicBezTo>
                  <a:pt x="565317" y="106499"/>
                  <a:pt x="565240" y="106153"/>
                  <a:pt x="565240" y="105743"/>
                </a:cubicBezTo>
                <a:lnTo>
                  <a:pt x="565240" y="96591"/>
                </a:lnTo>
                <a:cubicBezTo>
                  <a:pt x="561292" y="100976"/>
                  <a:pt x="557396" y="104175"/>
                  <a:pt x="553551" y="106187"/>
                </a:cubicBezTo>
                <a:cubicBezTo>
                  <a:pt x="549706" y="108198"/>
                  <a:pt x="545809" y="109203"/>
                  <a:pt x="541861" y="109203"/>
                </a:cubicBezTo>
                <a:cubicBezTo>
                  <a:pt x="537247" y="109203"/>
                  <a:pt x="533363" y="108434"/>
                  <a:pt x="530210" y="106894"/>
                </a:cubicBezTo>
                <a:cubicBezTo>
                  <a:pt x="527057" y="105354"/>
                  <a:pt x="524507" y="103263"/>
                  <a:pt x="522558" y="100622"/>
                </a:cubicBezTo>
                <a:cubicBezTo>
                  <a:pt x="520610" y="97978"/>
                  <a:pt x="519213" y="94899"/>
                  <a:pt x="518367" y="91383"/>
                </a:cubicBezTo>
                <a:cubicBezTo>
                  <a:pt x="517521" y="87867"/>
                  <a:pt x="517098" y="83594"/>
                  <a:pt x="517098" y="78565"/>
                </a:cubicBezTo>
                <a:lnTo>
                  <a:pt x="517098" y="36532"/>
                </a:lnTo>
                <a:cubicBezTo>
                  <a:pt x="517098" y="36122"/>
                  <a:pt x="517188" y="35776"/>
                  <a:pt x="517367" y="35494"/>
                </a:cubicBezTo>
                <a:cubicBezTo>
                  <a:pt x="517547" y="35210"/>
                  <a:pt x="517893" y="34953"/>
                  <a:pt x="518406" y="34722"/>
                </a:cubicBezTo>
                <a:cubicBezTo>
                  <a:pt x="518918" y="34491"/>
                  <a:pt x="519585" y="34338"/>
                  <a:pt x="520405" y="34261"/>
                </a:cubicBezTo>
                <a:cubicBezTo>
                  <a:pt x="521225" y="34184"/>
                  <a:pt x="522251" y="34145"/>
                  <a:pt x="523481" y="34145"/>
                </a:cubicBezTo>
                <a:cubicBezTo>
                  <a:pt x="524712" y="34145"/>
                  <a:pt x="525737" y="34184"/>
                  <a:pt x="526557" y="34261"/>
                </a:cubicBezTo>
                <a:cubicBezTo>
                  <a:pt x="527378" y="34338"/>
                  <a:pt x="528031" y="34491"/>
                  <a:pt x="528519" y="34722"/>
                </a:cubicBezTo>
                <a:cubicBezTo>
                  <a:pt x="529006" y="34953"/>
                  <a:pt x="529352" y="35210"/>
                  <a:pt x="529557" y="35494"/>
                </a:cubicBezTo>
                <a:cubicBezTo>
                  <a:pt x="529762" y="35776"/>
                  <a:pt x="529864" y="36122"/>
                  <a:pt x="529864" y="36532"/>
                </a:cubicBezTo>
                <a:lnTo>
                  <a:pt x="529864" y="76877"/>
                </a:lnTo>
                <a:cubicBezTo>
                  <a:pt x="529864" y="80933"/>
                  <a:pt x="530159" y="84179"/>
                  <a:pt x="530749" y="86618"/>
                </a:cubicBezTo>
                <a:cubicBezTo>
                  <a:pt x="531338" y="89056"/>
                  <a:pt x="532236" y="91136"/>
                  <a:pt x="533440" y="92857"/>
                </a:cubicBezTo>
                <a:cubicBezTo>
                  <a:pt x="534645" y="94576"/>
                  <a:pt x="536170" y="95910"/>
                  <a:pt x="538016" y="96860"/>
                </a:cubicBezTo>
                <a:cubicBezTo>
                  <a:pt x="539862" y="97809"/>
                  <a:pt x="542015" y="98283"/>
                  <a:pt x="544476" y="98283"/>
                </a:cubicBezTo>
                <a:cubicBezTo>
                  <a:pt x="547655" y="98283"/>
                  <a:pt x="550821" y="97149"/>
                  <a:pt x="553974" y="94880"/>
                </a:cubicBezTo>
                <a:cubicBezTo>
                  <a:pt x="557127" y="92611"/>
                  <a:pt x="560472" y="89285"/>
                  <a:pt x="564010" y="84902"/>
                </a:cubicBezTo>
                <a:lnTo>
                  <a:pt x="564010" y="36529"/>
                </a:lnTo>
                <a:cubicBezTo>
                  <a:pt x="564010" y="36119"/>
                  <a:pt x="564099" y="35773"/>
                  <a:pt x="564279" y="35491"/>
                </a:cubicBezTo>
                <a:cubicBezTo>
                  <a:pt x="564458" y="35209"/>
                  <a:pt x="564804" y="34953"/>
                  <a:pt x="565317" y="34722"/>
                </a:cubicBezTo>
                <a:cubicBezTo>
                  <a:pt x="565830" y="34491"/>
                  <a:pt x="566483" y="34338"/>
                  <a:pt x="567278" y="34261"/>
                </a:cubicBezTo>
                <a:cubicBezTo>
                  <a:pt x="568073" y="34184"/>
                  <a:pt x="569111" y="34145"/>
                  <a:pt x="570393" y="34145"/>
                </a:cubicBezTo>
                <a:cubicBezTo>
                  <a:pt x="571623" y="34145"/>
                  <a:pt x="572649" y="34184"/>
                  <a:pt x="573469" y="34261"/>
                </a:cubicBezTo>
                <a:cubicBezTo>
                  <a:pt x="574289" y="34338"/>
                  <a:pt x="574930" y="34491"/>
                  <a:pt x="575391" y="34722"/>
                </a:cubicBezTo>
                <a:cubicBezTo>
                  <a:pt x="575853" y="34953"/>
                  <a:pt x="576199" y="35209"/>
                  <a:pt x="576430" y="35491"/>
                </a:cubicBezTo>
                <a:cubicBezTo>
                  <a:pt x="576660" y="35773"/>
                  <a:pt x="576776" y="36119"/>
                  <a:pt x="576776" y="36529"/>
                </a:cubicBezTo>
                <a:lnTo>
                  <a:pt x="576776" y="105743"/>
                </a:lnTo>
                <a:close/>
                <a:moveTo>
                  <a:pt x="659786" y="105743"/>
                </a:moveTo>
                <a:cubicBezTo>
                  <a:pt x="659786" y="106153"/>
                  <a:pt x="659683" y="106499"/>
                  <a:pt x="659478" y="106781"/>
                </a:cubicBezTo>
                <a:cubicBezTo>
                  <a:pt x="659273" y="107063"/>
                  <a:pt x="658940" y="107307"/>
                  <a:pt x="658479" y="107512"/>
                </a:cubicBezTo>
                <a:cubicBezTo>
                  <a:pt x="658017" y="107717"/>
                  <a:pt x="657376" y="107870"/>
                  <a:pt x="656556" y="107973"/>
                </a:cubicBezTo>
                <a:cubicBezTo>
                  <a:pt x="655736" y="108076"/>
                  <a:pt x="654710" y="108127"/>
                  <a:pt x="653480" y="108127"/>
                </a:cubicBezTo>
                <a:cubicBezTo>
                  <a:pt x="652198" y="108127"/>
                  <a:pt x="651147" y="108076"/>
                  <a:pt x="650327" y="107973"/>
                </a:cubicBezTo>
                <a:cubicBezTo>
                  <a:pt x="649506" y="107870"/>
                  <a:pt x="648866" y="107717"/>
                  <a:pt x="648404" y="107512"/>
                </a:cubicBezTo>
                <a:cubicBezTo>
                  <a:pt x="647943" y="107307"/>
                  <a:pt x="647610" y="107063"/>
                  <a:pt x="647404" y="106781"/>
                </a:cubicBezTo>
                <a:cubicBezTo>
                  <a:pt x="647199" y="106499"/>
                  <a:pt x="647097" y="106153"/>
                  <a:pt x="647097" y="105743"/>
                </a:cubicBezTo>
                <a:lnTo>
                  <a:pt x="647097" y="65214"/>
                </a:lnTo>
                <a:cubicBezTo>
                  <a:pt x="647097" y="61267"/>
                  <a:pt x="646789" y="58088"/>
                  <a:pt x="646174" y="55678"/>
                </a:cubicBezTo>
                <a:cubicBezTo>
                  <a:pt x="645559" y="53269"/>
                  <a:pt x="644662" y="51192"/>
                  <a:pt x="643482" y="49449"/>
                </a:cubicBezTo>
                <a:cubicBezTo>
                  <a:pt x="642303" y="47706"/>
                  <a:pt x="640778" y="46373"/>
                  <a:pt x="638907" y="45450"/>
                </a:cubicBezTo>
                <a:cubicBezTo>
                  <a:pt x="637035" y="44527"/>
                  <a:pt x="634869" y="44066"/>
                  <a:pt x="632408" y="44066"/>
                </a:cubicBezTo>
                <a:cubicBezTo>
                  <a:pt x="629229" y="44066"/>
                  <a:pt x="626051" y="45194"/>
                  <a:pt x="622872" y="47450"/>
                </a:cubicBezTo>
                <a:cubicBezTo>
                  <a:pt x="619693" y="49706"/>
                  <a:pt x="616361" y="53012"/>
                  <a:pt x="612875" y="57370"/>
                </a:cubicBezTo>
                <a:lnTo>
                  <a:pt x="612875" y="105743"/>
                </a:lnTo>
                <a:cubicBezTo>
                  <a:pt x="612875" y="106153"/>
                  <a:pt x="612772" y="106499"/>
                  <a:pt x="612567" y="106781"/>
                </a:cubicBezTo>
                <a:cubicBezTo>
                  <a:pt x="612362" y="107063"/>
                  <a:pt x="612029" y="107307"/>
                  <a:pt x="611567" y="107512"/>
                </a:cubicBezTo>
                <a:cubicBezTo>
                  <a:pt x="611106" y="107717"/>
                  <a:pt x="610465" y="107870"/>
                  <a:pt x="609645" y="107973"/>
                </a:cubicBezTo>
                <a:cubicBezTo>
                  <a:pt x="608824" y="108076"/>
                  <a:pt x="607773" y="108127"/>
                  <a:pt x="606492" y="108127"/>
                </a:cubicBezTo>
                <a:cubicBezTo>
                  <a:pt x="605261" y="108127"/>
                  <a:pt x="604236" y="108076"/>
                  <a:pt x="603415" y="107973"/>
                </a:cubicBezTo>
                <a:cubicBezTo>
                  <a:pt x="602595" y="107870"/>
                  <a:pt x="601941" y="107717"/>
                  <a:pt x="601454" y="107512"/>
                </a:cubicBezTo>
                <a:cubicBezTo>
                  <a:pt x="600967" y="107307"/>
                  <a:pt x="600634" y="107063"/>
                  <a:pt x="600455" y="106781"/>
                </a:cubicBezTo>
                <a:cubicBezTo>
                  <a:pt x="600275" y="106499"/>
                  <a:pt x="600185" y="106153"/>
                  <a:pt x="600185" y="105743"/>
                </a:cubicBezTo>
                <a:lnTo>
                  <a:pt x="600185" y="36529"/>
                </a:lnTo>
                <a:cubicBezTo>
                  <a:pt x="600185" y="36119"/>
                  <a:pt x="600262" y="35773"/>
                  <a:pt x="600416" y="35491"/>
                </a:cubicBezTo>
                <a:cubicBezTo>
                  <a:pt x="600570" y="35209"/>
                  <a:pt x="600878" y="34953"/>
                  <a:pt x="601339" y="34722"/>
                </a:cubicBezTo>
                <a:cubicBezTo>
                  <a:pt x="601800" y="34491"/>
                  <a:pt x="602390" y="34338"/>
                  <a:pt x="603108" y="34261"/>
                </a:cubicBezTo>
                <a:cubicBezTo>
                  <a:pt x="603826" y="34184"/>
                  <a:pt x="604774" y="34145"/>
                  <a:pt x="605953" y="34145"/>
                </a:cubicBezTo>
                <a:cubicBezTo>
                  <a:pt x="607081" y="34145"/>
                  <a:pt x="608017" y="34184"/>
                  <a:pt x="608760" y="34261"/>
                </a:cubicBezTo>
                <a:cubicBezTo>
                  <a:pt x="609504" y="34338"/>
                  <a:pt x="610080" y="34491"/>
                  <a:pt x="610491" y="34722"/>
                </a:cubicBezTo>
                <a:cubicBezTo>
                  <a:pt x="610901" y="34953"/>
                  <a:pt x="611196" y="35209"/>
                  <a:pt x="611375" y="35491"/>
                </a:cubicBezTo>
                <a:cubicBezTo>
                  <a:pt x="611554" y="35773"/>
                  <a:pt x="611644" y="36119"/>
                  <a:pt x="611644" y="36529"/>
                </a:cubicBezTo>
                <a:lnTo>
                  <a:pt x="611644" y="45681"/>
                </a:lnTo>
                <a:cubicBezTo>
                  <a:pt x="615541" y="41323"/>
                  <a:pt x="619424" y="38132"/>
                  <a:pt x="623295" y="36106"/>
                </a:cubicBezTo>
                <a:cubicBezTo>
                  <a:pt x="627166" y="34081"/>
                  <a:pt x="631075" y="33069"/>
                  <a:pt x="635023" y="33069"/>
                </a:cubicBezTo>
                <a:cubicBezTo>
                  <a:pt x="639637" y="33069"/>
                  <a:pt x="643521" y="33851"/>
                  <a:pt x="646674" y="35414"/>
                </a:cubicBezTo>
                <a:cubicBezTo>
                  <a:pt x="649827" y="36978"/>
                  <a:pt x="652378" y="39067"/>
                  <a:pt x="654326" y="41682"/>
                </a:cubicBezTo>
                <a:cubicBezTo>
                  <a:pt x="656274" y="44297"/>
                  <a:pt x="657671" y="47360"/>
                  <a:pt x="658517" y="50872"/>
                </a:cubicBezTo>
                <a:cubicBezTo>
                  <a:pt x="659363" y="54384"/>
                  <a:pt x="659786" y="58601"/>
                  <a:pt x="659786" y="63523"/>
                </a:cubicBezTo>
                <a:lnTo>
                  <a:pt x="659786" y="105743"/>
                </a:lnTo>
                <a:close/>
                <a:moveTo>
                  <a:pt x="732645" y="95284"/>
                </a:moveTo>
                <a:cubicBezTo>
                  <a:pt x="732645" y="96155"/>
                  <a:pt x="732619" y="96912"/>
                  <a:pt x="732568" y="97553"/>
                </a:cubicBezTo>
                <a:cubicBezTo>
                  <a:pt x="732516" y="98193"/>
                  <a:pt x="732427" y="98732"/>
                  <a:pt x="732299" y="99168"/>
                </a:cubicBezTo>
                <a:cubicBezTo>
                  <a:pt x="732170" y="99603"/>
                  <a:pt x="732017" y="99988"/>
                  <a:pt x="731837" y="100321"/>
                </a:cubicBezTo>
                <a:cubicBezTo>
                  <a:pt x="731658" y="100654"/>
                  <a:pt x="731248" y="101141"/>
                  <a:pt x="730607" y="101782"/>
                </a:cubicBezTo>
                <a:cubicBezTo>
                  <a:pt x="729966" y="102423"/>
                  <a:pt x="728876" y="103218"/>
                  <a:pt x="727338" y="104166"/>
                </a:cubicBezTo>
                <a:cubicBezTo>
                  <a:pt x="725800" y="105115"/>
                  <a:pt x="724070" y="105961"/>
                  <a:pt x="722147" y="106704"/>
                </a:cubicBezTo>
                <a:cubicBezTo>
                  <a:pt x="720225" y="107448"/>
                  <a:pt x="718135" y="108050"/>
                  <a:pt x="715880" y="108511"/>
                </a:cubicBezTo>
                <a:cubicBezTo>
                  <a:pt x="713624" y="108973"/>
                  <a:pt x="711291" y="109203"/>
                  <a:pt x="708881" y="109203"/>
                </a:cubicBezTo>
                <a:cubicBezTo>
                  <a:pt x="703908" y="109203"/>
                  <a:pt x="699499" y="108382"/>
                  <a:pt x="695654" y="106738"/>
                </a:cubicBezTo>
                <a:cubicBezTo>
                  <a:pt x="691809" y="105094"/>
                  <a:pt x="688591" y="102692"/>
                  <a:pt x="686002" y="99533"/>
                </a:cubicBezTo>
                <a:cubicBezTo>
                  <a:pt x="683413" y="96373"/>
                  <a:pt x="681439" y="92495"/>
                  <a:pt x="680081" y="87896"/>
                </a:cubicBezTo>
                <a:cubicBezTo>
                  <a:pt x="678722" y="83298"/>
                  <a:pt x="678043" y="77994"/>
                  <a:pt x="678043" y="71984"/>
                </a:cubicBezTo>
                <a:cubicBezTo>
                  <a:pt x="678043" y="65151"/>
                  <a:pt x="678876" y="59282"/>
                  <a:pt x="680542" y="54376"/>
                </a:cubicBezTo>
                <a:cubicBezTo>
                  <a:pt x="682208" y="49470"/>
                  <a:pt x="684490" y="45450"/>
                  <a:pt x="687387" y="42316"/>
                </a:cubicBezTo>
                <a:cubicBezTo>
                  <a:pt x="690283" y="39183"/>
                  <a:pt x="693693" y="36858"/>
                  <a:pt x="697615" y="35342"/>
                </a:cubicBezTo>
                <a:cubicBezTo>
                  <a:pt x="701537" y="33826"/>
                  <a:pt x="705780" y="33069"/>
                  <a:pt x="710342" y="33069"/>
                </a:cubicBezTo>
                <a:cubicBezTo>
                  <a:pt x="712547" y="33069"/>
                  <a:pt x="714688" y="33274"/>
                  <a:pt x="716764" y="33684"/>
                </a:cubicBezTo>
                <a:cubicBezTo>
                  <a:pt x="718840" y="34094"/>
                  <a:pt x="720750" y="34632"/>
                  <a:pt x="722493" y="35299"/>
                </a:cubicBezTo>
                <a:cubicBezTo>
                  <a:pt x="724236" y="35965"/>
                  <a:pt x="725787" y="36734"/>
                  <a:pt x="727146" y="37606"/>
                </a:cubicBezTo>
                <a:cubicBezTo>
                  <a:pt x="728505" y="38478"/>
                  <a:pt x="729492" y="39221"/>
                  <a:pt x="730107" y="39836"/>
                </a:cubicBezTo>
                <a:cubicBezTo>
                  <a:pt x="730722" y="40451"/>
                  <a:pt x="731145" y="40938"/>
                  <a:pt x="731376" y="41297"/>
                </a:cubicBezTo>
                <a:cubicBezTo>
                  <a:pt x="731606" y="41656"/>
                  <a:pt x="731799" y="42079"/>
                  <a:pt x="731952" y="42566"/>
                </a:cubicBezTo>
                <a:cubicBezTo>
                  <a:pt x="732106" y="43053"/>
                  <a:pt x="732209" y="43604"/>
                  <a:pt x="732260" y="44220"/>
                </a:cubicBezTo>
                <a:cubicBezTo>
                  <a:pt x="732311" y="44835"/>
                  <a:pt x="732337" y="45604"/>
                  <a:pt x="732337" y="46527"/>
                </a:cubicBezTo>
                <a:cubicBezTo>
                  <a:pt x="732337" y="48526"/>
                  <a:pt x="732106" y="49923"/>
                  <a:pt x="731645" y="50718"/>
                </a:cubicBezTo>
                <a:cubicBezTo>
                  <a:pt x="731183" y="51513"/>
                  <a:pt x="730619" y="51910"/>
                  <a:pt x="729953" y="51910"/>
                </a:cubicBezTo>
                <a:cubicBezTo>
                  <a:pt x="729184" y="51910"/>
                  <a:pt x="728300" y="51487"/>
                  <a:pt x="727300" y="50641"/>
                </a:cubicBezTo>
                <a:cubicBezTo>
                  <a:pt x="726300" y="49795"/>
                  <a:pt x="725031" y="48860"/>
                  <a:pt x="723493" y="47834"/>
                </a:cubicBezTo>
                <a:cubicBezTo>
                  <a:pt x="721955" y="46809"/>
                  <a:pt x="720096" y="45873"/>
                  <a:pt x="717918" y="45027"/>
                </a:cubicBezTo>
                <a:cubicBezTo>
                  <a:pt x="715739" y="44181"/>
                  <a:pt x="713162" y="43758"/>
                  <a:pt x="710189" y="43758"/>
                </a:cubicBezTo>
                <a:cubicBezTo>
                  <a:pt x="704088" y="43758"/>
                  <a:pt x="699409" y="46111"/>
                  <a:pt x="696154" y="50817"/>
                </a:cubicBezTo>
                <a:cubicBezTo>
                  <a:pt x="692898" y="55521"/>
                  <a:pt x="691270" y="62345"/>
                  <a:pt x="691270" y="71290"/>
                </a:cubicBezTo>
                <a:cubicBezTo>
                  <a:pt x="691270" y="75763"/>
                  <a:pt x="691693" y="79684"/>
                  <a:pt x="692539" y="83051"/>
                </a:cubicBezTo>
                <a:cubicBezTo>
                  <a:pt x="693385" y="86419"/>
                  <a:pt x="694628" y="89234"/>
                  <a:pt x="696269" y="91496"/>
                </a:cubicBezTo>
                <a:cubicBezTo>
                  <a:pt x="697910" y="93759"/>
                  <a:pt x="699922" y="95443"/>
                  <a:pt x="702306" y="96548"/>
                </a:cubicBezTo>
                <a:cubicBezTo>
                  <a:pt x="704690" y="97653"/>
                  <a:pt x="707420" y="98206"/>
                  <a:pt x="710496" y="98206"/>
                </a:cubicBezTo>
                <a:cubicBezTo>
                  <a:pt x="713419" y="98206"/>
                  <a:pt x="715982" y="97745"/>
                  <a:pt x="718187" y="96822"/>
                </a:cubicBezTo>
                <a:cubicBezTo>
                  <a:pt x="720391" y="95899"/>
                  <a:pt x="722301" y="94887"/>
                  <a:pt x="723916" y="93784"/>
                </a:cubicBezTo>
                <a:cubicBezTo>
                  <a:pt x="725531" y="92682"/>
                  <a:pt x="726890" y="91682"/>
                  <a:pt x="727992" y="90785"/>
                </a:cubicBezTo>
                <a:cubicBezTo>
                  <a:pt x="729094" y="89888"/>
                  <a:pt x="729953" y="89439"/>
                  <a:pt x="730568" y="89439"/>
                </a:cubicBezTo>
                <a:cubicBezTo>
                  <a:pt x="730927" y="89439"/>
                  <a:pt x="731235" y="89542"/>
                  <a:pt x="731491" y="89747"/>
                </a:cubicBezTo>
                <a:cubicBezTo>
                  <a:pt x="731747" y="89952"/>
                  <a:pt x="731965" y="90298"/>
                  <a:pt x="732145" y="90785"/>
                </a:cubicBezTo>
                <a:cubicBezTo>
                  <a:pt x="732324" y="91272"/>
                  <a:pt x="732452" y="91887"/>
                  <a:pt x="732529" y="92631"/>
                </a:cubicBezTo>
                <a:cubicBezTo>
                  <a:pt x="732606" y="93374"/>
                  <a:pt x="732645" y="94259"/>
                  <a:pt x="732645" y="95284"/>
                </a:cubicBezTo>
                <a:close/>
                <a:moveTo>
                  <a:pt x="785517" y="100744"/>
                </a:moveTo>
                <a:cubicBezTo>
                  <a:pt x="785517" y="102231"/>
                  <a:pt x="785415" y="103410"/>
                  <a:pt x="785210" y="104282"/>
                </a:cubicBezTo>
                <a:cubicBezTo>
                  <a:pt x="785005" y="105153"/>
                  <a:pt x="784697" y="105794"/>
                  <a:pt x="784287" y="106204"/>
                </a:cubicBezTo>
                <a:cubicBezTo>
                  <a:pt x="783877" y="106614"/>
                  <a:pt x="783262" y="106999"/>
                  <a:pt x="782441" y="107358"/>
                </a:cubicBezTo>
                <a:cubicBezTo>
                  <a:pt x="781621" y="107717"/>
                  <a:pt x="780685" y="108011"/>
                  <a:pt x="779634" y="108242"/>
                </a:cubicBezTo>
                <a:cubicBezTo>
                  <a:pt x="778583" y="108473"/>
                  <a:pt x="777468" y="108665"/>
                  <a:pt x="776289" y="108819"/>
                </a:cubicBezTo>
                <a:cubicBezTo>
                  <a:pt x="775110" y="108973"/>
                  <a:pt x="773931" y="109050"/>
                  <a:pt x="772751" y="109050"/>
                </a:cubicBezTo>
                <a:cubicBezTo>
                  <a:pt x="769163" y="109050"/>
                  <a:pt x="766086" y="108575"/>
                  <a:pt x="763523" y="107625"/>
                </a:cubicBezTo>
                <a:cubicBezTo>
                  <a:pt x="760959" y="106673"/>
                  <a:pt x="758857" y="105233"/>
                  <a:pt x="757217" y="103306"/>
                </a:cubicBezTo>
                <a:cubicBezTo>
                  <a:pt x="755576" y="101379"/>
                  <a:pt x="754384" y="98938"/>
                  <a:pt x="753641" y="95983"/>
                </a:cubicBezTo>
                <a:cubicBezTo>
                  <a:pt x="752897" y="93029"/>
                  <a:pt x="752526" y="89547"/>
                  <a:pt x="752526" y="85539"/>
                </a:cubicBezTo>
                <a:lnTo>
                  <a:pt x="752526" y="44989"/>
                </a:lnTo>
                <a:lnTo>
                  <a:pt x="742836" y="44989"/>
                </a:lnTo>
                <a:cubicBezTo>
                  <a:pt x="742067" y="44989"/>
                  <a:pt x="741451" y="44579"/>
                  <a:pt x="740990" y="43758"/>
                </a:cubicBezTo>
                <a:cubicBezTo>
                  <a:pt x="740529" y="42938"/>
                  <a:pt x="740298" y="41605"/>
                  <a:pt x="740298" y="39759"/>
                </a:cubicBezTo>
                <a:cubicBezTo>
                  <a:pt x="740298" y="38785"/>
                  <a:pt x="740362" y="37965"/>
                  <a:pt x="740490" y="37298"/>
                </a:cubicBezTo>
                <a:cubicBezTo>
                  <a:pt x="740618" y="36632"/>
                  <a:pt x="740785" y="36081"/>
                  <a:pt x="740990" y="35645"/>
                </a:cubicBezTo>
                <a:cubicBezTo>
                  <a:pt x="741195" y="35209"/>
                  <a:pt x="741464" y="34902"/>
                  <a:pt x="741798" y="34722"/>
                </a:cubicBezTo>
                <a:cubicBezTo>
                  <a:pt x="742131" y="34543"/>
                  <a:pt x="742503" y="34453"/>
                  <a:pt x="742913" y="34453"/>
                </a:cubicBezTo>
                <a:lnTo>
                  <a:pt x="752526" y="34453"/>
                </a:lnTo>
                <a:lnTo>
                  <a:pt x="752526" y="17996"/>
                </a:lnTo>
                <a:cubicBezTo>
                  <a:pt x="752526" y="17637"/>
                  <a:pt x="752615" y="17303"/>
                  <a:pt x="752795" y="16996"/>
                </a:cubicBezTo>
                <a:cubicBezTo>
                  <a:pt x="752974" y="16688"/>
                  <a:pt x="753308" y="16419"/>
                  <a:pt x="753795" y="16188"/>
                </a:cubicBezTo>
                <a:cubicBezTo>
                  <a:pt x="754282" y="15958"/>
                  <a:pt x="754935" y="15791"/>
                  <a:pt x="755756" y="15688"/>
                </a:cubicBezTo>
                <a:cubicBezTo>
                  <a:pt x="756576" y="15586"/>
                  <a:pt x="757601" y="15535"/>
                  <a:pt x="758832" y="15535"/>
                </a:cubicBezTo>
                <a:cubicBezTo>
                  <a:pt x="760114" y="15535"/>
                  <a:pt x="761165" y="15586"/>
                  <a:pt x="761985" y="15688"/>
                </a:cubicBezTo>
                <a:cubicBezTo>
                  <a:pt x="762805" y="15791"/>
                  <a:pt x="763446" y="15958"/>
                  <a:pt x="763907" y="16188"/>
                </a:cubicBezTo>
                <a:cubicBezTo>
                  <a:pt x="764369" y="16419"/>
                  <a:pt x="764702" y="16688"/>
                  <a:pt x="764907" y="16996"/>
                </a:cubicBezTo>
                <a:cubicBezTo>
                  <a:pt x="765112" y="17303"/>
                  <a:pt x="765215" y="17637"/>
                  <a:pt x="765215" y="17996"/>
                </a:cubicBezTo>
                <a:lnTo>
                  <a:pt x="765215" y="34453"/>
                </a:lnTo>
                <a:lnTo>
                  <a:pt x="782980" y="34453"/>
                </a:lnTo>
                <a:cubicBezTo>
                  <a:pt x="783390" y="34453"/>
                  <a:pt x="783749" y="34543"/>
                  <a:pt x="784056" y="34722"/>
                </a:cubicBezTo>
                <a:cubicBezTo>
                  <a:pt x="784364" y="34902"/>
                  <a:pt x="784633" y="35209"/>
                  <a:pt x="784864" y="35645"/>
                </a:cubicBezTo>
                <a:cubicBezTo>
                  <a:pt x="785094" y="36081"/>
                  <a:pt x="785261" y="36632"/>
                  <a:pt x="785364" y="37298"/>
                </a:cubicBezTo>
                <a:cubicBezTo>
                  <a:pt x="785466" y="37965"/>
                  <a:pt x="785517" y="38785"/>
                  <a:pt x="785517" y="39759"/>
                </a:cubicBezTo>
                <a:cubicBezTo>
                  <a:pt x="785517" y="41605"/>
                  <a:pt x="785287" y="42938"/>
                  <a:pt x="784825" y="43758"/>
                </a:cubicBezTo>
                <a:cubicBezTo>
                  <a:pt x="784364" y="44579"/>
                  <a:pt x="783749" y="44989"/>
                  <a:pt x="782980" y="44989"/>
                </a:cubicBezTo>
                <a:lnTo>
                  <a:pt x="765215" y="44989"/>
                </a:lnTo>
                <a:lnTo>
                  <a:pt x="765215" y="83707"/>
                </a:lnTo>
                <a:cubicBezTo>
                  <a:pt x="765215" y="88488"/>
                  <a:pt x="765920" y="92100"/>
                  <a:pt x="767330" y="94544"/>
                </a:cubicBezTo>
                <a:cubicBezTo>
                  <a:pt x="768740" y="96985"/>
                  <a:pt x="771265" y="98206"/>
                  <a:pt x="774905" y="98206"/>
                </a:cubicBezTo>
                <a:cubicBezTo>
                  <a:pt x="776084" y="98206"/>
                  <a:pt x="777135" y="98091"/>
                  <a:pt x="778058" y="97860"/>
                </a:cubicBezTo>
                <a:cubicBezTo>
                  <a:pt x="778981" y="97629"/>
                  <a:pt x="779801" y="97386"/>
                  <a:pt x="780519" y="97130"/>
                </a:cubicBezTo>
                <a:cubicBezTo>
                  <a:pt x="781236" y="96873"/>
                  <a:pt x="781852" y="96630"/>
                  <a:pt x="782364" y="96399"/>
                </a:cubicBezTo>
                <a:cubicBezTo>
                  <a:pt x="782877" y="96168"/>
                  <a:pt x="783338" y="96053"/>
                  <a:pt x="783749" y="96053"/>
                </a:cubicBezTo>
                <a:cubicBezTo>
                  <a:pt x="784005" y="96053"/>
                  <a:pt x="784249" y="96117"/>
                  <a:pt x="784479" y="96245"/>
                </a:cubicBezTo>
                <a:cubicBezTo>
                  <a:pt x="784710" y="96373"/>
                  <a:pt x="784889" y="96617"/>
                  <a:pt x="785018" y="96976"/>
                </a:cubicBezTo>
                <a:cubicBezTo>
                  <a:pt x="785146" y="97335"/>
                  <a:pt x="785261" y="97822"/>
                  <a:pt x="785364" y="98437"/>
                </a:cubicBezTo>
                <a:cubicBezTo>
                  <a:pt x="785466" y="99052"/>
                  <a:pt x="785517" y="99821"/>
                  <a:pt x="785517" y="100744"/>
                </a:cubicBezTo>
                <a:close/>
                <a:moveTo>
                  <a:pt x="814994" y="105743"/>
                </a:moveTo>
                <a:cubicBezTo>
                  <a:pt x="814994" y="106153"/>
                  <a:pt x="814892" y="106499"/>
                  <a:pt x="814687" y="106781"/>
                </a:cubicBezTo>
                <a:cubicBezTo>
                  <a:pt x="814481" y="107063"/>
                  <a:pt x="814148" y="107307"/>
                  <a:pt x="813687" y="107512"/>
                </a:cubicBezTo>
                <a:cubicBezTo>
                  <a:pt x="813225" y="107717"/>
                  <a:pt x="812584" y="107870"/>
                  <a:pt x="811764" y="107973"/>
                </a:cubicBezTo>
                <a:cubicBezTo>
                  <a:pt x="810944" y="108076"/>
                  <a:pt x="809893" y="108127"/>
                  <a:pt x="808611" y="108127"/>
                </a:cubicBezTo>
                <a:cubicBezTo>
                  <a:pt x="807381" y="108127"/>
                  <a:pt x="806355" y="108076"/>
                  <a:pt x="805535" y="107973"/>
                </a:cubicBezTo>
                <a:cubicBezTo>
                  <a:pt x="804715" y="107870"/>
                  <a:pt x="804061" y="107717"/>
                  <a:pt x="803574" y="107512"/>
                </a:cubicBezTo>
                <a:cubicBezTo>
                  <a:pt x="803087" y="107307"/>
                  <a:pt x="802754" y="107063"/>
                  <a:pt x="802574" y="106781"/>
                </a:cubicBezTo>
                <a:cubicBezTo>
                  <a:pt x="802395" y="106499"/>
                  <a:pt x="802305" y="106153"/>
                  <a:pt x="802305" y="105743"/>
                </a:cubicBezTo>
                <a:lnTo>
                  <a:pt x="802305" y="36529"/>
                </a:lnTo>
                <a:cubicBezTo>
                  <a:pt x="802305" y="36170"/>
                  <a:pt x="802395" y="35837"/>
                  <a:pt x="802574" y="35530"/>
                </a:cubicBezTo>
                <a:cubicBezTo>
                  <a:pt x="802754" y="35222"/>
                  <a:pt x="803087" y="34966"/>
                  <a:pt x="803574" y="34761"/>
                </a:cubicBezTo>
                <a:cubicBezTo>
                  <a:pt x="804061" y="34555"/>
                  <a:pt x="804715" y="34402"/>
                  <a:pt x="805535" y="34299"/>
                </a:cubicBezTo>
                <a:cubicBezTo>
                  <a:pt x="806355" y="34197"/>
                  <a:pt x="807381" y="34145"/>
                  <a:pt x="808611" y="34145"/>
                </a:cubicBezTo>
                <a:cubicBezTo>
                  <a:pt x="809893" y="34145"/>
                  <a:pt x="810944" y="34197"/>
                  <a:pt x="811764" y="34299"/>
                </a:cubicBezTo>
                <a:cubicBezTo>
                  <a:pt x="812584" y="34402"/>
                  <a:pt x="813225" y="34555"/>
                  <a:pt x="813687" y="34761"/>
                </a:cubicBezTo>
                <a:cubicBezTo>
                  <a:pt x="814148" y="34966"/>
                  <a:pt x="814481" y="35222"/>
                  <a:pt x="814687" y="35530"/>
                </a:cubicBezTo>
                <a:cubicBezTo>
                  <a:pt x="814892" y="35837"/>
                  <a:pt x="814994" y="36170"/>
                  <a:pt x="814994" y="36529"/>
                </a:cubicBezTo>
                <a:lnTo>
                  <a:pt x="814994" y="105743"/>
                </a:lnTo>
                <a:moveTo>
                  <a:pt x="816455" y="13074"/>
                </a:moveTo>
                <a:cubicBezTo>
                  <a:pt x="816455" y="16047"/>
                  <a:pt x="815891" y="18072"/>
                  <a:pt x="814763" y="19149"/>
                </a:cubicBezTo>
                <a:cubicBezTo>
                  <a:pt x="813636" y="20226"/>
                  <a:pt x="811559" y="20764"/>
                  <a:pt x="808534" y="20764"/>
                </a:cubicBezTo>
                <a:cubicBezTo>
                  <a:pt x="805561" y="20764"/>
                  <a:pt x="803523" y="20239"/>
                  <a:pt x="802420" y="19188"/>
                </a:cubicBezTo>
                <a:cubicBezTo>
                  <a:pt x="801318" y="18136"/>
                  <a:pt x="800767" y="16150"/>
                  <a:pt x="800767" y="13227"/>
                </a:cubicBezTo>
                <a:cubicBezTo>
                  <a:pt x="800767" y="10254"/>
                  <a:pt x="801331" y="8229"/>
                  <a:pt x="802459" y="7152"/>
                </a:cubicBezTo>
                <a:cubicBezTo>
                  <a:pt x="803587" y="6075"/>
                  <a:pt x="805663" y="5537"/>
                  <a:pt x="808688" y="5537"/>
                </a:cubicBezTo>
                <a:cubicBezTo>
                  <a:pt x="811662" y="5537"/>
                  <a:pt x="813700" y="6063"/>
                  <a:pt x="814802" y="7114"/>
                </a:cubicBezTo>
                <a:cubicBezTo>
                  <a:pt x="815904" y="8165"/>
                  <a:pt x="816455" y="10151"/>
                  <a:pt x="816455" y="13074"/>
                </a:cubicBezTo>
                <a:close/>
                <a:moveTo>
                  <a:pt x="902756" y="70405"/>
                </a:moveTo>
                <a:cubicBezTo>
                  <a:pt x="902756" y="76050"/>
                  <a:pt x="902012" y="81246"/>
                  <a:pt x="900526" y="85993"/>
                </a:cubicBezTo>
                <a:cubicBezTo>
                  <a:pt x="899039" y="90740"/>
                  <a:pt x="896821" y="94834"/>
                  <a:pt x="893873" y="98274"/>
                </a:cubicBezTo>
                <a:cubicBezTo>
                  <a:pt x="890925" y="101712"/>
                  <a:pt x="887234" y="104393"/>
                  <a:pt x="882799" y="106317"/>
                </a:cubicBezTo>
                <a:cubicBezTo>
                  <a:pt x="878364" y="108241"/>
                  <a:pt x="873225" y="109203"/>
                  <a:pt x="867380" y="109203"/>
                </a:cubicBezTo>
                <a:cubicBezTo>
                  <a:pt x="861689" y="109203"/>
                  <a:pt x="856729" y="108357"/>
                  <a:pt x="852499" y="106663"/>
                </a:cubicBezTo>
                <a:cubicBezTo>
                  <a:pt x="848269" y="104970"/>
                  <a:pt x="844745" y="102506"/>
                  <a:pt x="841925" y="99273"/>
                </a:cubicBezTo>
                <a:cubicBezTo>
                  <a:pt x="839105" y="96040"/>
                  <a:pt x="837003" y="92114"/>
                  <a:pt x="835619" y="87495"/>
                </a:cubicBezTo>
                <a:cubicBezTo>
                  <a:pt x="834234" y="82876"/>
                  <a:pt x="833542" y="77641"/>
                  <a:pt x="833542" y="71790"/>
                </a:cubicBezTo>
                <a:cubicBezTo>
                  <a:pt x="833542" y="66145"/>
                  <a:pt x="834273" y="60950"/>
                  <a:pt x="835734" y="56202"/>
                </a:cubicBezTo>
                <a:cubicBezTo>
                  <a:pt x="837195" y="51455"/>
                  <a:pt x="839400" y="47362"/>
                  <a:pt x="842348" y="43924"/>
                </a:cubicBezTo>
                <a:cubicBezTo>
                  <a:pt x="845296" y="40484"/>
                  <a:pt x="848974" y="37815"/>
                  <a:pt x="853383" y="35917"/>
                </a:cubicBezTo>
                <a:cubicBezTo>
                  <a:pt x="857793" y="34018"/>
                  <a:pt x="862945" y="33069"/>
                  <a:pt x="868841" y="33069"/>
                </a:cubicBezTo>
                <a:cubicBezTo>
                  <a:pt x="874532" y="33069"/>
                  <a:pt x="879492" y="33915"/>
                  <a:pt x="883722" y="35609"/>
                </a:cubicBezTo>
                <a:cubicBezTo>
                  <a:pt x="887952" y="37302"/>
                  <a:pt x="891477" y="39766"/>
                  <a:pt x="894296" y="42999"/>
                </a:cubicBezTo>
                <a:cubicBezTo>
                  <a:pt x="897116" y="46232"/>
                  <a:pt x="899231" y="50158"/>
                  <a:pt x="900641" y="54777"/>
                </a:cubicBezTo>
                <a:cubicBezTo>
                  <a:pt x="902051" y="59396"/>
                  <a:pt x="902756" y="64606"/>
                  <a:pt x="902756" y="70405"/>
                </a:cubicBezTo>
                <a:moveTo>
                  <a:pt x="889374" y="71251"/>
                </a:moveTo>
                <a:cubicBezTo>
                  <a:pt x="889374" y="67504"/>
                  <a:pt x="889028" y="63962"/>
                  <a:pt x="888336" y="60624"/>
                </a:cubicBezTo>
                <a:cubicBezTo>
                  <a:pt x="887644" y="57287"/>
                  <a:pt x="886503" y="54361"/>
                  <a:pt x="884914" y="51845"/>
                </a:cubicBezTo>
                <a:cubicBezTo>
                  <a:pt x="883325" y="49330"/>
                  <a:pt x="881171" y="47341"/>
                  <a:pt x="878454" y="45878"/>
                </a:cubicBezTo>
                <a:cubicBezTo>
                  <a:pt x="875737" y="44414"/>
                  <a:pt x="872353" y="43681"/>
                  <a:pt x="868303" y="43681"/>
                </a:cubicBezTo>
                <a:cubicBezTo>
                  <a:pt x="864560" y="43681"/>
                  <a:pt x="861343" y="44349"/>
                  <a:pt x="858651" y="45683"/>
                </a:cubicBezTo>
                <a:cubicBezTo>
                  <a:pt x="855960" y="47018"/>
                  <a:pt x="853742" y="48905"/>
                  <a:pt x="851999" y="51345"/>
                </a:cubicBezTo>
                <a:cubicBezTo>
                  <a:pt x="850256" y="53784"/>
                  <a:pt x="848962" y="56672"/>
                  <a:pt x="848116" y="60009"/>
                </a:cubicBezTo>
                <a:cubicBezTo>
                  <a:pt x="847270" y="63345"/>
                  <a:pt x="846847" y="66990"/>
                  <a:pt x="846847" y="70944"/>
                </a:cubicBezTo>
                <a:cubicBezTo>
                  <a:pt x="846847" y="74743"/>
                  <a:pt x="847193" y="78311"/>
                  <a:pt x="847885" y="81648"/>
                </a:cubicBezTo>
                <a:cubicBezTo>
                  <a:pt x="848577" y="84985"/>
                  <a:pt x="849731" y="87899"/>
                  <a:pt x="851346" y="90388"/>
                </a:cubicBezTo>
                <a:cubicBezTo>
                  <a:pt x="852961" y="92878"/>
                  <a:pt x="855127" y="94855"/>
                  <a:pt x="857844" y="96320"/>
                </a:cubicBezTo>
                <a:cubicBezTo>
                  <a:pt x="860561" y="97782"/>
                  <a:pt x="863945" y="98514"/>
                  <a:pt x="867995" y="98514"/>
                </a:cubicBezTo>
                <a:cubicBezTo>
                  <a:pt x="871687" y="98514"/>
                  <a:pt x="874891" y="97847"/>
                  <a:pt x="877608" y="96512"/>
                </a:cubicBezTo>
                <a:cubicBezTo>
                  <a:pt x="880325" y="95177"/>
                  <a:pt x="882556" y="93304"/>
                  <a:pt x="884299" y="90891"/>
                </a:cubicBezTo>
                <a:cubicBezTo>
                  <a:pt x="886042" y="88476"/>
                  <a:pt x="887324" y="85601"/>
                  <a:pt x="888144" y="82266"/>
                </a:cubicBezTo>
                <a:cubicBezTo>
                  <a:pt x="888964" y="78928"/>
                  <a:pt x="889374" y="75257"/>
                  <a:pt x="889374" y="71251"/>
                </a:cubicBezTo>
                <a:close/>
                <a:moveTo>
                  <a:pt x="981005" y="105743"/>
                </a:moveTo>
                <a:cubicBezTo>
                  <a:pt x="981005" y="106153"/>
                  <a:pt x="980903" y="106499"/>
                  <a:pt x="980698" y="106781"/>
                </a:cubicBezTo>
                <a:cubicBezTo>
                  <a:pt x="980493" y="107063"/>
                  <a:pt x="980159" y="107307"/>
                  <a:pt x="979698" y="107512"/>
                </a:cubicBezTo>
                <a:cubicBezTo>
                  <a:pt x="979236" y="107717"/>
                  <a:pt x="978596" y="107870"/>
                  <a:pt x="977775" y="107973"/>
                </a:cubicBezTo>
                <a:cubicBezTo>
                  <a:pt x="976955" y="108076"/>
                  <a:pt x="975930" y="108127"/>
                  <a:pt x="974699" y="108127"/>
                </a:cubicBezTo>
                <a:cubicBezTo>
                  <a:pt x="973417" y="108127"/>
                  <a:pt x="972366" y="108076"/>
                  <a:pt x="971546" y="107973"/>
                </a:cubicBezTo>
                <a:cubicBezTo>
                  <a:pt x="970726" y="107870"/>
                  <a:pt x="970085" y="107717"/>
                  <a:pt x="969623" y="107512"/>
                </a:cubicBezTo>
                <a:cubicBezTo>
                  <a:pt x="969162" y="107307"/>
                  <a:pt x="968829" y="107063"/>
                  <a:pt x="968624" y="106781"/>
                </a:cubicBezTo>
                <a:cubicBezTo>
                  <a:pt x="968419" y="106499"/>
                  <a:pt x="968316" y="106153"/>
                  <a:pt x="968316" y="105743"/>
                </a:cubicBezTo>
                <a:lnTo>
                  <a:pt x="968316" y="65214"/>
                </a:lnTo>
                <a:cubicBezTo>
                  <a:pt x="968316" y="61267"/>
                  <a:pt x="968008" y="58088"/>
                  <a:pt x="967393" y="55678"/>
                </a:cubicBezTo>
                <a:cubicBezTo>
                  <a:pt x="966778" y="53269"/>
                  <a:pt x="965881" y="51192"/>
                  <a:pt x="964702" y="49449"/>
                </a:cubicBezTo>
                <a:cubicBezTo>
                  <a:pt x="963522" y="47706"/>
                  <a:pt x="961997" y="46373"/>
                  <a:pt x="960126" y="45450"/>
                </a:cubicBezTo>
                <a:cubicBezTo>
                  <a:pt x="958255" y="44527"/>
                  <a:pt x="956088" y="44066"/>
                  <a:pt x="953627" y="44066"/>
                </a:cubicBezTo>
                <a:cubicBezTo>
                  <a:pt x="950449" y="44066"/>
                  <a:pt x="947270" y="45194"/>
                  <a:pt x="944091" y="47450"/>
                </a:cubicBezTo>
                <a:cubicBezTo>
                  <a:pt x="940913" y="49706"/>
                  <a:pt x="937580" y="53012"/>
                  <a:pt x="934094" y="57370"/>
                </a:cubicBezTo>
                <a:lnTo>
                  <a:pt x="934094" y="105743"/>
                </a:lnTo>
                <a:cubicBezTo>
                  <a:pt x="934094" y="106153"/>
                  <a:pt x="933991" y="106499"/>
                  <a:pt x="933786" y="106781"/>
                </a:cubicBezTo>
                <a:cubicBezTo>
                  <a:pt x="933581" y="107063"/>
                  <a:pt x="933248" y="107307"/>
                  <a:pt x="932787" y="107512"/>
                </a:cubicBezTo>
                <a:cubicBezTo>
                  <a:pt x="932325" y="107717"/>
                  <a:pt x="931684" y="107870"/>
                  <a:pt x="930864" y="107973"/>
                </a:cubicBezTo>
                <a:cubicBezTo>
                  <a:pt x="930044" y="108076"/>
                  <a:pt x="928993" y="108127"/>
                  <a:pt x="927711" y="108127"/>
                </a:cubicBezTo>
                <a:cubicBezTo>
                  <a:pt x="926480" y="108127"/>
                  <a:pt x="925455" y="108076"/>
                  <a:pt x="924635" y="107973"/>
                </a:cubicBezTo>
                <a:cubicBezTo>
                  <a:pt x="923814" y="107870"/>
                  <a:pt x="923161" y="107717"/>
                  <a:pt x="922674" y="107512"/>
                </a:cubicBezTo>
                <a:cubicBezTo>
                  <a:pt x="922187" y="107307"/>
                  <a:pt x="921853" y="107063"/>
                  <a:pt x="921674" y="106781"/>
                </a:cubicBezTo>
                <a:cubicBezTo>
                  <a:pt x="921494" y="106499"/>
                  <a:pt x="921405" y="106153"/>
                  <a:pt x="921405" y="105743"/>
                </a:cubicBezTo>
                <a:lnTo>
                  <a:pt x="921405" y="36529"/>
                </a:lnTo>
                <a:cubicBezTo>
                  <a:pt x="921405" y="36119"/>
                  <a:pt x="921482" y="35773"/>
                  <a:pt x="921635" y="35491"/>
                </a:cubicBezTo>
                <a:cubicBezTo>
                  <a:pt x="921789" y="35209"/>
                  <a:pt x="922097" y="34953"/>
                  <a:pt x="922558" y="34722"/>
                </a:cubicBezTo>
                <a:cubicBezTo>
                  <a:pt x="923020" y="34491"/>
                  <a:pt x="923609" y="34338"/>
                  <a:pt x="924327" y="34261"/>
                </a:cubicBezTo>
                <a:cubicBezTo>
                  <a:pt x="925045" y="34184"/>
                  <a:pt x="925993" y="34145"/>
                  <a:pt x="927173" y="34145"/>
                </a:cubicBezTo>
                <a:cubicBezTo>
                  <a:pt x="928300" y="34145"/>
                  <a:pt x="929236" y="34184"/>
                  <a:pt x="929980" y="34261"/>
                </a:cubicBezTo>
                <a:cubicBezTo>
                  <a:pt x="930723" y="34338"/>
                  <a:pt x="931300" y="34491"/>
                  <a:pt x="931710" y="34722"/>
                </a:cubicBezTo>
                <a:cubicBezTo>
                  <a:pt x="932120" y="34953"/>
                  <a:pt x="932415" y="35209"/>
                  <a:pt x="932594" y="35491"/>
                </a:cubicBezTo>
                <a:cubicBezTo>
                  <a:pt x="932774" y="35773"/>
                  <a:pt x="932863" y="36119"/>
                  <a:pt x="932863" y="36529"/>
                </a:cubicBezTo>
                <a:lnTo>
                  <a:pt x="932863" y="45681"/>
                </a:lnTo>
                <a:cubicBezTo>
                  <a:pt x="936760" y="41323"/>
                  <a:pt x="940644" y="38132"/>
                  <a:pt x="944514" y="36106"/>
                </a:cubicBezTo>
                <a:cubicBezTo>
                  <a:pt x="948385" y="34081"/>
                  <a:pt x="952294" y="33069"/>
                  <a:pt x="956242" y="33069"/>
                </a:cubicBezTo>
                <a:cubicBezTo>
                  <a:pt x="960856" y="33069"/>
                  <a:pt x="964740" y="33851"/>
                  <a:pt x="967893" y="35414"/>
                </a:cubicBezTo>
                <a:cubicBezTo>
                  <a:pt x="971046" y="36978"/>
                  <a:pt x="973597" y="39067"/>
                  <a:pt x="975545" y="41682"/>
                </a:cubicBezTo>
                <a:cubicBezTo>
                  <a:pt x="977493" y="44297"/>
                  <a:pt x="978890" y="47360"/>
                  <a:pt x="979736" y="50872"/>
                </a:cubicBezTo>
                <a:cubicBezTo>
                  <a:pt x="980582" y="54384"/>
                  <a:pt x="981005" y="58601"/>
                  <a:pt x="981005" y="63523"/>
                </a:cubicBezTo>
                <a:lnTo>
                  <a:pt x="981005" y="105743"/>
                </a:lnTo>
                <a:close/>
                <a:moveTo>
                  <a:pt x="1155210" y="48562"/>
                </a:moveTo>
                <a:cubicBezTo>
                  <a:pt x="1155210" y="52052"/>
                  <a:pt x="1154992" y="55618"/>
                  <a:pt x="1154557" y="59262"/>
                </a:cubicBezTo>
                <a:cubicBezTo>
                  <a:pt x="1154121" y="62905"/>
                  <a:pt x="1153416" y="66446"/>
                  <a:pt x="1152442" y="69884"/>
                </a:cubicBezTo>
                <a:cubicBezTo>
                  <a:pt x="1151468" y="73322"/>
                  <a:pt x="1150186" y="76568"/>
                  <a:pt x="1148597" y="79622"/>
                </a:cubicBezTo>
                <a:cubicBezTo>
                  <a:pt x="1147007" y="82674"/>
                  <a:pt x="1145059" y="85355"/>
                  <a:pt x="1142752" y="87666"/>
                </a:cubicBezTo>
                <a:cubicBezTo>
                  <a:pt x="1140445" y="89974"/>
                  <a:pt x="1137766" y="91783"/>
                  <a:pt x="1134715" y="93092"/>
                </a:cubicBezTo>
                <a:cubicBezTo>
                  <a:pt x="1131665" y="94400"/>
                  <a:pt x="1128166" y="95053"/>
                  <a:pt x="1124218" y="95053"/>
                </a:cubicBezTo>
                <a:cubicBezTo>
                  <a:pt x="1122116" y="95053"/>
                  <a:pt x="1120168" y="94810"/>
                  <a:pt x="1118373" y="94323"/>
                </a:cubicBezTo>
                <a:cubicBezTo>
                  <a:pt x="1116579" y="93834"/>
                  <a:pt x="1114990" y="93128"/>
                  <a:pt x="1113605" y="92205"/>
                </a:cubicBezTo>
                <a:cubicBezTo>
                  <a:pt x="1112221" y="91281"/>
                  <a:pt x="1111055" y="90087"/>
                  <a:pt x="1110106" y="88625"/>
                </a:cubicBezTo>
                <a:cubicBezTo>
                  <a:pt x="1109158" y="87160"/>
                  <a:pt x="1108504" y="85479"/>
                  <a:pt x="1108145" y="83580"/>
                </a:cubicBezTo>
                <a:cubicBezTo>
                  <a:pt x="1106094" y="85634"/>
                  <a:pt x="1104108" y="87392"/>
                  <a:pt x="1102185" y="88855"/>
                </a:cubicBezTo>
                <a:cubicBezTo>
                  <a:pt x="1100263" y="90318"/>
                  <a:pt x="1098378" y="91512"/>
                  <a:pt x="1096533" y="92436"/>
                </a:cubicBezTo>
                <a:cubicBezTo>
                  <a:pt x="1094687" y="93359"/>
                  <a:pt x="1092880" y="94026"/>
                  <a:pt x="1091111" y="94438"/>
                </a:cubicBezTo>
                <a:cubicBezTo>
                  <a:pt x="1089342" y="94848"/>
                  <a:pt x="1087612" y="95053"/>
                  <a:pt x="1085920" y="95053"/>
                </a:cubicBezTo>
                <a:cubicBezTo>
                  <a:pt x="1083715" y="95053"/>
                  <a:pt x="1081767" y="94835"/>
                  <a:pt x="1080075" y="94400"/>
                </a:cubicBezTo>
                <a:cubicBezTo>
                  <a:pt x="1078383" y="93962"/>
                  <a:pt x="1076884" y="93320"/>
                  <a:pt x="1075576" y="92475"/>
                </a:cubicBezTo>
                <a:cubicBezTo>
                  <a:pt x="1074269" y="91627"/>
                  <a:pt x="1073154" y="90587"/>
                  <a:pt x="1072231" y="89355"/>
                </a:cubicBezTo>
                <a:cubicBezTo>
                  <a:pt x="1071308" y="88123"/>
                  <a:pt x="1070539" y="86737"/>
                  <a:pt x="1069924" y="85197"/>
                </a:cubicBezTo>
                <a:cubicBezTo>
                  <a:pt x="1069309" y="83658"/>
                  <a:pt x="1068873" y="81964"/>
                  <a:pt x="1068617" y="80117"/>
                </a:cubicBezTo>
                <a:cubicBezTo>
                  <a:pt x="1068360" y="78268"/>
                  <a:pt x="1068232" y="76265"/>
                  <a:pt x="1068232" y="74109"/>
                </a:cubicBezTo>
                <a:cubicBezTo>
                  <a:pt x="1068232" y="71901"/>
                  <a:pt x="1068411" y="69373"/>
                  <a:pt x="1068770" y="66524"/>
                </a:cubicBezTo>
                <a:cubicBezTo>
                  <a:pt x="1069129" y="63676"/>
                  <a:pt x="1069719" y="60737"/>
                  <a:pt x="1070539" y="57709"/>
                </a:cubicBezTo>
                <a:cubicBezTo>
                  <a:pt x="1071359" y="54679"/>
                  <a:pt x="1072487" y="51715"/>
                  <a:pt x="1073923" y="48815"/>
                </a:cubicBezTo>
                <a:cubicBezTo>
                  <a:pt x="1075358" y="45915"/>
                  <a:pt x="1077140" y="43323"/>
                  <a:pt x="1079268" y="41038"/>
                </a:cubicBezTo>
                <a:cubicBezTo>
                  <a:pt x="1081395" y="38753"/>
                  <a:pt x="1083920" y="36905"/>
                  <a:pt x="1086843" y="35494"/>
                </a:cubicBezTo>
                <a:cubicBezTo>
                  <a:pt x="1089765" y="34082"/>
                  <a:pt x="1093175" y="33376"/>
                  <a:pt x="1097071" y="33376"/>
                </a:cubicBezTo>
                <a:cubicBezTo>
                  <a:pt x="1098712" y="33376"/>
                  <a:pt x="1100288" y="33569"/>
                  <a:pt x="1101801" y="33955"/>
                </a:cubicBezTo>
                <a:cubicBezTo>
                  <a:pt x="1103313" y="34340"/>
                  <a:pt x="1104761" y="34943"/>
                  <a:pt x="1106146" y="35765"/>
                </a:cubicBezTo>
                <a:cubicBezTo>
                  <a:pt x="1107530" y="36585"/>
                  <a:pt x="1108863" y="37612"/>
                  <a:pt x="1110145" y="38844"/>
                </a:cubicBezTo>
                <a:cubicBezTo>
                  <a:pt x="1111426" y="40076"/>
                  <a:pt x="1112734" y="41539"/>
                  <a:pt x="1114067" y="43232"/>
                </a:cubicBezTo>
                <a:lnTo>
                  <a:pt x="1115374" y="36455"/>
                </a:lnTo>
                <a:cubicBezTo>
                  <a:pt x="1115579" y="35737"/>
                  <a:pt x="1116041" y="35199"/>
                  <a:pt x="1116758" y="34840"/>
                </a:cubicBezTo>
                <a:cubicBezTo>
                  <a:pt x="1117476" y="34479"/>
                  <a:pt x="1118809" y="34299"/>
                  <a:pt x="1120757" y="34299"/>
                </a:cubicBezTo>
                <a:cubicBezTo>
                  <a:pt x="1121680" y="34299"/>
                  <a:pt x="1122462" y="34350"/>
                  <a:pt x="1123103" y="34453"/>
                </a:cubicBezTo>
                <a:cubicBezTo>
                  <a:pt x="1123744" y="34555"/>
                  <a:pt x="1124244" y="34696"/>
                  <a:pt x="1124603" y="34876"/>
                </a:cubicBezTo>
                <a:cubicBezTo>
                  <a:pt x="1124961" y="35055"/>
                  <a:pt x="1125205" y="35274"/>
                  <a:pt x="1125333" y="35532"/>
                </a:cubicBezTo>
                <a:cubicBezTo>
                  <a:pt x="1125461" y="35788"/>
                  <a:pt x="1125474" y="36096"/>
                  <a:pt x="1125372" y="36455"/>
                </a:cubicBezTo>
                <a:lnTo>
                  <a:pt x="1118527" y="71876"/>
                </a:lnTo>
                <a:cubicBezTo>
                  <a:pt x="1117707" y="76346"/>
                  <a:pt x="1117912" y="79648"/>
                  <a:pt x="1119142" y="81780"/>
                </a:cubicBezTo>
                <a:cubicBezTo>
                  <a:pt x="1120373" y="83913"/>
                  <a:pt x="1122706" y="84979"/>
                  <a:pt x="1126141" y="84979"/>
                </a:cubicBezTo>
                <a:cubicBezTo>
                  <a:pt x="1128243" y="84979"/>
                  <a:pt x="1130140" y="84453"/>
                  <a:pt x="1131832" y="83402"/>
                </a:cubicBezTo>
                <a:cubicBezTo>
                  <a:pt x="1133523" y="82350"/>
                  <a:pt x="1135010" y="80925"/>
                  <a:pt x="1136292" y="79129"/>
                </a:cubicBezTo>
                <a:cubicBezTo>
                  <a:pt x="1137574" y="77332"/>
                  <a:pt x="1138650" y="75240"/>
                  <a:pt x="1139522" y="72854"/>
                </a:cubicBezTo>
                <a:cubicBezTo>
                  <a:pt x="1140394" y="70467"/>
                  <a:pt x="1141111" y="67952"/>
                  <a:pt x="1141675" y="65308"/>
                </a:cubicBezTo>
                <a:cubicBezTo>
                  <a:pt x="1142239" y="62665"/>
                  <a:pt x="1142649" y="59957"/>
                  <a:pt x="1142906" y="57185"/>
                </a:cubicBezTo>
                <a:cubicBezTo>
                  <a:pt x="1143162" y="54413"/>
                  <a:pt x="1143290" y="51744"/>
                  <a:pt x="1143290" y="49178"/>
                </a:cubicBezTo>
                <a:cubicBezTo>
                  <a:pt x="1143290" y="44712"/>
                  <a:pt x="1142688" y="40466"/>
                  <a:pt x="1141483" y="36438"/>
                </a:cubicBezTo>
                <a:cubicBezTo>
                  <a:pt x="1140278" y="32409"/>
                  <a:pt x="1138215" y="28867"/>
                  <a:pt x="1135292" y="25813"/>
                </a:cubicBezTo>
                <a:cubicBezTo>
                  <a:pt x="1132370" y="22760"/>
                  <a:pt x="1128461" y="20322"/>
                  <a:pt x="1123564" y="18500"/>
                </a:cubicBezTo>
                <a:cubicBezTo>
                  <a:pt x="1118668" y="16677"/>
                  <a:pt x="1112529" y="15765"/>
                  <a:pt x="1105146" y="15765"/>
                </a:cubicBezTo>
                <a:cubicBezTo>
                  <a:pt x="1099096" y="15765"/>
                  <a:pt x="1093713" y="16433"/>
                  <a:pt x="1088996" y="17767"/>
                </a:cubicBezTo>
                <a:cubicBezTo>
                  <a:pt x="1084279" y="19100"/>
                  <a:pt x="1080127" y="20908"/>
                  <a:pt x="1076538" y="23191"/>
                </a:cubicBezTo>
                <a:cubicBezTo>
                  <a:pt x="1072949" y="25474"/>
                  <a:pt x="1069873" y="28104"/>
                  <a:pt x="1067309" y="31081"/>
                </a:cubicBezTo>
                <a:cubicBezTo>
                  <a:pt x="1064746" y="34056"/>
                  <a:pt x="1062580" y="37225"/>
                  <a:pt x="1060811" y="40586"/>
                </a:cubicBezTo>
                <a:cubicBezTo>
                  <a:pt x="1059042" y="43947"/>
                  <a:pt x="1057619" y="47386"/>
                  <a:pt x="1056543" y="50901"/>
                </a:cubicBezTo>
                <a:cubicBezTo>
                  <a:pt x="1055466" y="54414"/>
                  <a:pt x="1054646" y="57800"/>
                  <a:pt x="1054082" y="61059"/>
                </a:cubicBezTo>
                <a:cubicBezTo>
                  <a:pt x="1053518" y="64316"/>
                  <a:pt x="1053146" y="67382"/>
                  <a:pt x="1052967" y="70256"/>
                </a:cubicBezTo>
                <a:cubicBezTo>
                  <a:pt x="1052787" y="73129"/>
                  <a:pt x="1052697" y="75566"/>
                  <a:pt x="1052697" y="77567"/>
                </a:cubicBezTo>
                <a:cubicBezTo>
                  <a:pt x="1052697" y="83261"/>
                  <a:pt x="1053351" y="88469"/>
                  <a:pt x="1054659" y="93191"/>
                </a:cubicBezTo>
                <a:cubicBezTo>
                  <a:pt x="1055966" y="97911"/>
                  <a:pt x="1058235" y="101990"/>
                  <a:pt x="1061465" y="105428"/>
                </a:cubicBezTo>
                <a:cubicBezTo>
                  <a:pt x="1064694" y="108865"/>
                  <a:pt x="1069027" y="111532"/>
                  <a:pt x="1074461" y="113431"/>
                </a:cubicBezTo>
                <a:cubicBezTo>
                  <a:pt x="1079896" y="115329"/>
                  <a:pt x="1086740" y="116279"/>
                  <a:pt x="1094995" y="116279"/>
                </a:cubicBezTo>
                <a:cubicBezTo>
                  <a:pt x="1098737" y="116279"/>
                  <a:pt x="1102121" y="116065"/>
                  <a:pt x="1105146" y="115637"/>
                </a:cubicBezTo>
                <a:cubicBezTo>
                  <a:pt x="1108171" y="115209"/>
                  <a:pt x="1110798" y="114757"/>
                  <a:pt x="1113029" y="114279"/>
                </a:cubicBezTo>
                <a:cubicBezTo>
                  <a:pt x="1115259" y="113802"/>
                  <a:pt x="1117066" y="113349"/>
                  <a:pt x="1118450" y="112921"/>
                </a:cubicBezTo>
                <a:cubicBezTo>
                  <a:pt x="1119835" y="112494"/>
                  <a:pt x="1120783" y="112280"/>
                  <a:pt x="1121296" y="112280"/>
                </a:cubicBezTo>
                <a:cubicBezTo>
                  <a:pt x="1121603" y="112280"/>
                  <a:pt x="1121872" y="112369"/>
                  <a:pt x="1122103" y="112549"/>
                </a:cubicBezTo>
                <a:cubicBezTo>
                  <a:pt x="1122334" y="112728"/>
                  <a:pt x="1122513" y="113010"/>
                  <a:pt x="1122642" y="113395"/>
                </a:cubicBezTo>
                <a:cubicBezTo>
                  <a:pt x="1122770" y="113779"/>
                  <a:pt x="1122859" y="114266"/>
                  <a:pt x="1122911" y="114856"/>
                </a:cubicBezTo>
                <a:cubicBezTo>
                  <a:pt x="1122962" y="115446"/>
                  <a:pt x="1122988" y="116176"/>
                  <a:pt x="1122988" y="117048"/>
                </a:cubicBezTo>
                <a:cubicBezTo>
                  <a:pt x="1122988" y="117765"/>
                  <a:pt x="1122975" y="118355"/>
                  <a:pt x="1122949" y="118816"/>
                </a:cubicBezTo>
                <a:cubicBezTo>
                  <a:pt x="1122924" y="119278"/>
                  <a:pt x="1122859" y="119701"/>
                  <a:pt x="1122757" y="120085"/>
                </a:cubicBezTo>
                <a:cubicBezTo>
                  <a:pt x="1122654" y="120470"/>
                  <a:pt x="1122513" y="120816"/>
                  <a:pt x="1122334" y="121124"/>
                </a:cubicBezTo>
                <a:cubicBezTo>
                  <a:pt x="1122154" y="121431"/>
                  <a:pt x="1121911" y="121713"/>
                  <a:pt x="1121603" y="121970"/>
                </a:cubicBezTo>
                <a:cubicBezTo>
                  <a:pt x="1121296" y="122226"/>
                  <a:pt x="1120411" y="122606"/>
                  <a:pt x="1118950" y="123109"/>
                </a:cubicBezTo>
                <a:cubicBezTo>
                  <a:pt x="1117489" y="123612"/>
                  <a:pt x="1115515" y="124115"/>
                  <a:pt x="1113029" y="124618"/>
                </a:cubicBezTo>
                <a:cubicBezTo>
                  <a:pt x="1110542" y="125121"/>
                  <a:pt x="1107632" y="125549"/>
                  <a:pt x="1104300" y="125901"/>
                </a:cubicBezTo>
                <a:cubicBezTo>
                  <a:pt x="1100967" y="126254"/>
                  <a:pt x="1097302" y="126430"/>
                  <a:pt x="1093303" y="126430"/>
                </a:cubicBezTo>
                <a:cubicBezTo>
                  <a:pt x="1083715" y="126430"/>
                  <a:pt x="1075602" y="125301"/>
                  <a:pt x="1068963" y="123044"/>
                </a:cubicBezTo>
                <a:cubicBezTo>
                  <a:pt x="1062323" y="120786"/>
                  <a:pt x="1056914" y="117554"/>
                  <a:pt x="1052736" y="113347"/>
                </a:cubicBezTo>
                <a:cubicBezTo>
                  <a:pt x="1048557" y="109141"/>
                  <a:pt x="1045545" y="104089"/>
                  <a:pt x="1043700" y="98189"/>
                </a:cubicBezTo>
                <a:cubicBezTo>
                  <a:pt x="1041854" y="92289"/>
                  <a:pt x="1040931" y="85696"/>
                  <a:pt x="1040931" y="78411"/>
                </a:cubicBezTo>
                <a:cubicBezTo>
                  <a:pt x="1040931" y="75743"/>
                  <a:pt x="1041072" y="72678"/>
                  <a:pt x="1041354" y="69216"/>
                </a:cubicBezTo>
                <a:cubicBezTo>
                  <a:pt x="1041636" y="65752"/>
                  <a:pt x="1042174" y="62058"/>
                  <a:pt x="1042969" y="58135"/>
                </a:cubicBezTo>
                <a:cubicBezTo>
                  <a:pt x="1043764" y="54209"/>
                  <a:pt x="1044879" y="50208"/>
                  <a:pt x="1046314" y="46130"/>
                </a:cubicBezTo>
                <a:cubicBezTo>
                  <a:pt x="1047750" y="42051"/>
                  <a:pt x="1049608" y="38063"/>
                  <a:pt x="1051890" y="34165"/>
                </a:cubicBezTo>
                <a:cubicBezTo>
                  <a:pt x="1054171" y="30265"/>
                  <a:pt x="1056940" y="26584"/>
                  <a:pt x="1060196" y="23122"/>
                </a:cubicBezTo>
                <a:cubicBezTo>
                  <a:pt x="1063451" y="19658"/>
                  <a:pt x="1067296" y="16630"/>
                  <a:pt x="1071731" y="14040"/>
                </a:cubicBezTo>
                <a:cubicBezTo>
                  <a:pt x="1076166" y="11449"/>
                  <a:pt x="1081242" y="9410"/>
                  <a:pt x="1086958" y="7924"/>
                </a:cubicBezTo>
                <a:cubicBezTo>
                  <a:pt x="1092675" y="6435"/>
                  <a:pt x="1099147" y="5691"/>
                  <a:pt x="1106376" y="5691"/>
                </a:cubicBezTo>
                <a:cubicBezTo>
                  <a:pt x="1114785" y="5691"/>
                  <a:pt x="1122052" y="6704"/>
                  <a:pt x="1128179" y="8731"/>
                </a:cubicBezTo>
                <a:cubicBezTo>
                  <a:pt x="1134305" y="10758"/>
                  <a:pt x="1139368" y="13618"/>
                  <a:pt x="1143367" y="17313"/>
                </a:cubicBezTo>
                <a:cubicBezTo>
                  <a:pt x="1147366" y="21008"/>
                  <a:pt x="1150340" y="25510"/>
                  <a:pt x="1152288" y="30822"/>
                </a:cubicBezTo>
                <a:cubicBezTo>
                  <a:pt x="1154236" y="36133"/>
                  <a:pt x="1155210" y="42046"/>
                  <a:pt x="1155210" y="48562"/>
                </a:cubicBezTo>
                <a:moveTo>
                  <a:pt x="1110606" y="53549"/>
                </a:moveTo>
                <a:cubicBezTo>
                  <a:pt x="1108658" y="50260"/>
                  <a:pt x="1106658" y="47742"/>
                  <a:pt x="1104608" y="45996"/>
                </a:cubicBezTo>
                <a:cubicBezTo>
                  <a:pt x="1102557" y="44248"/>
                  <a:pt x="1100224" y="43374"/>
                  <a:pt x="1097609" y="43374"/>
                </a:cubicBezTo>
                <a:cubicBezTo>
                  <a:pt x="1095456" y="43374"/>
                  <a:pt x="1093508" y="43900"/>
                  <a:pt x="1091765" y="44953"/>
                </a:cubicBezTo>
                <a:cubicBezTo>
                  <a:pt x="1090021" y="46005"/>
                  <a:pt x="1088509" y="47366"/>
                  <a:pt x="1087227" y="49036"/>
                </a:cubicBezTo>
                <a:cubicBezTo>
                  <a:pt x="1085946" y="50705"/>
                  <a:pt x="1084856" y="52593"/>
                  <a:pt x="1083959" y="54700"/>
                </a:cubicBezTo>
                <a:cubicBezTo>
                  <a:pt x="1083062" y="56806"/>
                  <a:pt x="1082331" y="58963"/>
                  <a:pt x="1081767" y="61172"/>
                </a:cubicBezTo>
                <a:cubicBezTo>
                  <a:pt x="1081203" y="63380"/>
                  <a:pt x="1080806" y="65525"/>
                  <a:pt x="1080575" y="67606"/>
                </a:cubicBezTo>
                <a:cubicBezTo>
                  <a:pt x="1080344" y="69685"/>
                  <a:pt x="1080229" y="71521"/>
                  <a:pt x="1080229" y="73114"/>
                </a:cubicBezTo>
                <a:cubicBezTo>
                  <a:pt x="1080229" y="76914"/>
                  <a:pt x="1080908" y="79842"/>
                  <a:pt x="1082267" y="81898"/>
                </a:cubicBezTo>
                <a:cubicBezTo>
                  <a:pt x="1083626" y="83952"/>
                  <a:pt x="1085920" y="84979"/>
                  <a:pt x="1089150" y="84979"/>
                </a:cubicBezTo>
                <a:cubicBezTo>
                  <a:pt x="1090380" y="84979"/>
                  <a:pt x="1091636" y="84761"/>
                  <a:pt x="1092918" y="84325"/>
                </a:cubicBezTo>
                <a:cubicBezTo>
                  <a:pt x="1094200" y="83888"/>
                  <a:pt x="1095559" y="83220"/>
                  <a:pt x="1096994" y="82321"/>
                </a:cubicBezTo>
                <a:cubicBezTo>
                  <a:pt x="1098430" y="81420"/>
                  <a:pt x="1099955" y="80238"/>
                  <a:pt x="1101570" y="78774"/>
                </a:cubicBezTo>
                <a:cubicBezTo>
                  <a:pt x="1103185" y="77309"/>
                  <a:pt x="1104966" y="75575"/>
                  <a:pt x="1106915" y="73571"/>
                </a:cubicBezTo>
                <a:lnTo>
                  <a:pt x="1110606" y="53549"/>
                </a:lnTo>
                <a:moveTo>
                  <a:pt x="1027858" y="8152"/>
                </a:moveTo>
                <a:lnTo>
                  <a:pt x="1027858" y="8152"/>
                </a:lnTo>
                <a:close/>
                <a:moveTo>
                  <a:pt x="1218358" y="8075"/>
                </a:moveTo>
                <a:cubicBezTo>
                  <a:pt x="1218358" y="9049"/>
                  <a:pt x="1218307" y="9831"/>
                  <a:pt x="1218204" y="10420"/>
                </a:cubicBezTo>
                <a:cubicBezTo>
                  <a:pt x="1218102" y="11010"/>
                  <a:pt x="1217986" y="11484"/>
                  <a:pt x="1217858" y="11843"/>
                </a:cubicBezTo>
                <a:cubicBezTo>
                  <a:pt x="1217730" y="12202"/>
                  <a:pt x="1217563" y="12446"/>
                  <a:pt x="1217358" y="12574"/>
                </a:cubicBezTo>
                <a:cubicBezTo>
                  <a:pt x="1217153" y="12702"/>
                  <a:pt x="1216897" y="12766"/>
                  <a:pt x="1216589" y="12766"/>
                </a:cubicBezTo>
                <a:cubicBezTo>
                  <a:pt x="1216230" y="12766"/>
                  <a:pt x="1215782" y="12651"/>
                  <a:pt x="1215243" y="12420"/>
                </a:cubicBezTo>
                <a:cubicBezTo>
                  <a:pt x="1214705" y="12189"/>
                  <a:pt x="1214051" y="11933"/>
                  <a:pt x="1213282" y="11651"/>
                </a:cubicBezTo>
                <a:cubicBezTo>
                  <a:pt x="1212513" y="11369"/>
                  <a:pt x="1211603" y="11113"/>
                  <a:pt x="1210552" y="10882"/>
                </a:cubicBezTo>
                <a:cubicBezTo>
                  <a:pt x="1209501" y="10651"/>
                  <a:pt x="1208283" y="10536"/>
                  <a:pt x="1206899" y="10536"/>
                </a:cubicBezTo>
                <a:cubicBezTo>
                  <a:pt x="1205002" y="10536"/>
                  <a:pt x="1203387" y="10843"/>
                  <a:pt x="1202054" y="11456"/>
                </a:cubicBezTo>
                <a:cubicBezTo>
                  <a:pt x="1200721" y="12070"/>
                  <a:pt x="1199645" y="13028"/>
                  <a:pt x="1198824" y="14331"/>
                </a:cubicBezTo>
                <a:cubicBezTo>
                  <a:pt x="1198004" y="15633"/>
                  <a:pt x="1197414" y="17319"/>
                  <a:pt x="1197055" y="19389"/>
                </a:cubicBezTo>
                <a:cubicBezTo>
                  <a:pt x="1196697" y="21459"/>
                  <a:pt x="1196517" y="23976"/>
                  <a:pt x="1196517" y="26940"/>
                </a:cubicBezTo>
                <a:lnTo>
                  <a:pt x="1196517" y="34453"/>
                </a:lnTo>
                <a:lnTo>
                  <a:pt x="1211975" y="34453"/>
                </a:lnTo>
                <a:cubicBezTo>
                  <a:pt x="1212385" y="34453"/>
                  <a:pt x="1212731" y="34543"/>
                  <a:pt x="1213013" y="34722"/>
                </a:cubicBezTo>
                <a:cubicBezTo>
                  <a:pt x="1213295" y="34902"/>
                  <a:pt x="1213551" y="35209"/>
                  <a:pt x="1213782" y="35645"/>
                </a:cubicBezTo>
                <a:cubicBezTo>
                  <a:pt x="1214013" y="36081"/>
                  <a:pt x="1214192" y="36632"/>
                  <a:pt x="1214320" y="37298"/>
                </a:cubicBezTo>
                <a:cubicBezTo>
                  <a:pt x="1214449" y="37965"/>
                  <a:pt x="1214513" y="38785"/>
                  <a:pt x="1214513" y="39759"/>
                </a:cubicBezTo>
                <a:cubicBezTo>
                  <a:pt x="1214513" y="41605"/>
                  <a:pt x="1214282" y="42938"/>
                  <a:pt x="1213821" y="43758"/>
                </a:cubicBezTo>
                <a:cubicBezTo>
                  <a:pt x="1213359" y="44579"/>
                  <a:pt x="1212744" y="44989"/>
                  <a:pt x="1211975" y="44989"/>
                </a:cubicBezTo>
                <a:lnTo>
                  <a:pt x="1196517" y="44989"/>
                </a:lnTo>
                <a:lnTo>
                  <a:pt x="1196517" y="105740"/>
                </a:lnTo>
                <a:cubicBezTo>
                  <a:pt x="1196517" y="106151"/>
                  <a:pt x="1196415" y="106497"/>
                  <a:pt x="1196210" y="106781"/>
                </a:cubicBezTo>
                <a:cubicBezTo>
                  <a:pt x="1196004" y="107063"/>
                  <a:pt x="1195658" y="107307"/>
                  <a:pt x="1195171" y="107512"/>
                </a:cubicBezTo>
                <a:cubicBezTo>
                  <a:pt x="1194684" y="107717"/>
                  <a:pt x="1194031" y="107870"/>
                  <a:pt x="1193210" y="107973"/>
                </a:cubicBezTo>
                <a:cubicBezTo>
                  <a:pt x="1192390" y="108076"/>
                  <a:pt x="1191365" y="108127"/>
                  <a:pt x="1190134" y="108127"/>
                </a:cubicBezTo>
                <a:cubicBezTo>
                  <a:pt x="1188904" y="108127"/>
                  <a:pt x="1187878" y="108076"/>
                  <a:pt x="1187058" y="107973"/>
                </a:cubicBezTo>
                <a:cubicBezTo>
                  <a:pt x="1186238" y="107870"/>
                  <a:pt x="1185584" y="107717"/>
                  <a:pt x="1185097" y="107512"/>
                </a:cubicBezTo>
                <a:cubicBezTo>
                  <a:pt x="1184610" y="107307"/>
                  <a:pt x="1184264" y="107063"/>
                  <a:pt x="1184059" y="106781"/>
                </a:cubicBezTo>
                <a:cubicBezTo>
                  <a:pt x="1183854" y="106497"/>
                  <a:pt x="1183751" y="106151"/>
                  <a:pt x="1183751" y="105740"/>
                </a:cubicBezTo>
                <a:lnTo>
                  <a:pt x="1183751" y="44989"/>
                </a:lnTo>
                <a:lnTo>
                  <a:pt x="1173984" y="44989"/>
                </a:lnTo>
                <a:cubicBezTo>
                  <a:pt x="1173164" y="44989"/>
                  <a:pt x="1172549" y="44579"/>
                  <a:pt x="1172139" y="43758"/>
                </a:cubicBezTo>
                <a:cubicBezTo>
                  <a:pt x="1171728" y="42938"/>
                  <a:pt x="1171523" y="41605"/>
                  <a:pt x="1171523" y="39759"/>
                </a:cubicBezTo>
                <a:cubicBezTo>
                  <a:pt x="1171523" y="38785"/>
                  <a:pt x="1171575" y="37965"/>
                  <a:pt x="1171677" y="37298"/>
                </a:cubicBezTo>
                <a:cubicBezTo>
                  <a:pt x="1171780" y="36632"/>
                  <a:pt x="1171934" y="36081"/>
                  <a:pt x="1172139" y="35645"/>
                </a:cubicBezTo>
                <a:cubicBezTo>
                  <a:pt x="1172344" y="35209"/>
                  <a:pt x="1172600" y="34902"/>
                  <a:pt x="1172908" y="34722"/>
                </a:cubicBezTo>
                <a:cubicBezTo>
                  <a:pt x="1173215" y="34543"/>
                  <a:pt x="1173574" y="34453"/>
                  <a:pt x="1173984" y="34453"/>
                </a:cubicBezTo>
                <a:lnTo>
                  <a:pt x="1183751" y="34453"/>
                </a:lnTo>
                <a:lnTo>
                  <a:pt x="1183751" y="27318"/>
                </a:lnTo>
                <a:cubicBezTo>
                  <a:pt x="1183751" y="22508"/>
                  <a:pt x="1184200" y="18377"/>
                  <a:pt x="1185097" y="14924"/>
                </a:cubicBezTo>
                <a:cubicBezTo>
                  <a:pt x="1185994" y="11471"/>
                  <a:pt x="1187366" y="8645"/>
                  <a:pt x="1189211" y="6446"/>
                </a:cubicBezTo>
                <a:cubicBezTo>
                  <a:pt x="1191057" y="4246"/>
                  <a:pt x="1193377" y="2622"/>
                  <a:pt x="1196171" y="1574"/>
                </a:cubicBezTo>
                <a:cubicBezTo>
                  <a:pt x="1198965" y="525"/>
                  <a:pt x="1202259" y="0"/>
                  <a:pt x="1206053" y="0"/>
                </a:cubicBezTo>
                <a:cubicBezTo>
                  <a:pt x="1207848" y="0"/>
                  <a:pt x="1209591" y="167"/>
                  <a:pt x="1211283" y="500"/>
                </a:cubicBezTo>
                <a:cubicBezTo>
                  <a:pt x="1212975" y="833"/>
                  <a:pt x="1214282" y="1192"/>
                  <a:pt x="1215205" y="1577"/>
                </a:cubicBezTo>
                <a:cubicBezTo>
                  <a:pt x="1216128" y="1961"/>
                  <a:pt x="1216743" y="2307"/>
                  <a:pt x="1217051" y="2615"/>
                </a:cubicBezTo>
                <a:cubicBezTo>
                  <a:pt x="1217358" y="2922"/>
                  <a:pt x="1217614" y="3320"/>
                  <a:pt x="1217820" y="3807"/>
                </a:cubicBezTo>
                <a:cubicBezTo>
                  <a:pt x="1218025" y="4294"/>
                  <a:pt x="1218166" y="4883"/>
                  <a:pt x="1218243" y="5576"/>
                </a:cubicBezTo>
                <a:cubicBezTo>
                  <a:pt x="1218319" y="6268"/>
                  <a:pt x="1218358" y="7101"/>
                  <a:pt x="1218358" y="80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…">
            <a:extLst xmlns:a="http://schemas.openxmlformats.org/drawingml/2006/main">
              <a:ext uri="{FF2B5EF4-FFF2-40B4-BE49-F238E27FC236}">
                <a16:creationId xmlns:a16="http://schemas.microsoft.com/office/drawing/2014/main" id="{DAD837CF-D703-4791-8E5D-7642DEA0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900" y="2385558"/>
            <a:ext cx="125302" cy="23994"/>
          </a:xfrm>
          <a:custGeom xmlns:a="http://schemas.openxmlformats.org/drawingml/2006/main">
            <a:pathLst>
              <a:path w="125302" h="23994">
                <a:moveTo>
                  <a:pt x="55063" y="21533"/>
                </a:moveTo>
                <a:cubicBezTo>
                  <a:pt x="51987" y="19892"/>
                  <a:pt x="50449" y="16816"/>
                  <a:pt x="50449" y="12305"/>
                </a:cubicBezTo>
                <a:cubicBezTo>
                  <a:pt x="50449" y="7793"/>
                  <a:pt x="51987" y="4614"/>
                  <a:pt x="55063" y="2769"/>
                </a:cubicBezTo>
                <a:cubicBezTo>
                  <a:pt x="58139" y="923"/>
                  <a:pt x="60703" y="0"/>
                  <a:pt x="62754" y="0"/>
                </a:cubicBezTo>
                <a:cubicBezTo>
                  <a:pt x="64804" y="0"/>
                  <a:pt x="67368" y="1025"/>
                  <a:pt x="70444" y="3076"/>
                </a:cubicBezTo>
                <a:cubicBezTo>
                  <a:pt x="73520" y="5127"/>
                  <a:pt x="74853" y="8408"/>
                  <a:pt x="74443" y="12920"/>
                </a:cubicBezTo>
                <a:cubicBezTo>
                  <a:pt x="74033" y="17432"/>
                  <a:pt x="72290" y="20405"/>
                  <a:pt x="69213" y="21841"/>
                </a:cubicBezTo>
                <a:cubicBezTo>
                  <a:pt x="66137" y="23276"/>
                  <a:pt x="63984" y="23994"/>
                  <a:pt x="62754" y="23994"/>
                </a:cubicBezTo>
                <a:cubicBezTo>
                  <a:pt x="60703" y="23994"/>
                  <a:pt x="58139" y="23174"/>
                  <a:pt x="55063" y="21533"/>
                </a:cubicBezTo>
                <a:moveTo>
                  <a:pt x="105512" y="21533"/>
                </a:moveTo>
                <a:cubicBezTo>
                  <a:pt x="102436" y="19892"/>
                  <a:pt x="100898" y="16816"/>
                  <a:pt x="100898" y="12305"/>
                </a:cubicBezTo>
                <a:cubicBezTo>
                  <a:pt x="100898" y="7793"/>
                  <a:pt x="102436" y="4614"/>
                  <a:pt x="105512" y="2769"/>
                </a:cubicBezTo>
                <a:cubicBezTo>
                  <a:pt x="108588" y="923"/>
                  <a:pt x="111152" y="0"/>
                  <a:pt x="113202" y="0"/>
                </a:cubicBezTo>
                <a:cubicBezTo>
                  <a:pt x="115253" y="0"/>
                  <a:pt x="117817" y="1025"/>
                  <a:pt x="120893" y="3076"/>
                </a:cubicBezTo>
                <a:cubicBezTo>
                  <a:pt x="123969" y="5127"/>
                  <a:pt x="125302" y="8408"/>
                  <a:pt x="124892" y="12920"/>
                </a:cubicBezTo>
                <a:cubicBezTo>
                  <a:pt x="124482" y="17432"/>
                  <a:pt x="122739" y="20405"/>
                  <a:pt x="119662" y="21841"/>
                </a:cubicBezTo>
                <a:cubicBezTo>
                  <a:pt x="116586" y="23276"/>
                  <a:pt x="114433" y="23994"/>
                  <a:pt x="113202" y="23994"/>
                </a:cubicBezTo>
                <a:cubicBezTo>
                  <a:pt x="111152" y="23994"/>
                  <a:pt x="108588" y="23174"/>
                  <a:pt x="105512" y="21533"/>
                </a:cubicBezTo>
                <a:moveTo>
                  <a:pt x="4614" y="21533"/>
                </a:moveTo>
                <a:cubicBezTo>
                  <a:pt x="1538" y="19892"/>
                  <a:pt x="0" y="16816"/>
                  <a:pt x="0" y="12305"/>
                </a:cubicBezTo>
                <a:cubicBezTo>
                  <a:pt x="0" y="7793"/>
                  <a:pt x="1538" y="4614"/>
                  <a:pt x="4614" y="2769"/>
                </a:cubicBezTo>
                <a:cubicBezTo>
                  <a:pt x="7690" y="923"/>
                  <a:pt x="10254" y="0"/>
                  <a:pt x="12305" y="0"/>
                </a:cubicBezTo>
                <a:cubicBezTo>
                  <a:pt x="14355" y="0"/>
                  <a:pt x="16919" y="1025"/>
                  <a:pt x="19995" y="3076"/>
                </a:cubicBezTo>
                <a:cubicBezTo>
                  <a:pt x="23071" y="5127"/>
                  <a:pt x="24404" y="8408"/>
                  <a:pt x="23994" y="12920"/>
                </a:cubicBezTo>
                <a:cubicBezTo>
                  <a:pt x="23584" y="17432"/>
                  <a:pt x="21841" y="20405"/>
                  <a:pt x="18765" y="21841"/>
                </a:cubicBezTo>
                <a:cubicBezTo>
                  <a:pt x="15688" y="23276"/>
                  <a:pt x="13535" y="23994"/>
                  <a:pt x="12305" y="23994"/>
                </a:cubicBezTo>
                <a:cubicBezTo>
                  <a:pt x="10254" y="23994"/>
                  <a:pt x="7690" y="23174"/>
                  <a:pt x="4614" y="21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…">
            <a:extLst xmlns:a="http://schemas.openxmlformats.org/drawingml/2006/main">
              <a:ext uri="{FF2B5EF4-FFF2-40B4-BE49-F238E27FC236}">
                <a16:creationId xmlns:a16="http://schemas.microsoft.com/office/drawing/2014/main" id="{CCADC5F3-84EC-4778-8980-A1B06F54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900" y="3836124"/>
            <a:ext cx="125302" cy="23994"/>
          </a:xfrm>
          <a:custGeom xmlns:a="http://schemas.openxmlformats.org/drawingml/2006/main">
            <a:pathLst>
              <a:path w="125302" h="23994">
                <a:moveTo>
                  <a:pt x="55063" y="21533"/>
                </a:moveTo>
                <a:cubicBezTo>
                  <a:pt x="51987" y="19892"/>
                  <a:pt x="50449" y="16816"/>
                  <a:pt x="50449" y="12305"/>
                </a:cubicBezTo>
                <a:cubicBezTo>
                  <a:pt x="50449" y="7793"/>
                  <a:pt x="51987" y="4614"/>
                  <a:pt x="55063" y="2769"/>
                </a:cubicBezTo>
                <a:cubicBezTo>
                  <a:pt x="58139" y="923"/>
                  <a:pt x="60703" y="0"/>
                  <a:pt x="62754" y="0"/>
                </a:cubicBezTo>
                <a:cubicBezTo>
                  <a:pt x="64804" y="0"/>
                  <a:pt x="67368" y="1025"/>
                  <a:pt x="70444" y="3076"/>
                </a:cubicBezTo>
                <a:cubicBezTo>
                  <a:pt x="73520" y="5127"/>
                  <a:pt x="74853" y="8408"/>
                  <a:pt x="74443" y="12920"/>
                </a:cubicBezTo>
                <a:cubicBezTo>
                  <a:pt x="74033" y="17432"/>
                  <a:pt x="72290" y="20405"/>
                  <a:pt x="69213" y="21841"/>
                </a:cubicBezTo>
                <a:cubicBezTo>
                  <a:pt x="66137" y="23276"/>
                  <a:pt x="63984" y="23994"/>
                  <a:pt x="62754" y="23994"/>
                </a:cubicBezTo>
                <a:cubicBezTo>
                  <a:pt x="60703" y="23994"/>
                  <a:pt x="58139" y="23174"/>
                  <a:pt x="55063" y="21533"/>
                </a:cubicBezTo>
                <a:moveTo>
                  <a:pt x="105512" y="21533"/>
                </a:moveTo>
                <a:cubicBezTo>
                  <a:pt x="102436" y="19892"/>
                  <a:pt x="100898" y="16816"/>
                  <a:pt x="100898" y="12305"/>
                </a:cubicBezTo>
                <a:cubicBezTo>
                  <a:pt x="100898" y="7793"/>
                  <a:pt x="102436" y="4614"/>
                  <a:pt x="105512" y="2769"/>
                </a:cubicBezTo>
                <a:cubicBezTo>
                  <a:pt x="108588" y="923"/>
                  <a:pt x="111152" y="0"/>
                  <a:pt x="113202" y="0"/>
                </a:cubicBezTo>
                <a:cubicBezTo>
                  <a:pt x="115253" y="0"/>
                  <a:pt x="117817" y="1025"/>
                  <a:pt x="120893" y="3076"/>
                </a:cubicBezTo>
                <a:cubicBezTo>
                  <a:pt x="123969" y="5127"/>
                  <a:pt x="125302" y="8408"/>
                  <a:pt x="124892" y="12920"/>
                </a:cubicBezTo>
                <a:cubicBezTo>
                  <a:pt x="124482" y="17432"/>
                  <a:pt x="122739" y="20405"/>
                  <a:pt x="119662" y="21841"/>
                </a:cubicBezTo>
                <a:cubicBezTo>
                  <a:pt x="116586" y="23276"/>
                  <a:pt x="114433" y="23994"/>
                  <a:pt x="113202" y="23994"/>
                </a:cubicBezTo>
                <a:cubicBezTo>
                  <a:pt x="111152" y="23994"/>
                  <a:pt x="108588" y="23174"/>
                  <a:pt x="105512" y="21533"/>
                </a:cubicBezTo>
                <a:moveTo>
                  <a:pt x="4614" y="21533"/>
                </a:moveTo>
                <a:cubicBezTo>
                  <a:pt x="1538" y="19892"/>
                  <a:pt x="0" y="16816"/>
                  <a:pt x="0" y="12305"/>
                </a:cubicBezTo>
                <a:cubicBezTo>
                  <a:pt x="0" y="7793"/>
                  <a:pt x="1538" y="4614"/>
                  <a:pt x="4614" y="2769"/>
                </a:cubicBezTo>
                <a:cubicBezTo>
                  <a:pt x="7690" y="923"/>
                  <a:pt x="10254" y="0"/>
                  <a:pt x="12305" y="0"/>
                </a:cubicBezTo>
                <a:cubicBezTo>
                  <a:pt x="14355" y="0"/>
                  <a:pt x="16919" y="1025"/>
                  <a:pt x="19995" y="3076"/>
                </a:cubicBezTo>
                <a:cubicBezTo>
                  <a:pt x="23071" y="5127"/>
                  <a:pt x="24404" y="8408"/>
                  <a:pt x="23994" y="12920"/>
                </a:cubicBezTo>
                <a:cubicBezTo>
                  <a:pt x="23584" y="17432"/>
                  <a:pt x="21841" y="20405"/>
                  <a:pt x="18765" y="21841"/>
                </a:cubicBezTo>
                <a:cubicBezTo>
                  <a:pt x="15688" y="23276"/>
                  <a:pt x="13535" y="23994"/>
                  <a:pt x="12305" y="23994"/>
                </a:cubicBezTo>
                <a:cubicBezTo>
                  <a:pt x="10254" y="23994"/>
                  <a:pt x="7690" y="23174"/>
                  <a:pt x="4614" y="21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…">
            <a:extLst xmlns:a="http://schemas.openxmlformats.org/drawingml/2006/main">
              <a:ext uri="{FF2B5EF4-FFF2-40B4-BE49-F238E27FC236}">
                <a16:creationId xmlns:a16="http://schemas.microsoft.com/office/drawing/2014/main" id="{CFE89C05-B467-4728-AB90-3790B0EF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288" y="3214523"/>
            <a:ext cx="125302" cy="23994"/>
          </a:xfrm>
          <a:custGeom xmlns:a="http://schemas.openxmlformats.org/drawingml/2006/main">
            <a:pathLst>
              <a:path w="125302" h="23994">
                <a:moveTo>
                  <a:pt x="55063" y="21533"/>
                </a:moveTo>
                <a:cubicBezTo>
                  <a:pt x="51987" y="19892"/>
                  <a:pt x="50449" y="16816"/>
                  <a:pt x="50449" y="12305"/>
                </a:cubicBezTo>
                <a:cubicBezTo>
                  <a:pt x="50449" y="7793"/>
                  <a:pt x="51987" y="4614"/>
                  <a:pt x="55063" y="2769"/>
                </a:cubicBezTo>
                <a:cubicBezTo>
                  <a:pt x="58139" y="923"/>
                  <a:pt x="60703" y="0"/>
                  <a:pt x="62754" y="0"/>
                </a:cubicBezTo>
                <a:cubicBezTo>
                  <a:pt x="64804" y="0"/>
                  <a:pt x="67368" y="1025"/>
                  <a:pt x="70444" y="3076"/>
                </a:cubicBezTo>
                <a:cubicBezTo>
                  <a:pt x="73520" y="5127"/>
                  <a:pt x="74853" y="8408"/>
                  <a:pt x="74443" y="12920"/>
                </a:cubicBezTo>
                <a:cubicBezTo>
                  <a:pt x="74033" y="17432"/>
                  <a:pt x="72290" y="20405"/>
                  <a:pt x="69213" y="21841"/>
                </a:cubicBezTo>
                <a:cubicBezTo>
                  <a:pt x="66137" y="23276"/>
                  <a:pt x="63984" y="23994"/>
                  <a:pt x="62754" y="23994"/>
                </a:cubicBezTo>
                <a:cubicBezTo>
                  <a:pt x="60703" y="23994"/>
                  <a:pt x="58139" y="23174"/>
                  <a:pt x="55063" y="21533"/>
                </a:cubicBezTo>
                <a:moveTo>
                  <a:pt x="105512" y="21533"/>
                </a:moveTo>
                <a:cubicBezTo>
                  <a:pt x="102436" y="19892"/>
                  <a:pt x="100898" y="16816"/>
                  <a:pt x="100898" y="12305"/>
                </a:cubicBezTo>
                <a:cubicBezTo>
                  <a:pt x="100898" y="7793"/>
                  <a:pt x="102436" y="4614"/>
                  <a:pt x="105512" y="2769"/>
                </a:cubicBezTo>
                <a:cubicBezTo>
                  <a:pt x="108588" y="923"/>
                  <a:pt x="111152" y="0"/>
                  <a:pt x="113202" y="0"/>
                </a:cubicBezTo>
                <a:cubicBezTo>
                  <a:pt x="115253" y="0"/>
                  <a:pt x="117817" y="1025"/>
                  <a:pt x="120893" y="3076"/>
                </a:cubicBezTo>
                <a:cubicBezTo>
                  <a:pt x="123969" y="5127"/>
                  <a:pt x="125302" y="8408"/>
                  <a:pt x="124892" y="12920"/>
                </a:cubicBezTo>
                <a:cubicBezTo>
                  <a:pt x="124482" y="17432"/>
                  <a:pt x="122739" y="20405"/>
                  <a:pt x="119662" y="21841"/>
                </a:cubicBezTo>
                <a:cubicBezTo>
                  <a:pt x="116586" y="23276"/>
                  <a:pt x="114433" y="23994"/>
                  <a:pt x="113202" y="23994"/>
                </a:cubicBezTo>
                <a:cubicBezTo>
                  <a:pt x="111152" y="23994"/>
                  <a:pt x="108588" y="23174"/>
                  <a:pt x="105512" y="21533"/>
                </a:cubicBezTo>
                <a:moveTo>
                  <a:pt x="4614" y="21533"/>
                </a:moveTo>
                <a:cubicBezTo>
                  <a:pt x="1538" y="19892"/>
                  <a:pt x="0" y="16816"/>
                  <a:pt x="0" y="12305"/>
                </a:cubicBezTo>
                <a:cubicBezTo>
                  <a:pt x="0" y="7793"/>
                  <a:pt x="1538" y="4614"/>
                  <a:pt x="4614" y="2769"/>
                </a:cubicBezTo>
                <a:cubicBezTo>
                  <a:pt x="7690" y="923"/>
                  <a:pt x="10254" y="0"/>
                  <a:pt x="12305" y="0"/>
                </a:cubicBezTo>
                <a:cubicBezTo>
                  <a:pt x="14355" y="0"/>
                  <a:pt x="16919" y="1025"/>
                  <a:pt x="19995" y="3076"/>
                </a:cubicBezTo>
                <a:cubicBezTo>
                  <a:pt x="23071" y="5127"/>
                  <a:pt x="24404" y="8408"/>
                  <a:pt x="23994" y="12920"/>
                </a:cubicBezTo>
                <a:cubicBezTo>
                  <a:pt x="23584" y="17432"/>
                  <a:pt x="21841" y="20405"/>
                  <a:pt x="18765" y="21841"/>
                </a:cubicBezTo>
                <a:cubicBezTo>
                  <a:pt x="15688" y="23276"/>
                  <a:pt x="13535" y="23994"/>
                  <a:pt x="12305" y="23994"/>
                </a:cubicBezTo>
                <a:cubicBezTo>
                  <a:pt x="10254" y="23994"/>
                  <a:pt x="7690" y="23174"/>
                  <a:pt x="4614" y="21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91E2E-F36E-463F-BDF5-5B650D34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211" y="2485429"/>
            <a:ext cx="968620" cy="645746"/>
          </a:xfrm>
          <a:custGeom xmlns:a="http://schemas.openxmlformats.org/drawingml/2006/main">
            <a:pathLst>
              <a:path w="968620" h="645746" fill="none">
                <a:moveTo>
                  <a:pt x="0" y="645746"/>
                </a:moveTo>
                <a:lnTo>
                  <a:pt x="968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25" cap="rnd">
            <a:solidFill>
              <a:srgbClr val="C55A11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6FE50-875A-463D-A202-4F2914D1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530" y="2451304"/>
            <a:ext cx="78225" cy="68250"/>
          </a:xfrm>
          <a:custGeom xmlns:a="http://schemas.openxmlformats.org/drawingml/2006/main">
            <a:pathLst>
              <a:path w="78225" h="68250">
                <a:moveTo>
                  <a:pt x="0" y="9975"/>
                </a:moveTo>
                <a:lnTo>
                  <a:pt x="78225" y="0"/>
                </a:lnTo>
                <a:lnTo>
                  <a:pt x="39375" y="68250"/>
                </a:lnTo>
                <a:lnTo>
                  <a:pt x="0" y="9975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26AEA-0674-4164-8724-75A0D12A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562" y="2827202"/>
            <a:ext cx="1958239" cy="760721"/>
          </a:xfrm>
          <a:custGeom xmlns:a="http://schemas.openxmlformats.org/drawingml/2006/main">
            <a:pathLst>
              <a:path w="1958239" h="760721" fill="none">
                <a:moveTo>
                  <a:pt x="0" y="760721"/>
                </a:moveTo>
                <a:lnTo>
                  <a:pt x="19582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25" cap="rnd">
            <a:solidFill>
              <a:srgbClr val="C55A11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394FE-1600-4133-8AB7-3DBA02CC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0793" y="2797277"/>
            <a:ext cx="78225" cy="65625"/>
          </a:xfrm>
          <a:custGeom xmlns:a="http://schemas.openxmlformats.org/drawingml/2006/main">
            <a:pathLst>
              <a:path w="78225" h="65625">
                <a:moveTo>
                  <a:pt x="0" y="0"/>
                </a:moveTo>
                <a:lnTo>
                  <a:pt x="78225" y="7350"/>
                </a:lnTo>
                <a:lnTo>
                  <a:pt x="25725" y="6562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B0543-E3A9-4C95-9D52-8BEC27F7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338" y="2677053"/>
            <a:ext cx="1681566" cy="910870"/>
          </a:xfrm>
          <a:custGeom xmlns:a="http://schemas.openxmlformats.org/drawingml/2006/main">
            <a:pathLst>
              <a:path w="1681566" h="910870" fill="none">
                <a:moveTo>
                  <a:pt x="1681566" y="9108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25" cap="rnd">
            <a:solidFill>
              <a:srgbClr val="C55A11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87DB2-CFF8-46B7-9D39-EF90E4F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264" y="2647653"/>
            <a:ext cx="78225" cy="64575"/>
          </a:xfrm>
          <a:custGeom xmlns:a="http://schemas.openxmlformats.org/drawingml/2006/main">
            <a:pathLst>
              <a:path w="78225" h="64575">
                <a:moveTo>
                  <a:pt x="45150" y="64575"/>
                </a:moveTo>
                <a:lnTo>
                  <a:pt x="0" y="0"/>
                </a:lnTo>
                <a:lnTo>
                  <a:pt x="78225" y="2625"/>
                </a:lnTo>
                <a:lnTo>
                  <a:pt x="45150" y="64575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call.arg">
            <a:extLst xmlns:a="http://schemas.openxmlformats.org/drawingml/2006/main">
              <a:ext uri="{FF2B5EF4-FFF2-40B4-BE49-F238E27FC236}">
                <a16:creationId xmlns:a16="http://schemas.microsoft.com/office/drawing/2014/main" id="{A53489E3-F48F-4FE1-8A32-1545EEE7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799" y="2691123"/>
            <a:ext cx="446534" cy="135351"/>
          </a:xfrm>
          <a:custGeom xmlns:a="http://schemas.openxmlformats.org/drawingml/2006/main">
            <a:pathLst>
              <a:path w="446534" h="135351">
                <a:moveTo>
                  <a:pt x="54602" y="94822"/>
                </a:moveTo>
                <a:cubicBezTo>
                  <a:pt x="54602" y="95694"/>
                  <a:pt x="54576" y="96450"/>
                  <a:pt x="54525" y="97091"/>
                </a:cubicBezTo>
                <a:cubicBezTo>
                  <a:pt x="54474" y="97732"/>
                  <a:pt x="54384" y="98270"/>
                  <a:pt x="54256" y="98706"/>
                </a:cubicBezTo>
                <a:cubicBezTo>
                  <a:pt x="54128" y="99142"/>
                  <a:pt x="53974" y="99526"/>
                  <a:pt x="53794" y="99860"/>
                </a:cubicBezTo>
                <a:cubicBezTo>
                  <a:pt x="53615" y="100193"/>
                  <a:pt x="53205" y="100680"/>
                  <a:pt x="52564" y="101321"/>
                </a:cubicBezTo>
                <a:cubicBezTo>
                  <a:pt x="51923" y="101962"/>
                  <a:pt x="50833" y="102756"/>
                  <a:pt x="49295" y="103705"/>
                </a:cubicBezTo>
                <a:cubicBezTo>
                  <a:pt x="47757" y="104653"/>
                  <a:pt x="46027" y="105499"/>
                  <a:pt x="44104" y="106243"/>
                </a:cubicBezTo>
                <a:cubicBezTo>
                  <a:pt x="42182" y="106986"/>
                  <a:pt x="40093" y="107589"/>
                  <a:pt x="37837" y="108050"/>
                </a:cubicBezTo>
                <a:cubicBezTo>
                  <a:pt x="35581" y="108511"/>
                  <a:pt x="33248" y="108742"/>
                  <a:pt x="30838" y="108742"/>
                </a:cubicBezTo>
                <a:cubicBezTo>
                  <a:pt x="25865" y="108742"/>
                  <a:pt x="21456" y="107920"/>
                  <a:pt x="17611" y="106276"/>
                </a:cubicBezTo>
                <a:cubicBezTo>
                  <a:pt x="13766" y="104633"/>
                  <a:pt x="10549" y="102231"/>
                  <a:pt x="7960" y="99071"/>
                </a:cubicBezTo>
                <a:cubicBezTo>
                  <a:pt x="5370" y="95912"/>
                  <a:pt x="3397" y="92033"/>
                  <a:pt x="2038" y="87435"/>
                </a:cubicBezTo>
                <a:cubicBezTo>
                  <a:pt x="679" y="82837"/>
                  <a:pt x="0" y="77533"/>
                  <a:pt x="0" y="71523"/>
                </a:cubicBezTo>
                <a:cubicBezTo>
                  <a:pt x="0" y="64690"/>
                  <a:pt x="833" y="58820"/>
                  <a:pt x="2499" y="53914"/>
                </a:cubicBezTo>
                <a:cubicBezTo>
                  <a:pt x="4166" y="49009"/>
                  <a:pt x="6447" y="44989"/>
                  <a:pt x="9344" y="41855"/>
                </a:cubicBezTo>
                <a:cubicBezTo>
                  <a:pt x="12241" y="38721"/>
                  <a:pt x="15650" y="36396"/>
                  <a:pt x="19572" y="34881"/>
                </a:cubicBezTo>
                <a:cubicBezTo>
                  <a:pt x="23494" y="33365"/>
                  <a:pt x="27737" y="32607"/>
                  <a:pt x="32300" y="32607"/>
                </a:cubicBezTo>
                <a:cubicBezTo>
                  <a:pt x="34504" y="32607"/>
                  <a:pt x="36645" y="32812"/>
                  <a:pt x="38721" y="33222"/>
                </a:cubicBezTo>
                <a:cubicBezTo>
                  <a:pt x="40798" y="33633"/>
                  <a:pt x="42707" y="34171"/>
                  <a:pt x="44450" y="34837"/>
                </a:cubicBezTo>
                <a:cubicBezTo>
                  <a:pt x="46194" y="35504"/>
                  <a:pt x="47744" y="36273"/>
                  <a:pt x="49103" y="37145"/>
                </a:cubicBezTo>
                <a:cubicBezTo>
                  <a:pt x="50462" y="38016"/>
                  <a:pt x="51449" y="38760"/>
                  <a:pt x="52064" y="39375"/>
                </a:cubicBezTo>
                <a:cubicBezTo>
                  <a:pt x="52679" y="39990"/>
                  <a:pt x="53102" y="40477"/>
                  <a:pt x="53333" y="40836"/>
                </a:cubicBezTo>
                <a:cubicBezTo>
                  <a:pt x="53564" y="41195"/>
                  <a:pt x="53756" y="41618"/>
                  <a:pt x="53910" y="42105"/>
                </a:cubicBezTo>
                <a:cubicBezTo>
                  <a:pt x="54063" y="42592"/>
                  <a:pt x="54166" y="43143"/>
                  <a:pt x="54217" y="43758"/>
                </a:cubicBezTo>
                <a:cubicBezTo>
                  <a:pt x="54269" y="44374"/>
                  <a:pt x="54294" y="45143"/>
                  <a:pt x="54294" y="46065"/>
                </a:cubicBezTo>
                <a:cubicBezTo>
                  <a:pt x="54294" y="48065"/>
                  <a:pt x="54063" y="49462"/>
                  <a:pt x="53602" y="50257"/>
                </a:cubicBezTo>
                <a:cubicBezTo>
                  <a:pt x="53141" y="51051"/>
                  <a:pt x="52577" y="51449"/>
                  <a:pt x="51910" y="51449"/>
                </a:cubicBezTo>
                <a:cubicBezTo>
                  <a:pt x="51141" y="51449"/>
                  <a:pt x="50257" y="51026"/>
                  <a:pt x="49257" y="50180"/>
                </a:cubicBezTo>
                <a:cubicBezTo>
                  <a:pt x="48257" y="49334"/>
                  <a:pt x="46988" y="48398"/>
                  <a:pt x="45450" y="47373"/>
                </a:cubicBezTo>
                <a:cubicBezTo>
                  <a:pt x="43912" y="46347"/>
                  <a:pt x="42054" y="45412"/>
                  <a:pt x="39875" y="44566"/>
                </a:cubicBezTo>
                <a:cubicBezTo>
                  <a:pt x="37696" y="43720"/>
                  <a:pt x="35119" y="43297"/>
                  <a:pt x="32146" y="43297"/>
                </a:cubicBezTo>
                <a:cubicBezTo>
                  <a:pt x="26045" y="43297"/>
                  <a:pt x="21366" y="45650"/>
                  <a:pt x="18111" y="50355"/>
                </a:cubicBezTo>
                <a:cubicBezTo>
                  <a:pt x="14855" y="55059"/>
                  <a:pt x="13227" y="61884"/>
                  <a:pt x="13227" y="70828"/>
                </a:cubicBezTo>
                <a:cubicBezTo>
                  <a:pt x="13227" y="75302"/>
                  <a:pt x="13650" y="79222"/>
                  <a:pt x="14496" y="82590"/>
                </a:cubicBezTo>
                <a:cubicBezTo>
                  <a:pt x="15342" y="85958"/>
                  <a:pt x="16586" y="88773"/>
                  <a:pt x="18226" y="91035"/>
                </a:cubicBezTo>
                <a:cubicBezTo>
                  <a:pt x="19867" y="93297"/>
                  <a:pt x="21879" y="94981"/>
                  <a:pt x="24263" y="96087"/>
                </a:cubicBezTo>
                <a:cubicBezTo>
                  <a:pt x="26647" y="97192"/>
                  <a:pt x="29377" y="97745"/>
                  <a:pt x="32453" y="97745"/>
                </a:cubicBezTo>
                <a:cubicBezTo>
                  <a:pt x="35376" y="97745"/>
                  <a:pt x="37939" y="97283"/>
                  <a:pt x="40144" y="96361"/>
                </a:cubicBezTo>
                <a:cubicBezTo>
                  <a:pt x="42348" y="95438"/>
                  <a:pt x="44258" y="94425"/>
                  <a:pt x="45873" y="93323"/>
                </a:cubicBezTo>
                <a:cubicBezTo>
                  <a:pt x="47488" y="92221"/>
                  <a:pt x="48847" y="91221"/>
                  <a:pt x="49949" y="90324"/>
                </a:cubicBezTo>
                <a:cubicBezTo>
                  <a:pt x="51051" y="89426"/>
                  <a:pt x="51910" y="88978"/>
                  <a:pt x="52525" y="88978"/>
                </a:cubicBezTo>
                <a:cubicBezTo>
                  <a:pt x="52884" y="88978"/>
                  <a:pt x="53192" y="89080"/>
                  <a:pt x="53448" y="89285"/>
                </a:cubicBezTo>
                <a:cubicBezTo>
                  <a:pt x="53705" y="89490"/>
                  <a:pt x="53922" y="89837"/>
                  <a:pt x="54102" y="90324"/>
                </a:cubicBezTo>
                <a:cubicBezTo>
                  <a:pt x="54281" y="90811"/>
                  <a:pt x="54409" y="91426"/>
                  <a:pt x="54486" y="92169"/>
                </a:cubicBezTo>
                <a:cubicBezTo>
                  <a:pt x="54563" y="92913"/>
                  <a:pt x="54602" y="93797"/>
                  <a:pt x="54602" y="94822"/>
                </a:cubicBezTo>
                <a:close/>
                <a:moveTo>
                  <a:pt x="123544" y="105358"/>
                </a:moveTo>
                <a:cubicBezTo>
                  <a:pt x="123544" y="105974"/>
                  <a:pt x="123339" y="106435"/>
                  <a:pt x="122929" y="106743"/>
                </a:cubicBezTo>
                <a:cubicBezTo>
                  <a:pt x="122518" y="107050"/>
                  <a:pt x="121954" y="107281"/>
                  <a:pt x="121237" y="107435"/>
                </a:cubicBezTo>
                <a:cubicBezTo>
                  <a:pt x="120519" y="107589"/>
                  <a:pt x="119468" y="107665"/>
                  <a:pt x="118084" y="107665"/>
                </a:cubicBezTo>
                <a:cubicBezTo>
                  <a:pt x="116751" y="107665"/>
                  <a:pt x="115687" y="107589"/>
                  <a:pt x="114892" y="107435"/>
                </a:cubicBezTo>
                <a:cubicBezTo>
                  <a:pt x="114097" y="107281"/>
                  <a:pt x="113521" y="107050"/>
                  <a:pt x="113162" y="106743"/>
                </a:cubicBezTo>
                <a:cubicBezTo>
                  <a:pt x="112803" y="106435"/>
                  <a:pt x="112623" y="105974"/>
                  <a:pt x="112623" y="105358"/>
                </a:cubicBezTo>
                <a:lnTo>
                  <a:pt x="112623" y="98437"/>
                </a:lnTo>
                <a:cubicBezTo>
                  <a:pt x="109599" y="101667"/>
                  <a:pt x="106228" y="104192"/>
                  <a:pt x="102511" y="106012"/>
                </a:cubicBezTo>
                <a:cubicBezTo>
                  <a:pt x="98794" y="107832"/>
                  <a:pt x="94859" y="108742"/>
                  <a:pt x="90706" y="108742"/>
                </a:cubicBezTo>
                <a:cubicBezTo>
                  <a:pt x="87066" y="108742"/>
                  <a:pt x="83772" y="108266"/>
                  <a:pt x="80824" y="107315"/>
                </a:cubicBezTo>
                <a:cubicBezTo>
                  <a:pt x="77876" y="106363"/>
                  <a:pt x="75364" y="104987"/>
                  <a:pt x="73287" y="103186"/>
                </a:cubicBezTo>
                <a:cubicBezTo>
                  <a:pt x="71211" y="101385"/>
                  <a:pt x="69596" y="99173"/>
                  <a:pt x="68442" y="96550"/>
                </a:cubicBezTo>
                <a:cubicBezTo>
                  <a:pt x="67289" y="93926"/>
                  <a:pt x="66712" y="90941"/>
                  <a:pt x="66712" y="87596"/>
                </a:cubicBezTo>
                <a:cubicBezTo>
                  <a:pt x="66712" y="83687"/>
                  <a:pt x="67507" y="80292"/>
                  <a:pt x="69096" y="77411"/>
                </a:cubicBezTo>
                <a:cubicBezTo>
                  <a:pt x="70685" y="74529"/>
                  <a:pt x="72967" y="72136"/>
                  <a:pt x="75940" y="70232"/>
                </a:cubicBezTo>
                <a:cubicBezTo>
                  <a:pt x="78914" y="68329"/>
                  <a:pt x="82554" y="66902"/>
                  <a:pt x="86861" y="65950"/>
                </a:cubicBezTo>
                <a:cubicBezTo>
                  <a:pt x="91167" y="64998"/>
                  <a:pt x="96012" y="64522"/>
                  <a:pt x="101395" y="64522"/>
                </a:cubicBezTo>
                <a:lnTo>
                  <a:pt x="110932" y="64522"/>
                </a:lnTo>
                <a:lnTo>
                  <a:pt x="110932" y="59158"/>
                </a:lnTo>
                <a:cubicBezTo>
                  <a:pt x="110932" y="56502"/>
                  <a:pt x="110650" y="54152"/>
                  <a:pt x="110086" y="52110"/>
                </a:cubicBezTo>
                <a:cubicBezTo>
                  <a:pt x="109522" y="50065"/>
                  <a:pt x="108612" y="48366"/>
                  <a:pt x="107356" y="47012"/>
                </a:cubicBezTo>
                <a:cubicBezTo>
                  <a:pt x="106099" y="45658"/>
                  <a:pt x="104472" y="44637"/>
                  <a:pt x="102472" y="43948"/>
                </a:cubicBezTo>
                <a:cubicBezTo>
                  <a:pt x="100473" y="43258"/>
                  <a:pt x="98012" y="42912"/>
                  <a:pt x="95089" y="42912"/>
                </a:cubicBezTo>
                <a:cubicBezTo>
                  <a:pt x="91962" y="42912"/>
                  <a:pt x="89155" y="43280"/>
                  <a:pt x="86668" y="44015"/>
                </a:cubicBezTo>
                <a:cubicBezTo>
                  <a:pt x="84182" y="44751"/>
                  <a:pt x="82003" y="45562"/>
                  <a:pt x="80132" y="46450"/>
                </a:cubicBezTo>
                <a:cubicBezTo>
                  <a:pt x="78260" y="47338"/>
                  <a:pt x="76697" y="48149"/>
                  <a:pt x="75440" y="48884"/>
                </a:cubicBezTo>
                <a:cubicBezTo>
                  <a:pt x="74184" y="49620"/>
                  <a:pt x="73249" y="49988"/>
                  <a:pt x="72633" y="49988"/>
                </a:cubicBezTo>
                <a:cubicBezTo>
                  <a:pt x="72223" y="49988"/>
                  <a:pt x="71864" y="49885"/>
                  <a:pt x="71557" y="49680"/>
                </a:cubicBezTo>
                <a:cubicBezTo>
                  <a:pt x="71249" y="49475"/>
                  <a:pt x="70980" y="49167"/>
                  <a:pt x="70749" y="48757"/>
                </a:cubicBezTo>
                <a:cubicBezTo>
                  <a:pt x="70519" y="48347"/>
                  <a:pt x="70352" y="47821"/>
                  <a:pt x="70249" y="47181"/>
                </a:cubicBezTo>
                <a:cubicBezTo>
                  <a:pt x="70147" y="46540"/>
                  <a:pt x="70096" y="45835"/>
                  <a:pt x="70096" y="45066"/>
                </a:cubicBezTo>
                <a:cubicBezTo>
                  <a:pt x="70096" y="43784"/>
                  <a:pt x="70185" y="42771"/>
                  <a:pt x="70365" y="42028"/>
                </a:cubicBezTo>
                <a:cubicBezTo>
                  <a:pt x="70544" y="41285"/>
                  <a:pt x="70980" y="40580"/>
                  <a:pt x="71672" y="39913"/>
                </a:cubicBezTo>
                <a:cubicBezTo>
                  <a:pt x="72364" y="39247"/>
                  <a:pt x="73556" y="38470"/>
                  <a:pt x="75248" y="37584"/>
                </a:cubicBezTo>
                <a:cubicBezTo>
                  <a:pt x="76940" y="36697"/>
                  <a:pt x="78888" y="35886"/>
                  <a:pt x="81093" y="35152"/>
                </a:cubicBezTo>
                <a:cubicBezTo>
                  <a:pt x="83297" y="34418"/>
                  <a:pt x="85707" y="33811"/>
                  <a:pt x="88322" y="33331"/>
                </a:cubicBezTo>
                <a:cubicBezTo>
                  <a:pt x="90937" y="32848"/>
                  <a:pt x="93577" y="32607"/>
                  <a:pt x="96243" y="32607"/>
                </a:cubicBezTo>
                <a:cubicBezTo>
                  <a:pt x="101216" y="32607"/>
                  <a:pt x="105446" y="33171"/>
                  <a:pt x="108932" y="34299"/>
                </a:cubicBezTo>
                <a:cubicBezTo>
                  <a:pt x="112418" y="35427"/>
                  <a:pt x="115238" y="37080"/>
                  <a:pt x="117391" y="39259"/>
                </a:cubicBezTo>
                <a:cubicBezTo>
                  <a:pt x="119545" y="41438"/>
                  <a:pt x="121109" y="44143"/>
                  <a:pt x="122083" y="47373"/>
                </a:cubicBezTo>
                <a:cubicBezTo>
                  <a:pt x="123057" y="50603"/>
                  <a:pt x="123544" y="54371"/>
                  <a:pt x="123544" y="58678"/>
                </a:cubicBezTo>
                <a:lnTo>
                  <a:pt x="123544" y="105358"/>
                </a:lnTo>
                <a:moveTo>
                  <a:pt x="110932" y="73674"/>
                </a:moveTo>
                <a:lnTo>
                  <a:pt x="100088" y="73674"/>
                </a:lnTo>
                <a:cubicBezTo>
                  <a:pt x="96602" y="73674"/>
                  <a:pt x="93577" y="73971"/>
                  <a:pt x="91013" y="74566"/>
                </a:cubicBezTo>
                <a:cubicBezTo>
                  <a:pt x="88450" y="75158"/>
                  <a:pt x="86322" y="76035"/>
                  <a:pt x="84630" y="77195"/>
                </a:cubicBezTo>
                <a:cubicBezTo>
                  <a:pt x="82939" y="78355"/>
                  <a:pt x="81695" y="79748"/>
                  <a:pt x="80901" y="81374"/>
                </a:cubicBezTo>
                <a:cubicBezTo>
                  <a:pt x="80106" y="82999"/>
                  <a:pt x="79709" y="84868"/>
                  <a:pt x="79709" y="86983"/>
                </a:cubicBezTo>
                <a:cubicBezTo>
                  <a:pt x="79709" y="90594"/>
                  <a:pt x="80849" y="93470"/>
                  <a:pt x="83131" y="95611"/>
                </a:cubicBezTo>
                <a:cubicBezTo>
                  <a:pt x="85412" y="97751"/>
                  <a:pt x="88604" y="98821"/>
                  <a:pt x="92705" y="98821"/>
                </a:cubicBezTo>
                <a:cubicBezTo>
                  <a:pt x="96038" y="98821"/>
                  <a:pt x="99127" y="97971"/>
                  <a:pt x="101972" y="96269"/>
                </a:cubicBezTo>
                <a:cubicBezTo>
                  <a:pt x="104818" y="94566"/>
                  <a:pt x="107804" y="91961"/>
                  <a:pt x="110932" y="88454"/>
                </a:cubicBezTo>
                <a:lnTo>
                  <a:pt x="110932" y="73674"/>
                </a:lnTo>
                <a:close/>
                <a:moveTo>
                  <a:pt x="159472" y="105279"/>
                </a:moveTo>
                <a:cubicBezTo>
                  <a:pt x="159472" y="105689"/>
                  <a:pt x="159369" y="106036"/>
                  <a:pt x="159164" y="106320"/>
                </a:cubicBezTo>
                <a:cubicBezTo>
                  <a:pt x="158959" y="106602"/>
                  <a:pt x="158626" y="106845"/>
                  <a:pt x="158164" y="107050"/>
                </a:cubicBezTo>
                <a:cubicBezTo>
                  <a:pt x="157703" y="107255"/>
                  <a:pt x="157062" y="107409"/>
                  <a:pt x="156242" y="107512"/>
                </a:cubicBezTo>
                <a:cubicBezTo>
                  <a:pt x="155421" y="107614"/>
                  <a:pt x="154370" y="107665"/>
                  <a:pt x="153089" y="107665"/>
                </a:cubicBezTo>
                <a:cubicBezTo>
                  <a:pt x="151858" y="107665"/>
                  <a:pt x="150833" y="107614"/>
                  <a:pt x="150012" y="107512"/>
                </a:cubicBezTo>
                <a:cubicBezTo>
                  <a:pt x="149192" y="107409"/>
                  <a:pt x="148538" y="107255"/>
                  <a:pt x="148051" y="107050"/>
                </a:cubicBezTo>
                <a:cubicBezTo>
                  <a:pt x="147564" y="106845"/>
                  <a:pt x="147231" y="106602"/>
                  <a:pt x="147052" y="106320"/>
                </a:cubicBezTo>
                <a:cubicBezTo>
                  <a:pt x="146872" y="106036"/>
                  <a:pt x="146782" y="105689"/>
                  <a:pt x="146782" y="105279"/>
                </a:cubicBezTo>
                <a:lnTo>
                  <a:pt x="146782" y="2463"/>
                </a:lnTo>
                <a:cubicBezTo>
                  <a:pt x="146782" y="2053"/>
                  <a:pt x="146872" y="1694"/>
                  <a:pt x="147052" y="1387"/>
                </a:cubicBezTo>
                <a:cubicBezTo>
                  <a:pt x="147231" y="1077"/>
                  <a:pt x="147564" y="820"/>
                  <a:pt x="148051" y="615"/>
                </a:cubicBezTo>
                <a:cubicBezTo>
                  <a:pt x="148538" y="410"/>
                  <a:pt x="149192" y="256"/>
                  <a:pt x="150012" y="154"/>
                </a:cubicBezTo>
                <a:cubicBezTo>
                  <a:pt x="150833" y="51"/>
                  <a:pt x="151858" y="0"/>
                  <a:pt x="153089" y="0"/>
                </a:cubicBezTo>
                <a:cubicBezTo>
                  <a:pt x="154370" y="0"/>
                  <a:pt x="155421" y="51"/>
                  <a:pt x="156242" y="154"/>
                </a:cubicBezTo>
                <a:cubicBezTo>
                  <a:pt x="157062" y="256"/>
                  <a:pt x="157703" y="410"/>
                  <a:pt x="158164" y="615"/>
                </a:cubicBezTo>
                <a:cubicBezTo>
                  <a:pt x="158626" y="820"/>
                  <a:pt x="158959" y="1077"/>
                  <a:pt x="159164" y="1387"/>
                </a:cubicBezTo>
                <a:cubicBezTo>
                  <a:pt x="159369" y="1694"/>
                  <a:pt x="159472" y="2053"/>
                  <a:pt x="159472" y="2463"/>
                </a:cubicBezTo>
                <a:lnTo>
                  <a:pt x="159472" y="105279"/>
                </a:lnTo>
                <a:close/>
                <a:moveTo>
                  <a:pt x="195476" y="105279"/>
                </a:moveTo>
                <a:cubicBezTo>
                  <a:pt x="195476" y="105689"/>
                  <a:pt x="195374" y="106036"/>
                  <a:pt x="195169" y="106320"/>
                </a:cubicBezTo>
                <a:cubicBezTo>
                  <a:pt x="194964" y="106602"/>
                  <a:pt x="194630" y="106845"/>
                  <a:pt x="194169" y="107050"/>
                </a:cubicBezTo>
                <a:cubicBezTo>
                  <a:pt x="193708" y="107255"/>
                  <a:pt x="193067" y="107409"/>
                  <a:pt x="192246" y="107512"/>
                </a:cubicBezTo>
                <a:cubicBezTo>
                  <a:pt x="191426" y="107614"/>
                  <a:pt x="190375" y="107665"/>
                  <a:pt x="189093" y="107665"/>
                </a:cubicBezTo>
                <a:cubicBezTo>
                  <a:pt x="187863" y="107665"/>
                  <a:pt x="186837" y="107614"/>
                  <a:pt x="186017" y="107512"/>
                </a:cubicBezTo>
                <a:cubicBezTo>
                  <a:pt x="185197" y="107409"/>
                  <a:pt x="184543" y="107255"/>
                  <a:pt x="184056" y="107050"/>
                </a:cubicBezTo>
                <a:cubicBezTo>
                  <a:pt x="183569" y="106845"/>
                  <a:pt x="183236" y="106602"/>
                  <a:pt x="183056" y="106320"/>
                </a:cubicBezTo>
                <a:cubicBezTo>
                  <a:pt x="182877" y="106036"/>
                  <a:pt x="182787" y="105689"/>
                  <a:pt x="182787" y="105279"/>
                </a:cubicBezTo>
                <a:lnTo>
                  <a:pt x="182787" y="2463"/>
                </a:lnTo>
                <a:cubicBezTo>
                  <a:pt x="182787" y="2053"/>
                  <a:pt x="182877" y="1694"/>
                  <a:pt x="183056" y="1387"/>
                </a:cubicBezTo>
                <a:cubicBezTo>
                  <a:pt x="183236" y="1077"/>
                  <a:pt x="183569" y="820"/>
                  <a:pt x="184056" y="615"/>
                </a:cubicBezTo>
                <a:cubicBezTo>
                  <a:pt x="184543" y="410"/>
                  <a:pt x="185197" y="256"/>
                  <a:pt x="186017" y="154"/>
                </a:cubicBezTo>
                <a:cubicBezTo>
                  <a:pt x="186837" y="51"/>
                  <a:pt x="187863" y="0"/>
                  <a:pt x="189093" y="0"/>
                </a:cubicBezTo>
                <a:cubicBezTo>
                  <a:pt x="190375" y="0"/>
                  <a:pt x="191426" y="51"/>
                  <a:pt x="192246" y="154"/>
                </a:cubicBezTo>
                <a:cubicBezTo>
                  <a:pt x="193067" y="256"/>
                  <a:pt x="193708" y="410"/>
                  <a:pt x="194169" y="615"/>
                </a:cubicBezTo>
                <a:cubicBezTo>
                  <a:pt x="194630" y="820"/>
                  <a:pt x="194964" y="1077"/>
                  <a:pt x="195169" y="1387"/>
                </a:cubicBezTo>
                <a:cubicBezTo>
                  <a:pt x="195374" y="1694"/>
                  <a:pt x="195476" y="2053"/>
                  <a:pt x="195476" y="2463"/>
                </a:cubicBezTo>
                <a:lnTo>
                  <a:pt x="195476" y="105279"/>
                </a:lnTo>
                <a:close/>
                <a:moveTo>
                  <a:pt x="235172" y="98860"/>
                </a:moveTo>
                <a:cubicBezTo>
                  <a:pt x="235172" y="102516"/>
                  <a:pt x="234570" y="104949"/>
                  <a:pt x="233365" y="106159"/>
                </a:cubicBezTo>
                <a:cubicBezTo>
                  <a:pt x="232160" y="107368"/>
                  <a:pt x="229969" y="107973"/>
                  <a:pt x="226790" y="107973"/>
                </a:cubicBezTo>
                <a:cubicBezTo>
                  <a:pt x="223714" y="107973"/>
                  <a:pt x="221586" y="107381"/>
                  <a:pt x="220407" y="106197"/>
                </a:cubicBezTo>
                <a:cubicBezTo>
                  <a:pt x="219228" y="105013"/>
                  <a:pt x="218638" y="102644"/>
                  <a:pt x="218638" y="99091"/>
                </a:cubicBezTo>
                <a:cubicBezTo>
                  <a:pt x="218638" y="95435"/>
                  <a:pt x="219241" y="93002"/>
                  <a:pt x="220445" y="91792"/>
                </a:cubicBezTo>
                <a:cubicBezTo>
                  <a:pt x="221650" y="90582"/>
                  <a:pt x="223842" y="89978"/>
                  <a:pt x="227021" y="89978"/>
                </a:cubicBezTo>
                <a:cubicBezTo>
                  <a:pt x="230097" y="89978"/>
                  <a:pt x="232225" y="90570"/>
                  <a:pt x="233404" y="91754"/>
                </a:cubicBezTo>
                <a:cubicBezTo>
                  <a:pt x="234583" y="92938"/>
                  <a:pt x="235172" y="95306"/>
                  <a:pt x="235172" y="98860"/>
                </a:cubicBezTo>
                <a:close/>
                <a:moveTo>
                  <a:pt x="310559" y="105358"/>
                </a:moveTo>
                <a:cubicBezTo>
                  <a:pt x="310559" y="105974"/>
                  <a:pt x="310354" y="106435"/>
                  <a:pt x="309943" y="106743"/>
                </a:cubicBezTo>
                <a:cubicBezTo>
                  <a:pt x="309533" y="107050"/>
                  <a:pt x="308969" y="107281"/>
                  <a:pt x="308251" y="107435"/>
                </a:cubicBezTo>
                <a:cubicBezTo>
                  <a:pt x="307534" y="107589"/>
                  <a:pt x="306483" y="107665"/>
                  <a:pt x="305098" y="107665"/>
                </a:cubicBezTo>
                <a:cubicBezTo>
                  <a:pt x="303765" y="107665"/>
                  <a:pt x="302702" y="107589"/>
                  <a:pt x="301907" y="107435"/>
                </a:cubicBezTo>
                <a:cubicBezTo>
                  <a:pt x="301112" y="107281"/>
                  <a:pt x="300535" y="107050"/>
                  <a:pt x="300177" y="106743"/>
                </a:cubicBezTo>
                <a:cubicBezTo>
                  <a:pt x="299818" y="106435"/>
                  <a:pt x="299638" y="105974"/>
                  <a:pt x="299638" y="105358"/>
                </a:cubicBezTo>
                <a:lnTo>
                  <a:pt x="299638" y="98437"/>
                </a:lnTo>
                <a:cubicBezTo>
                  <a:pt x="296613" y="101667"/>
                  <a:pt x="293242" y="104192"/>
                  <a:pt x="289525" y="106012"/>
                </a:cubicBezTo>
                <a:cubicBezTo>
                  <a:pt x="285808" y="107832"/>
                  <a:pt x="281873" y="108742"/>
                  <a:pt x="277721" y="108742"/>
                </a:cubicBezTo>
                <a:cubicBezTo>
                  <a:pt x="274081" y="108742"/>
                  <a:pt x="270786" y="108266"/>
                  <a:pt x="267839" y="107315"/>
                </a:cubicBezTo>
                <a:cubicBezTo>
                  <a:pt x="264891" y="106363"/>
                  <a:pt x="262378" y="104987"/>
                  <a:pt x="260302" y="103186"/>
                </a:cubicBezTo>
                <a:cubicBezTo>
                  <a:pt x="258226" y="101385"/>
                  <a:pt x="256611" y="99173"/>
                  <a:pt x="255457" y="96550"/>
                </a:cubicBezTo>
                <a:cubicBezTo>
                  <a:pt x="254303" y="93926"/>
                  <a:pt x="253727" y="90941"/>
                  <a:pt x="253727" y="87596"/>
                </a:cubicBezTo>
                <a:cubicBezTo>
                  <a:pt x="253727" y="83687"/>
                  <a:pt x="254521" y="80292"/>
                  <a:pt x="256111" y="77411"/>
                </a:cubicBezTo>
                <a:cubicBezTo>
                  <a:pt x="257700" y="74529"/>
                  <a:pt x="259981" y="72136"/>
                  <a:pt x="262955" y="70232"/>
                </a:cubicBezTo>
                <a:cubicBezTo>
                  <a:pt x="265929" y="68329"/>
                  <a:pt x="269569" y="66902"/>
                  <a:pt x="273875" y="65950"/>
                </a:cubicBezTo>
                <a:cubicBezTo>
                  <a:pt x="278182" y="64998"/>
                  <a:pt x="283027" y="64522"/>
                  <a:pt x="288410" y="64522"/>
                </a:cubicBezTo>
                <a:lnTo>
                  <a:pt x="297946" y="64522"/>
                </a:lnTo>
                <a:lnTo>
                  <a:pt x="297946" y="59158"/>
                </a:lnTo>
                <a:cubicBezTo>
                  <a:pt x="297946" y="56502"/>
                  <a:pt x="297664" y="54152"/>
                  <a:pt x="297100" y="52110"/>
                </a:cubicBezTo>
                <a:cubicBezTo>
                  <a:pt x="296536" y="50065"/>
                  <a:pt x="295626" y="48366"/>
                  <a:pt x="294370" y="47012"/>
                </a:cubicBezTo>
                <a:cubicBezTo>
                  <a:pt x="293114" y="45658"/>
                  <a:pt x="291486" y="44637"/>
                  <a:pt x="289487" y="43948"/>
                </a:cubicBezTo>
                <a:cubicBezTo>
                  <a:pt x="287487" y="43258"/>
                  <a:pt x="285027" y="42912"/>
                  <a:pt x="282104" y="42912"/>
                </a:cubicBezTo>
                <a:cubicBezTo>
                  <a:pt x="278977" y="42912"/>
                  <a:pt x="276170" y="43280"/>
                  <a:pt x="273683" y="44015"/>
                </a:cubicBezTo>
                <a:cubicBezTo>
                  <a:pt x="271197" y="44751"/>
                  <a:pt x="269018" y="45562"/>
                  <a:pt x="267146" y="46450"/>
                </a:cubicBezTo>
                <a:cubicBezTo>
                  <a:pt x="265275" y="47338"/>
                  <a:pt x="263711" y="48149"/>
                  <a:pt x="262455" y="48884"/>
                </a:cubicBezTo>
                <a:cubicBezTo>
                  <a:pt x="261199" y="49620"/>
                  <a:pt x="260263" y="49988"/>
                  <a:pt x="259648" y="49988"/>
                </a:cubicBezTo>
                <a:cubicBezTo>
                  <a:pt x="259238" y="49988"/>
                  <a:pt x="258879" y="49885"/>
                  <a:pt x="258572" y="49680"/>
                </a:cubicBezTo>
                <a:cubicBezTo>
                  <a:pt x="258264" y="49475"/>
                  <a:pt x="257995" y="49167"/>
                  <a:pt x="257764" y="48757"/>
                </a:cubicBezTo>
                <a:cubicBezTo>
                  <a:pt x="257533" y="48347"/>
                  <a:pt x="257367" y="47821"/>
                  <a:pt x="257264" y="47181"/>
                </a:cubicBezTo>
                <a:cubicBezTo>
                  <a:pt x="257162" y="46540"/>
                  <a:pt x="257110" y="45835"/>
                  <a:pt x="257110" y="45066"/>
                </a:cubicBezTo>
                <a:cubicBezTo>
                  <a:pt x="257110" y="43784"/>
                  <a:pt x="257200" y="42771"/>
                  <a:pt x="257380" y="42028"/>
                </a:cubicBezTo>
                <a:cubicBezTo>
                  <a:pt x="257559" y="41285"/>
                  <a:pt x="257995" y="40580"/>
                  <a:pt x="258687" y="39913"/>
                </a:cubicBezTo>
                <a:cubicBezTo>
                  <a:pt x="259379" y="39247"/>
                  <a:pt x="260571" y="38470"/>
                  <a:pt x="262263" y="37584"/>
                </a:cubicBezTo>
                <a:cubicBezTo>
                  <a:pt x="263955" y="36697"/>
                  <a:pt x="265903" y="35886"/>
                  <a:pt x="268108" y="35152"/>
                </a:cubicBezTo>
                <a:cubicBezTo>
                  <a:pt x="270312" y="34418"/>
                  <a:pt x="272722" y="33811"/>
                  <a:pt x="275337" y="33331"/>
                </a:cubicBezTo>
                <a:cubicBezTo>
                  <a:pt x="277951" y="32848"/>
                  <a:pt x="280592" y="32607"/>
                  <a:pt x="283258" y="32607"/>
                </a:cubicBezTo>
                <a:cubicBezTo>
                  <a:pt x="288231" y="32607"/>
                  <a:pt x="292461" y="33171"/>
                  <a:pt x="295947" y="34299"/>
                </a:cubicBezTo>
                <a:cubicBezTo>
                  <a:pt x="299433" y="35427"/>
                  <a:pt x="302253" y="37080"/>
                  <a:pt x="304406" y="39259"/>
                </a:cubicBezTo>
                <a:cubicBezTo>
                  <a:pt x="306560" y="41438"/>
                  <a:pt x="308123" y="44143"/>
                  <a:pt x="309097" y="47373"/>
                </a:cubicBezTo>
                <a:cubicBezTo>
                  <a:pt x="310072" y="50603"/>
                  <a:pt x="310559" y="54371"/>
                  <a:pt x="310559" y="58678"/>
                </a:cubicBezTo>
                <a:lnTo>
                  <a:pt x="310559" y="105358"/>
                </a:lnTo>
                <a:moveTo>
                  <a:pt x="297946" y="73674"/>
                </a:moveTo>
                <a:lnTo>
                  <a:pt x="287103" y="73674"/>
                </a:lnTo>
                <a:cubicBezTo>
                  <a:pt x="283617" y="73674"/>
                  <a:pt x="280592" y="73971"/>
                  <a:pt x="278028" y="74566"/>
                </a:cubicBezTo>
                <a:cubicBezTo>
                  <a:pt x="275465" y="75158"/>
                  <a:pt x="273337" y="76035"/>
                  <a:pt x="271645" y="77195"/>
                </a:cubicBezTo>
                <a:cubicBezTo>
                  <a:pt x="269953" y="78355"/>
                  <a:pt x="268710" y="79748"/>
                  <a:pt x="267915" y="81374"/>
                </a:cubicBezTo>
                <a:cubicBezTo>
                  <a:pt x="267121" y="82999"/>
                  <a:pt x="266723" y="84868"/>
                  <a:pt x="266723" y="86983"/>
                </a:cubicBezTo>
                <a:cubicBezTo>
                  <a:pt x="266723" y="90594"/>
                  <a:pt x="267864" y="93470"/>
                  <a:pt x="270146" y="95611"/>
                </a:cubicBezTo>
                <a:cubicBezTo>
                  <a:pt x="272427" y="97751"/>
                  <a:pt x="275619" y="98821"/>
                  <a:pt x="279720" y="98821"/>
                </a:cubicBezTo>
                <a:cubicBezTo>
                  <a:pt x="283053" y="98821"/>
                  <a:pt x="286142" y="97971"/>
                  <a:pt x="288987" y="96269"/>
                </a:cubicBezTo>
                <a:cubicBezTo>
                  <a:pt x="291833" y="94566"/>
                  <a:pt x="294819" y="91961"/>
                  <a:pt x="297946" y="88454"/>
                </a:cubicBezTo>
                <a:lnTo>
                  <a:pt x="297946" y="73674"/>
                </a:lnTo>
                <a:close/>
                <a:moveTo>
                  <a:pt x="374249" y="40605"/>
                </a:moveTo>
                <a:cubicBezTo>
                  <a:pt x="374249" y="41733"/>
                  <a:pt x="374223" y="42682"/>
                  <a:pt x="374172" y="43451"/>
                </a:cubicBezTo>
                <a:cubicBezTo>
                  <a:pt x="374121" y="44220"/>
                  <a:pt x="374018" y="44822"/>
                  <a:pt x="373864" y="45258"/>
                </a:cubicBezTo>
                <a:cubicBezTo>
                  <a:pt x="373711" y="45694"/>
                  <a:pt x="373518" y="46027"/>
                  <a:pt x="373288" y="46258"/>
                </a:cubicBezTo>
                <a:cubicBezTo>
                  <a:pt x="373057" y="46488"/>
                  <a:pt x="372736" y="46604"/>
                  <a:pt x="372326" y="46604"/>
                </a:cubicBezTo>
                <a:cubicBezTo>
                  <a:pt x="371916" y="46604"/>
                  <a:pt x="371416" y="46488"/>
                  <a:pt x="370827" y="46258"/>
                </a:cubicBezTo>
                <a:cubicBezTo>
                  <a:pt x="370237" y="46027"/>
                  <a:pt x="369571" y="45796"/>
                  <a:pt x="368827" y="45566"/>
                </a:cubicBezTo>
                <a:cubicBezTo>
                  <a:pt x="368084" y="45335"/>
                  <a:pt x="367251" y="45117"/>
                  <a:pt x="366328" y="44912"/>
                </a:cubicBezTo>
                <a:cubicBezTo>
                  <a:pt x="365405" y="44707"/>
                  <a:pt x="364405" y="44604"/>
                  <a:pt x="363329" y="44604"/>
                </a:cubicBezTo>
                <a:cubicBezTo>
                  <a:pt x="362047" y="44604"/>
                  <a:pt x="360791" y="44861"/>
                  <a:pt x="359560" y="45373"/>
                </a:cubicBezTo>
                <a:cubicBezTo>
                  <a:pt x="358330" y="45886"/>
                  <a:pt x="357035" y="46732"/>
                  <a:pt x="355677" y="47911"/>
                </a:cubicBezTo>
                <a:cubicBezTo>
                  <a:pt x="354318" y="49090"/>
                  <a:pt x="352895" y="50654"/>
                  <a:pt x="351408" y="52602"/>
                </a:cubicBezTo>
                <a:cubicBezTo>
                  <a:pt x="349922" y="54550"/>
                  <a:pt x="348281" y="56934"/>
                  <a:pt x="346487" y="59754"/>
                </a:cubicBezTo>
                <a:lnTo>
                  <a:pt x="346487" y="105281"/>
                </a:lnTo>
                <a:cubicBezTo>
                  <a:pt x="346487" y="105692"/>
                  <a:pt x="346384" y="106038"/>
                  <a:pt x="346179" y="106320"/>
                </a:cubicBezTo>
                <a:cubicBezTo>
                  <a:pt x="345974" y="106602"/>
                  <a:pt x="345641" y="106845"/>
                  <a:pt x="345179" y="107050"/>
                </a:cubicBezTo>
                <a:cubicBezTo>
                  <a:pt x="344718" y="107255"/>
                  <a:pt x="344077" y="107409"/>
                  <a:pt x="343257" y="107512"/>
                </a:cubicBezTo>
                <a:cubicBezTo>
                  <a:pt x="342436" y="107614"/>
                  <a:pt x="341385" y="107665"/>
                  <a:pt x="340104" y="107665"/>
                </a:cubicBezTo>
                <a:cubicBezTo>
                  <a:pt x="338873" y="107665"/>
                  <a:pt x="337848" y="107614"/>
                  <a:pt x="337027" y="107512"/>
                </a:cubicBezTo>
                <a:cubicBezTo>
                  <a:pt x="336207" y="107409"/>
                  <a:pt x="335553" y="107255"/>
                  <a:pt x="335066" y="107050"/>
                </a:cubicBezTo>
                <a:cubicBezTo>
                  <a:pt x="334579" y="106845"/>
                  <a:pt x="334246" y="106602"/>
                  <a:pt x="334067" y="106320"/>
                </a:cubicBezTo>
                <a:cubicBezTo>
                  <a:pt x="333887" y="106038"/>
                  <a:pt x="333797" y="105692"/>
                  <a:pt x="333797" y="105281"/>
                </a:cubicBezTo>
                <a:lnTo>
                  <a:pt x="333797" y="36068"/>
                </a:lnTo>
                <a:cubicBezTo>
                  <a:pt x="333797" y="35658"/>
                  <a:pt x="333874" y="35312"/>
                  <a:pt x="334028" y="35030"/>
                </a:cubicBezTo>
                <a:cubicBezTo>
                  <a:pt x="334182" y="34748"/>
                  <a:pt x="334490" y="34491"/>
                  <a:pt x="334951" y="34261"/>
                </a:cubicBezTo>
                <a:cubicBezTo>
                  <a:pt x="335412" y="34030"/>
                  <a:pt x="336002" y="33876"/>
                  <a:pt x="336720" y="33799"/>
                </a:cubicBezTo>
                <a:cubicBezTo>
                  <a:pt x="337438" y="33722"/>
                  <a:pt x="338386" y="33684"/>
                  <a:pt x="339565" y="33684"/>
                </a:cubicBezTo>
                <a:cubicBezTo>
                  <a:pt x="340693" y="33684"/>
                  <a:pt x="341629" y="33722"/>
                  <a:pt x="342372" y="33799"/>
                </a:cubicBezTo>
                <a:cubicBezTo>
                  <a:pt x="343116" y="33876"/>
                  <a:pt x="343692" y="34030"/>
                  <a:pt x="344103" y="34261"/>
                </a:cubicBezTo>
                <a:cubicBezTo>
                  <a:pt x="344513" y="34491"/>
                  <a:pt x="344808" y="34748"/>
                  <a:pt x="344987" y="35030"/>
                </a:cubicBezTo>
                <a:cubicBezTo>
                  <a:pt x="345166" y="35312"/>
                  <a:pt x="345256" y="35658"/>
                  <a:pt x="345256" y="36068"/>
                </a:cubicBezTo>
                <a:lnTo>
                  <a:pt x="345256" y="46142"/>
                </a:lnTo>
                <a:cubicBezTo>
                  <a:pt x="347153" y="43374"/>
                  <a:pt x="348935" y="41118"/>
                  <a:pt x="350601" y="39375"/>
                </a:cubicBezTo>
                <a:cubicBezTo>
                  <a:pt x="352267" y="37632"/>
                  <a:pt x="353844" y="36260"/>
                  <a:pt x="355331" y="35260"/>
                </a:cubicBezTo>
                <a:cubicBezTo>
                  <a:pt x="356817" y="34261"/>
                  <a:pt x="358291" y="33569"/>
                  <a:pt x="359753" y="33184"/>
                </a:cubicBezTo>
                <a:cubicBezTo>
                  <a:pt x="361214" y="32800"/>
                  <a:pt x="362688" y="32607"/>
                  <a:pt x="364175" y="32607"/>
                </a:cubicBezTo>
                <a:cubicBezTo>
                  <a:pt x="364841" y="32607"/>
                  <a:pt x="365597" y="32646"/>
                  <a:pt x="366443" y="32723"/>
                </a:cubicBezTo>
                <a:cubicBezTo>
                  <a:pt x="367289" y="32800"/>
                  <a:pt x="368174" y="32940"/>
                  <a:pt x="369096" y="33146"/>
                </a:cubicBezTo>
                <a:cubicBezTo>
                  <a:pt x="370019" y="33351"/>
                  <a:pt x="370852" y="33581"/>
                  <a:pt x="371596" y="33838"/>
                </a:cubicBezTo>
                <a:cubicBezTo>
                  <a:pt x="372339" y="34094"/>
                  <a:pt x="372865" y="34350"/>
                  <a:pt x="373172" y="34607"/>
                </a:cubicBezTo>
                <a:cubicBezTo>
                  <a:pt x="373480" y="34863"/>
                  <a:pt x="373685" y="35107"/>
                  <a:pt x="373788" y="35337"/>
                </a:cubicBezTo>
                <a:cubicBezTo>
                  <a:pt x="373890" y="35568"/>
                  <a:pt x="373980" y="35863"/>
                  <a:pt x="374057" y="36222"/>
                </a:cubicBezTo>
                <a:cubicBezTo>
                  <a:pt x="374134" y="36581"/>
                  <a:pt x="374185" y="37106"/>
                  <a:pt x="374210" y="37798"/>
                </a:cubicBezTo>
                <a:cubicBezTo>
                  <a:pt x="374236" y="38490"/>
                  <a:pt x="374249" y="39426"/>
                  <a:pt x="374249" y="40605"/>
                </a:cubicBezTo>
                <a:close/>
                <a:moveTo>
                  <a:pt x="446534" y="39144"/>
                </a:moveTo>
                <a:cubicBezTo>
                  <a:pt x="446534" y="40938"/>
                  <a:pt x="446290" y="42233"/>
                  <a:pt x="445803" y="43028"/>
                </a:cubicBezTo>
                <a:cubicBezTo>
                  <a:pt x="445316" y="43822"/>
                  <a:pt x="444688" y="44220"/>
                  <a:pt x="443919" y="44220"/>
                </a:cubicBezTo>
                <a:lnTo>
                  <a:pt x="433998" y="44220"/>
                </a:lnTo>
                <a:cubicBezTo>
                  <a:pt x="435793" y="46070"/>
                  <a:pt x="437049" y="48115"/>
                  <a:pt x="437767" y="50353"/>
                </a:cubicBezTo>
                <a:cubicBezTo>
                  <a:pt x="438485" y="52589"/>
                  <a:pt x="438843" y="54916"/>
                  <a:pt x="438843" y="57332"/>
                </a:cubicBezTo>
                <a:cubicBezTo>
                  <a:pt x="438843" y="61324"/>
                  <a:pt x="438203" y="64856"/>
                  <a:pt x="436921" y="67928"/>
                </a:cubicBezTo>
                <a:cubicBezTo>
                  <a:pt x="435639" y="70999"/>
                  <a:pt x="433806" y="73597"/>
                  <a:pt x="431422" y="75721"/>
                </a:cubicBezTo>
                <a:cubicBezTo>
                  <a:pt x="429038" y="77846"/>
                  <a:pt x="426206" y="79471"/>
                  <a:pt x="422924" y="80598"/>
                </a:cubicBezTo>
                <a:cubicBezTo>
                  <a:pt x="419643" y="81724"/>
                  <a:pt x="416003" y="82287"/>
                  <a:pt x="412004" y="82287"/>
                </a:cubicBezTo>
                <a:cubicBezTo>
                  <a:pt x="409184" y="82287"/>
                  <a:pt x="406505" y="81916"/>
                  <a:pt x="403967" y="81174"/>
                </a:cubicBezTo>
                <a:cubicBezTo>
                  <a:pt x="401430" y="80433"/>
                  <a:pt x="399469" y="79499"/>
                  <a:pt x="398084" y="78372"/>
                </a:cubicBezTo>
                <a:cubicBezTo>
                  <a:pt x="397161" y="79295"/>
                  <a:pt x="396405" y="80346"/>
                  <a:pt x="395816" y="81525"/>
                </a:cubicBezTo>
                <a:cubicBezTo>
                  <a:pt x="395226" y="82703"/>
                  <a:pt x="394931" y="84060"/>
                  <a:pt x="394931" y="85596"/>
                </a:cubicBezTo>
                <a:cubicBezTo>
                  <a:pt x="394931" y="87391"/>
                  <a:pt x="395764" y="88878"/>
                  <a:pt x="397431" y="90057"/>
                </a:cubicBezTo>
                <a:cubicBezTo>
                  <a:pt x="399097" y="91234"/>
                  <a:pt x="401314" y="91874"/>
                  <a:pt x="404083" y="91977"/>
                </a:cubicBezTo>
                <a:lnTo>
                  <a:pt x="422155" y="92748"/>
                </a:lnTo>
                <a:cubicBezTo>
                  <a:pt x="425590" y="92851"/>
                  <a:pt x="428743" y="93327"/>
                  <a:pt x="431614" y="94176"/>
                </a:cubicBezTo>
                <a:cubicBezTo>
                  <a:pt x="434486" y="95025"/>
                  <a:pt x="436972" y="96235"/>
                  <a:pt x="439074" y="97805"/>
                </a:cubicBezTo>
                <a:cubicBezTo>
                  <a:pt x="441176" y="99373"/>
                  <a:pt x="442817" y="101302"/>
                  <a:pt x="443996" y="103592"/>
                </a:cubicBezTo>
                <a:cubicBezTo>
                  <a:pt x="445175" y="105881"/>
                  <a:pt x="445765" y="108544"/>
                  <a:pt x="445765" y="111580"/>
                </a:cubicBezTo>
                <a:cubicBezTo>
                  <a:pt x="445765" y="114770"/>
                  <a:pt x="445098" y="117806"/>
                  <a:pt x="443765" y="120686"/>
                </a:cubicBezTo>
                <a:cubicBezTo>
                  <a:pt x="442432" y="123569"/>
                  <a:pt x="440394" y="126102"/>
                  <a:pt x="437651" y="128288"/>
                </a:cubicBezTo>
                <a:cubicBezTo>
                  <a:pt x="434908" y="130475"/>
                  <a:pt x="431409" y="132199"/>
                  <a:pt x="427154" y="133459"/>
                </a:cubicBezTo>
                <a:cubicBezTo>
                  <a:pt x="422899" y="134720"/>
                  <a:pt x="417874" y="135351"/>
                  <a:pt x="412081" y="135351"/>
                </a:cubicBezTo>
                <a:cubicBezTo>
                  <a:pt x="406492" y="135351"/>
                  <a:pt x="401737" y="134876"/>
                  <a:pt x="397815" y="133926"/>
                </a:cubicBezTo>
                <a:cubicBezTo>
                  <a:pt x="393893" y="132977"/>
                  <a:pt x="390676" y="131682"/>
                  <a:pt x="388164" y="130040"/>
                </a:cubicBezTo>
                <a:cubicBezTo>
                  <a:pt x="385652" y="128399"/>
                  <a:pt x="383831" y="126437"/>
                  <a:pt x="382704" y="124154"/>
                </a:cubicBezTo>
                <a:cubicBezTo>
                  <a:pt x="381576" y="121871"/>
                  <a:pt x="381012" y="119395"/>
                  <a:pt x="381012" y="116726"/>
                </a:cubicBezTo>
                <a:cubicBezTo>
                  <a:pt x="381012" y="115034"/>
                  <a:pt x="381217" y="113392"/>
                  <a:pt x="381627" y="111801"/>
                </a:cubicBezTo>
                <a:cubicBezTo>
                  <a:pt x="382037" y="110210"/>
                  <a:pt x="382665" y="108696"/>
                  <a:pt x="383511" y="107259"/>
                </a:cubicBezTo>
                <a:cubicBezTo>
                  <a:pt x="384357" y="105824"/>
                  <a:pt x="385408" y="104452"/>
                  <a:pt x="386664" y="103145"/>
                </a:cubicBezTo>
                <a:cubicBezTo>
                  <a:pt x="387920" y="101836"/>
                  <a:pt x="389369" y="100540"/>
                  <a:pt x="391009" y="99256"/>
                </a:cubicBezTo>
                <a:cubicBezTo>
                  <a:pt x="388497" y="97970"/>
                  <a:pt x="386638" y="96349"/>
                  <a:pt x="385434" y="94392"/>
                </a:cubicBezTo>
                <a:cubicBezTo>
                  <a:pt x="384229" y="92434"/>
                  <a:pt x="383626" y="90323"/>
                  <a:pt x="383626" y="88057"/>
                </a:cubicBezTo>
                <a:cubicBezTo>
                  <a:pt x="383626" y="84917"/>
                  <a:pt x="384267" y="82111"/>
                  <a:pt x="385549" y="79639"/>
                </a:cubicBezTo>
                <a:cubicBezTo>
                  <a:pt x="386831" y="77167"/>
                  <a:pt x="388420" y="74952"/>
                  <a:pt x="390317" y="72996"/>
                </a:cubicBezTo>
                <a:cubicBezTo>
                  <a:pt x="388728" y="71102"/>
                  <a:pt x="387472" y="68965"/>
                  <a:pt x="386549" y="66584"/>
                </a:cubicBezTo>
                <a:cubicBezTo>
                  <a:pt x="385626" y="64204"/>
                  <a:pt x="385164" y="61324"/>
                  <a:pt x="385164" y="57947"/>
                </a:cubicBezTo>
                <a:cubicBezTo>
                  <a:pt x="385164" y="54006"/>
                  <a:pt x="385831" y="50474"/>
                  <a:pt x="387164" y="47351"/>
                </a:cubicBezTo>
                <a:cubicBezTo>
                  <a:pt x="388497" y="44229"/>
                  <a:pt x="390343" y="41592"/>
                  <a:pt x="392701" y="39442"/>
                </a:cubicBezTo>
                <a:cubicBezTo>
                  <a:pt x="395059" y="37292"/>
                  <a:pt x="397892" y="35641"/>
                  <a:pt x="401199" y="34489"/>
                </a:cubicBezTo>
                <a:cubicBezTo>
                  <a:pt x="404506" y="33337"/>
                  <a:pt x="408107" y="32761"/>
                  <a:pt x="412004" y="32761"/>
                </a:cubicBezTo>
                <a:cubicBezTo>
                  <a:pt x="414106" y="32761"/>
                  <a:pt x="416067" y="32870"/>
                  <a:pt x="417887" y="33088"/>
                </a:cubicBezTo>
                <a:cubicBezTo>
                  <a:pt x="419707" y="33304"/>
                  <a:pt x="421412" y="33605"/>
                  <a:pt x="423001" y="33992"/>
                </a:cubicBezTo>
                <a:lnTo>
                  <a:pt x="443919" y="33992"/>
                </a:lnTo>
                <a:cubicBezTo>
                  <a:pt x="444791" y="33992"/>
                  <a:pt x="445444" y="34414"/>
                  <a:pt x="445880" y="35260"/>
                </a:cubicBezTo>
                <a:cubicBezTo>
                  <a:pt x="446316" y="36106"/>
                  <a:pt x="446534" y="37401"/>
                  <a:pt x="446534" y="39144"/>
                </a:cubicBezTo>
                <a:moveTo>
                  <a:pt x="426693" y="57409"/>
                </a:moveTo>
                <a:cubicBezTo>
                  <a:pt x="426693" y="52705"/>
                  <a:pt x="425398" y="49036"/>
                  <a:pt x="422809" y="46402"/>
                </a:cubicBezTo>
                <a:cubicBezTo>
                  <a:pt x="420220" y="43768"/>
                  <a:pt x="416541" y="42451"/>
                  <a:pt x="411773" y="42451"/>
                </a:cubicBezTo>
                <a:cubicBezTo>
                  <a:pt x="409312" y="42451"/>
                  <a:pt x="407172" y="42860"/>
                  <a:pt x="405352" y="43679"/>
                </a:cubicBezTo>
                <a:cubicBezTo>
                  <a:pt x="403532" y="44496"/>
                  <a:pt x="402019" y="45621"/>
                  <a:pt x="400814" y="47053"/>
                </a:cubicBezTo>
                <a:cubicBezTo>
                  <a:pt x="399610" y="48485"/>
                  <a:pt x="398712" y="50135"/>
                  <a:pt x="398123" y="52001"/>
                </a:cubicBezTo>
                <a:cubicBezTo>
                  <a:pt x="397533" y="53868"/>
                  <a:pt x="397238" y="55824"/>
                  <a:pt x="397238" y="57870"/>
                </a:cubicBezTo>
                <a:cubicBezTo>
                  <a:pt x="397238" y="62420"/>
                  <a:pt x="398533" y="66000"/>
                  <a:pt x="401122" y="68608"/>
                </a:cubicBezTo>
                <a:cubicBezTo>
                  <a:pt x="403711" y="71216"/>
                  <a:pt x="407338" y="72520"/>
                  <a:pt x="412004" y="72520"/>
                </a:cubicBezTo>
                <a:cubicBezTo>
                  <a:pt x="414516" y="72520"/>
                  <a:pt x="416695" y="72125"/>
                  <a:pt x="418541" y="71333"/>
                </a:cubicBezTo>
                <a:cubicBezTo>
                  <a:pt x="420386" y="70540"/>
                  <a:pt x="421912" y="69440"/>
                  <a:pt x="423117" y="68033"/>
                </a:cubicBezTo>
                <a:cubicBezTo>
                  <a:pt x="424321" y="66627"/>
                  <a:pt x="425219" y="65003"/>
                  <a:pt x="425808" y="63162"/>
                </a:cubicBezTo>
                <a:cubicBezTo>
                  <a:pt x="426398" y="61321"/>
                  <a:pt x="426693" y="59403"/>
                  <a:pt x="426693" y="57409"/>
                </a:cubicBezTo>
                <a:moveTo>
                  <a:pt x="433076" y="112270"/>
                </a:moveTo>
                <a:cubicBezTo>
                  <a:pt x="433076" y="109276"/>
                  <a:pt x="431858" y="106966"/>
                  <a:pt x="429423" y="105341"/>
                </a:cubicBezTo>
                <a:cubicBezTo>
                  <a:pt x="426987" y="103715"/>
                  <a:pt x="423693" y="102851"/>
                  <a:pt x="419541" y="102748"/>
                </a:cubicBezTo>
                <a:lnTo>
                  <a:pt x="401622" y="102128"/>
                </a:lnTo>
                <a:cubicBezTo>
                  <a:pt x="399981" y="103418"/>
                  <a:pt x="398635" y="104644"/>
                  <a:pt x="397584" y="105805"/>
                </a:cubicBezTo>
                <a:cubicBezTo>
                  <a:pt x="396533" y="106967"/>
                  <a:pt x="395700" y="108076"/>
                  <a:pt x="395085" y="109134"/>
                </a:cubicBezTo>
                <a:cubicBezTo>
                  <a:pt x="394470" y="110191"/>
                  <a:pt x="394047" y="111236"/>
                  <a:pt x="393816" y="112268"/>
                </a:cubicBezTo>
                <a:cubicBezTo>
                  <a:pt x="393585" y="113301"/>
                  <a:pt x="393470" y="114359"/>
                  <a:pt x="393470" y="115442"/>
                </a:cubicBezTo>
                <a:cubicBezTo>
                  <a:pt x="393470" y="118797"/>
                  <a:pt x="395162" y="121339"/>
                  <a:pt x="398546" y="123068"/>
                </a:cubicBezTo>
                <a:cubicBezTo>
                  <a:pt x="401930" y="124797"/>
                  <a:pt x="406646" y="125661"/>
                  <a:pt x="412696" y="125661"/>
                </a:cubicBezTo>
                <a:cubicBezTo>
                  <a:pt x="416541" y="125661"/>
                  <a:pt x="419758" y="125287"/>
                  <a:pt x="422348" y="124539"/>
                </a:cubicBezTo>
                <a:cubicBezTo>
                  <a:pt x="424937" y="123790"/>
                  <a:pt x="427026" y="122797"/>
                  <a:pt x="428615" y="121559"/>
                </a:cubicBezTo>
                <a:cubicBezTo>
                  <a:pt x="430205" y="120320"/>
                  <a:pt x="431345" y="118901"/>
                  <a:pt x="432037" y="117300"/>
                </a:cubicBezTo>
                <a:cubicBezTo>
                  <a:pt x="432730" y="115701"/>
                  <a:pt x="433076" y="114024"/>
                  <a:pt x="433076" y="112270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call.arg">
            <a:extLst xmlns:a="http://schemas.openxmlformats.org/drawingml/2006/main">
              <a:ext uri="{FF2B5EF4-FFF2-40B4-BE49-F238E27FC236}">
                <a16:creationId xmlns:a16="http://schemas.microsoft.com/office/drawing/2014/main" id="{1C0BBC46-7A0D-4C90-9769-CBE2798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152" y="3063341"/>
            <a:ext cx="446533" cy="135351"/>
          </a:xfrm>
          <a:custGeom xmlns:a="http://schemas.openxmlformats.org/drawingml/2006/main">
            <a:pathLst>
              <a:path w="446533" h="135351">
                <a:moveTo>
                  <a:pt x="54602" y="94822"/>
                </a:moveTo>
                <a:cubicBezTo>
                  <a:pt x="54602" y="95694"/>
                  <a:pt x="54576" y="96450"/>
                  <a:pt x="54525" y="97091"/>
                </a:cubicBezTo>
                <a:cubicBezTo>
                  <a:pt x="54474" y="97732"/>
                  <a:pt x="54384" y="98270"/>
                  <a:pt x="54256" y="98706"/>
                </a:cubicBezTo>
                <a:cubicBezTo>
                  <a:pt x="54128" y="99142"/>
                  <a:pt x="53974" y="99526"/>
                  <a:pt x="53794" y="99860"/>
                </a:cubicBezTo>
                <a:cubicBezTo>
                  <a:pt x="53615" y="100193"/>
                  <a:pt x="53205" y="100680"/>
                  <a:pt x="52564" y="101321"/>
                </a:cubicBezTo>
                <a:cubicBezTo>
                  <a:pt x="51923" y="101962"/>
                  <a:pt x="50833" y="102756"/>
                  <a:pt x="49295" y="103705"/>
                </a:cubicBezTo>
                <a:cubicBezTo>
                  <a:pt x="47757" y="104653"/>
                  <a:pt x="46027" y="105499"/>
                  <a:pt x="44104" y="106243"/>
                </a:cubicBezTo>
                <a:cubicBezTo>
                  <a:pt x="42182" y="106986"/>
                  <a:pt x="40093" y="107589"/>
                  <a:pt x="37837" y="108050"/>
                </a:cubicBezTo>
                <a:cubicBezTo>
                  <a:pt x="35581" y="108511"/>
                  <a:pt x="33248" y="108742"/>
                  <a:pt x="30838" y="108742"/>
                </a:cubicBezTo>
                <a:cubicBezTo>
                  <a:pt x="25865" y="108742"/>
                  <a:pt x="21456" y="107920"/>
                  <a:pt x="17611" y="106276"/>
                </a:cubicBezTo>
                <a:cubicBezTo>
                  <a:pt x="13766" y="104633"/>
                  <a:pt x="10549" y="102231"/>
                  <a:pt x="7960" y="99071"/>
                </a:cubicBezTo>
                <a:cubicBezTo>
                  <a:pt x="5370" y="95912"/>
                  <a:pt x="3397" y="92033"/>
                  <a:pt x="2038" y="87435"/>
                </a:cubicBezTo>
                <a:cubicBezTo>
                  <a:pt x="679" y="82837"/>
                  <a:pt x="0" y="77533"/>
                  <a:pt x="0" y="71523"/>
                </a:cubicBezTo>
                <a:cubicBezTo>
                  <a:pt x="0" y="64690"/>
                  <a:pt x="833" y="58820"/>
                  <a:pt x="2499" y="53914"/>
                </a:cubicBezTo>
                <a:cubicBezTo>
                  <a:pt x="4166" y="49009"/>
                  <a:pt x="6447" y="44989"/>
                  <a:pt x="9344" y="41855"/>
                </a:cubicBezTo>
                <a:cubicBezTo>
                  <a:pt x="12241" y="38721"/>
                  <a:pt x="15650" y="36396"/>
                  <a:pt x="19572" y="34881"/>
                </a:cubicBezTo>
                <a:cubicBezTo>
                  <a:pt x="23494" y="33365"/>
                  <a:pt x="27737" y="32607"/>
                  <a:pt x="32300" y="32607"/>
                </a:cubicBezTo>
                <a:cubicBezTo>
                  <a:pt x="34504" y="32607"/>
                  <a:pt x="36645" y="32812"/>
                  <a:pt x="38721" y="33222"/>
                </a:cubicBezTo>
                <a:cubicBezTo>
                  <a:pt x="40798" y="33633"/>
                  <a:pt x="42707" y="34171"/>
                  <a:pt x="44450" y="34837"/>
                </a:cubicBezTo>
                <a:cubicBezTo>
                  <a:pt x="46194" y="35504"/>
                  <a:pt x="47744" y="36273"/>
                  <a:pt x="49103" y="37145"/>
                </a:cubicBezTo>
                <a:cubicBezTo>
                  <a:pt x="50462" y="38016"/>
                  <a:pt x="51449" y="38760"/>
                  <a:pt x="52064" y="39375"/>
                </a:cubicBezTo>
                <a:cubicBezTo>
                  <a:pt x="52679" y="39990"/>
                  <a:pt x="53102" y="40477"/>
                  <a:pt x="53333" y="40836"/>
                </a:cubicBezTo>
                <a:cubicBezTo>
                  <a:pt x="53564" y="41195"/>
                  <a:pt x="53756" y="41618"/>
                  <a:pt x="53910" y="42105"/>
                </a:cubicBezTo>
                <a:cubicBezTo>
                  <a:pt x="54063" y="42592"/>
                  <a:pt x="54166" y="43143"/>
                  <a:pt x="54217" y="43758"/>
                </a:cubicBezTo>
                <a:cubicBezTo>
                  <a:pt x="54269" y="44374"/>
                  <a:pt x="54294" y="45143"/>
                  <a:pt x="54294" y="46065"/>
                </a:cubicBezTo>
                <a:cubicBezTo>
                  <a:pt x="54294" y="48065"/>
                  <a:pt x="54063" y="49462"/>
                  <a:pt x="53602" y="50257"/>
                </a:cubicBezTo>
                <a:cubicBezTo>
                  <a:pt x="53141" y="51051"/>
                  <a:pt x="52577" y="51449"/>
                  <a:pt x="51910" y="51449"/>
                </a:cubicBezTo>
                <a:cubicBezTo>
                  <a:pt x="51141" y="51449"/>
                  <a:pt x="50257" y="51026"/>
                  <a:pt x="49257" y="50180"/>
                </a:cubicBezTo>
                <a:cubicBezTo>
                  <a:pt x="48257" y="49334"/>
                  <a:pt x="46988" y="48398"/>
                  <a:pt x="45450" y="47373"/>
                </a:cubicBezTo>
                <a:cubicBezTo>
                  <a:pt x="43912" y="46347"/>
                  <a:pt x="42054" y="45412"/>
                  <a:pt x="39875" y="44566"/>
                </a:cubicBezTo>
                <a:cubicBezTo>
                  <a:pt x="37696" y="43720"/>
                  <a:pt x="35119" y="43297"/>
                  <a:pt x="32146" y="43297"/>
                </a:cubicBezTo>
                <a:cubicBezTo>
                  <a:pt x="26045" y="43297"/>
                  <a:pt x="21366" y="45650"/>
                  <a:pt x="18111" y="50355"/>
                </a:cubicBezTo>
                <a:cubicBezTo>
                  <a:pt x="14855" y="55059"/>
                  <a:pt x="13227" y="61884"/>
                  <a:pt x="13227" y="70828"/>
                </a:cubicBezTo>
                <a:cubicBezTo>
                  <a:pt x="13227" y="75302"/>
                  <a:pt x="13650" y="79222"/>
                  <a:pt x="14496" y="82590"/>
                </a:cubicBezTo>
                <a:cubicBezTo>
                  <a:pt x="15342" y="85958"/>
                  <a:pt x="16586" y="88773"/>
                  <a:pt x="18226" y="91035"/>
                </a:cubicBezTo>
                <a:cubicBezTo>
                  <a:pt x="19867" y="93297"/>
                  <a:pt x="21879" y="94981"/>
                  <a:pt x="24263" y="96087"/>
                </a:cubicBezTo>
                <a:cubicBezTo>
                  <a:pt x="26647" y="97192"/>
                  <a:pt x="29377" y="97745"/>
                  <a:pt x="32453" y="97745"/>
                </a:cubicBezTo>
                <a:cubicBezTo>
                  <a:pt x="35376" y="97745"/>
                  <a:pt x="37939" y="97283"/>
                  <a:pt x="40144" y="96361"/>
                </a:cubicBezTo>
                <a:cubicBezTo>
                  <a:pt x="42348" y="95438"/>
                  <a:pt x="44258" y="94425"/>
                  <a:pt x="45873" y="93323"/>
                </a:cubicBezTo>
                <a:cubicBezTo>
                  <a:pt x="47488" y="92221"/>
                  <a:pt x="48847" y="91221"/>
                  <a:pt x="49949" y="90324"/>
                </a:cubicBezTo>
                <a:cubicBezTo>
                  <a:pt x="51051" y="89426"/>
                  <a:pt x="51910" y="88978"/>
                  <a:pt x="52525" y="88978"/>
                </a:cubicBezTo>
                <a:cubicBezTo>
                  <a:pt x="52884" y="88978"/>
                  <a:pt x="53192" y="89080"/>
                  <a:pt x="53448" y="89285"/>
                </a:cubicBezTo>
                <a:cubicBezTo>
                  <a:pt x="53705" y="89490"/>
                  <a:pt x="53922" y="89837"/>
                  <a:pt x="54102" y="90324"/>
                </a:cubicBezTo>
                <a:cubicBezTo>
                  <a:pt x="54281" y="90811"/>
                  <a:pt x="54409" y="91426"/>
                  <a:pt x="54486" y="92169"/>
                </a:cubicBezTo>
                <a:cubicBezTo>
                  <a:pt x="54563" y="92913"/>
                  <a:pt x="54602" y="93797"/>
                  <a:pt x="54602" y="94822"/>
                </a:cubicBezTo>
                <a:close/>
                <a:moveTo>
                  <a:pt x="123545" y="105358"/>
                </a:moveTo>
                <a:cubicBezTo>
                  <a:pt x="123545" y="105974"/>
                  <a:pt x="123340" y="106435"/>
                  <a:pt x="122930" y="106743"/>
                </a:cubicBezTo>
                <a:cubicBezTo>
                  <a:pt x="122520" y="107050"/>
                  <a:pt x="121956" y="107281"/>
                  <a:pt x="121238" y="107435"/>
                </a:cubicBezTo>
                <a:cubicBezTo>
                  <a:pt x="120520" y="107589"/>
                  <a:pt x="119469" y="107665"/>
                  <a:pt x="118085" y="107665"/>
                </a:cubicBezTo>
                <a:cubicBezTo>
                  <a:pt x="116752" y="107665"/>
                  <a:pt x="115688" y="107589"/>
                  <a:pt x="114894" y="107435"/>
                </a:cubicBezTo>
                <a:cubicBezTo>
                  <a:pt x="114099" y="107281"/>
                  <a:pt x="113522" y="107050"/>
                  <a:pt x="113163" y="106743"/>
                </a:cubicBezTo>
                <a:cubicBezTo>
                  <a:pt x="112804" y="106435"/>
                  <a:pt x="112625" y="105974"/>
                  <a:pt x="112625" y="105358"/>
                </a:cubicBezTo>
                <a:lnTo>
                  <a:pt x="112625" y="98437"/>
                </a:lnTo>
                <a:cubicBezTo>
                  <a:pt x="109600" y="101667"/>
                  <a:pt x="106229" y="104192"/>
                  <a:pt x="102512" y="106012"/>
                </a:cubicBezTo>
                <a:cubicBezTo>
                  <a:pt x="98795" y="107832"/>
                  <a:pt x="94860" y="108742"/>
                  <a:pt x="90707" y="108742"/>
                </a:cubicBezTo>
                <a:cubicBezTo>
                  <a:pt x="87067" y="108742"/>
                  <a:pt x="83773" y="108266"/>
                  <a:pt x="80825" y="107315"/>
                </a:cubicBezTo>
                <a:cubicBezTo>
                  <a:pt x="77877" y="106363"/>
                  <a:pt x="75365" y="104987"/>
                  <a:pt x="73289" y="103186"/>
                </a:cubicBezTo>
                <a:cubicBezTo>
                  <a:pt x="71212" y="101385"/>
                  <a:pt x="69597" y="99173"/>
                  <a:pt x="68444" y="96550"/>
                </a:cubicBezTo>
                <a:cubicBezTo>
                  <a:pt x="67290" y="93926"/>
                  <a:pt x="66713" y="90941"/>
                  <a:pt x="66713" y="87596"/>
                </a:cubicBezTo>
                <a:cubicBezTo>
                  <a:pt x="66713" y="83687"/>
                  <a:pt x="67508" y="80292"/>
                  <a:pt x="69097" y="77411"/>
                </a:cubicBezTo>
                <a:cubicBezTo>
                  <a:pt x="70687" y="74529"/>
                  <a:pt x="72968" y="72136"/>
                  <a:pt x="75942" y="70232"/>
                </a:cubicBezTo>
                <a:cubicBezTo>
                  <a:pt x="78915" y="68329"/>
                  <a:pt x="82555" y="66902"/>
                  <a:pt x="86862" y="65950"/>
                </a:cubicBezTo>
                <a:cubicBezTo>
                  <a:pt x="91169" y="64998"/>
                  <a:pt x="96014" y="64522"/>
                  <a:pt x="101397" y="64522"/>
                </a:cubicBezTo>
                <a:lnTo>
                  <a:pt x="110933" y="64522"/>
                </a:lnTo>
                <a:lnTo>
                  <a:pt x="110933" y="59158"/>
                </a:lnTo>
                <a:cubicBezTo>
                  <a:pt x="110933" y="56502"/>
                  <a:pt x="110651" y="54152"/>
                  <a:pt x="110087" y="52110"/>
                </a:cubicBezTo>
                <a:cubicBezTo>
                  <a:pt x="109523" y="50065"/>
                  <a:pt x="108613" y="48366"/>
                  <a:pt x="107357" y="47012"/>
                </a:cubicBezTo>
                <a:cubicBezTo>
                  <a:pt x="106101" y="45658"/>
                  <a:pt x="104473" y="44637"/>
                  <a:pt x="102474" y="43948"/>
                </a:cubicBezTo>
                <a:cubicBezTo>
                  <a:pt x="100474" y="43258"/>
                  <a:pt x="98013" y="42912"/>
                  <a:pt x="95091" y="42912"/>
                </a:cubicBezTo>
                <a:cubicBezTo>
                  <a:pt x="91963" y="42912"/>
                  <a:pt x="89156" y="43280"/>
                  <a:pt x="86670" y="44015"/>
                </a:cubicBezTo>
                <a:cubicBezTo>
                  <a:pt x="84183" y="44751"/>
                  <a:pt x="82004" y="45562"/>
                  <a:pt x="80133" y="46450"/>
                </a:cubicBezTo>
                <a:cubicBezTo>
                  <a:pt x="78262" y="47338"/>
                  <a:pt x="76698" y="48149"/>
                  <a:pt x="75442" y="48884"/>
                </a:cubicBezTo>
                <a:cubicBezTo>
                  <a:pt x="74186" y="49620"/>
                  <a:pt x="73250" y="49988"/>
                  <a:pt x="72635" y="49988"/>
                </a:cubicBezTo>
                <a:cubicBezTo>
                  <a:pt x="72225" y="49988"/>
                  <a:pt x="71866" y="49885"/>
                  <a:pt x="71558" y="49680"/>
                </a:cubicBezTo>
                <a:cubicBezTo>
                  <a:pt x="71251" y="49475"/>
                  <a:pt x="70981" y="49167"/>
                  <a:pt x="70751" y="48757"/>
                </a:cubicBezTo>
                <a:cubicBezTo>
                  <a:pt x="70520" y="48347"/>
                  <a:pt x="70353" y="47821"/>
                  <a:pt x="70251" y="47181"/>
                </a:cubicBezTo>
                <a:cubicBezTo>
                  <a:pt x="70148" y="46540"/>
                  <a:pt x="70097" y="45835"/>
                  <a:pt x="70097" y="45066"/>
                </a:cubicBezTo>
                <a:cubicBezTo>
                  <a:pt x="70097" y="43784"/>
                  <a:pt x="70187" y="42771"/>
                  <a:pt x="70366" y="42028"/>
                </a:cubicBezTo>
                <a:cubicBezTo>
                  <a:pt x="70546" y="41285"/>
                  <a:pt x="70981" y="40580"/>
                  <a:pt x="71674" y="39913"/>
                </a:cubicBezTo>
                <a:cubicBezTo>
                  <a:pt x="72366" y="39247"/>
                  <a:pt x="73558" y="38470"/>
                  <a:pt x="75250" y="37584"/>
                </a:cubicBezTo>
                <a:cubicBezTo>
                  <a:pt x="76941" y="36697"/>
                  <a:pt x="78890" y="35886"/>
                  <a:pt x="81094" y="35152"/>
                </a:cubicBezTo>
                <a:cubicBezTo>
                  <a:pt x="83299" y="34418"/>
                  <a:pt x="85709" y="33811"/>
                  <a:pt x="88323" y="33331"/>
                </a:cubicBezTo>
                <a:cubicBezTo>
                  <a:pt x="90938" y="32848"/>
                  <a:pt x="93578" y="32607"/>
                  <a:pt x="96244" y="32607"/>
                </a:cubicBezTo>
                <a:cubicBezTo>
                  <a:pt x="101217" y="32607"/>
                  <a:pt x="105447" y="33171"/>
                  <a:pt x="108933" y="34299"/>
                </a:cubicBezTo>
                <a:cubicBezTo>
                  <a:pt x="112420" y="35427"/>
                  <a:pt x="115240" y="37080"/>
                  <a:pt x="117393" y="39259"/>
                </a:cubicBezTo>
                <a:cubicBezTo>
                  <a:pt x="119546" y="41438"/>
                  <a:pt x="121110" y="44143"/>
                  <a:pt x="122084" y="47373"/>
                </a:cubicBezTo>
                <a:cubicBezTo>
                  <a:pt x="123058" y="50603"/>
                  <a:pt x="123545" y="54371"/>
                  <a:pt x="123545" y="58678"/>
                </a:cubicBezTo>
                <a:lnTo>
                  <a:pt x="123545" y="105358"/>
                </a:lnTo>
                <a:moveTo>
                  <a:pt x="110933" y="73674"/>
                </a:moveTo>
                <a:lnTo>
                  <a:pt x="100090" y="73674"/>
                </a:lnTo>
                <a:cubicBezTo>
                  <a:pt x="96603" y="73674"/>
                  <a:pt x="93578" y="73971"/>
                  <a:pt x="91015" y="74566"/>
                </a:cubicBezTo>
                <a:cubicBezTo>
                  <a:pt x="88451" y="75158"/>
                  <a:pt x="86324" y="76035"/>
                  <a:pt x="84632" y="77195"/>
                </a:cubicBezTo>
                <a:cubicBezTo>
                  <a:pt x="82940" y="78355"/>
                  <a:pt x="81697" y="79748"/>
                  <a:pt x="80902" y="81374"/>
                </a:cubicBezTo>
                <a:cubicBezTo>
                  <a:pt x="80107" y="82999"/>
                  <a:pt x="79710" y="84868"/>
                  <a:pt x="79710" y="86983"/>
                </a:cubicBezTo>
                <a:cubicBezTo>
                  <a:pt x="79710" y="90594"/>
                  <a:pt x="80851" y="93470"/>
                  <a:pt x="83132" y="95611"/>
                </a:cubicBezTo>
                <a:cubicBezTo>
                  <a:pt x="85414" y="97751"/>
                  <a:pt x="88605" y="98821"/>
                  <a:pt x="92707" y="98821"/>
                </a:cubicBezTo>
                <a:cubicBezTo>
                  <a:pt x="96039" y="98821"/>
                  <a:pt x="99128" y="97971"/>
                  <a:pt x="101974" y="96269"/>
                </a:cubicBezTo>
                <a:cubicBezTo>
                  <a:pt x="104819" y="94566"/>
                  <a:pt x="107806" y="91961"/>
                  <a:pt x="110933" y="88454"/>
                </a:cubicBezTo>
                <a:lnTo>
                  <a:pt x="110933" y="73674"/>
                </a:lnTo>
                <a:close/>
                <a:moveTo>
                  <a:pt x="159473" y="105279"/>
                </a:moveTo>
                <a:cubicBezTo>
                  <a:pt x="159473" y="105689"/>
                  <a:pt x="159370" y="106036"/>
                  <a:pt x="159165" y="106320"/>
                </a:cubicBezTo>
                <a:cubicBezTo>
                  <a:pt x="158960" y="106602"/>
                  <a:pt x="158627" y="106845"/>
                  <a:pt x="158165" y="107050"/>
                </a:cubicBezTo>
                <a:cubicBezTo>
                  <a:pt x="157704" y="107255"/>
                  <a:pt x="157063" y="107409"/>
                  <a:pt x="156243" y="107512"/>
                </a:cubicBezTo>
                <a:cubicBezTo>
                  <a:pt x="155422" y="107614"/>
                  <a:pt x="154371" y="107665"/>
                  <a:pt x="153090" y="107665"/>
                </a:cubicBezTo>
                <a:cubicBezTo>
                  <a:pt x="151859" y="107665"/>
                  <a:pt x="150834" y="107614"/>
                  <a:pt x="150014" y="107512"/>
                </a:cubicBezTo>
                <a:cubicBezTo>
                  <a:pt x="149193" y="107409"/>
                  <a:pt x="148540" y="107255"/>
                  <a:pt x="148052" y="107050"/>
                </a:cubicBezTo>
                <a:cubicBezTo>
                  <a:pt x="147565" y="106845"/>
                  <a:pt x="147232" y="106602"/>
                  <a:pt x="147053" y="106320"/>
                </a:cubicBezTo>
                <a:cubicBezTo>
                  <a:pt x="146873" y="106036"/>
                  <a:pt x="146784" y="105689"/>
                  <a:pt x="146784" y="105279"/>
                </a:cubicBezTo>
                <a:lnTo>
                  <a:pt x="146784" y="2463"/>
                </a:lnTo>
                <a:cubicBezTo>
                  <a:pt x="146784" y="2053"/>
                  <a:pt x="146873" y="1694"/>
                  <a:pt x="147053" y="1387"/>
                </a:cubicBezTo>
                <a:cubicBezTo>
                  <a:pt x="147232" y="1077"/>
                  <a:pt x="147565" y="820"/>
                  <a:pt x="148052" y="615"/>
                </a:cubicBezTo>
                <a:cubicBezTo>
                  <a:pt x="148540" y="410"/>
                  <a:pt x="149193" y="256"/>
                  <a:pt x="150014" y="154"/>
                </a:cubicBezTo>
                <a:cubicBezTo>
                  <a:pt x="150834" y="51"/>
                  <a:pt x="151859" y="0"/>
                  <a:pt x="153090" y="0"/>
                </a:cubicBezTo>
                <a:cubicBezTo>
                  <a:pt x="154371" y="0"/>
                  <a:pt x="155422" y="51"/>
                  <a:pt x="156243" y="154"/>
                </a:cubicBezTo>
                <a:cubicBezTo>
                  <a:pt x="157063" y="256"/>
                  <a:pt x="157704" y="410"/>
                  <a:pt x="158165" y="615"/>
                </a:cubicBezTo>
                <a:cubicBezTo>
                  <a:pt x="158627" y="820"/>
                  <a:pt x="158960" y="1077"/>
                  <a:pt x="159165" y="1387"/>
                </a:cubicBezTo>
                <a:cubicBezTo>
                  <a:pt x="159370" y="1694"/>
                  <a:pt x="159473" y="2053"/>
                  <a:pt x="159473" y="2463"/>
                </a:cubicBezTo>
                <a:lnTo>
                  <a:pt x="159473" y="105279"/>
                </a:lnTo>
                <a:close/>
                <a:moveTo>
                  <a:pt x="195476" y="105279"/>
                </a:moveTo>
                <a:cubicBezTo>
                  <a:pt x="195476" y="105689"/>
                  <a:pt x="195374" y="106036"/>
                  <a:pt x="195169" y="106320"/>
                </a:cubicBezTo>
                <a:cubicBezTo>
                  <a:pt x="194964" y="106602"/>
                  <a:pt x="194630" y="106845"/>
                  <a:pt x="194169" y="107050"/>
                </a:cubicBezTo>
                <a:cubicBezTo>
                  <a:pt x="193708" y="107255"/>
                  <a:pt x="193067" y="107409"/>
                  <a:pt x="192246" y="107512"/>
                </a:cubicBezTo>
                <a:cubicBezTo>
                  <a:pt x="191426" y="107614"/>
                  <a:pt x="190375" y="107665"/>
                  <a:pt x="189093" y="107665"/>
                </a:cubicBezTo>
                <a:cubicBezTo>
                  <a:pt x="187863" y="107665"/>
                  <a:pt x="186837" y="107614"/>
                  <a:pt x="186017" y="107512"/>
                </a:cubicBezTo>
                <a:cubicBezTo>
                  <a:pt x="185197" y="107409"/>
                  <a:pt x="184543" y="107255"/>
                  <a:pt x="184056" y="107050"/>
                </a:cubicBezTo>
                <a:cubicBezTo>
                  <a:pt x="183569" y="106845"/>
                  <a:pt x="183236" y="106602"/>
                  <a:pt x="183056" y="106320"/>
                </a:cubicBezTo>
                <a:cubicBezTo>
                  <a:pt x="182877" y="106036"/>
                  <a:pt x="182787" y="105689"/>
                  <a:pt x="182787" y="105279"/>
                </a:cubicBezTo>
                <a:lnTo>
                  <a:pt x="182787" y="2463"/>
                </a:lnTo>
                <a:cubicBezTo>
                  <a:pt x="182787" y="2053"/>
                  <a:pt x="182877" y="1694"/>
                  <a:pt x="183056" y="1387"/>
                </a:cubicBezTo>
                <a:cubicBezTo>
                  <a:pt x="183236" y="1077"/>
                  <a:pt x="183569" y="820"/>
                  <a:pt x="184056" y="615"/>
                </a:cubicBezTo>
                <a:cubicBezTo>
                  <a:pt x="184543" y="410"/>
                  <a:pt x="185197" y="256"/>
                  <a:pt x="186017" y="154"/>
                </a:cubicBezTo>
                <a:cubicBezTo>
                  <a:pt x="186837" y="51"/>
                  <a:pt x="187863" y="0"/>
                  <a:pt x="189093" y="0"/>
                </a:cubicBezTo>
                <a:cubicBezTo>
                  <a:pt x="190375" y="0"/>
                  <a:pt x="191426" y="51"/>
                  <a:pt x="192246" y="154"/>
                </a:cubicBezTo>
                <a:cubicBezTo>
                  <a:pt x="193067" y="256"/>
                  <a:pt x="193708" y="410"/>
                  <a:pt x="194169" y="615"/>
                </a:cubicBezTo>
                <a:cubicBezTo>
                  <a:pt x="194630" y="820"/>
                  <a:pt x="194964" y="1077"/>
                  <a:pt x="195169" y="1387"/>
                </a:cubicBezTo>
                <a:cubicBezTo>
                  <a:pt x="195374" y="1694"/>
                  <a:pt x="195476" y="2053"/>
                  <a:pt x="195476" y="2463"/>
                </a:cubicBezTo>
                <a:lnTo>
                  <a:pt x="195476" y="105279"/>
                </a:lnTo>
                <a:close/>
                <a:moveTo>
                  <a:pt x="235172" y="98860"/>
                </a:moveTo>
                <a:cubicBezTo>
                  <a:pt x="235172" y="102516"/>
                  <a:pt x="234570" y="104949"/>
                  <a:pt x="233365" y="106159"/>
                </a:cubicBezTo>
                <a:cubicBezTo>
                  <a:pt x="232160" y="107368"/>
                  <a:pt x="229968" y="107973"/>
                  <a:pt x="226790" y="107973"/>
                </a:cubicBezTo>
                <a:cubicBezTo>
                  <a:pt x="223714" y="107973"/>
                  <a:pt x="221586" y="107381"/>
                  <a:pt x="220407" y="106197"/>
                </a:cubicBezTo>
                <a:cubicBezTo>
                  <a:pt x="219227" y="105013"/>
                  <a:pt x="218638" y="102644"/>
                  <a:pt x="218638" y="99091"/>
                </a:cubicBezTo>
                <a:cubicBezTo>
                  <a:pt x="218638" y="95435"/>
                  <a:pt x="219240" y="93002"/>
                  <a:pt x="220445" y="91792"/>
                </a:cubicBezTo>
                <a:cubicBezTo>
                  <a:pt x="221650" y="90582"/>
                  <a:pt x="223842" y="89978"/>
                  <a:pt x="227020" y="89978"/>
                </a:cubicBezTo>
                <a:cubicBezTo>
                  <a:pt x="230097" y="89978"/>
                  <a:pt x="232224" y="90570"/>
                  <a:pt x="233403" y="91754"/>
                </a:cubicBezTo>
                <a:cubicBezTo>
                  <a:pt x="234583" y="92938"/>
                  <a:pt x="235172" y="95306"/>
                  <a:pt x="235172" y="98860"/>
                </a:cubicBezTo>
                <a:close/>
                <a:moveTo>
                  <a:pt x="310560" y="105358"/>
                </a:moveTo>
                <a:cubicBezTo>
                  <a:pt x="310560" y="105974"/>
                  <a:pt x="310355" y="106435"/>
                  <a:pt x="309945" y="106743"/>
                </a:cubicBezTo>
                <a:cubicBezTo>
                  <a:pt x="309535" y="107050"/>
                  <a:pt x="308971" y="107281"/>
                  <a:pt x="308253" y="107435"/>
                </a:cubicBezTo>
                <a:cubicBezTo>
                  <a:pt x="307535" y="107589"/>
                  <a:pt x="306484" y="107665"/>
                  <a:pt x="305100" y="107665"/>
                </a:cubicBezTo>
                <a:cubicBezTo>
                  <a:pt x="303767" y="107665"/>
                  <a:pt x="302703" y="107589"/>
                  <a:pt x="301909" y="107435"/>
                </a:cubicBezTo>
                <a:cubicBezTo>
                  <a:pt x="301114" y="107281"/>
                  <a:pt x="300537" y="107050"/>
                  <a:pt x="300178" y="106743"/>
                </a:cubicBezTo>
                <a:cubicBezTo>
                  <a:pt x="299819" y="106435"/>
                  <a:pt x="299640" y="105974"/>
                  <a:pt x="299640" y="105358"/>
                </a:cubicBezTo>
                <a:lnTo>
                  <a:pt x="299640" y="98437"/>
                </a:lnTo>
                <a:cubicBezTo>
                  <a:pt x="296615" y="101667"/>
                  <a:pt x="293244" y="104192"/>
                  <a:pt x="289527" y="106012"/>
                </a:cubicBezTo>
                <a:cubicBezTo>
                  <a:pt x="285810" y="107832"/>
                  <a:pt x="281875" y="108742"/>
                  <a:pt x="277722" y="108742"/>
                </a:cubicBezTo>
                <a:cubicBezTo>
                  <a:pt x="274082" y="108742"/>
                  <a:pt x="270788" y="108266"/>
                  <a:pt x="267840" y="107315"/>
                </a:cubicBezTo>
                <a:cubicBezTo>
                  <a:pt x="264892" y="106363"/>
                  <a:pt x="262380" y="104987"/>
                  <a:pt x="260304" y="103186"/>
                </a:cubicBezTo>
                <a:cubicBezTo>
                  <a:pt x="258227" y="101385"/>
                  <a:pt x="256612" y="99173"/>
                  <a:pt x="255459" y="96550"/>
                </a:cubicBezTo>
                <a:cubicBezTo>
                  <a:pt x="254305" y="93926"/>
                  <a:pt x="253728" y="90941"/>
                  <a:pt x="253728" y="87596"/>
                </a:cubicBezTo>
                <a:cubicBezTo>
                  <a:pt x="253728" y="83687"/>
                  <a:pt x="254523" y="80292"/>
                  <a:pt x="256112" y="77411"/>
                </a:cubicBezTo>
                <a:cubicBezTo>
                  <a:pt x="257702" y="74529"/>
                  <a:pt x="259983" y="72136"/>
                  <a:pt x="262957" y="70232"/>
                </a:cubicBezTo>
                <a:cubicBezTo>
                  <a:pt x="265930" y="68329"/>
                  <a:pt x="269571" y="66902"/>
                  <a:pt x="273877" y="65950"/>
                </a:cubicBezTo>
                <a:cubicBezTo>
                  <a:pt x="278184" y="64998"/>
                  <a:pt x="283029" y="64522"/>
                  <a:pt x="288412" y="64522"/>
                </a:cubicBezTo>
                <a:lnTo>
                  <a:pt x="297948" y="64522"/>
                </a:lnTo>
                <a:lnTo>
                  <a:pt x="297948" y="59158"/>
                </a:lnTo>
                <a:cubicBezTo>
                  <a:pt x="297948" y="56502"/>
                  <a:pt x="297666" y="54152"/>
                  <a:pt x="297102" y="52110"/>
                </a:cubicBezTo>
                <a:cubicBezTo>
                  <a:pt x="296538" y="50065"/>
                  <a:pt x="295628" y="48366"/>
                  <a:pt x="294372" y="47012"/>
                </a:cubicBezTo>
                <a:cubicBezTo>
                  <a:pt x="293116" y="45658"/>
                  <a:pt x="291488" y="44637"/>
                  <a:pt x="289489" y="43948"/>
                </a:cubicBezTo>
                <a:cubicBezTo>
                  <a:pt x="287489" y="43258"/>
                  <a:pt x="285028" y="42912"/>
                  <a:pt x="282106" y="42912"/>
                </a:cubicBezTo>
                <a:cubicBezTo>
                  <a:pt x="278978" y="42912"/>
                  <a:pt x="276171" y="43280"/>
                  <a:pt x="273685" y="44015"/>
                </a:cubicBezTo>
                <a:cubicBezTo>
                  <a:pt x="271198" y="44751"/>
                  <a:pt x="269019" y="45562"/>
                  <a:pt x="267148" y="46450"/>
                </a:cubicBezTo>
                <a:cubicBezTo>
                  <a:pt x="265277" y="47338"/>
                  <a:pt x="263713" y="48149"/>
                  <a:pt x="262457" y="48884"/>
                </a:cubicBezTo>
                <a:cubicBezTo>
                  <a:pt x="261201" y="49620"/>
                  <a:pt x="260265" y="49988"/>
                  <a:pt x="259650" y="49988"/>
                </a:cubicBezTo>
                <a:cubicBezTo>
                  <a:pt x="259240" y="49988"/>
                  <a:pt x="258881" y="49885"/>
                  <a:pt x="258573" y="49680"/>
                </a:cubicBezTo>
                <a:cubicBezTo>
                  <a:pt x="258266" y="49475"/>
                  <a:pt x="257997" y="49167"/>
                  <a:pt x="257766" y="48757"/>
                </a:cubicBezTo>
                <a:cubicBezTo>
                  <a:pt x="257535" y="48347"/>
                  <a:pt x="257368" y="47821"/>
                  <a:pt x="257266" y="47181"/>
                </a:cubicBezTo>
                <a:cubicBezTo>
                  <a:pt x="257163" y="46540"/>
                  <a:pt x="257112" y="45835"/>
                  <a:pt x="257112" y="45066"/>
                </a:cubicBezTo>
                <a:cubicBezTo>
                  <a:pt x="257112" y="43784"/>
                  <a:pt x="257202" y="42771"/>
                  <a:pt x="257381" y="42028"/>
                </a:cubicBezTo>
                <a:cubicBezTo>
                  <a:pt x="257561" y="41285"/>
                  <a:pt x="257997" y="40580"/>
                  <a:pt x="258689" y="39913"/>
                </a:cubicBezTo>
                <a:cubicBezTo>
                  <a:pt x="259381" y="39247"/>
                  <a:pt x="260573" y="38470"/>
                  <a:pt x="262265" y="37584"/>
                </a:cubicBezTo>
                <a:cubicBezTo>
                  <a:pt x="263957" y="36697"/>
                  <a:pt x="265905" y="35886"/>
                  <a:pt x="268109" y="35152"/>
                </a:cubicBezTo>
                <a:cubicBezTo>
                  <a:pt x="270314" y="34418"/>
                  <a:pt x="272724" y="33811"/>
                  <a:pt x="275338" y="33331"/>
                </a:cubicBezTo>
                <a:cubicBezTo>
                  <a:pt x="277953" y="32848"/>
                  <a:pt x="280593" y="32607"/>
                  <a:pt x="283259" y="32607"/>
                </a:cubicBezTo>
                <a:cubicBezTo>
                  <a:pt x="288233" y="32607"/>
                  <a:pt x="292462" y="33171"/>
                  <a:pt x="295949" y="34299"/>
                </a:cubicBezTo>
                <a:cubicBezTo>
                  <a:pt x="299435" y="35427"/>
                  <a:pt x="302255" y="37080"/>
                  <a:pt x="304408" y="39259"/>
                </a:cubicBezTo>
                <a:cubicBezTo>
                  <a:pt x="306561" y="41438"/>
                  <a:pt x="308125" y="44143"/>
                  <a:pt x="309099" y="47373"/>
                </a:cubicBezTo>
                <a:cubicBezTo>
                  <a:pt x="310073" y="50603"/>
                  <a:pt x="310560" y="54371"/>
                  <a:pt x="310560" y="58678"/>
                </a:cubicBezTo>
                <a:lnTo>
                  <a:pt x="310560" y="105358"/>
                </a:lnTo>
                <a:moveTo>
                  <a:pt x="297948" y="73674"/>
                </a:moveTo>
                <a:lnTo>
                  <a:pt x="287105" y="73674"/>
                </a:lnTo>
                <a:cubicBezTo>
                  <a:pt x="283618" y="73674"/>
                  <a:pt x="280593" y="73971"/>
                  <a:pt x="278030" y="74566"/>
                </a:cubicBezTo>
                <a:cubicBezTo>
                  <a:pt x="275467" y="75158"/>
                  <a:pt x="273339" y="76035"/>
                  <a:pt x="271647" y="77195"/>
                </a:cubicBezTo>
                <a:cubicBezTo>
                  <a:pt x="269955" y="78355"/>
                  <a:pt x="268712" y="79748"/>
                  <a:pt x="267917" y="81374"/>
                </a:cubicBezTo>
                <a:cubicBezTo>
                  <a:pt x="267122" y="82999"/>
                  <a:pt x="266725" y="84868"/>
                  <a:pt x="266725" y="86983"/>
                </a:cubicBezTo>
                <a:cubicBezTo>
                  <a:pt x="266725" y="90594"/>
                  <a:pt x="267866" y="93470"/>
                  <a:pt x="270147" y="95611"/>
                </a:cubicBezTo>
                <a:cubicBezTo>
                  <a:pt x="272429" y="97751"/>
                  <a:pt x="275620" y="98821"/>
                  <a:pt x="279722" y="98821"/>
                </a:cubicBezTo>
                <a:cubicBezTo>
                  <a:pt x="283054" y="98821"/>
                  <a:pt x="286143" y="97971"/>
                  <a:pt x="288989" y="96269"/>
                </a:cubicBezTo>
                <a:cubicBezTo>
                  <a:pt x="291834" y="94566"/>
                  <a:pt x="294821" y="91961"/>
                  <a:pt x="297948" y="88454"/>
                </a:cubicBezTo>
                <a:lnTo>
                  <a:pt x="297948" y="73674"/>
                </a:lnTo>
                <a:close/>
                <a:moveTo>
                  <a:pt x="374250" y="40605"/>
                </a:moveTo>
                <a:cubicBezTo>
                  <a:pt x="374250" y="41733"/>
                  <a:pt x="374224" y="42682"/>
                  <a:pt x="374173" y="43451"/>
                </a:cubicBezTo>
                <a:cubicBezTo>
                  <a:pt x="374122" y="44220"/>
                  <a:pt x="374019" y="44822"/>
                  <a:pt x="373866" y="45258"/>
                </a:cubicBezTo>
                <a:cubicBezTo>
                  <a:pt x="373712" y="45694"/>
                  <a:pt x="373519" y="46027"/>
                  <a:pt x="373289" y="46258"/>
                </a:cubicBezTo>
                <a:cubicBezTo>
                  <a:pt x="373058" y="46488"/>
                  <a:pt x="372738" y="46604"/>
                  <a:pt x="372327" y="46604"/>
                </a:cubicBezTo>
                <a:cubicBezTo>
                  <a:pt x="371917" y="46604"/>
                  <a:pt x="371417" y="46488"/>
                  <a:pt x="370828" y="46258"/>
                </a:cubicBezTo>
                <a:cubicBezTo>
                  <a:pt x="370238" y="46027"/>
                  <a:pt x="369572" y="45796"/>
                  <a:pt x="368828" y="45566"/>
                </a:cubicBezTo>
                <a:cubicBezTo>
                  <a:pt x="368085" y="45335"/>
                  <a:pt x="367252" y="45117"/>
                  <a:pt x="366329" y="44912"/>
                </a:cubicBezTo>
                <a:cubicBezTo>
                  <a:pt x="365406" y="44707"/>
                  <a:pt x="364406" y="44604"/>
                  <a:pt x="363330" y="44604"/>
                </a:cubicBezTo>
                <a:cubicBezTo>
                  <a:pt x="362048" y="44604"/>
                  <a:pt x="360792" y="44861"/>
                  <a:pt x="359561" y="45373"/>
                </a:cubicBezTo>
                <a:cubicBezTo>
                  <a:pt x="358331" y="45886"/>
                  <a:pt x="357036" y="46732"/>
                  <a:pt x="355678" y="47911"/>
                </a:cubicBezTo>
                <a:cubicBezTo>
                  <a:pt x="354319" y="49090"/>
                  <a:pt x="352896" y="50654"/>
                  <a:pt x="351410" y="52602"/>
                </a:cubicBezTo>
                <a:cubicBezTo>
                  <a:pt x="349923" y="54550"/>
                  <a:pt x="348282" y="56934"/>
                  <a:pt x="346488" y="59754"/>
                </a:cubicBezTo>
                <a:lnTo>
                  <a:pt x="346488" y="105281"/>
                </a:lnTo>
                <a:cubicBezTo>
                  <a:pt x="346488" y="105692"/>
                  <a:pt x="346385" y="106038"/>
                  <a:pt x="346180" y="106320"/>
                </a:cubicBezTo>
                <a:cubicBezTo>
                  <a:pt x="345975" y="106602"/>
                  <a:pt x="345642" y="106845"/>
                  <a:pt x="345180" y="107050"/>
                </a:cubicBezTo>
                <a:cubicBezTo>
                  <a:pt x="344719" y="107255"/>
                  <a:pt x="344078" y="107409"/>
                  <a:pt x="343258" y="107512"/>
                </a:cubicBezTo>
                <a:cubicBezTo>
                  <a:pt x="342437" y="107614"/>
                  <a:pt x="341386" y="107665"/>
                  <a:pt x="340105" y="107665"/>
                </a:cubicBezTo>
                <a:cubicBezTo>
                  <a:pt x="338874" y="107665"/>
                  <a:pt x="337849" y="107614"/>
                  <a:pt x="337029" y="107512"/>
                </a:cubicBezTo>
                <a:cubicBezTo>
                  <a:pt x="336208" y="107409"/>
                  <a:pt x="335555" y="107255"/>
                  <a:pt x="335068" y="107050"/>
                </a:cubicBezTo>
                <a:cubicBezTo>
                  <a:pt x="334580" y="106845"/>
                  <a:pt x="334247" y="106602"/>
                  <a:pt x="334068" y="106320"/>
                </a:cubicBezTo>
                <a:cubicBezTo>
                  <a:pt x="333888" y="106038"/>
                  <a:pt x="333799" y="105692"/>
                  <a:pt x="333799" y="105281"/>
                </a:cubicBezTo>
                <a:lnTo>
                  <a:pt x="333799" y="36068"/>
                </a:lnTo>
                <a:cubicBezTo>
                  <a:pt x="333799" y="35658"/>
                  <a:pt x="333876" y="35312"/>
                  <a:pt x="334029" y="35030"/>
                </a:cubicBezTo>
                <a:cubicBezTo>
                  <a:pt x="334183" y="34748"/>
                  <a:pt x="334491" y="34491"/>
                  <a:pt x="334952" y="34261"/>
                </a:cubicBezTo>
                <a:cubicBezTo>
                  <a:pt x="335414" y="34030"/>
                  <a:pt x="336003" y="33876"/>
                  <a:pt x="336721" y="33799"/>
                </a:cubicBezTo>
                <a:cubicBezTo>
                  <a:pt x="337439" y="33722"/>
                  <a:pt x="338387" y="33684"/>
                  <a:pt x="339566" y="33684"/>
                </a:cubicBezTo>
                <a:cubicBezTo>
                  <a:pt x="340694" y="33684"/>
                  <a:pt x="341630" y="33722"/>
                  <a:pt x="342373" y="33799"/>
                </a:cubicBezTo>
                <a:cubicBezTo>
                  <a:pt x="343117" y="33876"/>
                  <a:pt x="343694" y="34030"/>
                  <a:pt x="344104" y="34261"/>
                </a:cubicBezTo>
                <a:cubicBezTo>
                  <a:pt x="344514" y="34491"/>
                  <a:pt x="344809" y="34748"/>
                  <a:pt x="344988" y="35030"/>
                </a:cubicBezTo>
                <a:cubicBezTo>
                  <a:pt x="345168" y="35312"/>
                  <a:pt x="345257" y="35658"/>
                  <a:pt x="345257" y="36068"/>
                </a:cubicBezTo>
                <a:lnTo>
                  <a:pt x="345257" y="46142"/>
                </a:lnTo>
                <a:cubicBezTo>
                  <a:pt x="347154" y="43374"/>
                  <a:pt x="348936" y="41118"/>
                  <a:pt x="350602" y="39375"/>
                </a:cubicBezTo>
                <a:cubicBezTo>
                  <a:pt x="352268" y="37632"/>
                  <a:pt x="353845" y="36260"/>
                  <a:pt x="355332" y="35260"/>
                </a:cubicBezTo>
                <a:cubicBezTo>
                  <a:pt x="356819" y="34261"/>
                  <a:pt x="358293" y="33569"/>
                  <a:pt x="359754" y="33184"/>
                </a:cubicBezTo>
                <a:cubicBezTo>
                  <a:pt x="361215" y="32800"/>
                  <a:pt x="362689" y="32607"/>
                  <a:pt x="364176" y="32607"/>
                </a:cubicBezTo>
                <a:cubicBezTo>
                  <a:pt x="364842" y="32607"/>
                  <a:pt x="365598" y="32646"/>
                  <a:pt x="366444" y="32723"/>
                </a:cubicBezTo>
                <a:cubicBezTo>
                  <a:pt x="367290" y="32800"/>
                  <a:pt x="368175" y="32940"/>
                  <a:pt x="369098" y="33146"/>
                </a:cubicBezTo>
                <a:cubicBezTo>
                  <a:pt x="370020" y="33351"/>
                  <a:pt x="370853" y="33581"/>
                  <a:pt x="371597" y="33838"/>
                </a:cubicBezTo>
                <a:cubicBezTo>
                  <a:pt x="372340" y="34094"/>
                  <a:pt x="372866" y="34350"/>
                  <a:pt x="373173" y="34607"/>
                </a:cubicBezTo>
                <a:cubicBezTo>
                  <a:pt x="373481" y="34863"/>
                  <a:pt x="373686" y="35107"/>
                  <a:pt x="373789" y="35337"/>
                </a:cubicBezTo>
                <a:cubicBezTo>
                  <a:pt x="373891" y="35568"/>
                  <a:pt x="373981" y="35863"/>
                  <a:pt x="374058" y="36222"/>
                </a:cubicBezTo>
                <a:cubicBezTo>
                  <a:pt x="374135" y="36581"/>
                  <a:pt x="374186" y="37106"/>
                  <a:pt x="374212" y="37798"/>
                </a:cubicBezTo>
                <a:cubicBezTo>
                  <a:pt x="374237" y="38490"/>
                  <a:pt x="374250" y="39426"/>
                  <a:pt x="374250" y="40605"/>
                </a:cubicBezTo>
                <a:close/>
                <a:moveTo>
                  <a:pt x="446533" y="39144"/>
                </a:moveTo>
                <a:cubicBezTo>
                  <a:pt x="446533" y="40938"/>
                  <a:pt x="446290" y="42233"/>
                  <a:pt x="445803" y="43028"/>
                </a:cubicBezTo>
                <a:cubicBezTo>
                  <a:pt x="445316" y="43822"/>
                  <a:pt x="444688" y="44220"/>
                  <a:pt x="443918" y="44220"/>
                </a:cubicBezTo>
                <a:lnTo>
                  <a:pt x="433998" y="44220"/>
                </a:lnTo>
                <a:cubicBezTo>
                  <a:pt x="435792" y="46070"/>
                  <a:pt x="437048" y="48115"/>
                  <a:pt x="437766" y="50353"/>
                </a:cubicBezTo>
                <a:cubicBezTo>
                  <a:pt x="438484" y="52589"/>
                  <a:pt x="438843" y="54916"/>
                  <a:pt x="438843" y="57332"/>
                </a:cubicBezTo>
                <a:cubicBezTo>
                  <a:pt x="438843" y="61324"/>
                  <a:pt x="438202" y="64856"/>
                  <a:pt x="436920" y="67928"/>
                </a:cubicBezTo>
                <a:cubicBezTo>
                  <a:pt x="435638" y="70999"/>
                  <a:pt x="433806" y="73597"/>
                  <a:pt x="431422" y="75721"/>
                </a:cubicBezTo>
                <a:cubicBezTo>
                  <a:pt x="429038" y="77846"/>
                  <a:pt x="426205" y="79471"/>
                  <a:pt x="422924" y="80598"/>
                </a:cubicBezTo>
                <a:cubicBezTo>
                  <a:pt x="419642" y="81724"/>
                  <a:pt x="416002" y="82287"/>
                  <a:pt x="412003" y="82287"/>
                </a:cubicBezTo>
                <a:cubicBezTo>
                  <a:pt x="409184" y="82287"/>
                  <a:pt x="406505" y="81916"/>
                  <a:pt x="403967" y="81174"/>
                </a:cubicBezTo>
                <a:cubicBezTo>
                  <a:pt x="401429" y="80433"/>
                  <a:pt x="399468" y="79499"/>
                  <a:pt x="398084" y="78372"/>
                </a:cubicBezTo>
                <a:cubicBezTo>
                  <a:pt x="397161" y="79295"/>
                  <a:pt x="396405" y="80346"/>
                  <a:pt x="395815" y="81525"/>
                </a:cubicBezTo>
                <a:cubicBezTo>
                  <a:pt x="395226" y="82703"/>
                  <a:pt x="394931" y="84060"/>
                  <a:pt x="394931" y="85596"/>
                </a:cubicBezTo>
                <a:cubicBezTo>
                  <a:pt x="394931" y="87391"/>
                  <a:pt x="395764" y="88878"/>
                  <a:pt x="397430" y="90057"/>
                </a:cubicBezTo>
                <a:cubicBezTo>
                  <a:pt x="399096" y="91234"/>
                  <a:pt x="401314" y="91874"/>
                  <a:pt x="404082" y="91977"/>
                </a:cubicBezTo>
                <a:lnTo>
                  <a:pt x="422155" y="92748"/>
                </a:lnTo>
                <a:cubicBezTo>
                  <a:pt x="425590" y="92851"/>
                  <a:pt x="428743" y="93327"/>
                  <a:pt x="431614" y="94176"/>
                </a:cubicBezTo>
                <a:cubicBezTo>
                  <a:pt x="434485" y="95025"/>
                  <a:pt x="436971" y="96235"/>
                  <a:pt x="439074" y="97805"/>
                </a:cubicBezTo>
                <a:cubicBezTo>
                  <a:pt x="441176" y="99373"/>
                  <a:pt x="442816" y="101302"/>
                  <a:pt x="443995" y="103592"/>
                </a:cubicBezTo>
                <a:cubicBezTo>
                  <a:pt x="445175" y="105881"/>
                  <a:pt x="445764" y="108544"/>
                  <a:pt x="445764" y="111580"/>
                </a:cubicBezTo>
                <a:cubicBezTo>
                  <a:pt x="445764" y="114770"/>
                  <a:pt x="445098" y="117806"/>
                  <a:pt x="443765" y="120686"/>
                </a:cubicBezTo>
                <a:cubicBezTo>
                  <a:pt x="442432" y="123569"/>
                  <a:pt x="440394" y="126102"/>
                  <a:pt x="437651" y="128288"/>
                </a:cubicBezTo>
                <a:cubicBezTo>
                  <a:pt x="434908" y="130475"/>
                  <a:pt x="431409" y="132199"/>
                  <a:pt x="427153" y="133459"/>
                </a:cubicBezTo>
                <a:cubicBezTo>
                  <a:pt x="422898" y="134720"/>
                  <a:pt x="417874" y="135351"/>
                  <a:pt x="412080" y="135351"/>
                </a:cubicBezTo>
                <a:cubicBezTo>
                  <a:pt x="406492" y="135351"/>
                  <a:pt x="401737" y="134876"/>
                  <a:pt x="397815" y="133926"/>
                </a:cubicBezTo>
                <a:cubicBezTo>
                  <a:pt x="393893" y="132977"/>
                  <a:pt x="390675" y="131682"/>
                  <a:pt x="388163" y="130040"/>
                </a:cubicBezTo>
                <a:cubicBezTo>
                  <a:pt x="385651" y="128399"/>
                  <a:pt x="383831" y="126437"/>
                  <a:pt x="382703" y="124154"/>
                </a:cubicBezTo>
                <a:cubicBezTo>
                  <a:pt x="381575" y="121871"/>
                  <a:pt x="381011" y="119395"/>
                  <a:pt x="381011" y="116726"/>
                </a:cubicBezTo>
                <a:cubicBezTo>
                  <a:pt x="381011" y="115034"/>
                  <a:pt x="381216" y="113392"/>
                  <a:pt x="381626" y="111801"/>
                </a:cubicBezTo>
                <a:cubicBezTo>
                  <a:pt x="382036" y="110210"/>
                  <a:pt x="382665" y="108696"/>
                  <a:pt x="383510" y="107259"/>
                </a:cubicBezTo>
                <a:cubicBezTo>
                  <a:pt x="384356" y="105824"/>
                  <a:pt x="385407" y="104452"/>
                  <a:pt x="386664" y="103145"/>
                </a:cubicBezTo>
                <a:cubicBezTo>
                  <a:pt x="387920" y="101836"/>
                  <a:pt x="389368" y="100540"/>
                  <a:pt x="391009" y="99256"/>
                </a:cubicBezTo>
                <a:cubicBezTo>
                  <a:pt x="388496" y="97970"/>
                  <a:pt x="386638" y="96349"/>
                  <a:pt x="385433" y="94392"/>
                </a:cubicBezTo>
                <a:cubicBezTo>
                  <a:pt x="384228" y="92434"/>
                  <a:pt x="383626" y="90323"/>
                  <a:pt x="383626" y="88057"/>
                </a:cubicBezTo>
                <a:cubicBezTo>
                  <a:pt x="383626" y="84917"/>
                  <a:pt x="384267" y="82111"/>
                  <a:pt x="385548" y="79639"/>
                </a:cubicBezTo>
                <a:cubicBezTo>
                  <a:pt x="386830" y="77167"/>
                  <a:pt x="388420" y="74952"/>
                  <a:pt x="390316" y="72996"/>
                </a:cubicBezTo>
                <a:cubicBezTo>
                  <a:pt x="388727" y="71102"/>
                  <a:pt x="387471" y="68965"/>
                  <a:pt x="386548" y="66584"/>
                </a:cubicBezTo>
                <a:cubicBezTo>
                  <a:pt x="385625" y="64204"/>
                  <a:pt x="385164" y="61324"/>
                  <a:pt x="385164" y="57947"/>
                </a:cubicBezTo>
                <a:cubicBezTo>
                  <a:pt x="385164" y="54006"/>
                  <a:pt x="385830" y="50474"/>
                  <a:pt x="387163" y="47351"/>
                </a:cubicBezTo>
                <a:cubicBezTo>
                  <a:pt x="388496" y="44229"/>
                  <a:pt x="390342" y="41592"/>
                  <a:pt x="392700" y="39442"/>
                </a:cubicBezTo>
                <a:cubicBezTo>
                  <a:pt x="395059" y="37292"/>
                  <a:pt x="397892" y="35641"/>
                  <a:pt x="401198" y="34489"/>
                </a:cubicBezTo>
                <a:cubicBezTo>
                  <a:pt x="404505" y="33337"/>
                  <a:pt x="408107" y="32761"/>
                  <a:pt x="412003" y="32761"/>
                </a:cubicBezTo>
                <a:cubicBezTo>
                  <a:pt x="414105" y="32761"/>
                  <a:pt x="416066" y="32870"/>
                  <a:pt x="417887" y="33088"/>
                </a:cubicBezTo>
                <a:cubicBezTo>
                  <a:pt x="419707" y="33304"/>
                  <a:pt x="421411" y="33605"/>
                  <a:pt x="423001" y="33992"/>
                </a:cubicBezTo>
                <a:lnTo>
                  <a:pt x="443918" y="33992"/>
                </a:lnTo>
                <a:cubicBezTo>
                  <a:pt x="444790" y="33992"/>
                  <a:pt x="445444" y="34414"/>
                  <a:pt x="445880" y="35260"/>
                </a:cubicBezTo>
                <a:cubicBezTo>
                  <a:pt x="446315" y="36106"/>
                  <a:pt x="446533" y="37401"/>
                  <a:pt x="446533" y="39144"/>
                </a:cubicBezTo>
                <a:moveTo>
                  <a:pt x="426692" y="57409"/>
                </a:moveTo>
                <a:cubicBezTo>
                  <a:pt x="426692" y="52705"/>
                  <a:pt x="425397" y="49036"/>
                  <a:pt x="422808" y="46402"/>
                </a:cubicBezTo>
                <a:cubicBezTo>
                  <a:pt x="420219" y="43768"/>
                  <a:pt x="416541" y="42451"/>
                  <a:pt x="411773" y="42451"/>
                </a:cubicBezTo>
                <a:cubicBezTo>
                  <a:pt x="409312" y="42451"/>
                  <a:pt x="407171" y="42860"/>
                  <a:pt x="405351" y="43679"/>
                </a:cubicBezTo>
                <a:cubicBezTo>
                  <a:pt x="403531" y="44496"/>
                  <a:pt x="402019" y="45621"/>
                  <a:pt x="400814" y="47053"/>
                </a:cubicBezTo>
                <a:cubicBezTo>
                  <a:pt x="399609" y="48485"/>
                  <a:pt x="398712" y="50135"/>
                  <a:pt x="398122" y="52001"/>
                </a:cubicBezTo>
                <a:cubicBezTo>
                  <a:pt x="397533" y="53868"/>
                  <a:pt x="397238" y="55824"/>
                  <a:pt x="397238" y="57870"/>
                </a:cubicBezTo>
                <a:cubicBezTo>
                  <a:pt x="397238" y="62420"/>
                  <a:pt x="398532" y="66000"/>
                  <a:pt x="401121" y="68608"/>
                </a:cubicBezTo>
                <a:cubicBezTo>
                  <a:pt x="403711" y="71216"/>
                  <a:pt x="407338" y="72520"/>
                  <a:pt x="412003" y="72520"/>
                </a:cubicBezTo>
                <a:cubicBezTo>
                  <a:pt x="414516" y="72520"/>
                  <a:pt x="416694" y="72125"/>
                  <a:pt x="418540" y="71333"/>
                </a:cubicBezTo>
                <a:cubicBezTo>
                  <a:pt x="420386" y="70540"/>
                  <a:pt x="421911" y="69440"/>
                  <a:pt x="423116" y="68033"/>
                </a:cubicBezTo>
                <a:cubicBezTo>
                  <a:pt x="424321" y="66627"/>
                  <a:pt x="425218" y="65003"/>
                  <a:pt x="425808" y="63162"/>
                </a:cubicBezTo>
                <a:cubicBezTo>
                  <a:pt x="426397" y="61321"/>
                  <a:pt x="426692" y="59403"/>
                  <a:pt x="426692" y="57409"/>
                </a:cubicBezTo>
                <a:moveTo>
                  <a:pt x="433075" y="112270"/>
                </a:moveTo>
                <a:cubicBezTo>
                  <a:pt x="433075" y="109276"/>
                  <a:pt x="431857" y="106966"/>
                  <a:pt x="429422" y="105341"/>
                </a:cubicBezTo>
                <a:cubicBezTo>
                  <a:pt x="426987" y="103715"/>
                  <a:pt x="423693" y="102851"/>
                  <a:pt x="419540" y="102748"/>
                </a:cubicBezTo>
                <a:lnTo>
                  <a:pt x="401621" y="102128"/>
                </a:lnTo>
                <a:cubicBezTo>
                  <a:pt x="399981" y="103418"/>
                  <a:pt x="398635" y="104644"/>
                  <a:pt x="397584" y="105805"/>
                </a:cubicBezTo>
                <a:cubicBezTo>
                  <a:pt x="396533" y="106967"/>
                  <a:pt x="395700" y="108076"/>
                  <a:pt x="395085" y="109134"/>
                </a:cubicBezTo>
                <a:cubicBezTo>
                  <a:pt x="394469" y="110191"/>
                  <a:pt x="394046" y="111236"/>
                  <a:pt x="393816" y="112268"/>
                </a:cubicBezTo>
                <a:cubicBezTo>
                  <a:pt x="393585" y="113301"/>
                  <a:pt x="393470" y="114359"/>
                  <a:pt x="393470" y="115442"/>
                </a:cubicBezTo>
                <a:cubicBezTo>
                  <a:pt x="393470" y="118797"/>
                  <a:pt x="395161" y="121339"/>
                  <a:pt x="398545" y="123068"/>
                </a:cubicBezTo>
                <a:cubicBezTo>
                  <a:pt x="401929" y="124797"/>
                  <a:pt x="406646" y="125661"/>
                  <a:pt x="412695" y="125661"/>
                </a:cubicBezTo>
                <a:cubicBezTo>
                  <a:pt x="416541" y="125661"/>
                  <a:pt x="419758" y="125287"/>
                  <a:pt x="422347" y="124539"/>
                </a:cubicBezTo>
                <a:cubicBezTo>
                  <a:pt x="424936" y="123790"/>
                  <a:pt x="427025" y="122797"/>
                  <a:pt x="428615" y="121559"/>
                </a:cubicBezTo>
                <a:cubicBezTo>
                  <a:pt x="430204" y="120320"/>
                  <a:pt x="431345" y="118901"/>
                  <a:pt x="432037" y="117300"/>
                </a:cubicBezTo>
                <a:cubicBezTo>
                  <a:pt x="432729" y="115701"/>
                  <a:pt x="433075" y="114024"/>
                  <a:pt x="433075" y="112270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call.return">
            <a:extLst xmlns:a="http://schemas.openxmlformats.org/drawingml/2006/main">
              <a:ext uri="{FF2B5EF4-FFF2-40B4-BE49-F238E27FC236}">
                <a16:creationId xmlns:a16="http://schemas.microsoft.com/office/drawing/2014/main" id="{8DFD9580-5A4D-4BFB-A249-C8991226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640" y="2587694"/>
            <a:ext cx="641838" cy="108742"/>
          </a:xfrm>
          <a:custGeom xmlns:a="http://schemas.openxmlformats.org/drawingml/2006/main">
            <a:pathLst>
              <a:path w="641838" h="108742">
                <a:moveTo>
                  <a:pt x="54602" y="94822"/>
                </a:moveTo>
                <a:cubicBezTo>
                  <a:pt x="54602" y="95694"/>
                  <a:pt x="54576" y="96450"/>
                  <a:pt x="54525" y="97091"/>
                </a:cubicBezTo>
                <a:cubicBezTo>
                  <a:pt x="54474" y="97732"/>
                  <a:pt x="54384" y="98270"/>
                  <a:pt x="54256" y="98706"/>
                </a:cubicBezTo>
                <a:cubicBezTo>
                  <a:pt x="54128" y="99142"/>
                  <a:pt x="53974" y="99526"/>
                  <a:pt x="53794" y="99860"/>
                </a:cubicBezTo>
                <a:cubicBezTo>
                  <a:pt x="53615" y="100193"/>
                  <a:pt x="53205" y="100680"/>
                  <a:pt x="52564" y="101321"/>
                </a:cubicBezTo>
                <a:cubicBezTo>
                  <a:pt x="51923" y="101962"/>
                  <a:pt x="50833" y="102756"/>
                  <a:pt x="49295" y="103705"/>
                </a:cubicBezTo>
                <a:cubicBezTo>
                  <a:pt x="47757" y="104653"/>
                  <a:pt x="46027" y="105499"/>
                  <a:pt x="44104" y="106243"/>
                </a:cubicBezTo>
                <a:cubicBezTo>
                  <a:pt x="42182" y="106986"/>
                  <a:pt x="40093" y="107589"/>
                  <a:pt x="37837" y="108050"/>
                </a:cubicBezTo>
                <a:cubicBezTo>
                  <a:pt x="35581" y="108511"/>
                  <a:pt x="33248" y="108742"/>
                  <a:pt x="30838" y="108742"/>
                </a:cubicBezTo>
                <a:cubicBezTo>
                  <a:pt x="25865" y="108742"/>
                  <a:pt x="21456" y="107920"/>
                  <a:pt x="17611" y="106276"/>
                </a:cubicBezTo>
                <a:cubicBezTo>
                  <a:pt x="13766" y="104633"/>
                  <a:pt x="10549" y="102231"/>
                  <a:pt x="7960" y="99071"/>
                </a:cubicBezTo>
                <a:cubicBezTo>
                  <a:pt x="5370" y="95912"/>
                  <a:pt x="3397" y="92033"/>
                  <a:pt x="2038" y="87435"/>
                </a:cubicBezTo>
                <a:cubicBezTo>
                  <a:pt x="679" y="82837"/>
                  <a:pt x="0" y="77533"/>
                  <a:pt x="0" y="71523"/>
                </a:cubicBezTo>
                <a:cubicBezTo>
                  <a:pt x="0" y="64690"/>
                  <a:pt x="833" y="58820"/>
                  <a:pt x="2499" y="53914"/>
                </a:cubicBezTo>
                <a:cubicBezTo>
                  <a:pt x="4166" y="49009"/>
                  <a:pt x="6447" y="44989"/>
                  <a:pt x="9344" y="41855"/>
                </a:cubicBezTo>
                <a:cubicBezTo>
                  <a:pt x="12241" y="38721"/>
                  <a:pt x="15650" y="36396"/>
                  <a:pt x="19572" y="34881"/>
                </a:cubicBezTo>
                <a:cubicBezTo>
                  <a:pt x="23494" y="33365"/>
                  <a:pt x="27737" y="32607"/>
                  <a:pt x="32300" y="32607"/>
                </a:cubicBezTo>
                <a:cubicBezTo>
                  <a:pt x="34504" y="32607"/>
                  <a:pt x="36645" y="32812"/>
                  <a:pt x="38721" y="33222"/>
                </a:cubicBezTo>
                <a:cubicBezTo>
                  <a:pt x="40798" y="33633"/>
                  <a:pt x="42707" y="34171"/>
                  <a:pt x="44450" y="34837"/>
                </a:cubicBezTo>
                <a:cubicBezTo>
                  <a:pt x="46194" y="35504"/>
                  <a:pt x="47744" y="36273"/>
                  <a:pt x="49103" y="37145"/>
                </a:cubicBezTo>
                <a:cubicBezTo>
                  <a:pt x="50462" y="38016"/>
                  <a:pt x="51449" y="38760"/>
                  <a:pt x="52064" y="39375"/>
                </a:cubicBezTo>
                <a:cubicBezTo>
                  <a:pt x="52679" y="39990"/>
                  <a:pt x="53102" y="40477"/>
                  <a:pt x="53333" y="40836"/>
                </a:cubicBezTo>
                <a:cubicBezTo>
                  <a:pt x="53564" y="41195"/>
                  <a:pt x="53756" y="41618"/>
                  <a:pt x="53910" y="42105"/>
                </a:cubicBezTo>
                <a:cubicBezTo>
                  <a:pt x="54063" y="42592"/>
                  <a:pt x="54166" y="43143"/>
                  <a:pt x="54217" y="43758"/>
                </a:cubicBezTo>
                <a:cubicBezTo>
                  <a:pt x="54269" y="44374"/>
                  <a:pt x="54294" y="45143"/>
                  <a:pt x="54294" y="46065"/>
                </a:cubicBezTo>
                <a:cubicBezTo>
                  <a:pt x="54294" y="48065"/>
                  <a:pt x="54063" y="49462"/>
                  <a:pt x="53602" y="50257"/>
                </a:cubicBezTo>
                <a:cubicBezTo>
                  <a:pt x="53141" y="51051"/>
                  <a:pt x="52577" y="51449"/>
                  <a:pt x="51910" y="51449"/>
                </a:cubicBezTo>
                <a:cubicBezTo>
                  <a:pt x="51141" y="51449"/>
                  <a:pt x="50257" y="51026"/>
                  <a:pt x="49257" y="50180"/>
                </a:cubicBezTo>
                <a:cubicBezTo>
                  <a:pt x="48257" y="49334"/>
                  <a:pt x="46988" y="48398"/>
                  <a:pt x="45450" y="47373"/>
                </a:cubicBezTo>
                <a:cubicBezTo>
                  <a:pt x="43912" y="46347"/>
                  <a:pt x="42054" y="45412"/>
                  <a:pt x="39875" y="44566"/>
                </a:cubicBezTo>
                <a:cubicBezTo>
                  <a:pt x="37696" y="43720"/>
                  <a:pt x="35119" y="43297"/>
                  <a:pt x="32146" y="43297"/>
                </a:cubicBezTo>
                <a:cubicBezTo>
                  <a:pt x="26045" y="43297"/>
                  <a:pt x="21366" y="45650"/>
                  <a:pt x="18111" y="50355"/>
                </a:cubicBezTo>
                <a:cubicBezTo>
                  <a:pt x="14855" y="55059"/>
                  <a:pt x="13227" y="61884"/>
                  <a:pt x="13227" y="70828"/>
                </a:cubicBezTo>
                <a:cubicBezTo>
                  <a:pt x="13227" y="75302"/>
                  <a:pt x="13650" y="79222"/>
                  <a:pt x="14496" y="82590"/>
                </a:cubicBezTo>
                <a:cubicBezTo>
                  <a:pt x="15342" y="85958"/>
                  <a:pt x="16586" y="88773"/>
                  <a:pt x="18226" y="91035"/>
                </a:cubicBezTo>
                <a:cubicBezTo>
                  <a:pt x="19867" y="93297"/>
                  <a:pt x="21879" y="94981"/>
                  <a:pt x="24263" y="96087"/>
                </a:cubicBezTo>
                <a:cubicBezTo>
                  <a:pt x="26647" y="97192"/>
                  <a:pt x="29377" y="97745"/>
                  <a:pt x="32453" y="97745"/>
                </a:cubicBezTo>
                <a:cubicBezTo>
                  <a:pt x="35376" y="97745"/>
                  <a:pt x="37939" y="97283"/>
                  <a:pt x="40144" y="96361"/>
                </a:cubicBezTo>
                <a:cubicBezTo>
                  <a:pt x="42348" y="95438"/>
                  <a:pt x="44258" y="94425"/>
                  <a:pt x="45873" y="93323"/>
                </a:cubicBezTo>
                <a:cubicBezTo>
                  <a:pt x="47488" y="92221"/>
                  <a:pt x="48847" y="91221"/>
                  <a:pt x="49949" y="90324"/>
                </a:cubicBezTo>
                <a:cubicBezTo>
                  <a:pt x="51051" y="89426"/>
                  <a:pt x="51910" y="88978"/>
                  <a:pt x="52525" y="88978"/>
                </a:cubicBezTo>
                <a:cubicBezTo>
                  <a:pt x="52884" y="88978"/>
                  <a:pt x="53192" y="89080"/>
                  <a:pt x="53448" y="89285"/>
                </a:cubicBezTo>
                <a:cubicBezTo>
                  <a:pt x="53705" y="89490"/>
                  <a:pt x="53922" y="89837"/>
                  <a:pt x="54102" y="90324"/>
                </a:cubicBezTo>
                <a:cubicBezTo>
                  <a:pt x="54281" y="90811"/>
                  <a:pt x="54409" y="91426"/>
                  <a:pt x="54486" y="92169"/>
                </a:cubicBezTo>
                <a:cubicBezTo>
                  <a:pt x="54563" y="92913"/>
                  <a:pt x="54602" y="93797"/>
                  <a:pt x="54602" y="94822"/>
                </a:cubicBezTo>
                <a:close/>
                <a:moveTo>
                  <a:pt x="123576" y="105358"/>
                </a:moveTo>
                <a:cubicBezTo>
                  <a:pt x="123576" y="105974"/>
                  <a:pt x="123371" y="106435"/>
                  <a:pt x="122961" y="106743"/>
                </a:cubicBezTo>
                <a:cubicBezTo>
                  <a:pt x="122551" y="107050"/>
                  <a:pt x="121987" y="107281"/>
                  <a:pt x="121269" y="107435"/>
                </a:cubicBezTo>
                <a:cubicBezTo>
                  <a:pt x="120551" y="107589"/>
                  <a:pt x="119500" y="107665"/>
                  <a:pt x="118116" y="107665"/>
                </a:cubicBezTo>
                <a:cubicBezTo>
                  <a:pt x="116783" y="107665"/>
                  <a:pt x="115719" y="107589"/>
                  <a:pt x="114925" y="107435"/>
                </a:cubicBezTo>
                <a:cubicBezTo>
                  <a:pt x="114130" y="107281"/>
                  <a:pt x="113553" y="107050"/>
                  <a:pt x="113194" y="106743"/>
                </a:cubicBezTo>
                <a:cubicBezTo>
                  <a:pt x="112835" y="106435"/>
                  <a:pt x="112656" y="105974"/>
                  <a:pt x="112656" y="105358"/>
                </a:cubicBezTo>
                <a:lnTo>
                  <a:pt x="112656" y="98437"/>
                </a:lnTo>
                <a:cubicBezTo>
                  <a:pt x="109631" y="101667"/>
                  <a:pt x="106260" y="104192"/>
                  <a:pt x="102543" y="106012"/>
                </a:cubicBezTo>
                <a:cubicBezTo>
                  <a:pt x="98826" y="107832"/>
                  <a:pt x="94891" y="108742"/>
                  <a:pt x="90738" y="108742"/>
                </a:cubicBezTo>
                <a:cubicBezTo>
                  <a:pt x="87098" y="108742"/>
                  <a:pt x="83804" y="108266"/>
                  <a:pt x="80856" y="107315"/>
                </a:cubicBezTo>
                <a:cubicBezTo>
                  <a:pt x="77908" y="106363"/>
                  <a:pt x="75396" y="104987"/>
                  <a:pt x="73320" y="103186"/>
                </a:cubicBezTo>
                <a:cubicBezTo>
                  <a:pt x="71243" y="101385"/>
                  <a:pt x="69628" y="99173"/>
                  <a:pt x="68475" y="96550"/>
                </a:cubicBezTo>
                <a:cubicBezTo>
                  <a:pt x="67321" y="93926"/>
                  <a:pt x="66744" y="90941"/>
                  <a:pt x="66744" y="87596"/>
                </a:cubicBezTo>
                <a:cubicBezTo>
                  <a:pt x="66744" y="83687"/>
                  <a:pt x="67539" y="80292"/>
                  <a:pt x="69128" y="77411"/>
                </a:cubicBezTo>
                <a:cubicBezTo>
                  <a:pt x="70718" y="74529"/>
                  <a:pt x="72999" y="72136"/>
                  <a:pt x="75973" y="70232"/>
                </a:cubicBezTo>
                <a:cubicBezTo>
                  <a:pt x="78946" y="68329"/>
                  <a:pt x="82587" y="66902"/>
                  <a:pt x="86893" y="65950"/>
                </a:cubicBezTo>
                <a:cubicBezTo>
                  <a:pt x="91200" y="64998"/>
                  <a:pt x="96045" y="64522"/>
                  <a:pt x="101428" y="64522"/>
                </a:cubicBezTo>
                <a:lnTo>
                  <a:pt x="110964" y="64522"/>
                </a:lnTo>
                <a:lnTo>
                  <a:pt x="110964" y="59158"/>
                </a:lnTo>
                <a:cubicBezTo>
                  <a:pt x="110964" y="56502"/>
                  <a:pt x="110682" y="54152"/>
                  <a:pt x="110118" y="52110"/>
                </a:cubicBezTo>
                <a:cubicBezTo>
                  <a:pt x="109554" y="50065"/>
                  <a:pt x="108644" y="48366"/>
                  <a:pt x="107388" y="47012"/>
                </a:cubicBezTo>
                <a:cubicBezTo>
                  <a:pt x="106132" y="45658"/>
                  <a:pt x="104504" y="44637"/>
                  <a:pt x="102505" y="43948"/>
                </a:cubicBezTo>
                <a:cubicBezTo>
                  <a:pt x="100505" y="43258"/>
                  <a:pt x="98044" y="42912"/>
                  <a:pt x="95122" y="42912"/>
                </a:cubicBezTo>
                <a:cubicBezTo>
                  <a:pt x="91995" y="42912"/>
                  <a:pt x="89188" y="43280"/>
                  <a:pt x="86701" y="44015"/>
                </a:cubicBezTo>
                <a:cubicBezTo>
                  <a:pt x="84214" y="44751"/>
                  <a:pt x="82035" y="45562"/>
                  <a:pt x="80164" y="46450"/>
                </a:cubicBezTo>
                <a:cubicBezTo>
                  <a:pt x="78293" y="47338"/>
                  <a:pt x="76729" y="48149"/>
                  <a:pt x="75473" y="48884"/>
                </a:cubicBezTo>
                <a:cubicBezTo>
                  <a:pt x="74217" y="49620"/>
                  <a:pt x="73281" y="49988"/>
                  <a:pt x="72666" y="49988"/>
                </a:cubicBezTo>
                <a:cubicBezTo>
                  <a:pt x="72256" y="49988"/>
                  <a:pt x="71897" y="49885"/>
                  <a:pt x="71589" y="49680"/>
                </a:cubicBezTo>
                <a:cubicBezTo>
                  <a:pt x="71282" y="49475"/>
                  <a:pt x="71013" y="49167"/>
                  <a:pt x="70782" y="48757"/>
                </a:cubicBezTo>
                <a:cubicBezTo>
                  <a:pt x="70551" y="48347"/>
                  <a:pt x="70385" y="47821"/>
                  <a:pt x="70282" y="47181"/>
                </a:cubicBezTo>
                <a:cubicBezTo>
                  <a:pt x="70179" y="46540"/>
                  <a:pt x="70128" y="45835"/>
                  <a:pt x="70128" y="45066"/>
                </a:cubicBezTo>
                <a:cubicBezTo>
                  <a:pt x="70128" y="43784"/>
                  <a:pt x="70218" y="42771"/>
                  <a:pt x="70397" y="42028"/>
                </a:cubicBezTo>
                <a:cubicBezTo>
                  <a:pt x="70577" y="41285"/>
                  <a:pt x="71013" y="40580"/>
                  <a:pt x="71705" y="39913"/>
                </a:cubicBezTo>
                <a:cubicBezTo>
                  <a:pt x="72397" y="39247"/>
                  <a:pt x="73589" y="38470"/>
                  <a:pt x="75281" y="37584"/>
                </a:cubicBezTo>
                <a:cubicBezTo>
                  <a:pt x="76973" y="36697"/>
                  <a:pt x="78921" y="35886"/>
                  <a:pt x="81125" y="35152"/>
                </a:cubicBezTo>
                <a:cubicBezTo>
                  <a:pt x="83330" y="34418"/>
                  <a:pt x="85740" y="33811"/>
                  <a:pt x="88354" y="33331"/>
                </a:cubicBezTo>
                <a:cubicBezTo>
                  <a:pt x="90969" y="32848"/>
                  <a:pt x="93610" y="32607"/>
                  <a:pt x="96276" y="32607"/>
                </a:cubicBezTo>
                <a:cubicBezTo>
                  <a:pt x="101249" y="32607"/>
                  <a:pt x="105478" y="33171"/>
                  <a:pt x="108965" y="34299"/>
                </a:cubicBezTo>
                <a:cubicBezTo>
                  <a:pt x="112451" y="35427"/>
                  <a:pt x="115271" y="37080"/>
                  <a:pt x="117424" y="39259"/>
                </a:cubicBezTo>
                <a:cubicBezTo>
                  <a:pt x="119577" y="41438"/>
                  <a:pt x="121141" y="44143"/>
                  <a:pt x="122115" y="47373"/>
                </a:cubicBezTo>
                <a:cubicBezTo>
                  <a:pt x="123089" y="50603"/>
                  <a:pt x="123576" y="54371"/>
                  <a:pt x="123576" y="58678"/>
                </a:cubicBezTo>
                <a:lnTo>
                  <a:pt x="123576" y="105358"/>
                </a:lnTo>
                <a:moveTo>
                  <a:pt x="110964" y="73674"/>
                </a:moveTo>
                <a:lnTo>
                  <a:pt x="100121" y="73674"/>
                </a:lnTo>
                <a:cubicBezTo>
                  <a:pt x="96634" y="73674"/>
                  <a:pt x="93610" y="73971"/>
                  <a:pt x="91046" y="74566"/>
                </a:cubicBezTo>
                <a:cubicBezTo>
                  <a:pt x="88483" y="75158"/>
                  <a:pt x="86355" y="76035"/>
                  <a:pt x="84663" y="77195"/>
                </a:cubicBezTo>
                <a:cubicBezTo>
                  <a:pt x="82971" y="78355"/>
                  <a:pt x="81728" y="79748"/>
                  <a:pt x="80933" y="81374"/>
                </a:cubicBezTo>
                <a:cubicBezTo>
                  <a:pt x="80139" y="82999"/>
                  <a:pt x="79741" y="84868"/>
                  <a:pt x="79741" y="86983"/>
                </a:cubicBezTo>
                <a:cubicBezTo>
                  <a:pt x="79741" y="90594"/>
                  <a:pt x="80882" y="93470"/>
                  <a:pt x="83163" y="95611"/>
                </a:cubicBezTo>
                <a:cubicBezTo>
                  <a:pt x="85445" y="97751"/>
                  <a:pt x="88636" y="98821"/>
                  <a:pt x="92738" y="98821"/>
                </a:cubicBezTo>
                <a:cubicBezTo>
                  <a:pt x="96070" y="98821"/>
                  <a:pt x="99159" y="97971"/>
                  <a:pt x="102005" y="96269"/>
                </a:cubicBezTo>
                <a:cubicBezTo>
                  <a:pt x="104850" y="94566"/>
                  <a:pt x="107837" y="91961"/>
                  <a:pt x="110964" y="88454"/>
                </a:cubicBezTo>
                <a:lnTo>
                  <a:pt x="110964" y="73674"/>
                </a:lnTo>
                <a:close/>
                <a:moveTo>
                  <a:pt x="159535" y="105279"/>
                </a:moveTo>
                <a:cubicBezTo>
                  <a:pt x="159535" y="105689"/>
                  <a:pt x="159433" y="106036"/>
                  <a:pt x="159228" y="106320"/>
                </a:cubicBezTo>
                <a:cubicBezTo>
                  <a:pt x="159023" y="106602"/>
                  <a:pt x="158689" y="106845"/>
                  <a:pt x="158228" y="107050"/>
                </a:cubicBezTo>
                <a:cubicBezTo>
                  <a:pt x="157766" y="107255"/>
                  <a:pt x="157126" y="107409"/>
                  <a:pt x="156305" y="107512"/>
                </a:cubicBezTo>
                <a:cubicBezTo>
                  <a:pt x="155485" y="107614"/>
                  <a:pt x="154434" y="107665"/>
                  <a:pt x="153152" y="107665"/>
                </a:cubicBezTo>
                <a:cubicBezTo>
                  <a:pt x="151922" y="107665"/>
                  <a:pt x="150896" y="107614"/>
                  <a:pt x="150076" y="107512"/>
                </a:cubicBezTo>
                <a:cubicBezTo>
                  <a:pt x="149256" y="107409"/>
                  <a:pt x="148602" y="107255"/>
                  <a:pt x="148115" y="107050"/>
                </a:cubicBezTo>
                <a:cubicBezTo>
                  <a:pt x="147628" y="106845"/>
                  <a:pt x="147295" y="106602"/>
                  <a:pt x="147115" y="106320"/>
                </a:cubicBezTo>
                <a:cubicBezTo>
                  <a:pt x="146936" y="106036"/>
                  <a:pt x="146846" y="105689"/>
                  <a:pt x="146846" y="105279"/>
                </a:cubicBezTo>
                <a:lnTo>
                  <a:pt x="146846" y="2463"/>
                </a:lnTo>
                <a:cubicBezTo>
                  <a:pt x="146846" y="2053"/>
                  <a:pt x="146936" y="1694"/>
                  <a:pt x="147115" y="1387"/>
                </a:cubicBezTo>
                <a:cubicBezTo>
                  <a:pt x="147295" y="1077"/>
                  <a:pt x="147628" y="820"/>
                  <a:pt x="148115" y="615"/>
                </a:cubicBezTo>
                <a:cubicBezTo>
                  <a:pt x="148602" y="410"/>
                  <a:pt x="149256" y="256"/>
                  <a:pt x="150076" y="154"/>
                </a:cubicBezTo>
                <a:cubicBezTo>
                  <a:pt x="150896" y="51"/>
                  <a:pt x="151922" y="0"/>
                  <a:pt x="153152" y="0"/>
                </a:cubicBezTo>
                <a:cubicBezTo>
                  <a:pt x="154434" y="0"/>
                  <a:pt x="155485" y="51"/>
                  <a:pt x="156305" y="154"/>
                </a:cubicBezTo>
                <a:cubicBezTo>
                  <a:pt x="157126" y="256"/>
                  <a:pt x="157766" y="410"/>
                  <a:pt x="158228" y="615"/>
                </a:cubicBezTo>
                <a:cubicBezTo>
                  <a:pt x="158689" y="820"/>
                  <a:pt x="159023" y="1077"/>
                  <a:pt x="159228" y="1387"/>
                </a:cubicBezTo>
                <a:cubicBezTo>
                  <a:pt x="159433" y="1694"/>
                  <a:pt x="159535" y="2053"/>
                  <a:pt x="159535" y="2463"/>
                </a:cubicBezTo>
                <a:lnTo>
                  <a:pt x="159535" y="105279"/>
                </a:lnTo>
                <a:close/>
                <a:moveTo>
                  <a:pt x="195571" y="105279"/>
                </a:moveTo>
                <a:cubicBezTo>
                  <a:pt x="195571" y="105689"/>
                  <a:pt x="195469" y="106036"/>
                  <a:pt x="195264" y="106320"/>
                </a:cubicBezTo>
                <a:cubicBezTo>
                  <a:pt x="195059" y="106602"/>
                  <a:pt x="194726" y="106845"/>
                  <a:pt x="194264" y="107050"/>
                </a:cubicBezTo>
                <a:cubicBezTo>
                  <a:pt x="193803" y="107255"/>
                  <a:pt x="193162" y="107409"/>
                  <a:pt x="192342" y="107512"/>
                </a:cubicBezTo>
                <a:cubicBezTo>
                  <a:pt x="191521" y="107614"/>
                  <a:pt x="190470" y="107665"/>
                  <a:pt x="189188" y="107665"/>
                </a:cubicBezTo>
                <a:cubicBezTo>
                  <a:pt x="187958" y="107665"/>
                  <a:pt x="186933" y="107614"/>
                  <a:pt x="186112" y="107512"/>
                </a:cubicBezTo>
                <a:cubicBezTo>
                  <a:pt x="185292" y="107409"/>
                  <a:pt x="184638" y="107255"/>
                  <a:pt x="184151" y="107050"/>
                </a:cubicBezTo>
                <a:cubicBezTo>
                  <a:pt x="183664" y="106845"/>
                  <a:pt x="183331" y="106602"/>
                  <a:pt x="183152" y="106320"/>
                </a:cubicBezTo>
                <a:cubicBezTo>
                  <a:pt x="182972" y="106036"/>
                  <a:pt x="182882" y="105689"/>
                  <a:pt x="182882" y="105279"/>
                </a:cubicBezTo>
                <a:lnTo>
                  <a:pt x="182882" y="2463"/>
                </a:lnTo>
                <a:cubicBezTo>
                  <a:pt x="182882" y="2053"/>
                  <a:pt x="182972" y="1694"/>
                  <a:pt x="183152" y="1387"/>
                </a:cubicBezTo>
                <a:cubicBezTo>
                  <a:pt x="183331" y="1077"/>
                  <a:pt x="183664" y="820"/>
                  <a:pt x="184151" y="615"/>
                </a:cubicBezTo>
                <a:cubicBezTo>
                  <a:pt x="184638" y="410"/>
                  <a:pt x="185292" y="256"/>
                  <a:pt x="186112" y="154"/>
                </a:cubicBezTo>
                <a:cubicBezTo>
                  <a:pt x="186933" y="51"/>
                  <a:pt x="187958" y="0"/>
                  <a:pt x="189188" y="0"/>
                </a:cubicBezTo>
                <a:cubicBezTo>
                  <a:pt x="190470" y="0"/>
                  <a:pt x="191521" y="51"/>
                  <a:pt x="192342" y="154"/>
                </a:cubicBezTo>
                <a:cubicBezTo>
                  <a:pt x="193162" y="256"/>
                  <a:pt x="193803" y="410"/>
                  <a:pt x="194264" y="615"/>
                </a:cubicBezTo>
                <a:cubicBezTo>
                  <a:pt x="194726" y="820"/>
                  <a:pt x="195059" y="1077"/>
                  <a:pt x="195264" y="1387"/>
                </a:cubicBezTo>
                <a:cubicBezTo>
                  <a:pt x="195469" y="1694"/>
                  <a:pt x="195571" y="2053"/>
                  <a:pt x="195571" y="2463"/>
                </a:cubicBezTo>
                <a:lnTo>
                  <a:pt x="195571" y="105279"/>
                </a:lnTo>
                <a:close/>
                <a:moveTo>
                  <a:pt x="235298" y="98860"/>
                </a:moveTo>
                <a:cubicBezTo>
                  <a:pt x="235298" y="102516"/>
                  <a:pt x="234696" y="104949"/>
                  <a:pt x="233491" y="106159"/>
                </a:cubicBezTo>
                <a:cubicBezTo>
                  <a:pt x="232286" y="107368"/>
                  <a:pt x="230094" y="107973"/>
                  <a:pt x="226915" y="107973"/>
                </a:cubicBezTo>
                <a:cubicBezTo>
                  <a:pt x="223839" y="107973"/>
                  <a:pt x="221712" y="107381"/>
                  <a:pt x="220532" y="106197"/>
                </a:cubicBezTo>
                <a:cubicBezTo>
                  <a:pt x="219353" y="105013"/>
                  <a:pt x="218764" y="102644"/>
                  <a:pt x="218764" y="99091"/>
                </a:cubicBezTo>
                <a:cubicBezTo>
                  <a:pt x="218764" y="95435"/>
                  <a:pt x="219366" y="93002"/>
                  <a:pt x="220571" y="91792"/>
                </a:cubicBezTo>
                <a:cubicBezTo>
                  <a:pt x="221776" y="90582"/>
                  <a:pt x="223967" y="89978"/>
                  <a:pt x="227146" y="89978"/>
                </a:cubicBezTo>
                <a:cubicBezTo>
                  <a:pt x="230222" y="89978"/>
                  <a:pt x="232350" y="90570"/>
                  <a:pt x="233529" y="91754"/>
                </a:cubicBezTo>
                <a:cubicBezTo>
                  <a:pt x="234708" y="92938"/>
                  <a:pt x="235298" y="95306"/>
                  <a:pt x="235298" y="98860"/>
                </a:cubicBezTo>
                <a:close/>
                <a:moveTo>
                  <a:pt x="299028" y="40605"/>
                </a:moveTo>
                <a:cubicBezTo>
                  <a:pt x="299028" y="41733"/>
                  <a:pt x="299002" y="42682"/>
                  <a:pt x="298951" y="43451"/>
                </a:cubicBezTo>
                <a:cubicBezTo>
                  <a:pt x="298899" y="44220"/>
                  <a:pt x="298797" y="44822"/>
                  <a:pt x="298643" y="45258"/>
                </a:cubicBezTo>
                <a:cubicBezTo>
                  <a:pt x="298489" y="45694"/>
                  <a:pt x="298297" y="46027"/>
                  <a:pt x="298066" y="46258"/>
                </a:cubicBezTo>
                <a:cubicBezTo>
                  <a:pt x="297836" y="46488"/>
                  <a:pt x="297515" y="46604"/>
                  <a:pt x="297105" y="46604"/>
                </a:cubicBezTo>
                <a:cubicBezTo>
                  <a:pt x="296695" y="46604"/>
                  <a:pt x="296195" y="46488"/>
                  <a:pt x="295605" y="46258"/>
                </a:cubicBezTo>
                <a:cubicBezTo>
                  <a:pt x="295016" y="46027"/>
                  <a:pt x="294349" y="45796"/>
                  <a:pt x="293606" y="45566"/>
                </a:cubicBezTo>
                <a:cubicBezTo>
                  <a:pt x="292862" y="45335"/>
                  <a:pt x="292029" y="45117"/>
                  <a:pt x="291106" y="44912"/>
                </a:cubicBezTo>
                <a:cubicBezTo>
                  <a:pt x="290184" y="44707"/>
                  <a:pt x="289184" y="44604"/>
                  <a:pt x="288107" y="44604"/>
                </a:cubicBezTo>
                <a:cubicBezTo>
                  <a:pt x="286825" y="44604"/>
                  <a:pt x="285569" y="44861"/>
                  <a:pt x="284339" y="45373"/>
                </a:cubicBezTo>
                <a:cubicBezTo>
                  <a:pt x="283108" y="45886"/>
                  <a:pt x="281814" y="46732"/>
                  <a:pt x="280455" y="47911"/>
                </a:cubicBezTo>
                <a:cubicBezTo>
                  <a:pt x="279097" y="49090"/>
                  <a:pt x="277674" y="50654"/>
                  <a:pt x="276187" y="52602"/>
                </a:cubicBezTo>
                <a:cubicBezTo>
                  <a:pt x="274700" y="54550"/>
                  <a:pt x="273060" y="56934"/>
                  <a:pt x="271265" y="59754"/>
                </a:cubicBezTo>
                <a:lnTo>
                  <a:pt x="271265" y="105281"/>
                </a:lnTo>
                <a:cubicBezTo>
                  <a:pt x="271265" y="105692"/>
                  <a:pt x="271163" y="106038"/>
                  <a:pt x="270958" y="106320"/>
                </a:cubicBezTo>
                <a:cubicBezTo>
                  <a:pt x="270753" y="106602"/>
                  <a:pt x="270419" y="106845"/>
                  <a:pt x="269958" y="107050"/>
                </a:cubicBezTo>
                <a:cubicBezTo>
                  <a:pt x="269496" y="107255"/>
                  <a:pt x="268856" y="107409"/>
                  <a:pt x="268035" y="107512"/>
                </a:cubicBezTo>
                <a:cubicBezTo>
                  <a:pt x="267215" y="107614"/>
                  <a:pt x="266164" y="107665"/>
                  <a:pt x="264882" y="107665"/>
                </a:cubicBezTo>
                <a:cubicBezTo>
                  <a:pt x="263652" y="107665"/>
                  <a:pt x="262626" y="107614"/>
                  <a:pt x="261806" y="107512"/>
                </a:cubicBezTo>
                <a:cubicBezTo>
                  <a:pt x="260986" y="107409"/>
                  <a:pt x="260332" y="107255"/>
                  <a:pt x="259845" y="107050"/>
                </a:cubicBezTo>
                <a:cubicBezTo>
                  <a:pt x="259358" y="106845"/>
                  <a:pt x="259025" y="106602"/>
                  <a:pt x="258845" y="106320"/>
                </a:cubicBezTo>
                <a:cubicBezTo>
                  <a:pt x="258666" y="106038"/>
                  <a:pt x="258576" y="105692"/>
                  <a:pt x="258576" y="105281"/>
                </a:cubicBezTo>
                <a:lnTo>
                  <a:pt x="258576" y="36068"/>
                </a:lnTo>
                <a:cubicBezTo>
                  <a:pt x="258576" y="35658"/>
                  <a:pt x="258653" y="35312"/>
                  <a:pt x="258807" y="35030"/>
                </a:cubicBezTo>
                <a:cubicBezTo>
                  <a:pt x="258961" y="34748"/>
                  <a:pt x="259268" y="34491"/>
                  <a:pt x="259730" y="34261"/>
                </a:cubicBezTo>
                <a:cubicBezTo>
                  <a:pt x="260191" y="34030"/>
                  <a:pt x="260781" y="33876"/>
                  <a:pt x="261498" y="33799"/>
                </a:cubicBezTo>
                <a:cubicBezTo>
                  <a:pt x="262216" y="33722"/>
                  <a:pt x="263165" y="33684"/>
                  <a:pt x="264344" y="33684"/>
                </a:cubicBezTo>
                <a:cubicBezTo>
                  <a:pt x="265472" y="33684"/>
                  <a:pt x="266407" y="33722"/>
                  <a:pt x="267151" y="33799"/>
                </a:cubicBezTo>
                <a:cubicBezTo>
                  <a:pt x="267894" y="33876"/>
                  <a:pt x="268471" y="34030"/>
                  <a:pt x="268881" y="34261"/>
                </a:cubicBezTo>
                <a:cubicBezTo>
                  <a:pt x="269291" y="34491"/>
                  <a:pt x="269586" y="34748"/>
                  <a:pt x="269766" y="35030"/>
                </a:cubicBezTo>
                <a:cubicBezTo>
                  <a:pt x="269945" y="35312"/>
                  <a:pt x="270035" y="35658"/>
                  <a:pt x="270035" y="36068"/>
                </a:cubicBezTo>
                <a:lnTo>
                  <a:pt x="270035" y="46142"/>
                </a:lnTo>
                <a:cubicBezTo>
                  <a:pt x="271932" y="43374"/>
                  <a:pt x="273713" y="41118"/>
                  <a:pt x="275380" y="39375"/>
                </a:cubicBezTo>
                <a:cubicBezTo>
                  <a:pt x="277046" y="37632"/>
                  <a:pt x="278622" y="36260"/>
                  <a:pt x="280109" y="35260"/>
                </a:cubicBezTo>
                <a:cubicBezTo>
                  <a:pt x="281596" y="34261"/>
                  <a:pt x="283070" y="33569"/>
                  <a:pt x="284531" y="33184"/>
                </a:cubicBezTo>
                <a:cubicBezTo>
                  <a:pt x="285992" y="32800"/>
                  <a:pt x="287466" y="32607"/>
                  <a:pt x="288953" y="32607"/>
                </a:cubicBezTo>
                <a:cubicBezTo>
                  <a:pt x="289620" y="32607"/>
                  <a:pt x="290376" y="32646"/>
                  <a:pt x="291222" y="32723"/>
                </a:cubicBezTo>
                <a:cubicBezTo>
                  <a:pt x="292068" y="32800"/>
                  <a:pt x="292952" y="32940"/>
                  <a:pt x="293875" y="33146"/>
                </a:cubicBezTo>
                <a:cubicBezTo>
                  <a:pt x="294798" y="33351"/>
                  <a:pt x="295631" y="33581"/>
                  <a:pt x="296374" y="33838"/>
                </a:cubicBezTo>
                <a:cubicBezTo>
                  <a:pt x="297118" y="34094"/>
                  <a:pt x="297643" y="34350"/>
                  <a:pt x="297951" y="34607"/>
                </a:cubicBezTo>
                <a:cubicBezTo>
                  <a:pt x="298258" y="34863"/>
                  <a:pt x="298464" y="35107"/>
                  <a:pt x="298566" y="35337"/>
                </a:cubicBezTo>
                <a:cubicBezTo>
                  <a:pt x="298669" y="35568"/>
                  <a:pt x="298758" y="35863"/>
                  <a:pt x="298835" y="36222"/>
                </a:cubicBezTo>
                <a:cubicBezTo>
                  <a:pt x="298912" y="36581"/>
                  <a:pt x="298963" y="37106"/>
                  <a:pt x="298989" y="37798"/>
                </a:cubicBezTo>
                <a:cubicBezTo>
                  <a:pt x="299015" y="38490"/>
                  <a:pt x="299028" y="39426"/>
                  <a:pt x="299028" y="40605"/>
                </a:cubicBezTo>
                <a:close/>
                <a:moveTo>
                  <a:pt x="372574" y="67675"/>
                </a:moveTo>
                <a:cubicBezTo>
                  <a:pt x="372574" y="69675"/>
                  <a:pt x="372074" y="71098"/>
                  <a:pt x="371075" y="71944"/>
                </a:cubicBezTo>
                <a:cubicBezTo>
                  <a:pt x="370075" y="72790"/>
                  <a:pt x="368934" y="73212"/>
                  <a:pt x="367652" y="73212"/>
                </a:cubicBezTo>
                <a:lnTo>
                  <a:pt x="322279" y="73212"/>
                </a:lnTo>
                <a:cubicBezTo>
                  <a:pt x="322279" y="77069"/>
                  <a:pt x="322664" y="80540"/>
                  <a:pt x="323433" y="83626"/>
                </a:cubicBezTo>
                <a:cubicBezTo>
                  <a:pt x="324202" y="86712"/>
                  <a:pt x="325483" y="89360"/>
                  <a:pt x="327278" y="91571"/>
                </a:cubicBezTo>
                <a:cubicBezTo>
                  <a:pt x="329072" y="93782"/>
                  <a:pt x="331405" y="95479"/>
                  <a:pt x="334276" y="96663"/>
                </a:cubicBezTo>
                <a:cubicBezTo>
                  <a:pt x="337147" y="97846"/>
                  <a:pt x="340659" y="98437"/>
                  <a:pt x="344812" y="98437"/>
                </a:cubicBezTo>
                <a:cubicBezTo>
                  <a:pt x="348093" y="98437"/>
                  <a:pt x="351016" y="98168"/>
                  <a:pt x="353579" y="97629"/>
                </a:cubicBezTo>
                <a:cubicBezTo>
                  <a:pt x="356142" y="97091"/>
                  <a:pt x="358360" y="96489"/>
                  <a:pt x="360231" y="95822"/>
                </a:cubicBezTo>
                <a:cubicBezTo>
                  <a:pt x="362103" y="95156"/>
                  <a:pt x="363641" y="94553"/>
                  <a:pt x="364845" y="94015"/>
                </a:cubicBezTo>
                <a:cubicBezTo>
                  <a:pt x="366050" y="93477"/>
                  <a:pt x="366960" y="93207"/>
                  <a:pt x="367576" y="93207"/>
                </a:cubicBezTo>
                <a:cubicBezTo>
                  <a:pt x="367934" y="93207"/>
                  <a:pt x="368255" y="93297"/>
                  <a:pt x="368537" y="93477"/>
                </a:cubicBezTo>
                <a:cubicBezTo>
                  <a:pt x="368819" y="93656"/>
                  <a:pt x="369037" y="93925"/>
                  <a:pt x="369190" y="94284"/>
                </a:cubicBezTo>
                <a:cubicBezTo>
                  <a:pt x="369344" y="94643"/>
                  <a:pt x="369460" y="95143"/>
                  <a:pt x="369537" y="95784"/>
                </a:cubicBezTo>
                <a:cubicBezTo>
                  <a:pt x="369613" y="96425"/>
                  <a:pt x="369652" y="97206"/>
                  <a:pt x="369652" y="98129"/>
                </a:cubicBezTo>
                <a:cubicBezTo>
                  <a:pt x="369652" y="98796"/>
                  <a:pt x="369626" y="99373"/>
                  <a:pt x="369575" y="99860"/>
                </a:cubicBezTo>
                <a:cubicBezTo>
                  <a:pt x="369524" y="100347"/>
                  <a:pt x="369460" y="100783"/>
                  <a:pt x="369383" y="101167"/>
                </a:cubicBezTo>
                <a:cubicBezTo>
                  <a:pt x="369306" y="101552"/>
                  <a:pt x="369178" y="101898"/>
                  <a:pt x="368998" y="102205"/>
                </a:cubicBezTo>
                <a:cubicBezTo>
                  <a:pt x="368819" y="102513"/>
                  <a:pt x="368588" y="102808"/>
                  <a:pt x="368306" y="103090"/>
                </a:cubicBezTo>
                <a:cubicBezTo>
                  <a:pt x="368024" y="103372"/>
                  <a:pt x="367191" y="103833"/>
                  <a:pt x="365807" y="104474"/>
                </a:cubicBezTo>
                <a:cubicBezTo>
                  <a:pt x="364422" y="105115"/>
                  <a:pt x="362628" y="105743"/>
                  <a:pt x="360423" y="106358"/>
                </a:cubicBezTo>
                <a:cubicBezTo>
                  <a:pt x="358219" y="106973"/>
                  <a:pt x="355668" y="107524"/>
                  <a:pt x="352772" y="108011"/>
                </a:cubicBezTo>
                <a:cubicBezTo>
                  <a:pt x="349875" y="108499"/>
                  <a:pt x="346786" y="108742"/>
                  <a:pt x="343505" y="108742"/>
                </a:cubicBezTo>
                <a:cubicBezTo>
                  <a:pt x="337814" y="108742"/>
                  <a:pt x="332828" y="107947"/>
                  <a:pt x="328547" y="106356"/>
                </a:cubicBezTo>
                <a:cubicBezTo>
                  <a:pt x="324266" y="104765"/>
                  <a:pt x="320664" y="102404"/>
                  <a:pt x="317742" y="99273"/>
                </a:cubicBezTo>
                <a:cubicBezTo>
                  <a:pt x="314819" y="96143"/>
                  <a:pt x="312615" y="92217"/>
                  <a:pt x="311128" y="87495"/>
                </a:cubicBezTo>
                <a:cubicBezTo>
                  <a:pt x="309641" y="82773"/>
                  <a:pt x="308898" y="77282"/>
                  <a:pt x="308898" y="71021"/>
                </a:cubicBezTo>
                <a:cubicBezTo>
                  <a:pt x="308898" y="65067"/>
                  <a:pt x="309667" y="59717"/>
                  <a:pt x="311205" y="54969"/>
                </a:cubicBezTo>
                <a:cubicBezTo>
                  <a:pt x="312743" y="50222"/>
                  <a:pt x="314960" y="46194"/>
                  <a:pt x="317857" y="42884"/>
                </a:cubicBezTo>
                <a:cubicBezTo>
                  <a:pt x="320754" y="39573"/>
                  <a:pt x="324253" y="37033"/>
                  <a:pt x="328355" y="35263"/>
                </a:cubicBezTo>
                <a:cubicBezTo>
                  <a:pt x="332456" y="33492"/>
                  <a:pt x="337045" y="32607"/>
                  <a:pt x="342120" y="32607"/>
                </a:cubicBezTo>
                <a:cubicBezTo>
                  <a:pt x="347555" y="32607"/>
                  <a:pt x="352182" y="33479"/>
                  <a:pt x="356001" y="35222"/>
                </a:cubicBezTo>
                <a:cubicBezTo>
                  <a:pt x="359821" y="36965"/>
                  <a:pt x="362961" y="39311"/>
                  <a:pt x="365422" y="42259"/>
                </a:cubicBezTo>
                <a:cubicBezTo>
                  <a:pt x="367883" y="45207"/>
                  <a:pt x="369690" y="48667"/>
                  <a:pt x="370844" y="52641"/>
                </a:cubicBezTo>
                <a:cubicBezTo>
                  <a:pt x="371997" y="56614"/>
                  <a:pt x="372574" y="60857"/>
                  <a:pt x="372574" y="65368"/>
                </a:cubicBezTo>
                <a:lnTo>
                  <a:pt x="372574" y="67675"/>
                </a:lnTo>
                <a:moveTo>
                  <a:pt x="359808" y="63907"/>
                </a:moveTo>
                <a:cubicBezTo>
                  <a:pt x="359962" y="57242"/>
                  <a:pt x="358488" y="52013"/>
                  <a:pt x="355386" y="48219"/>
                </a:cubicBezTo>
                <a:cubicBezTo>
                  <a:pt x="352284" y="44425"/>
                  <a:pt x="347683" y="42528"/>
                  <a:pt x="341582" y="42528"/>
                </a:cubicBezTo>
                <a:cubicBezTo>
                  <a:pt x="338455" y="42528"/>
                  <a:pt x="335712" y="43117"/>
                  <a:pt x="333353" y="44297"/>
                </a:cubicBezTo>
                <a:cubicBezTo>
                  <a:pt x="330995" y="45476"/>
                  <a:pt x="329021" y="47040"/>
                  <a:pt x="327432" y="48988"/>
                </a:cubicBezTo>
                <a:cubicBezTo>
                  <a:pt x="325842" y="50936"/>
                  <a:pt x="324612" y="53205"/>
                  <a:pt x="323740" y="55794"/>
                </a:cubicBezTo>
                <a:cubicBezTo>
                  <a:pt x="322869" y="58383"/>
                  <a:pt x="322382" y="61087"/>
                  <a:pt x="322279" y="63907"/>
                </a:cubicBezTo>
                <a:lnTo>
                  <a:pt x="359808" y="63907"/>
                </a:lnTo>
                <a:close/>
                <a:moveTo>
                  <a:pt x="427906" y="100283"/>
                </a:moveTo>
                <a:cubicBezTo>
                  <a:pt x="427906" y="101769"/>
                  <a:pt x="427804" y="102949"/>
                  <a:pt x="427599" y="103820"/>
                </a:cubicBezTo>
                <a:cubicBezTo>
                  <a:pt x="427394" y="104692"/>
                  <a:pt x="427086" y="105333"/>
                  <a:pt x="426676" y="105743"/>
                </a:cubicBezTo>
                <a:cubicBezTo>
                  <a:pt x="426266" y="106153"/>
                  <a:pt x="425650" y="106538"/>
                  <a:pt x="424830" y="106896"/>
                </a:cubicBezTo>
                <a:cubicBezTo>
                  <a:pt x="424010" y="107255"/>
                  <a:pt x="423074" y="107550"/>
                  <a:pt x="422023" y="107781"/>
                </a:cubicBezTo>
                <a:cubicBezTo>
                  <a:pt x="420972" y="108011"/>
                  <a:pt x="419857" y="108204"/>
                  <a:pt x="418678" y="108358"/>
                </a:cubicBezTo>
                <a:cubicBezTo>
                  <a:pt x="417499" y="108511"/>
                  <a:pt x="416319" y="108588"/>
                  <a:pt x="415140" y="108588"/>
                </a:cubicBezTo>
                <a:cubicBezTo>
                  <a:pt x="411551" y="108588"/>
                  <a:pt x="408475" y="108113"/>
                  <a:pt x="405912" y="107163"/>
                </a:cubicBezTo>
                <a:cubicBezTo>
                  <a:pt x="403348" y="106211"/>
                  <a:pt x="401246" y="104772"/>
                  <a:pt x="399606" y="102845"/>
                </a:cubicBezTo>
                <a:cubicBezTo>
                  <a:pt x="397965" y="100917"/>
                  <a:pt x="396773" y="98476"/>
                  <a:pt x="396030" y="95522"/>
                </a:cubicBezTo>
                <a:cubicBezTo>
                  <a:pt x="395286" y="92567"/>
                  <a:pt x="394915" y="89086"/>
                  <a:pt x="394915" y="85077"/>
                </a:cubicBezTo>
                <a:lnTo>
                  <a:pt x="394915" y="44527"/>
                </a:lnTo>
                <a:lnTo>
                  <a:pt x="385225" y="44527"/>
                </a:lnTo>
                <a:cubicBezTo>
                  <a:pt x="384456" y="44527"/>
                  <a:pt x="383840" y="44117"/>
                  <a:pt x="383379" y="43297"/>
                </a:cubicBezTo>
                <a:cubicBezTo>
                  <a:pt x="382918" y="42477"/>
                  <a:pt x="382687" y="41144"/>
                  <a:pt x="382687" y="39298"/>
                </a:cubicBezTo>
                <a:cubicBezTo>
                  <a:pt x="382687" y="38324"/>
                  <a:pt x="382751" y="37503"/>
                  <a:pt x="382879" y="36837"/>
                </a:cubicBezTo>
                <a:cubicBezTo>
                  <a:pt x="383007" y="36170"/>
                  <a:pt x="383174" y="35619"/>
                  <a:pt x="383379" y="35184"/>
                </a:cubicBezTo>
                <a:cubicBezTo>
                  <a:pt x="383584" y="34748"/>
                  <a:pt x="383853" y="34440"/>
                  <a:pt x="384186" y="34261"/>
                </a:cubicBezTo>
                <a:cubicBezTo>
                  <a:pt x="384520" y="34081"/>
                  <a:pt x="384891" y="33992"/>
                  <a:pt x="385302" y="33992"/>
                </a:cubicBezTo>
                <a:lnTo>
                  <a:pt x="394915" y="33992"/>
                </a:lnTo>
                <a:lnTo>
                  <a:pt x="394915" y="17534"/>
                </a:lnTo>
                <a:cubicBezTo>
                  <a:pt x="394915" y="17175"/>
                  <a:pt x="395004" y="16842"/>
                  <a:pt x="395184" y="16534"/>
                </a:cubicBezTo>
                <a:cubicBezTo>
                  <a:pt x="395363" y="16227"/>
                  <a:pt x="395696" y="15958"/>
                  <a:pt x="396183" y="15727"/>
                </a:cubicBezTo>
                <a:cubicBezTo>
                  <a:pt x="396671" y="15496"/>
                  <a:pt x="397324" y="15330"/>
                  <a:pt x="398145" y="15227"/>
                </a:cubicBezTo>
                <a:cubicBezTo>
                  <a:pt x="398965" y="15124"/>
                  <a:pt x="399990" y="15073"/>
                  <a:pt x="401221" y="15073"/>
                </a:cubicBezTo>
                <a:cubicBezTo>
                  <a:pt x="402502" y="15073"/>
                  <a:pt x="403553" y="15124"/>
                  <a:pt x="404374" y="15227"/>
                </a:cubicBezTo>
                <a:cubicBezTo>
                  <a:pt x="405194" y="15330"/>
                  <a:pt x="405835" y="15496"/>
                  <a:pt x="406296" y="15727"/>
                </a:cubicBezTo>
                <a:cubicBezTo>
                  <a:pt x="406758" y="15958"/>
                  <a:pt x="407091" y="16227"/>
                  <a:pt x="407296" y="16534"/>
                </a:cubicBezTo>
                <a:cubicBezTo>
                  <a:pt x="407501" y="16842"/>
                  <a:pt x="407604" y="17175"/>
                  <a:pt x="407604" y="17534"/>
                </a:cubicBezTo>
                <a:lnTo>
                  <a:pt x="407604" y="33992"/>
                </a:lnTo>
                <a:lnTo>
                  <a:pt x="425369" y="33992"/>
                </a:lnTo>
                <a:cubicBezTo>
                  <a:pt x="425779" y="33992"/>
                  <a:pt x="426138" y="34081"/>
                  <a:pt x="426445" y="34261"/>
                </a:cubicBezTo>
                <a:cubicBezTo>
                  <a:pt x="426753" y="34440"/>
                  <a:pt x="427022" y="34748"/>
                  <a:pt x="427253" y="35184"/>
                </a:cubicBezTo>
                <a:cubicBezTo>
                  <a:pt x="427483" y="35619"/>
                  <a:pt x="427650" y="36170"/>
                  <a:pt x="427753" y="36837"/>
                </a:cubicBezTo>
                <a:cubicBezTo>
                  <a:pt x="427855" y="37503"/>
                  <a:pt x="427906" y="38324"/>
                  <a:pt x="427906" y="39298"/>
                </a:cubicBezTo>
                <a:cubicBezTo>
                  <a:pt x="427906" y="41144"/>
                  <a:pt x="427676" y="42477"/>
                  <a:pt x="427214" y="43297"/>
                </a:cubicBezTo>
                <a:cubicBezTo>
                  <a:pt x="426753" y="44117"/>
                  <a:pt x="426138" y="44527"/>
                  <a:pt x="425369" y="44527"/>
                </a:cubicBezTo>
                <a:lnTo>
                  <a:pt x="407604" y="44527"/>
                </a:lnTo>
                <a:lnTo>
                  <a:pt x="407604" y="83246"/>
                </a:lnTo>
                <a:cubicBezTo>
                  <a:pt x="407604" y="88027"/>
                  <a:pt x="408309" y="91639"/>
                  <a:pt x="409719" y="94082"/>
                </a:cubicBezTo>
                <a:cubicBezTo>
                  <a:pt x="411128" y="96524"/>
                  <a:pt x="413653" y="97745"/>
                  <a:pt x="417294" y="97745"/>
                </a:cubicBezTo>
                <a:cubicBezTo>
                  <a:pt x="418473" y="97745"/>
                  <a:pt x="419524" y="97629"/>
                  <a:pt x="420447" y="97399"/>
                </a:cubicBezTo>
                <a:cubicBezTo>
                  <a:pt x="421370" y="97168"/>
                  <a:pt x="422190" y="96925"/>
                  <a:pt x="422908" y="96668"/>
                </a:cubicBezTo>
                <a:cubicBezTo>
                  <a:pt x="423625" y="96412"/>
                  <a:pt x="424241" y="96168"/>
                  <a:pt x="424753" y="95938"/>
                </a:cubicBezTo>
                <a:cubicBezTo>
                  <a:pt x="425266" y="95707"/>
                  <a:pt x="425727" y="95592"/>
                  <a:pt x="426138" y="95592"/>
                </a:cubicBezTo>
                <a:cubicBezTo>
                  <a:pt x="426394" y="95592"/>
                  <a:pt x="426637" y="95656"/>
                  <a:pt x="426868" y="95784"/>
                </a:cubicBezTo>
                <a:cubicBezTo>
                  <a:pt x="427099" y="95912"/>
                  <a:pt x="427278" y="96155"/>
                  <a:pt x="427406" y="96514"/>
                </a:cubicBezTo>
                <a:cubicBezTo>
                  <a:pt x="427535" y="96873"/>
                  <a:pt x="427650" y="97360"/>
                  <a:pt x="427753" y="97976"/>
                </a:cubicBezTo>
                <a:cubicBezTo>
                  <a:pt x="427855" y="98591"/>
                  <a:pt x="427906" y="99360"/>
                  <a:pt x="427906" y="100283"/>
                </a:cubicBezTo>
                <a:close/>
                <a:moveTo>
                  <a:pt x="503939" y="105281"/>
                </a:moveTo>
                <a:cubicBezTo>
                  <a:pt x="503939" y="105692"/>
                  <a:pt x="503849" y="106038"/>
                  <a:pt x="503670" y="106320"/>
                </a:cubicBezTo>
                <a:cubicBezTo>
                  <a:pt x="503490" y="106602"/>
                  <a:pt x="503170" y="106845"/>
                  <a:pt x="502708" y="107050"/>
                </a:cubicBezTo>
                <a:cubicBezTo>
                  <a:pt x="502247" y="107255"/>
                  <a:pt x="501645" y="107409"/>
                  <a:pt x="500901" y="107512"/>
                </a:cubicBezTo>
                <a:cubicBezTo>
                  <a:pt x="500158" y="107614"/>
                  <a:pt x="499248" y="107665"/>
                  <a:pt x="498171" y="107665"/>
                </a:cubicBezTo>
                <a:cubicBezTo>
                  <a:pt x="496992" y="107665"/>
                  <a:pt x="496031" y="107614"/>
                  <a:pt x="495287" y="107512"/>
                </a:cubicBezTo>
                <a:cubicBezTo>
                  <a:pt x="494544" y="107409"/>
                  <a:pt x="493954" y="107255"/>
                  <a:pt x="493518" y="107050"/>
                </a:cubicBezTo>
                <a:cubicBezTo>
                  <a:pt x="493083" y="106845"/>
                  <a:pt x="492788" y="106602"/>
                  <a:pt x="492634" y="106320"/>
                </a:cubicBezTo>
                <a:cubicBezTo>
                  <a:pt x="492480" y="106038"/>
                  <a:pt x="492403" y="105692"/>
                  <a:pt x="492403" y="105281"/>
                </a:cubicBezTo>
                <a:lnTo>
                  <a:pt x="492403" y="96130"/>
                </a:lnTo>
                <a:cubicBezTo>
                  <a:pt x="488455" y="100515"/>
                  <a:pt x="484559" y="103714"/>
                  <a:pt x="480714" y="105726"/>
                </a:cubicBezTo>
                <a:cubicBezTo>
                  <a:pt x="476869" y="107737"/>
                  <a:pt x="472972" y="108742"/>
                  <a:pt x="469024" y="108742"/>
                </a:cubicBezTo>
                <a:cubicBezTo>
                  <a:pt x="464410" y="108742"/>
                  <a:pt x="460527" y="107972"/>
                  <a:pt x="457374" y="106433"/>
                </a:cubicBezTo>
                <a:cubicBezTo>
                  <a:pt x="454220" y="104893"/>
                  <a:pt x="451670" y="102802"/>
                  <a:pt x="449722" y="100160"/>
                </a:cubicBezTo>
                <a:cubicBezTo>
                  <a:pt x="447773" y="97517"/>
                  <a:pt x="446376" y="94437"/>
                  <a:pt x="445530" y="90922"/>
                </a:cubicBezTo>
                <a:cubicBezTo>
                  <a:pt x="444684" y="87405"/>
                  <a:pt x="444261" y="83132"/>
                  <a:pt x="444261" y="78103"/>
                </a:cubicBezTo>
                <a:lnTo>
                  <a:pt x="444261" y="36070"/>
                </a:lnTo>
                <a:cubicBezTo>
                  <a:pt x="444261" y="35660"/>
                  <a:pt x="444351" y="35314"/>
                  <a:pt x="444531" y="35032"/>
                </a:cubicBezTo>
                <a:cubicBezTo>
                  <a:pt x="444710" y="34749"/>
                  <a:pt x="445056" y="34491"/>
                  <a:pt x="445569" y="34261"/>
                </a:cubicBezTo>
                <a:cubicBezTo>
                  <a:pt x="446081" y="34030"/>
                  <a:pt x="446748" y="33876"/>
                  <a:pt x="447568" y="33799"/>
                </a:cubicBezTo>
                <a:cubicBezTo>
                  <a:pt x="448389" y="33722"/>
                  <a:pt x="449414" y="33684"/>
                  <a:pt x="450644" y="33684"/>
                </a:cubicBezTo>
                <a:cubicBezTo>
                  <a:pt x="451875" y="33684"/>
                  <a:pt x="452900" y="33722"/>
                  <a:pt x="453721" y="33799"/>
                </a:cubicBezTo>
                <a:cubicBezTo>
                  <a:pt x="454541" y="33876"/>
                  <a:pt x="455195" y="34030"/>
                  <a:pt x="455682" y="34261"/>
                </a:cubicBezTo>
                <a:cubicBezTo>
                  <a:pt x="456169" y="34491"/>
                  <a:pt x="456515" y="34749"/>
                  <a:pt x="456720" y="35032"/>
                </a:cubicBezTo>
                <a:cubicBezTo>
                  <a:pt x="456925" y="35314"/>
                  <a:pt x="457027" y="35660"/>
                  <a:pt x="457027" y="36070"/>
                </a:cubicBezTo>
                <a:lnTo>
                  <a:pt x="457027" y="76416"/>
                </a:lnTo>
                <a:cubicBezTo>
                  <a:pt x="457027" y="80471"/>
                  <a:pt x="457322" y="83718"/>
                  <a:pt x="457912" y="86156"/>
                </a:cubicBezTo>
                <a:cubicBezTo>
                  <a:pt x="458501" y="88595"/>
                  <a:pt x="459399" y="90674"/>
                  <a:pt x="460603" y="92395"/>
                </a:cubicBezTo>
                <a:cubicBezTo>
                  <a:pt x="461808" y="94114"/>
                  <a:pt x="463334" y="95449"/>
                  <a:pt x="465179" y="96399"/>
                </a:cubicBezTo>
                <a:cubicBezTo>
                  <a:pt x="467025" y="97347"/>
                  <a:pt x="469178" y="97822"/>
                  <a:pt x="471639" y="97822"/>
                </a:cubicBezTo>
                <a:cubicBezTo>
                  <a:pt x="474818" y="97822"/>
                  <a:pt x="477984" y="96687"/>
                  <a:pt x="481137" y="94419"/>
                </a:cubicBezTo>
                <a:cubicBezTo>
                  <a:pt x="484290" y="92150"/>
                  <a:pt x="487635" y="88824"/>
                  <a:pt x="491173" y="84440"/>
                </a:cubicBezTo>
                <a:lnTo>
                  <a:pt x="491173" y="36068"/>
                </a:lnTo>
                <a:cubicBezTo>
                  <a:pt x="491173" y="35658"/>
                  <a:pt x="491262" y="35312"/>
                  <a:pt x="491442" y="35030"/>
                </a:cubicBezTo>
                <a:cubicBezTo>
                  <a:pt x="491621" y="34748"/>
                  <a:pt x="491967" y="34491"/>
                  <a:pt x="492480" y="34261"/>
                </a:cubicBezTo>
                <a:cubicBezTo>
                  <a:pt x="492993" y="34030"/>
                  <a:pt x="493646" y="33876"/>
                  <a:pt x="494441" y="33799"/>
                </a:cubicBezTo>
                <a:cubicBezTo>
                  <a:pt x="495236" y="33722"/>
                  <a:pt x="496274" y="33684"/>
                  <a:pt x="497556" y="33684"/>
                </a:cubicBezTo>
                <a:cubicBezTo>
                  <a:pt x="498786" y="33684"/>
                  <a:pt x="499812" y="33722"/>
                  <a:pt x="500632" y="33799"/>
                </a:cubicBezTo>
                <a:cubicBezTo>
                  <a:pt x="501452" y="33876"/>
                  <a:pt x="502093" y="34030"/>
                  <a:pt x="502555" y="34261"/>
                </a:cubicBezTo>
                <a:cubicBezTo>
                  <a:pt x="503016" y="34491"/>
                  <a:pt x="503362" y="34748"/>
                  <a:pt x="503593" y="35030"/>
                </a:cubicBezTo>
                <a:cubicBezTo>
                  <a:pt x="503823" y="35312"/>
                  <a:pt x="503939" y="35658"/>
                  <a:pt x="503939" y="36068"/>
                </a:cubicBezTo>
                <a:lnTo>
                  <a:pt x="503939" y="105281"/>
                </a:lnTo>
                <a:close/>
                <a:moveTo>
                  <a:pt x="567753" y="40605"/>
                </a:moveTo>
                <a:cubicBezTo>
                  <a:pt x="567753" y="41733"/>
                  <a:pt x="567727" y="42682"/>
                  <a:pt x="567676" y="43451"/>
                </a:cubicBezTo>
                <a:cubicBezTo>
                  <a:pt x="567625" y="44220"/>
                  <a:pt x="567522" y="44822"/>
                  <a:pt x="567368" y="45258"/>
                </a:cubicBezTo>
                <a:cubicBezTo>
                  <a:pt x="567214" y="45694"/>
                  <a:pt x="567022" y="46027"/>
                  <a:pt x="566792" y="46258"/>
                </a:cubicBezTo>
                <a:cubicBezTo>
                  <a:pt x="566561" y="46488"/>
                  <a:pt x="566240" y="46604"/>
                  <a:pt x="565830" y="46604"/>
                </a:cubicBezTo>
                <a:cubicBezTo>
                  <a:pt x="565420" y="46604"/>
                  <a:pt x="564920" y="46488"/>
                  <a:pt x="564331" y="46258"/>
                </a:cubicBezTo>
                <a:cubicBezTo>
                  <a:pt x="563741" y="46027"/>
                  <a:pt x="563075" y="45796"/>
                  <a:pt x="562331" y="45566"/>
                </a:cubicBezTo>
                <a:cubicBezTo>
                  <a:pt x="561588" y="45335"/>
                  <a:pt x="560755" y="45117"/>
                  <a:pt x="559832" y="44912"/>
                </a:cubicBezTo>
                <a:cubicBezTo>
                  <a:pt x="558909" y="44707"/>
                  <a:pt x="557909" y="44604"/>
                  <a:pt x="556832" y="44604"/>
                </a:cubicBezTo>
                <a:cubicBezTo>
                  <a:pt x="555551" y="44604"/>
                  <a:pt x="554295" y="44861"/>
                  <a:pt x="553064" y="45373"/>
                </a:cubicBezTo>
                <a:cubicBezTo>
                  <a:pt x="551834" y="45886"/>
                  <a:pt x="550539" y="46732"/>
                  <a:pt x="549181" y="47911"/>
                </a:cubicBezTo>
                <a:cubicBezTo>
                  <a:pt x="547822" y="49090"/>
                  <a:pt x="546399" y="50654"/>
                  <a:pt x="544912" y="52602"/>
                </a:cubicBezTo>
                <a:cubicBezTo>
                  <a:pt x="543426" y="54550"/>
                  <a:pt x="541785" y="56934"/>
                  <a:pt x="539991" y="59754"/>
                </a:cubicBezTo>
                <a:lnTo>
                  <a:pt x="539991" y="105281"/>
                </a:lnTo>
                <a:cubicBezTo>
                  <a:pt x="539991" y="105692"/>
                  <a:pt x="539888" y="106038"/>
                  <a:pt x="539683" y="106320"/>
                </a:cubicBezTo>
                <a:cubicBezTo>
                  <a:pt x="539478" y="106602"/>
                  <a:pt x="539145" y="106845"/>
                  <a:pt x="538683" y="107050"/>
                </a:cubicBezTo>
                <a:cubicBezTo>
                  <a:pt x="538222" y="107255"/>
                  <a:pt x="537581" y="107409"/>
                  <a:pt x="536761" y="107512"/>
                </a:cubicBezTo>
                <a:cubicBezTo>
                  <a:pt x="535940" y="107614"/>
                  <a:pt x="534889" y="107665"/>
                  <a:pt x="533608" y="107665"/>
                </a:cubicBezTo>
                <a:cubicBezTo>
                  <a:pt x="532377" y="107665"/>
                  <a:pt x="531352" y="107614"/>
                  <a:pt x="530531" y="107512"/>
                </a:cubicBezTo>
                <a:cubicBezTo>
                  <a:pt x="529711" y="107409"/>
                  <a:pt x="529057" y="107255"/>
                  <a:pt x="528570" y="107050"/>
                </a:cubicBezTo>
                <a:cubicBezTo>
                  <a:pt x="528083" y="106845"/>
                  <a:pt x="527750" y="106602"/>
                  <a:pt x="527571" y="106320"/>
                </a:cubicBezTo>
                <a:cubicBezTo>
                  <a:pt x="527391" y="106038"/>
                  <a:pt x="527301" y="105692"/>
                  <a:pt x="527301" y="105281"/>
                </a:cubicBezTo>
                <a:lnTo>
                  <a:pt x="527301" y="36068"/>
                </a:lnTo>
                <a:cubicBezTo>
                  <a:pt x="527301" y="35658"/>
                  <a:pt x="527378" y="35312"/>
                  <a:pt x="527532" y="35030"/>
                </a:cubicBezTo>
                <a:cubicBezTo>
                  <a:pt x="527686" y="34748"/>
                  <a:pt x="527994" y="34491"/>
                  <a:pt x="528455" y="34261"/>
                </a:cubicBezTo>
                <a:cubicBezTo>
                  <a:pt x="528916" y="34030"/>
                  <a:pt x="529506" y="33876"/>
                  <a:pt x="530224" y="33799"/>
                </a:cubicBezTo>
                <a:cubicBezTo>
                  <a:pt x="530942" y="33722"/>
                  <a:pt x="531890" y="33684"/>
                  <a:pt x="533069" y="33684"/>
                </a:cubicBezTo>
                <a:cubicBezTo>
                  <a:pt x="534197" y="33684"/>
                  <a:pt x="535133" y="33722"/>
                  <a:pt x="535876" y="33799"/>
                </a:cubicBezTo>
                <a:cubicBezTo>
                  <a:pt x="536620" y="33876"/>
                  <a:pt x="537196" y="34030"/>
                  <a:pt x="537607" y="34261"/>
                </a:cubicBezTo>
                <a:cubicBezTo>
                  <a:pt x="538017" y="34491"/>
                  <a:pt x="538311" y="34748"/>
                  <a:pt x="538491" y="35030"/>
                </a:cubicBezTo>
                <a:cubicBezTo>
                  <a:pt x="538670" y="35312"/>
                  <a:pt x="538760" y="35658"/>
                  <a:pt x="538760" y="36068"/>
                </a:cubicBezTo>
                <a:lnTo>
                  <a:pt x="538760" y="46142"/>
                </a:lnTo>
                <a:cubicBezTo>
                  <a:pt x="540657" y="43374"/>
                  <a:pt x="542439" y="41118"/>
                  <a:pt x="544105" y="39375"/>
                </a:cubicBezTo>
                <a:cubicBezTo>
                  <a:pt x="545771" y="37632"/>
                  <a:pt x="547348" y="36260"/>
                  <a:pt x="548834" y="35260"/>
                </a:cubicBezTo>
                <a:cubicBezTo>
                  <a:pt x="550321" y="34261"/>
                  <a:pt x="551795" y="33569"/>
                  <a:pt x="553256" y="33184"/>
                </a:cubicBezTo>
                <a:cubicBezTo>
                  <a:pt x="554718" y="32800"/>
                  <a:pt x="556192" y="32607"/>
                  <a:pt x="557678" y="32607"/>
                </a:cubicBezTo>
                <a:cubicBezTo>
                  <a:pt x="558345" y="32607"/>
                  <a:pt x="559101" y="32646"/>
                  <a:pt x="559947" y="32723"/>
                </a:cubicBezTo>
                <a:cubicBezTo>
                  <a:pt x="560793" y="32800"/>
                  <a:pt x="561677" y="32940"/>
                  <a:pt x="562600" y="33146"/>
                </a:cubicBezTo>
                <a:cubicBezTo>
                  <a:pt x="563523" y="33351"/>
                  <a:pt x="564356" y="33581"/>
                  <a:pt x="565100" y="33838"/>
                </a:cubicBezTo>
                <a:cubicBezTo>
                  <a:pt x="565843" y="34094"/>
                  <a:pt x="566369" y="34350"/>
                  <a:pt x="566676" y="34607"/>
                </a:cubicBezTo>
                <a:cubicBezTo>
                  <a:pt x="566984" y="34863"/>
                  <a:pt x="567189" y="35107"/>
                  <a:pt x="567291" y="35337"/>
                </a:cubicBezTo>
                <a:cubicBezTo>
                  <a:pt x="567394" y="35568"/>
                  <a:pt x="567484" y="35863"/>
                  <a:pt x="567561" y="36222"/>
                </a:cubicBezTo>
                <a:cubicBezTo>
                  <a:pt x="567637" y="36581"/>
                  <a:pt x="567689" y="37106"/>
                  <a:pt x="567714" y="37798"/>
                </a:cubicBezTo>
                <a:cubicBezTo>
                  <a:pt x="567740" y="38490"/>
                  <a:pt x="567753" y="39426"/>
                  <a:pt x="567753" y="40605"/>
                </a:cubicBezTo>
                <a:close/>
                <a:moveTo>
                  <a:pt x="641838" y="105281"/>
                </a:moveTo>
                <a:cubicBezTo>
                  <a:pt x="641838" y="105692"/>
                  <a:pt x="641735" y="106038"/>
                  <a:pt x="641530" y="106320"/>
                </a:cubicBezTo>
                <a:cubicBezTo>
                  <a:pt x="641325" y="106602"/>
                  <a:pt x="640992" y="106845"/>
                  <a:pt x="640530" y="107050"/>
                </a:cubicBezTo>
                <a:cubicBezTo>
                  <a:pt x="640069" y="107255"/>
                  <a:pt x="639428" y="107409"/>
                  <a:pt x="638608" y="107512"/>
                </a:cubicBezTo>
                <a:cubicBezTo>
                  <a:pt x="637787" y="107614"/>
                  <a:pt x="636762" y="107665"/>
                  <a:pt x="635531" y="107665"/>
                </a:cubicBezTo>
                <a:cubicBezTo>
                  <a:pt x="634250" y="107665"/>
                  <a:pt x="633199" y="107614"/>
                  <a:pt x="632378" y="107512"/>
                </a:cubicBezTo>
                <a:cubicBezTo>
                  <a:pt x="631558" y="107409"/>
                  <a:pt x="630917" y="107255"/>
                  <a:pt x="630456" y="107050"/>
                </a:cubicBezTo>
                <a:cubicBezTo>
                  <a:pt x="629994" y="106845"/>
                  <a:pt x="629661" y="106602"/>
                  <a:pt x="629456" y="106320"/>
                </a:cubicBezTo>
                <a:cubicBezTo>
                  <a:pt x="629251" y="106038"/>
                  <a:pt x="629148" y="105692"/>
                  <a:pt x="629148" y="105281"/>
                </a:cubicBezTo>
                <a:lnTo>
                  <a:pt x="629148" y="64753"/>
                </a:lnTo>
                <a:cubicBezTo>
                  <a:pt x="629148" y="60805"/>
                  <a:pt x="628841" y="57627"/>
                  <a:pt x="628226" y="55217"/>
                </a:cubicBezTo>
                <a:cubicBezTo>
                  <a:pt x="627610" y="52807"/>
                  <a:pt x="626713" y="50731"/>
                  <a:pt x="625534" y="48988"/>
                </a:cubicBezTo>
                <a:cubicBezTo>
                  <a:pt x="624355" y="47245"/>
                  <a:pt x="622830" y="45912"/>
                  <a:pt x="620958" y="44989"/>
                </a:cubicBezTo>
                <a:cubicBezTo>
                  <a:pt x="619087" y="44066"/>
                  <a:pt x="616921" y="43604"/>
                  <a:pt x="614460" y="43604"/>
                </a:cubicBezTo>
                <a:cubicBezTo>
                  <a:pt x="611281" y="43604"/>
                  <a:pt x="608102" y="44732"/>
                  <a:pt x="604924" y="46988"/>
                </a:cubicBezTo>
                <a:cubicBezTo>
                  <a:pt x="601745" y="49244"/>
                  <a:pt x="598413" y="52551"/>
                  <a:pt x="594926" y="56909"/>
                </a:cubicBezTo>
                <a:lnTo>
                  <a:pt x="594926" y="105281"/>
                </a:lnTo>
                <a:cubicBezTo>
                  <a:pt x="594926" y="105692"/>
                  <a:pt x="594824" y="106038"/>
                  <a:pt x="594619" y="106320"/>
                </a:cubicBezTo>
                <a:cubicBezTo>
                  <a:pt x="594414" y="106602"/>
                  <a:pt x="594080" y="106845"/>
                  <a:pt x="593619" y="107050"/>
                </a:cubicBezTo>
                <a:cubicBezTo>
                  <a:pt x="593157" y="107255"/>
                  <a:pt x="592517" y="107409"/>
                  <a:pt x="591696" y="107512"/>
                </a:cubicBezTo>
                <a:cubicBezTo>
                  <a:pt x="590876" y="107614"/>
                  <a:pt x="589825" y="107665"/>
                  <a:pt x="588543" y="107665"/>
                </a:cubicBezTo>
                <a:cubicBezTo>
                  <a:pt x="587313" y="107665"/>
                  <a:pt x="586287" y="107614"/>
                  <a:pt x="585467" y="107512"/>
                </a:cubicBezTo>
                <a:cubicBezTo>
                  <a:pt x="584647" y="107409"/>
                  <a:pt x="583993" y="107255"/>
                  <a:pt x="583506" y="107050"/>
                </a:cubicBezTo>
                <a:cubicBezTo>
                  <a:pt x="583019" y="106845"/>
                  <a:pt x="582686" y="106602"/>
                  <a:pt x="582506" y="106320"/>
                </a:cubicBezTo>
                <a:cubicBezTo>
                  <a:pt x="582327" y="106038"/>
                  <a:pt x="582237" y="105692"/>
                  <a:pt x="582237" y="105281"/>
                </a:cubicBezTo>
                <a:lnTo>
                  <a:pt x="582237" y="36068"/>
                </a:lnTo>
                <a:cubicBezTo>
                  <a:pt x="582237" y="35658"/>
                  <a:pt x="582314" y="35312"/>
                  <a:pt x="582468" y="35030"/>
                </a:cubicBezTo>
                <a:cubicBezTo>
                  <a:pt x="582622" y="34748"/>
                  <a:pt x="582929" y="34491"/>
                  <a:pt x="583391" y="34261"/>
                </a:cubicBezTo>
                <a:cubicBezTo>
                  <a:pt x="583852" y="34030"/>
                  <a:pt x="584442" y="33876"/>
                  <a:pt x="585159" y="33799"/>
                </a:cubicBezTo>
                <a:cubicBezTo>
                  <a:pt x="585877" y="33722"/>
                  <a:pt x="586826" y="33684"/>
                  <a:pt x="588005" y="33684"/>
                </a:cubicBezTo>
                <a:cubicBezTo>
                  <a:pt x="589133" y="33684"/>
                  <a:pt x="590068" y="33722"/>
                  <a:pt x="590812" y="33799"/>
                </a:cubicBezTo>
                <a:cubicBezTo>
                  <a:pt x="591555" y="33876"/>
                  <a:pt x="592132" y="34030"/>
                  <a:pt x="592542" y="34261"/>
                </a:cubicBezTo>
                <a:cubicBezTo>
                  <a:pt x="592952" y="34491"/>
                  <a:pt x="593247" y="34748"/>
                  <a:pt x="593427" y="35030"/>
                </a:cubicBezTo>
                <a:cubicBezTo>
                  <a:pt x="593606" y="35312"/>
                  <a:pt x="593696" y="35658"/>
                  <a:pt x="593696" y="36068"/>
                </a:cubicBezTo>
                <a:lnTo>
                  <a:pt x="593696" y="45219"/>
                </a:lnTo>
                <a:cubicBezTo>
                  <a:pt x="597592" y="40862"/>
                  <a:pt x="601476" y="37670"/>
                  <a:pt x="605347" y="35645"/>
                </a:cubicBezTo>
                <a:cubicBezTo>
                  <a:pt x="609218" y="33620"/>
                  <a:pt x="613127" y="32607"/>
                  <a:pt x="617075" y="32607"/>
                </a:cubicBezTo>
                <a:cubicBezTo>
                  <a:pt x="621689" y="32607"/>
                  <a:pt x="625572" y="33389"/>
                  <a:pt x="628726" y="34953"/>
                </a:cubicBezTo>
                <a:cubicBezTo>
                  <a:pt x="631879" y="36517"/>
                  <a:pt x="634429" y="38606"/>
                  <a:pt x="636377" y="41220"/>
                </a:cubicBezTo>
                <a:cubicBezTo>
                  <a:pt x="638326" y="43835"/>
                  <a:pt x="639723" y="46899"/>
                  <a:pt x="640569" y="50410"/>
                </a:cubicBezTo>
                <a:cubicBezTo>
                  <a:pt x="641415" y="53922"/>
                  <a:pt x="641838" y="58139"/>
                  <a:pt x="641838" y="63061"/>
                </a:cubicBezTo>
                <a:lnTo>
                  <a:pt x="641838" y="105281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(d)AddingcallgraphtoDFG.">
            <a:extLst xmlns:a="http://schemas.openxmlformats.org/drawingml/2006/main">
              <a:ext uri="{FF2B5EF4-FFF2-40B4-BE49-F238E27FC236}">
                <a16:creationId xmlns:a16="http://schemas.microsoft.com/office/drawing/2014/main" id="{DBF9C2F2-86A2-4EBD-B41A-C549A30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616" y="4171953"/>
            <a:ext cx="2606332" cy="190984"/>
          </a:xfrm>
          <a:custGeom xmlns:a="http://schemas.openxmlformats.org/drawingml/2006/main">
            <a:pathLst>
              <a:path w="2606332" h="190984">
                <a:moveTo>
                  <a:pt x="0" y="93064"/>
                </a:moveTo>
                <a:cubicBezTo>
                  <a:pt x="0" y="102031"/>
                  <a:pt x="994" y="146867"/>
                  <a:pt x="46231" y="185925"/>
                </a:cubicBezTo>
                <a:lnTo>
                  <a:pt x="52209" y="179548"/>
                </a:lnTo>
                <a:cubicBezTo>
                  <a:pt x="45833" y="172375"/>
                  <a:pt x="22915" y="145672"/>
                  <a:pt x="22915" y="93064"/>
                </a:cubicBezTo>
                <a:cubicBezTo>
                  <a:pt x="22915" y="40454"/>
                  <a:pt x="46231" y="13750"/>
                  <a:pt x="52209" y="6778"/>
                </a:cubicBezTo>
                <a:lnTo>
                  <a:pt x="46629" y="0"/>
                </a:lnTo>
                <a:cubicBezTo>
                  <a:pt x="20525" y="22520"/>
                  <a:pt x="0" y="56794"/>
                  <a:pt x="0" y="93064"/>
                </a:cubicBezTo>
                <a:close/>
                <a:moveTo>
                  <a:pt x="122354" y="124520"/>
                </a:moveTo>
                <a:cubicBezTo>
                  <a:pt x="118170" y="127911"/>
                  <a:pt x="107610" y="132295"/>
                  <a:pt x="105217" y="132295"/>
                </a:cubicBezTo>
                <a:cubicBezTo>
                  <a:pt x="95253" y="132295"/>
                  <a:pt x="87480" y="121133"/>
                  <a:pt x="87480" y="97811"/>
                </a:cubicBezTo>
                <a:cubicBezTo>
                  <a:pt x="87480" y="87247"/>
                  <a:pt x="88679" y="78076"/>
                  <a:pt x="92464" y="71898"/>
                </a:cubicBezTo>
                <a:cubicBezTo>
                  <a:pt x="95852" y="66516"/>
                  <a:pt x="101231" y="63326"/>
                  <a:pt x="107209" y="63326"/>
                </a:cubicBezTo>
                <a:cubicBezTo>
                  <a:pt x="112390" y="63326"/>
                  <a:pt x="117374" y="63925"/>
                  <a:pt x="122157" y="70502"/>
                </a:cubicBezTo>
                <a:lnTo>
                  <a:pt x="122157" y="119540"/>
                </a:lnTo>
                <a:cubicBezTo>
                  <a:pt x="122157" y="121133"/>
                  <a:pt x="122157" y="122927"/>
                  <a:pt x="122354" y="124520"/>
                </a:cubicBezTo>
                <a:moveTo>
                  <a:pt x="122953" y="133889"/>
                </a:moveTo>
                <a:cubicBezTo>
                  <a:pt x="123352" y="138672"/>
                  <a:pt x="123750" y="142059"/>
                  <a:pt x="123750" y="142059"/>
                </a:cubicBezTo>
                <a:cubicBezTo>
                  <a:pt x="123951" y="144452"/>
                  <a:pt x="125544" y="145447"/>
                  <a:pt x="128333" y="145447"/>
                </a:cubicBezTo>
                <a:cubicBezTo>
                  <a:pt x="135706" y="143415"/>
                  <a:pt x="147662" y="140624"/>
                  <a:pt x="161412" y="138830"/>
                </a:cubicBezTo>
                <a:cubicBezTo>
                  <a:pt x="161811" y="137635"/>
                  <a:pt x="161412" y="133652"/>
                  <a:pt x="161014" y="132454"/>
                </a:cubicBezTo>
                <a:cubicBezTo>
                  <a:pt x="150253" y="131459"/>
                  <a:pt x="148061" y="128270"/>
                  <a:pt x="148061" y="116916"/>
                </a:cubicBezTo>
                <a:lnTo>
                  <a:pt x="148061" y="27324"/>
                </a:lnTo>
                <a:cubicBezTo>
                  <a:pt x="148061" y="14395"/>
                  <a:pt x="148660" y="6985"/>
                  <a:pt x="148660" y="6985"/>
                </a:cubicBezTo>
                <a:cubicBezTo>
                  <a:pt x="148660" y="5166"/>
                  <a:pt x="147264" y="4357"/>
                  <a:pt x="145470" y="4357"/>
                </a:cubicBezTo>
                <a:cubicBezTo>
                  <a:pt x="138099" y="6784"/>
                  <a:pt x="122157" y="9007"/>
                  <a:pt x="108008" y="9612"/>
                </a:cubicBezTo>
                <a:cubicBezTo>
                  <a:pt x="107409" y="12005"/>
                  <a:pt x="107610" y="14595"/>
                  <a:pt x="108604" y="16389"/>
                </a:cubicBezTo>
                <a:cubicBezTo>
                  <a:pt x="121159" y="17384"/>
                  <a:pt x="122157" y="17581"/>
                  <a:pt x="122157" y="31298"/>
                </a:cubicBezTo>
                <a:lnTo>
                  <a:pt x="122157" y="57147"/>
                </a:lnTo>
                <a:cubicBezTo>
                  <a:pt x="118368" y="55952"/>
                  <a:pt x="113588" y="54955"/>
                  <a:pt x="107808" y="54955"/>
                </a:cubicBezTo>
                <a:cubicBezTo>
                  <a:pt x="82101" y="54955"/>
                  <a:pt x="59582" y="77471"/>
                  <a:pt x="59582" y="103965"/>
                </a:cubicBezTo>
                <a:cubicBezTo>
                  <a:pt x="59582" y="115918"/>
                  <a:pt x="63769" y="129468"/>
                  <a:pt x="73533" y="137039"/>
                </a:cubicBezTo>
                <a:cubicBezTo>
                  <a:pt x="80706" y="142658"/>
                  <a:pt x="85690" y="145447"/>
                  <a:pt x="96849" y="145447"/>
                </a:cubicBezTo>
                <a:cubicBezTo>
                  <a:pt x="102228" y="145447"/>
                  <a:pt x="116975" y="136680"/>
                  <a:pt x="121159" y="133889"/>
                </a:cubicBezTo>
                <a:lnTo>
                  <a:pt x="122953" y="133889"/>
                </a:lnTo>
                <a:close/>
                <a:moveTo>
                  <a:pt x="219601" y="93447"/>
                </a:moveTo>
                <a:cubicBezTo>
                  <a:pt x="219601" y="84480"/>
                  <a:pt x="218604" y="39642"/>
                  <a:pt x="173370" y="584"/>
                </a:cubicBezTo>
                <a:lnTo>
                  <a:pt x="167392" y="6960"/>
                </a:lnTo>
                <a:cubicBezTo>
                  <a:pt x="173769" y="14136"/>
                  <a:pt x="196683" y="40840"/>
                  <a:pt x="196683" y="93447"/>
                </a:cubicBezTo>
                <a:cubicBezTo>
                  <a:pt x="196683" y="146058"/>
                  <a:pt x="173370" y="172761"/>
                  <a:pt x="167392" y="179734"/>
                </a:cubicBezTo>
                <a:lnTo>
                  <a:pt x="172972" y="186508"/>
                </a:lnTo>
                <a:cubicBezTo>
                  <a:pt x="199077" y="163992"/>
                  <a:pt x="219601" y="129717"/>
                  <a:pt x="219601" y="93447"/>
                </a:cubicBezTo>
                <a:close/>
                <a:moveTo>
                  <a:pt x="330997" y="87065"/>
                </a:moveTo>
                <a:cubicBezTo>
                  <a:pt x="326612" y="87065"/>
                  <a:pt x="325217" y="86469"/>
                  <a:pt x="326013" y="84477"/>
                </a:cubicBezTo>
                <a:lnTo>
                  <a:pt x="343552" y="39836"/>
                </a:lnTo>
                <a:lnTo>
                  <a:pt x="344945" y="39836"/>
                </a:lnTo>
                <a:lnTo>
                  <a:pt x="361286" y="87065"/>
                </a:lnTo>
                <a:lnTo>
                  <a:pt x="330997" y="87065"/>
                </a:lnTo>
                <a:moveTo>
                  <a:pt x="309475" y="127744"/>
                </a:moveTo>
                <a:lnTo>
                  <a:pt x="320035" y="100021"/>
                </a:lnTo>
                <a:cubicBezTo>
                  <a:pt x="321033" y="97431"/>
                  <a:pt x="322228" y="96631"/>
                  <a:pt x="327011" y="96631"/>
                </a:cubicBezTo>
                <a:lnTo>
                  <a:pt x="364874" y="96631"/>
                </a:lnTo>
                <a:lnTo>
                  <a:pt x="376033" y="129139"/>
                </a:lnTo>
                <a:cubicBezTo>
                  <a:pt x="378824" y="137316"/>
                  <a:pt x="370852" y="136519"/>
                  <a:pt x="361286" y="137115"/>
                </a:cubicBezTo>
                <a:cubicBezTo>
                  <a:pt x="360091" y="138310"/>
                  <a:pt x="360091" y="142695"/>
                  <a:pt x="361286" y="143890"/>
                </a:cubicBezTo>
                <a:cubicBezTo>
                  <a:pt x="368659" y="143692"/>
                  <a:pt x="387591" y="143491"/>
                  <a:pt x="395363" y="143491"/>
                </a:cubicBezTo>
                <a:cubicBezTo>
                  <a:pt x="403533" y="143491"/>
                  <a:pt x="414693" y="143692"/>
                  <a:pt x="422066" y="143890"/>
                </a:cubicBezTo>
                <a:cubicBezTo>
                  <a:pt x="423261" y="142695"/>
                  <a:pt x="423261" y="138310"/>
                  <a:pt x="422066" y="137115"/>
                </a:cubicBezTo>
                <a:cubicBezTo>
                  <a:pt x="414294" y="136318"/>
                  <a:pt x="407717" y="136519"/>
                  <a:pt x="404132" y="126348"/>
                </a:cubicBezTo>
                <a:lnTo>
                  <a:pt x="363080" y="12336"/>
                </a:lnTo>
                <a:cubicBezTo>
                  <a:pt x="360091" y="14130"/>
                  <a:pt x="348134" y="21106"/>
                  <a:pt x="341159" y="21106"/>
                </a:cubicBezTo>
                <a:lnTo>
                  <a:pt x="297917" y="123155"/>
                </a:lnTo>
                <a:cubicBezTo>
                  <a:pt x="292736" y="135522"/>
                  <a:pt x="286758" y="136519"/>
                  <a:pt x="277988" y="137115"/>
                </a:cubicBezTo>
                <a:cubicBezTo>
                  <a:pt x="276793" y="138310"/>
                  <a:pt x="276793" y="142695"/>
                  <a:pt x="277988" y="143890"/>
                </a:cubicBezTo>
                <a:cubicBezTo>
                  <a:pt x="285362" y="143692"/>
                  <a:pt x="288950" y="143491"/>
                  <a:pt x="296722" y="143491"/>
                </a:cubicBezTo>
                <a:cubicBezTo>
                  <a:pt x="304892" y="143491"/>
                  <a:pt x="315851" y="143692"/>
                  <a:pt x="323225" y="143890"/>
                </a:cubicBezTo>
                <a:cubicBezTo>
                  <a:pt x="324420" y="142695"/>
                  <a:pt x="324420" y="138310"/>
                  <a:pt x="323225" y="137115"/>
                </a:cubicBezTo>
                <a:cubicBezTo>
                  <a:pt x="315654" y="136519"/>
                  <a:pt x="306285" y="135920"/>
                  <a:pt x="309475" y="127744"/>
                </a:cubicBezTo>
                <a:close/>
                <a:moveTo>
                  <a:pt x="491812" y="124520"/>
                </a:moveTo>
                <a:cubicBezTo>
                  <a:pt x="487628" y="127911"/>
                  <a:pt x="477068" y="132295"/>
                  <a:pt x="474675" y="132295"/>
                </a:cubicBezTo>
                <a:cubicBezTo>
                  <a:pt x="464710" y="132295"/>
                  <a:pt x="456938" y="121133"/>
                  <a:pt x="456938" y="97811"/>
                </a:cubicBezTo>
                <a:cubicBezTo>
                  <a:pt x="456938" y="87247"/>
                  <a:pt x="458136" y="78076"/>
                  <a:pt x="461922" y="71898"/>
                </a:cubicBezTo>
                <a:cubicBezTo>
                  <a:pt x="465309" y="66516"/>
                  <a:pt x="470688" y="63326"/>
                  <a:pt x="476667" y="63326"/>
                </a:cubicBezTo>
                <a:cubicBezTo>
                  <a:pt x="481848" y="63326"/>
                  <a:pt x="486832" y="63925"/>
                  <a:pt x="491615" y="70502"/>
                </a:cubicBezTo>
                <a:lnTo>
                  <a:pt x="491615" y="119540"/>
                </a:lnTo>
                <a:cubicBezTo>
                  <a:pt x="491615" y="121133"/>
                  <a:pt x="491615" y="122927"/>
                  <a:pt x="491812" y="124520"/>
                </a:cubicBezTo>
                <a:moveTo>
                  <a:pt x="492411" y="133889"/>
                </a:moveTo>
                <a:cubicBezTo>
                  <a:pt x="492810" y="138672"/>
                  <a:pt x="493208" y="142059"/>
                  <a:pt x="493208" y="142059"/>
                </a:cubicBezTo>
                <a:cubicBezTo>
                  <a:pt x="493409" y="144452"/>
                  <a:pt x="495002" y="145447"/>
                  <a:pt x="497790" y="145447"/>
                </a:cubicBezTo>
                <a:cubicBezTo>
                  <a:pt x="505164" y="143415"/>
                  <a:pt x="517120" y="140624"/>
                  <a:pt x="530870" y="138830"/>
                </a:cubicBezTo>
                <a:cubicBezTo>
                  <a:pt x="531269" y="137635"/>
                  <a:pt x="530870" y="133652"/>
                  <a:pt x="530472" y="132454"/>
                </a:cubicBezTo>
                <a:cubicBezTo>
                  <a:pt x="519711" y="131459"/>
                  <a:pt x="517519" y="128270"/>
                  <a:pt x="517519" y="116916"/>
                </a:cubicBezTo>
                <a:lnTo>
                  <a:pt x="517519" y="27324"/>
                </a:lnTo>
                <a:cubicBezTo>
                  <a:pt x="517519" y="14395"/>
                  <a:pt x="518118" y="6985"/>
                  <a:pt x="518118" y="6985"/>
                </a:cubicBezTo>
                <a:cubicBezTo>
                  <a:pt x="518118" y="5166"/>
                  <a:pt x="516722" y="4357"/>
                  <a:pt x="514928" y="4357"/>
                </a:cubicBezTo>
                <a:cubicBezTo>
                  <a:pt x="507557" y="6784"/>
                  <a:pt x="491615" y="9007"/>
                  <a:pt x="477466" y="9612"/>
                </a:cubicBezTo>
                <a:cubicBezTo>
                  <a:pt x="476867" y="12005"/>
                  <a:pt x="477068" y="14595"/>
                  <a:pt x="478062" y="16389"/>
                </a:cubicBezTo>
                <a:cubicBezTo>
                  <a:pt x="490617" y="17384"/>
                  <a:pt x="491615" y="17581"/>
                  <a:pt x="491615" y="31298"/>
                </a:cubicBezTo>
                <a:lnTo>
                  <a:pt x="491615" y="57147"/>
                </a:lnTo>
                <a:cubicBezTo>
                  <a:pt x="487826" y="55952"/>
                  <a:pt x="483046" y="54955"/>
                  <a:pt x="477266" y="54955"/>
                </a:cubicBezTo>
                <a:cubicBezTo>
                  <a:pt x="451559" y="54955"/>
                  <a:pt x="429040" y="77471"/>
                  <a:pt x="429040" y="103965"/>
                </a:cubicBezTo>
                <a:cubicBezTo>
                  <a:pt x="429040" y="115918"/>
                  <a:pt x="433227" y="129468"/>
                  <a:pt x="442991" y="137039"/>
                </a:cubicBezTo>
                <a:cubicBezTo>
                  <a:pt x="450164" y="142658"/>
                  <a:pt x="455147" y="145447"/>
                  <a:pt x="466307" y="145447"/>
                </a:cubicBezTo>
                <a:cubicBezTo>
                  <a:pt x="471686" y="145447"/>
                  <a:pt x="486433" y="136680"/>
                  <a:pt x="490617" y="133889"/>
                </a:cubicBezTo>
                <a:lnTo>
                  <a:pt x="492411" y="133889"/>
                </a:lnTo>
                <a:close/>
                <a:moveTo>
                  <a:pt x="603606" y="124520"/>
                </a:moveTo>
                <a:cubicBezTo>
                  <a:pt x="599422" y="127911"/>
                  <a:pt x="588862" y="132295"/>
                  <a:pt x="586469" y="132295"/>
                </a:cubicBezTo>
                <a:cubicBezTo>
                  <a:pt x="576504" y="132295"/>
                  <a:pt x="568732" y="121133"/>
                  <a:pt x="568732" y="97811"/>
                </a:cubicBezTo>
                <a:cubicBezTo>
                  <a:pt x="568732" y="87247"/>
                  <a:pt x="569930" y="78076"/>
                  <a:pt x="573716" y="71898"/>
                </a:cubicBezTo>
                <a:cubicBezTo>
                  <a:pt x="577103" y="66516"/>
                  <a:pt x="582482" y="63326"/>
                  <a:pt x="588460" y="63326"/>
                </a:cubicBezTo>
                <a:cubicBezTo>
                  <a:pt x="593642" y="63326"/>
                  <a:pt x="598625" y="63925"/>
                  <a:pt x="603408" y="70502"/>
                </a:cubicBezTo>
                <a:lnTo>
                  <a:pt x="603408" y="119540"/>
                </a:lnTo>
                <a:cubicBezTo>
                  <a:pt x="603408" y="121133"/>
                  <a:pt x="603408" y="122927"/>
                  <a:pt x="603606" y="124520"/>
                </a:cubicBezTo>
                <a:moveTo>
                  <a:pt x="604205" y="133889"/>
                </a:moveTo>
                <a:cubicBezTo>
                  <a:pt x="604603" y="138672"/>
                  <a:pt x="605002" y="142059"/>
                  <a:pt x="605002" y="142059"/>
                </a:cubicBezTo>
                <a:cubicBezTo>
                  <a:pt x="605202" y="144452"/>
                  <a:pt x="606796" y="145447"/>
                  <a:pt x="609584" y="145447"/>
                </a:cubicBezTo>
                <a:cubicBezTo>
                  <a:pt x="616958" y="143415"/>
                  <a:pt x="628914" y="140624"/>
                  <a:pt x="642664" y="138830"/>
                </a:cubicBezTo>
                <a:cubicBezTo>
                  <a:pt x="643062" y="137635"/>
                  <a:pt x="642664" y="133652"/>
                  <a:pt x="642266" y="132454"/>
                </a:cubicBezTo>
                <a:cubicBezTo>
                  <a:pt x="631505" y="131459"/>
                  <a:pt x="629312" y="128270"/>
                  <a:pt x="629312" y="116916"/>
                </a:cubicBezTo>
                <a:lnTo>
                  <a:pt x="629312" y="27324"/>
                </a:lnTo>
                <a:cubicBezTo>
                  <a:pt x="629312" y="14395"/>
                  <a:pt x="629911" y="6985"/>
                  <a:pt x="629911" y="6985"/>
                </a:cubicBezTo>
                <a:cubicBezTo>
                  <a:pt x="629911" y="5166"/>
                  <a:pt x="628516" y="4357"/>
                  <a:pt x="626722" y="4357"/>
                </a:cubicBezTo>
                <a:cubicBezTo>
                  <a:pt x="619351" y="6784"/>
                  <a:pt x="603408" y="9007"/>
                  <a:pt x="589260" y="9612"/>
                </a:cubicBezTo>
                <a:cubicBezTo>
                  <a:pt x="588661" y="12005"/>
                  <a:pt x="588862" y="14595"/>
                  <a:pt x="589856" y="16389"/>
                </a:cubicBezTo>
                <a:cubicBezTo>
                  <a:pt x="602411" y="17384"/>
                  <a:pt x="603408" y="17581"/>
                  <a:pt x="603408" y="31298"/>
                </a:cubicBezTo>
                <a:lnTo>
                  <a:pt x="603408" y="57147"/>
                </a:lnTo>
                <a:cubicBezTo>
                  <a:pt x="599620" y="55952"/>
                  <a:pt x="594840" y="54955"/>
                  <a:pt x="589059" y="54955"/>
                </a:cubicBezTo>
                <a:cubicBezTo>
                  <a:pt x="563353" y="54955"/>
                  <a:pt x="540834" y="77471"/>
                  <a:pt x="540834" y="103965"/>
                </a:cubicBezTo>
                <a:cubicBezTo>
                  <a:pt x="540834" y="115918"/>
                  <a:pt x="545021" y="129468"/>
                  <a:pt x="554784" y="137039"/>
                </a:cubicBezTo>
                <a:cubicBezTo>
                  <a:pt x="561957" y="142658"/>
                  <a:pt x="566941" y="145447"/>
                  <a:pt x="578101" y="145447"/>
                </a:cubicBezTo>
                <a:cubicBezTo>
                  <a:pt x="583480" y="145447"/>
                  <a:pt x="598227" y="136680"/>
                  <a:pt x="602411" y="133889"/>
                </a:cubicBezTo>
                <a:lnTo>
                  <a:pt x="604205" y="133889"/>
                </a:lnTo>
                <a:close/>
                <a:moveTo>
                  <a:pt x="691488" y="119184"/>
                </a:moveTo>
                <a:lnTo>
                  <a:pt x="691488" y="79530"/>
                </a:lnTo>
                <a:cubicBezTo>
                  <a:pt x="691488" y="69569"/>
                  <a:pt x="692284" y="58382"/>
                  <a:pt x="692284" y="58382"/>
                </a:cubicBezTo>
                <a:cubicBezTo>
                  <a:pt x="692284" y="56165"/>
                  <a:pt x="690490" y="54955"/>
                  <a:pt x="687702" y="54955"/>
                </a:cubicBezTo>
                <a:cubicBezTo>
                  <a:pt x="682122" y="57175"/>
                  <a:pt x="665979" y="58786"/>
                  <a:pt x="652229" y="60598"/>
                </a:cubicBezTo>
                <a:cubicBezTo>
                  <a:pt x="651831" y="61796"/>
                  <a:pt x="652229" y="65780"/>
                  <a:pt x="652627" y="66978"/>
                </a:cubicBezTo>
                <a:cubicBezTo>
                  <a:pt x="663589" y="67972"/>
                  <a:pt x="665581" y="69569"/>
                  <a:pt x="665581" y="80926"/>
                </a:cubicBezTo>
                <a:lnTo>
                  <a:pt x="665581" y="119184"/>
                </a:lnTo>
                <a:cubicBezTo>
                  <a:pt x="665581" y="135722"/>
                  <a:pt x="663388" y="136121"/>
                  <a:pt x="651235" y="137115"/>
                </a:cubicBezTo>
                <a:cubicBezTo>
                  <a:pt x="650037" y="138310"/>
                  <a:pt x="650037" y="142695"/>
                  <a:pt x="651235" y="143890"/>
                </a:cubicBezTo>
                <a:cubicBezTo>
                  <a:pt x="659603" y="143692"/>
                  <a:pt x="667974" y="143491"/>
                  <a:pt x="678534" y="143491"/>
                </a:cubicBezTo>
                <a:cubicBezTo>
                  <a:pt x="689094" y="143491"/>
                  <a:pt x="697265" y="143692"/>
                  <a:pt x="705834" y="143890"/>
                </a:cubicBezTo>
                <a:cubicBezTo>
                  <a:pt x="707032" y="142695"/>
                  <a:pt x="707032" y="138310"/>
                  <a:pt x="705834" y="137115"/>
                </a:cubicBezTo>
                <a:cubicBezTo>
                  <a:pt x="693680" y="136318"/>
                  <a:pt x="691488" y="135722"/>
                  <a:pt x="691488" y="119184"/>
                </a:cubicBezTo>
                <a:moveTo>
                  <a:pt x="664586" y="24694"/>
                </a:moveTo>
                <a:cubicBezTo>
                  <a:pt x="664586" y="31268"/>
                  <a:pt x="669366" y="37845"/>
                  <a:pt x="677339" y="37845"/>
                </a:cubicBezTo>
                <a:cubicBezTo>
                  <a:pt x="686306" y="37845"/>
                  <a:pt x="691488" y="30672"/>
                  <a:pt x="691488" y="25490"/>
                </a:cubicBezTo>
                <a:cubicBezTo>
                  <a:pt x="691488" y="19512"/>
                  <a:pt x="686905" y="12336"/>
                  <a:pt x="678534" y="12336"/>
                </a:cubicBezTo>
                <a:cubicBezTo>
                  <a:pt x="669169" y="12336"/>
                  <a:pt x="664586" y="18716"/>
                  <a:pt x="664586" y="24694"/>
                </a:cubicBezTo>
                <a:close/>
                <a:moveTo>
                  <a:pt x="754858" y="119166"/>
                </a:moveTo>
                <a:lnTo>
                  <a:pt x="754858" y="79475"/>
                </a:lnTo>
                <a:lnTo>
                  <a:pt x="754858" y="79077"/>
                </a:lnTo>
                <a:cubicBezTo>
                  <a:pt x="762828" y="73692"/>
                  <a:pt x="770801" y="69702"/>
                  <a:pt x="774386" y="69702"/>
                </a:cubicBezTo>
                <a:cubicBezTo>
                  <a:pt x="782359" y="69702"/>
                  <a:pt x="788337" y="73293"/>
                  <a:pt x="788337" y="84663"/>
                </a:cubicBezTo>
                <a:lnTo>
                  <a:pt x="788337" y="117968"/>
                </a:lnTo>
                <a:cubicBezTo>
                  <a:pt x="788337" y="134722"/>
                  <a:pt x="785147" y="136516"/>
                  <a:pt x="776976" y="137115"/>
                </a:cubicBezTo>
                <a:cubicBezTo>
                  <a:pt x="775781" y="138310"/>
                  <a:pt x="775781" y="142695"/>
                  <a:pt x="776976" y="143890"/>
                </a:cubicBezTo>
                <a:cubicBezTo>
                  <a:pt x="785348" y="143692"/>
                  <a:pt x="791724" y="143491"/>
                  <a:pt x="801290" y="143491"/>
                </a:cubicBezTo>
                <a:cubicBezTo>
                  <a:pt x="812249" y="143491"/>
                  <a:pt x="821018" y="143692"/>
                  <a:pt x="829587" y="143890"/>
                </a:cubicBezTo>
                <a:cubicBezTo>
                  <a:pt x="830782" y="142695"/>
                  <a:pt x="830782" y="138310"/>
                  <a:pt x="829587" y="137115"/>
                </a:cubicBezTo>
                <a:cubicBezTo>
                  <a:pt x="817430" y="136516"/>
                  <a:pt x="814243" y="134722"/>
                  <a:pt x="814243" y="117968"/>
                </a:cubicBezTo>
                <a:lnTo>
                  <a:pt x="814243" y="86855"/>
                </a:lnTo>
                <a:cubicBezTo>
                  <a:pt x="814243" y="64919"/>
                  <a:pt x="804875" y="54955"/>
                  <a:pt x="787738" y="54955"/>
                </a:cubicBezTo>
                <a:cubicBezTo>
                  <a:pt x="779768" y="54955"/>
                  <a:pt x="765619" y="63724"/>
                  <a:pt x="754658" y="71299"/>
                </a:cubicBezTo>
                <a:cubicBezTo>
                  <a:pt x="754062" y="64323"/>
                  <a:pt x="753262" y="58345"/>
                  <a:pt x="753262" y="58345"/>
                </a:cubicBezTo>
                <a:cubicBezTo>
                  <a:pt x="753064" y="55952"/>
                  <a:pt x="751471" y="54955"/>
                  <a:pt x="748680" y="54955"/>
                </a:cubicBezTo>
                <a:cubicBezTo>
                  <a:pt x="741306" y="56989"/>
                  <a:pt x="729350" y="59780"/>
                  <a:pt x="715600" y="61571"/>
                </a:cubicBezTo>
                <a:cubicBezTo>
                  <a:pt x="715201" y="62769"/>
                  <a:pt x="715600" y="66753"/>
                  <a:pt x="715998" y="67951"/>
                </a:cubicBezTo>
                <a:cubicBezTo>
                  <a:pt x="726960" y="68948"/>
                  <a:pt x="728951" y="70542"/>
                  <a:pt x="728951" y="81902"/>
                </a:cubicBezTo>
                <a:lnTo>
                  <a:pt x="728951" y="119178"/>
                </a:lnTo>
                <a:cubicBezTo>
                  <a:pt x="728951" y="135719"/>
                  <a:pt x="726759" y="136121"/>
                  <a:pt x="714602" y="137115"/>
                </a:cubicBezTo>
                <a:cubicBezTo>
                  <a:pt x="713407" y="138310"/>
                  <a:pt x="713407" y="142695"/>
                  <a:pt x="714602" y="143890"/>
                </a:cubicBezTo>
                <a:cubicBezTo>
                  <a:pt x="722973" y="143692"/>
                  <a:pt x="731341" y="143491"/>
                  <a:pt x="741905" y="143491"/>
                </a:cubicBezTo>
                <a:cubicBezTo>
                  <a:pt x="751073" y="143491"/>
                  <a:pt x="756652" y="143692"/>
                  <a:pt x="765221" y="143890"/>
                </a:cubicBezTo>
                <a:cubicBezTo>
                  <a:pt x="766416" y="142695"/>
                  <a:pt x="766416" y="138310"/>
                  <a:pt x="765221" y="137115"/>
                </a:cubicBezTo>
                <a:cubicBezTo>
                  <a:pt x="756850" y="136318"/>
                  <a:pt x="754858" y="135719"/>
                  <a:pt x="754858" y="119166"/>
                </a:cubicBezTo>
                <a:close/>
                <a:moveTo>
                  <a:pt x="889967" y="86110"/>
                </a:moveTo>
                <a:cubicBezTo>
                  <a:pt x="889967" y="105297"/>
                  <a:pt x="884388" y="107693"/>
                  <a:pt x="879206" y="107693"/>
                </a:cubicBezTo>
                <a:cubicBezTo>
                  <a:pt x="866852" y="107693"/>
                  <a:pt x="865255" y="92906"/>
                  <a:pt x="865255" y="82714"/>
                </a:cubicBezTo>
                <a:cubicBezTo>
                  <a:pt x="865255" y="67924"/>
                  <a:pt x="868843" y="62529"/>
                  <a:pt x="876615" y="62529"/>
                </a:cubicBezTo>
                <a:cubicBezTo>
                  <a:pt x="885981" y="62529"/>
                  <a:pt x="889967" y="70323"/>
                  <a:pt x="889967" y="86110"/>
                </a:cubicBezTo>
                <a:moveTo>
                  <a:pt x="867049" y="148560"/>
                </a:moveTo>
                <a:cubicBezTo>
                  <a:pt x="882396" y="148560"/>
                  <a:pt x="911888" y="149159"/>
                  <a:pt x="911888" y="159714"/>
                </a:cubicBezTo>
                <a:cubicBezTo>
                  <a:pt x="911888" y="166884"/>
                  <a:pt x="908698" y="175048"/>
                  <a:pt x="902124" y="178633"/>
                </a:cubicBezTo>
                <a:cubicBezTo>
                  <a:pt x="895945" y="182218"/>
                  <a:pt x="885783" y="182616"/>
                  <a:pt x="878209" y="182616"/>
                </a:cubicBezTo>
                <a:cubicBezTo>
                  <a:pt x="865058" y="182616"/>
                  <a:pt x="856091" y="172859"/>
                  <a:pt x="856091" y="162703"/>
                </a:cubicBezTo>
                <a:cubicBezTo>
                  <a:pt x="856091" y="155931"/>
                  <a:pt x="856091" y="151349"/>
                  <a:pt x="858283" y="147365"/>
                </a:cubicBezTo>
                <a:cubicBezTo>
                  <a:pt x="860275" y="148162"/>
                  <a:pt x="862865" y="148560"/>
                  <a:pt x="867049" y="148560"/>
                </a:cubicBezTo>
                <a:moveTo>
                  <a:pt x="925240" y="64928"/>
                </a:moveTo>
                <a:cubicBezTo>
                  <a:pt x="930819" y="64928"/>
                  <a:pt x="934006" y="62529"/>
                  <a:pt x="934006" y="55156"/>
                </a:cubicBezTo>
                <a:cubicBezTo>
                  <a:pt x="934006" y="51370"/>
                  <a:pt x="928828" y="45589"/>
                  <a:pt x="921253" y="45589"/>
                </a:cubicBezTo>
                <a:cubicBezTo>
                  <a:pt x="912487" y="45589"/>
                  <a:pt x="900926" y="52167"/>
                  <a:pt x="895149" y="57348"/>
                </a:cubicBezTo>
                <a:cubicBezTo>
                  <a:pt x="891561" y="55356"/>
                  <a:pt x="887377" y="54955"/>
                  <a:pt x="878409" y="54955"/>
                </a:cubicBezTo>
                <a:cubicBezTo>
                  <a:pt x="869841" y="54955"/>
                  <a:pt x="861470" y="56950"/>
                  <a:pt x="854896" y="61334"/>
                </a:cubicBezTo>
                <a:cubicBezTo>
                  <a:pt x="846725" y="66525"/>
                  <a:pt x="841343" y="74321"/>
                  <a:pt x="841343" y="84514"/>
                </a:cubicBezTo>
                <a:cubicBezTo>
                  <a:pt x="841343" y="94305"/>
                  <a:pt x="847124" y="104896"/>
                  <a:pt x="856687" y="110086"/>
                </a:cubicBezTo>
                <a:cubicBezTo>
                  <a:pt x="850511" y="115468"/>
                  <a:pt x="840945" y="126041"/>
                  <a:pt x="840945" y="130030"/>
                </a:cubicBezTo>
                <a:cubicBezTo>
                  <a:pt x="840945" y="133816"/>
                  <a:pt x="841544" y="136206"/>
                  <a:pt x="843536" y="139195"/>
                </a:cubicBezTo>
                <a:cubicBezTo>
                  <a:pt x="845330" y="141986"/>
                  <a:pt x="847720" y="143580"/>
                  <a:pt x="851706" y="144775"/>
                </a:cubicBezTo>
                <a:cubicBezTo>
                  <a:pt x="843137" y="149956"/>
                  <a:pt x="834368" y="161307"/>
                  <a:pt x="834368" y="164694"/>
                </a:cubicBezTo>
                <a:cubicBezTo>
                  <a:pt x="834368" y="172062"/>
                  <a:pt x="836761" y="180625"/>
                  <a:pt x="842140" y="184410"/>
                </a:cubicBezTo>
                <a:cubicBezTo>
                  <a:pt x="849912" y="189789"/>
                  <a:pt x="863066" y="190984"/>
                  <a:pt x="872629" y="190984"/>
                </a:cubicBezTo>
                <a:cubicBezTo>
                  <a:pt x="900330" y="190984"/>
                  <a:pt x="932014" y="176444"/>
                  <a:pt x="932014" y="154535"/>
                </a:cubicBezTo>
                <a:cubicBezTo>
                  <a:pt x="932014" y="150354"/>
                  <a:pt x="930023" y="141786"/>
                  <a:pt x="922050" y="136407"/>
                </a:cubicBezTo>
                <a:cubicBezTo>
                  <a:pt x="914278" y="131225"/>
                  <a:pt x="884388" y="129829"/>
                  <a:pt x="869640" y="129829"/>
                </a:cubicBezTo>
                <a:cubicBezTo>
                  <a:pt x="866055" y="129829"/>
                  <a:pt x="860673" y="129431"/>
                  <a:pt x="860673" y="121452"/>
                </a:cubicBezTo>
                <a:cubicBezTo>
                  <a:pt x="860673" y="118260"/>
                  <a:pt x="862668" y="115468"/>
                  <a:pt x="863662" y="113075"/>
                </a:cubicBezTo>
                <a:cubicBezTo>
                  <a:pt x="867846" y="115067"/>
                  <a:pt x="872033" y="115267"/>
                  <a:pt x="878209" y="115267"/>
                </a:cubicBezTo>
                <a:cubicBezTo>
                  <a:pt x="888374" y="115267"/>
                  <a:pt x="897739" y="112677"/>
                  <a:pt x="904514" y="106696"/>
                </a:cubicBezTo>
                <a:cubicBezTo>
                  <a:pt x="910294" y="101499"/>
                  <a:pt x="914278" y="94505"/>
                  <a:pt x="914278" y="85511"/>
                </a:cubicBezTo>
                <a:cubicBezTo>
                  <a:pt x="914278" y="74321"/>
                  <a:pt x="908698" y="66926"/>
                  <a:pt x="901923" y="61334"/>
                </a:cubicBezTo>
                <a:cubicBezTo>
                  <a:pt x="903517" y="59340"/>
                  <a:pt x="910094" y="55755"/>
                  <a:pt x="912085" y="55755"/>
                </a:cubicBezTo>
                <a:cubicBezTo>
                  <a:pt x="913879" y="55755"/>
                  <a:pt x="915275" y="56950"/>
                  <a:pt x="915874" y="58145"/>
                </a:cubicBezTo>
                <a:cubicBezTo>
                  <a:pt x="916671" y="60735"/>
                  <a:pt x="920256" y="64928"/>
                  <a:pt x="925240" y="64928"/>
                </a:cubicBezTo>
                <a:close/>
                <a:moveTo>
                  <a:pt x="1069915" y="126117"/>
                </a:moveTo>
                <a:cubicBezTo>
                  <a:pt x="1069915" y="123724"/>
                  <a:pt x="1069516" y="119938"/>
                  <a:pt x="1067324" y="119938"/>
                </a:cubicBezTo>
                <a:cubicBezTo>
                  <a:pt x="1059351" y="127312"/>
                  <a:pt x="1052576" y="131100"/>
                  <a:pt x="1046799" y="131100"/>
                </a:cubicBezTo>
                <a:cubicBezTo>
                  <a:pt x="1031851" y="131100"/>
                  <a:pt x="1020095" y="120336"/>
                  <a:pt x="1020095" y="96415"/>
                </a:cubicBezTo>
                <a:cubicBezTo>
                  <a:pt x="1020095" y="74291"/>
                  <a:pt x="1025076" y="63326"/>
                  <a:pt x="1035640" y="63326"/>
                </a:cubicBezTo>
                <a:cubicBezTo>
                  <a:pt x="1043010" y="63326"/>
                  <a:pt x="1045999" y="71101"/>
                  <a:pt x="1046598" y="77477"/>
                </a:cubicBezTo>
                <a:cubicBezTo>
                  <a:pt x="1047197" y="82860"/>
                  <a:pt x="1052576" y="86849"/>
                  <a:pt x="1058953" y="86849"/>
                </a:cubicBezTo>
                <a:cubicBezTo>
                  <a:pt x="1065329" y="86849"/>
                  <a:pt x="1069915" y="81865"/>
                  <a:pt x="1069915" y="75683"/>
                </a:cubicBezTo>
                <a:cubicBezTo>
                  <a:pt x="1069915" y="66713"/>
                  <a:pt x="1059153" y="54955"/>
                  <a:pt x="1037431" y="54955"/>
                </a:cubicBezTo>
                <a:cubicBezTo>
                  <a:pt x="1013917" y="54955"/>
                  <a:pt x="993191" y="73889"/>
                  <a:pt x="993191" y="103393"/>
                </a:cubicBezTo>
                <a:cubicBezTo>
                  <a:pt x="993191" y="116350"/>
                  <a:pt x="997777" y="127710"/>
                  <a:pt x="1005549" y="135087"/>
                </a:cubicBezTo>
                <a:cubicBezTo>
                  <a:pt x="1013318" y="142458"/>
                  <a:pt x="1022485" y="145447"/>
                  <a:pt x="1036634" y="145447"/>
                </a:cubicBezTo>
                <a:cubicBezTo>
                  <a:pt x="1048590" y="145447"/>
                  <a:pt x="1062340" y="137079"/>
                  <a:pt x="1069915" y="126117"/>
                </a:cubicBezTo>
                <a:close/>
                <a:moveTo>
                  <a:pt x="1135477" y="133691"/>
                </a:moveTo>
                <a:cubicBezTo>
                  <a:pt x="1136869" y="141862"/>
                  <a:pt x="1142251" y="145447"/>
                  <a:pt x="1151018" y="145447"/>
                </a:cubicBezTo>
                <a:cubicBezTo>
                  <a:pt x="1161979" y="145447"/>
                  <a:pt x="1169752" y="141263"/>
                  <a:pt x="1177125" y="134287"/>
                </a:cubicBezTo>
                <a:cubicBezTo>
                  <a:pt x="1176727" y="131897"/>
                  <a:pt x="1175927" y="130304"/>
                  <a:pt x="1173537" y="128707"/>
                </a:cubicBezTo>
                <a:cubicBezTo>
                  <a:pt x="1170947" y="130702"/>
                  <a:pt x="1168955" y="131499"/>
                  <a:pt x="1165169" y="131499"/>
                </a:cubicBezTo>
                <a:cubicBezTo>
                  <a:pt x="1160784" y="131499"/>
                  <a:pt x="1159589" y="127911"/>
                  <a:pt x="1159589" y="118144"/>
                </a:cubicBezTo>
                <a:lnTo>
                  <a:pt x="1159988" y="89440"/>
                </a:lnTo>
                <a:cubicBezTo>
                  <a:pt x="1159988" y="60735"/>
                  <a:pt x="1142251" y="54955"/>
                  <a:pt x="1125910" y="54955"/>
                </a:cubicBezTo>
                <a:cubicBezTo>
                  <a:pt x="1111364" y="54955"/>
                  <a:pt x="1089045" y="63326"/>
                  <a:pt x="1089045" y="76483"/>
                </a:cubicBezTo>
                <a:cubicBezTo>
                  <a:pt x="1089045" y="82063"/>
                  <a:pt x="1091435" y="86448"/>
                  <a:pt x="1099207" y="86448"/>
                </a:cubicBezTo>
                <a:cubicBezTo>
                  <a:pt x="1106380" y="86448"/>
                  <a:pt x="1111561" y="82063"/>
                  <a:pt x="1111561" y="77280"/>
                </a:cubicBezTo>
                <a:cubicBezTo>
                  <a:pt x="1111561" y="74689"/>
                  <a:pt x="1110169" y="71299"/>
                  <a:pt x="1110765" y="67911"/>
                </a:cubicBezTo>
                <a:cubicBezTo>
                  <a:pt x="1110965" y="65719"/>
                  <a:pt x="1112559" y="63326"/>
                  <a:pt x="1119136" y="63326"/>
                </a:cubicBezTo>
                <a:cubicBezTo>
                  <a:pt x="1127504" y="63326"/>
                  <a:pt x="1134479" y="66914"/>
                  <a:pt x="1134479" y="92231"/>
                </a:cubicBezTo>
                <a:lnTo>
                  <a:pt x="1121127" y="96415"/>
                </a:lnTo>
                <a:cubicBezTo>
                  <a:pt x="1100204" y="102992"/>
                  <a:pt x="1085457" y="108776"/>
                  <a:pt x="1085457" y="124520"/>
                </a:cubicBezTo>
                <a:cubicBezTo>
                  <a:pt x="1085457" y="138274"/>
                  <a:pt x="1093028" y="145447"/>
                  <a:pt x="1110366" y="145447"/>
                </a:cubicBezTo>
                <a:cubicBezTo>
                  <a:pt x="1116147" y="145447"/>
                  <a:pt x="1127705" y="139070"/>
                  <a:pt x="1134279" y="133889"/>
                </a:cubicBezTo>
                <a:lnTo>
                  <a:pt x="1135477" y="133691"/>
                </a:lnTo>
                <a:moveTo>
                  <a:pt x="1134479" y="100003"/>
                </a:moveTo>
                <a:lnTo>
                  <a:pt x="1134479" y="126314"/>
                </a:lnTo>
                <a:cubicBezTo>
                  <a:pt x="1129499" y="130301"/>
                  <a:pt x="1124515" y="133490"/>
                  <a:pt x="1120930" y="133490"/>
                </a:cubicBezTo>
                <a:cubicBezTo>
                  <a:pt x="1112358" y="133490"/>
                  <a:pt x="1109369" y="127710"/>
                  <a:pt x="1109369" y="121531"/>
                </a:cubicBezTo>
                <a:cubicBezTo>
                  <a:pt x="1109369" y="114158"/>
                  <a:pt x="1109968" y="107976"/>
                  <a:pt x="1124116" y="103393"/>
                </a:cubicBezTo>
                <a:lnTo>
                  <a:pt x="1134479" y="100003"/>
                </a:lnTo>
                <a:close/>
                <a:moveTo>
                  <a:pt x="1197450" y="118190"/>
                </a:moveTo>
                <a:cubicBezTo>
                  <a:pt x="1197450" y="134725"/>
                  <a:pt x="1194264" y="136519"/>
                  <a:pt x="1182107" y="137115"/>
                </a:cubicBezTo>
                <a:cubicBezTo>
                  <a:pt x="1180912" y="138310"/>
                  <a:pt x="1180912" y="142695"/>
                  <a:pt x="1182107" y="143890"/>
                </a:cubicBezTo>
                <a:cubicBezTo>
                  <a:pt x="1190475" y="143692"/>
                  <a:pt x="1199442" y="143491"/>
                  <a:pt x="1210404" y="143491"/>
                </a:cubicBezTo>
                <a:cubicBezTo>
                  <a:pt x="1221362" y="143491"/>
                  <a:pt x="1230132" y="143692"/>
                  <a:pt x="1238701" y="143890"/>
                </a:cubicBezTo>
                <a:cubicBezTo>
                  <a:pt x="1239896" y="142695"/>
                  <a:pt x="1239896" y="138310"/>
                  <a:pt x="1238701" y="137115"/>
                </a:cubicBezTo>
                <a:cubicBezTo>
                  <a:pt x="1226544" y="136519"/>
                  <a:pt x="1223357" y="134725"/>
                  <a:pt x="1223357" y="118190"/>
                </a:cubicBezTo>
                <a:lnTo>
                  <a:pt x="1223357" y="27345"/>
                </a:lnTo>
                <a:cubicBezTo>
                  <a:pt x="1223357" y="14395"/>
                  <a:pt x="1223953" y="6985"/>
                  <a:pt x="1223953" y="6985"/>
                </a:cubicBezTo>
                <a:cubicBezTo>
                  <a:pt x="1223953" y="5166"/>
                  <a:pt x="1222560" y="4357"/>
                  <a:pt x="1220766" y="4357"/>
                </a:cubicBezTo>
                <a:cubicBezTo>
                  <a:pt x="1213393" y="6784"/>
                  <a:pt x="1197450" y="9007"/>
                  <a:pt x="1183302" y="9612"/>
                </a:cubicBezTo>
                <a:cubicBezTo>
                  <a:pt x="1182703" y="12005"/>
                  <a:pt x="1182903" y="14197"/>
                  <a:pt x="1183901" y="15991"/>
                </a:cubicBezTo>
                <a:cubicBezTo>
                  <a:pt x="1196453" y="16985"/>
                  <a:pt x="1197450" y="17186"/>
                  <a:pt x="1197450" y="30930"/>
                </a:cubicBezTo>
                <a:lnTo>
                  <a:pt x="1197450" y="118190"/>
                </a:lnTo>
                <a:close/>
                <a:moveTo>
                  <a:pt x="1262215" y="118190"/>
                </a:moveTo>
                <a:cubicBezTo>
                  <a:pt x="1262215" y="134725"/>
                  <a:pt x="1259028" y="136519"/>
                  <a:pt x="1246871" y="137115"/>
                </a:cubicBezTo>
                <a:cubicBezTo>
                  <a:pt x="1245676" y="138310"/>
                  <a:pt x="1245676" y="142695"/>
                  <a:pt x="1246871" y="143890"/>
                </a:cubicBezTo>
                <a:cubicBezTo>
                  <a:pt x="1255239" y="143692"/>
                  <a:pt x="1264206" y="143491"/>
                  <a:pt x="1275168" y="143491"/>
                </a:cubicBezTo>
                <a:cubicBezTo>
                  <a:pt x="1286127" y="143491"/>
                  <a:pt x="1294896" y="143692"/>
                  <a:pt x="1303465" y="143890"/>
                </a:cubicBezTo>
                <a:cubicBezTo>
                  <a:pt x="1304660" y="142695"/>
                  <a:pt x="1304660" y="138310"/>
                  <a:pt x="1303465" y="137115"/>
                </a:cubicBezTo>
                <a:cubicBezTo>
                  <a:pt x="1291308" y="136519"/>
                  <a:pt x="1288122" y="134725"/>
                  <a:pt x="1288122" y="118190"/>
                </a:cubicBezTo>
                <a:lnTo>
                  <a:pt x="1288122" y="27345"/>
                </a:lnTo>
                <a:cubicBezTo>
                  <a:pt x="1288122" y="14395"/>
                  <a:pt x="1288718" y="6985"/>
                  <a:pt x="1288718" y="6985"/>
                </a:cubicBezTo>
                <a:cubicBezTo>
                  <a:pt x="1288718" y="5166"/>
                  <a:pt x="1287325" y="4357"/>
                  <a:pt x="1285531" y="4357"/>
                </a:cubicBezTo>
                <a:cubicBezTo>
                  <a:pt x="1278157" y="6784"/>
                  <a:pt x="1262215" y="9007"/>
                  <a:pt x="1248066" y="9612"/>
                </a:cubicBezTo>
                <a:cubicBezTo>
                  <a:pt x="1247467" y="12005"/>
                  <a:pt x="1247668" y="14197"/>
                  <a:pt x="1248665" y="15991"/>
                </a:cubicBezTo>
                <a:cubicBezTo>
                  <a:pt x="1261217" y="16985"/>
                  <a:pt x="1262215" y="17186"/>
                  <a:pt x="1262215" y="30930"/>
                </a:cubicBezTo>
                <a:lnTo>
                  <a:pt x="1262215" y="118190"/>
                </a:lnTo>
                <a:close/>
                <a:moveTo>
                  <a:pt x="1414661" y="86110"/>
                </a:moveTo>
                <a:cubicBezTo>
                  <a:pt x="1414661" y="105297"/>
                  <a:pt x="1409082" y="107693"/>
                  <a:pt x="1403900" y="107693"/>
                </a:cubicBezTo>
                <a:cubicBezTo>
                  <a:pt x="1391546" y="107693"/>
                  <a:pt x="1389949" y="92906"/>
                  <a:pt x="1389949" y="82714"/>
                </a:cubicBezTo>
                <a:cubicBezTo>
                  <a:pt x="1389949" y="67924"/>
                  <a:pt x="1393538" y="62529"/>
                  <a:pt x="1401310" y="62529"/>
                </a:cubicBezTo>
                <a:cubicBezTo>
                  <a:pt x="1410675" y="62529"/>
                  <a:pt x="1414661" y="70323"/>
                  <a:pt x="1414661" y="86110"/>
                </a:cubicBezTo>
                <a:moveTo>
                  <a:pt x="1391744" y="148560"/>
                </a:moveTo>
                <a:cubicBezTo>
                  <a:pt x="1407090" y="148560"/>
                  <a:pt x="1436582" y="149159"/>
                  <a:pt x="1436582" y="159714"/>
                </a:cubicBezTo>
                <a:cubicBezTo>
                  <a:pt x="1436582" y="166884"/>
                  <a:pt x="1433392" y="175048"/>
                  <a:pt x="1426818" y="178633"/>
                </a:cubicBezTo>
                <a:cubicBezTo>
                  <a:pt x="1420639" y="182218"/>
                  <a:pt x="1410477" y="182616"/>
                  <a:pt x="1402903" y="182616"/>
                </a:cubicBezTo>
                <a:cubicBezTo>
                  <a:pt x="1389752" y="182616"/>
                  <a:pt x="1380785" y="172859"/>
                  <a:pt x="1380785" y="162703"/>
                </a:cubicBezTo>
                <a:cubicBezTo>
                  <a:pt x="1380785" y="155931"/>
                  <a:pt x="1380785" y="151349"/>
                  <a:pt x="1382977" y="147365"/>
                </a:cubicBezTo>
                <a:cubicBezTo>
                  <a:pt x="1384969" y="148162"/>
                  <a:pt x="1387559" y="148560"/>
                  <a:pt x="1391744" y="148560"/>
                </a:cubicBezTo>
                <a:moveTo>
                  <a:pt x="1449934" y="64928"/>
                </a:moveTo>
                <a:cubicBezTo>
                  <a:pt x="1455513" y="64928"/>
                  <a:pt x="1458700" y="62529"/>
                  <a:pt x="1458700" y="55156"/>
                </a:cubicBezTo>
                <a:cubicBezTo>
                  <a:pt x="1458700" y="51370"/>
                  <a:pt x="1453522" y="45589"/>
                  <a:pt x="1445947" y="45589"/>
                </a:cubicBezTo>
                <a:cubicBezTo>
                  <a:pt x="1437181" y="45589"/>
                  <a:pt x="1425620" y="52167"/>
                  <a:pt x="1419843" y="57348"/>
                </a:cubicBezTo>
                <a:cubicBezTo>
                  <a:pt x="1416255" y="55356"/>
                  <a:pt x="1412071" y="54955"/>
                  <a:pt x="1403104" y="54955"/>
                </a:cubicBezTo>
                <a:cubicBezTo>
                  <a:pt x="1394535" y="54955"/>
                  <a:pt x="1386164" y="56950"/>
                  <a:pt x="1379590" y="61334"/>
                </a:cubicBezTo>
                <a:cubicBezTo>
                  <a:pt x="1371419" y="66525"/>
                  <a:pt x="1366037" y="74321"/>
                  <a:pt x="1366037" y="84514"/>
                </a:cubicBezTo>
                <a:cubicBezTo>
                  <a:pt x="1366037" y="94305"/>
                  <a:pt x="1371818" y="104896"/>
                  <a:pt x="1381381" y="110086"/>
                </a:cubicBezTo>
                <a:cubicBezTo>
                  <a:pt x="1375205" y="115468"/>
                  <a:pt x="1365639" y="126041"/>
                  <a:pt x="1365639" y="130030"/>
                </a:cubicBezTo>
                <a:cubicBezTo>
                  <a:pt x="1365639" y="133816"/>
                  <a:pt x="1366238" y="136206"/>
                  <a:pt x="1368230" y="139195"/>
                </a:cubicBezTo>
                <a:cubicBezTo>
                  <a:pt x="1370024" y="141986"/>
                  <a:pt x="1372414" y="143580"/>
                  <a:pt x="1376400" y="144775"/>
                </a:cubicBezTo>
                <a:cubicBezTo>
                  <a:pt x="1367831" y="149956"/>
                  <a:pt x="1359062" y="161307"/>
                  <a:pt x="1359062" y="164694"/>
                </a:cubicBezTo>
                <a:cubicBezTo>
                  <a:pt x="1359062" y="172062"/>
                  <a:pt x="1361455" y="180625"/>
                  <a:pt x="1366834" y="184410"/>
                </a:cubicBezTo>
                <a:cubicBezTo>
                  <a:pt x="1374606" y="189789"/>
                  <a:pt x="1387760" y="190984"/>
                  <a:pt x="1397323" y="190984"/>
                </a:cubicBezTo>
                <a:cubicBezTo>
                  <a:pt x="1425024" y="190984"/>
                  <a:pt x="1456708" y="176444"/>
                  <a:pt x="1456708" y="154535"/>
                </a:cubicBezTo>
                <a:cubicBezTo>
                  <a:pt x="1456708" y="150354"/>
                  <a:pt x="1454717" y="141786"/>
                  <a:pt x="1446744" y="136407"/>
                </a:cubicBezTo>
                <a:cubicBezTo>
                  <a:pt x="1438972" y="131225"/>
                  <a:pt x="1409082" y="129829"/>
                  <a:pt x="1394334" y="129829"/>
                </a:cubicBezTo>
                <a:cubicBezTo>
                  <a:pt x="1390749" y="129829"/>
                  <a:pt x="1385367" y="129431"/>
                  <a:pt x="1385367" y="121452"/>
                </a:cubicBezTo>
                <a:cubicBezTo>
                  <a:pt x="1385367" y="118260"/>
                  <a:pt x="1387362" y="115468"/>
                  <a:pt x="1388356" y="113075"/>
                </a:cubicBezTo>
                <a:cubicBezTo>
                  <a:pt x="1392540" y="115067"/>
                  <a:pt x="1396727" y="115267"/>
                  <a:pt x="1402903" y="115267"/>
                </a:cubicBezTo>
                <a:cubicBezTo>
                  <a:pt x="1413068" y="115267"/>
                  <a:pt x="1422433" y="112677"/>
                  <a:pt x="1429208" y="106696"/>
                </a:cubicBezTo>
                <a:cubicBezTo>
                  <a:pt x="1434989" y="101499"/>
                  <a:pt x="1438972" y="94505"/>
                  <a:pt x="1438972" y="85511"/>
                </a:cubicBezTo>
                <a:cubicBezTo>
                  <a:pt x="1438972" y="74321"/>
                  <a:pt x="1433392" y="66926"/>
                  <a:pt x="1426617" y="61334"/>
                </a:cubicBezTo>
                <a:cubicBezTo>
                  <a:pt x="1428211" y="59340"/>
                  <a:pt x="1434788" y="55755"/>
                  <a:pt x="1436780" y="55755"/>
                </a:cubicBezTo>
                <a:cubicBezTo>
                  <a:pt x="1438574" y="55755"/>
                  <a:pt x="1439969" y="56950"/>
                  <a:pt x="1440568" y="58145"/>
                </a:cubicBezTo>
                <a:cubicBezTo>
                  <a:pt x="1441365" y="60735"/>
                  <a:pt x="1444950" y="64928"/>
                  <a:pt x="1449934" y="64928"/>
                </a:cubicBezTo>
                <a:close/>
                <a:moveTo>
                  <a:pt x="1506130" y="90045"/>
                </a:moveTo>
                <a:cubicBezTo>
                  <a:pt x="1506130" y="82863"/>
                  <a:pt x="1508323" y="79870"/>
                  <a:pt x="1510913" y="76878"/>
                </a:cubicBezTo>
                <a:cubicBezTo>
                  <a:pt x="1512507" y="74884"/>
                  <a:pt x="1514301" y="73488"/>
                  <a:pt x="1517290" y="73488"/>
                </a:cubicBezTo>
                <a:cubicBezTo>
                  <a:pt x="1519084" y="73488"/>
                  <a:pt x="1521273" y="75285"/>
                  <a:pt x="1522869" y="77280"/>
                </a:cubicBezTo>
                <a:cubicBezTo>
                  <a:pt x="1524265" y="78873"/>
                  <a:pt x="1527652" y="80469"/>
                  <a:pt x="1532235" y="80469"/>
                </a:cubicBezTo>
                <a:cubicBezTo>
                  <a:pt x="1538015" y="80469"/>
                  <a:pt x="1543595" y="74485"/>
                  <a:pt x="1543595" y="66117"/>
                </a:cubicBezTo>
                <a:cubicBezTo>
                  <a:pt x="1543595" y="60936"/>
                  <a:pt x="1537614" y="54955"/>
                  <a:pt x="1530441" y="54955"/>
                </a:cubicBezTo>
                <a:cubicBezTo>
                  <a:pt x="1523465" y="54955"/>
                  <a:pt x="1515894" y="60936"/>
                  <a:pt x="1506726" y="74087"/>
                </a:cubicBezTo>
                <a:lnTo>
                  <a:pt x="1505930" y="74087"/>
                </a:lnTo>
                <a:cubicBezTo>
                  <a:pt x="1505531" y="68109"/>
                  <a:pt x="1504534" y="58345"/>
                  <a:pt x="1504534" y="58345"/>
                </a:cubicBezTo>
                <a:cubicBezTo>
                  <a:pt x="1504336" y="56551"/>
                  <a:pt x="1502743" y="54955"/>
                  <a:pt x="1499951" y="54955"/>
                </a:cubicBezTo>
                <a:cubicBezTo>
                  <a:pt x="1490586" y="57387"/>
                  <a:pt x="1480026" y="60179"/>
                  <a:pt x="1466872" y="61571"/>
                </a:cubicBezTo>
                <a:cubicBezTo>
                  <a:pt x="1466473" y="62769"/>
                  <a:pt x="1466872" y="66555"/>
                  <a:pt x="1467270" y="67750"/>
                </a:cubicBezTo>
                <a:cubicBezTo>
                  <a:pt x="1478232" y="68748"/>
                  <a:pt x="1480223" y="70542"/>
                  <a:pt x="1480223" y="81902"/>
                </a:cubicBezTo>
                <a:lnTo>
                  <a:pt x="1480223" y="119178"/>
                </a:lnTo>
                <a:cubicBezTo>
                  <a:pt x="1480223" y="135719"/>
                  <a:pt x="1478031" y="136121"/>
                  <a:pt x="1465874" y="137115"/>
                </a:cubicBezTo>
                <a:cubicBezTo>
                  <a:pt x="1464679" y="138310"/>
                  <a:pt x="1464679" y="142695"/>
                  <a:pt x="1465874" y="143890"/>
                </a:cubicBezTo>
                <a:cubicBezTo>
                  <a:pt x="1474245" y="143692"/>
                  <a:pt x="1482613" y="143491"/>
                  <a:pt x="1493177" y="143491"/>
                </a:cubicBezTo>
                <a:cubicBezTo>
                  <a:pt x="1503737" y="143491"/>
                  <a:pt x="1511908" y="143692"/>
                  <a:pt x="1520476" y="143890"/>
                </a:cubicBezTo>
                <a:cubicBezTo>
                  <a:pt x="1521674" y="142695"/>
                  <a:pt x="1521674" y="138310"/>
                  <a:pt x="1520476" y="137115"/>
                </a:cubicBezTo>
                <a:cubicBezTo>
                  <a:pt x="1508323" y="136318"/>
                  <a:pt x="1506130" y="135719"/>
                  <a:pt x="1506130" y="119178"/>
                </a:cubicBezTo>
                <a:lnTo>
                  <a:pt x="1506130" y="90045"/>
                </a:lnTo>
                <a:close/>
                <a:moveTo>
                  <a:pt x="1604772" y="133691"/>
                </a:moveTo>
                <a:cubicBezTo>
                  <a:pt x="1606164" y="141862"/>
                  <a:pt x="1611547" y="145447"/>
                  <a:pt x="1620313" y="145447"/>
                </a:cubicBezTo>
                <a:cubicBezTo>
                  <a:pt x="1631275" y="145447"/>
                  <a:pt x="1639047" y="141263"/>
                  <a:pt x="1646420" y="134287"/>
                </a:cubicBezTo>
                <a:cubicBezTo>
                  <a:pt x="1646022" y="131897"/>
                  <a:pt x="1645222" y="130304"/>
                  <a:pt x="1642832" y="128707"/>
                </a:cubicBezTo>
                <a:cubicBezTo>
                  <a:pt x="1640242" y="130702"/>
                  <a:pt x="1638250" y="131499"/>
                  <a:pt x="1634464" y="131499"/>
                </a:cubicBezTo>
                <a:cubicBezTo>
                  <a:pt x="1630080" y="131499"/>
                  <a:pt x="1628885" y="127911"/>
                  <a:pt x="1628885" y="118144"/>
                </a:cubicBezTo>
                <a:lnTo>
                  <a:pt x="1629283" y="89440"/>
                </a:lnTo>
                <a:cubicBezTo>
                  <a:pt x="1629283" y="60735"/>
                  <a:pt x="1611547" y="54955"/>
                  <a:pt x="1595206" y="54955"/>
                </a:cubicBezTo>
                <a:cubicBezTo>
                  <a:pt x="1580659" y="54955"/>
                  <a:pt x="1558340" y="63326"/>
                  <a:pt x="1558340" y="76483"/>
                </a:cubicBezTo>
                <a:cubicBezTo>
                  <a:pt x="1558340" y="82063"/>
                  <a:pt x="1560730" y="86448"/>
                  <a:pt x="1568502" y="86448"/>
                </a:cubicBezTo>
                <a:cubicBezTo>
                  <a:pt x="1575675" y="86448"/>
                  <a:pt x="1580857" y="82063"/>
                  <a:pt x="1580857" y="77280"/>
                </a:cubicBezTo>
                <a:cubicBezTo>
                  <a:pt x="1580857" y="74689"/>
                  <a:pt x="1579464" y="71299"/>
                  <a:pt x="1580060" y="67911"/>
                </a:cubicBezTo>
                <a:cubicBezTo>
                  <a:pt x="1580261" y="65719"/>
                  <a:pt x="1581854" y="63326"/>
                  <a:pt x="1588431" y="63326"/>
                </a:cubicBezTo>
                <a:cubicBezTo>
                  <a:pt x="1596799" y="63326"/>
                  <a:pt x="1603774" y="66914"/>
                  <a:pt x="1603774" y="92231"/>
                </a:cubicBezTo>
                <a:lnTo>
                  <a:pt x="1590423" y="96415"/>
                </a:lnTo>
                <a:cubicBezTo>
                  <a:pt x="1569499" y="102992"/>
                  <a:pt x="1554752" y="108776"/>
                  <a:pt x="1554752" y="124520"/>
                </a:cubicBezTo>
                <a:cubicBezTo>
                  <a:pt x="1554752" y="138274"/>
                  <a:pt x="1562323" y="145447"/>
                  <a:pt x="1579662" y="145447"/>
                </a:cubicBezTo>
                <a:cubicBezTo>
                  <a:pt x="1585442" y="145447"/>
                  <a:pt x="1597000" y="139070"/>
                  <a:pt x="1603574" y="133889"/>
                </a:cubicBezTo>
                <a:lnTo>
                  <a:pt x="1604772" y="133691"/>
                </a:lnTo>
                <a:moveTo>
                  <a:pt x="1603774" y="100003"/>
                </a:moveTo>
                <a:lnTo>
                  <a:pt x="1603774" y="126314"/>
                </a:lnTo>
                <a:cubicBezTo>
                  <a:pt x="1598794" y="130301"/>
                  <a:pt x="1593810" y="133490"/>
                  <a:pt x="1590225" y="133490"/>
                </a:cubicBezTo>
                <a:cubicBezTo>
                  <a:pt x="1581653" y="133490"/>
                  <a:pt x="1578664" y="127710"/>
                  <a:pt x="1578664" y="121531"/>
                </a:cubicBezTo>
                <a:cubicBezTo>
                  <a:pt x="1578664" y="114158"/>
                  <a:pt x="1579263" y="107976"/>
                  <a:pt x="1593412" y="103393"/>
                </a:cubicBezTo>
                <a:lnTo>
                  <a:pt x="1603774" y="100003"/>
                </a:lnTo>
                <a:close/>
                <a:moveTo>
                  <a:pt x="1665748" y="81862"/>
                </a:moveTo>
                <a:lnTo>
                  <a:pt x="1665748" y="165439"/>
                </a:lnTo>
                <a:cubicBezTo>
                  <a:pt x="1665748" y="182032"/>
                  <a:pt x="1663559" y="182434"/>
                  <a:pt x="1651402" y="183431"/>
                </a:cubicBezTo>
                <a:cubicBezTo>
                  <a:pt x="1650207" y="184626"/>
                  <a:pt x="1650207" y="189011"/>
                  <a:pt x="1651402" y="190206"/>
                </a:cubicBezTo>
                <a:cubicBezTo>
                  <a:pt x="1659770" y="190008"/>
                  <a:pt x="1668141" y="189808"/>
                  <a:pt x="1678701" y="189808"/>
                </a:cubicBezTo>
                <a:cubicBezTo>
                  <a:pt x="1689265" y="189808"/>
                  <a:pt x="1697435" y="190008"/>
                  <a:pt x="1706004" y="190206"/>
                </a:cubicBezTo>
                <a:cubicBezTo>
                  <a:pt x="1707199" y="189011"/>
                  <a:pt x="1707199" y="184626"/>
                  <a:pt x="1706004" y="183431"/>
                </a:cubicBezTo>
                <a:cubicBezTo>
                  <a:pt x="1693847" y="182631"/>
                  <a:pt x="1691655" y="182032"/>
                  <a:pt x="1691655" y="165439"/>
                </a:cubicBezTo>
                <a:lnTo>
                  <a:pt x="1691655" y="142059"/>
                </a:lnTo>
                <a:cubicBezTo>
                  <a:pt x="1696039" y="144252"/>
                  <a:pt x="1700223" y="145447"/>
                  <a:pt x="1705007" y="145447"/>
                </a:cubicBezTo>
                <a:cubicBezTo>
                  <a:pt x="1735298" y="145447"/>
                  <a:pt x="1755026" y="125518"/>
                  <a:pt x="1755026" y="96214"/>
                </a:cubicBezTo>
                <a:cubicBezTo>
                  <a:pt x="1755026" y="85052"/>
                  <a:pt x="1750839" y="72694"/>
                  <a:pt x="1743067" y="64919"/>
                </a:cubicBezTo>
                <a:cubicBezTo>
                  <a:pt x="1736095" y="57947"/>
                  <a:pt x="1726130" y="54955"/>
                  <a:pt x="1715768" y="54955"/>
                </a:cubicBezTo>
                <a:cubicBezTo>
                  <a:pt x="1709987" y="54955"/>
                  <a:pt x="1699229" y="61930"/>
                  <a:pt x="1692254" y="68307"/>
                </a:cubicBezTo>
                <a:lnTo>
                  <a:pt x="1691059" y="68307"/>
                </a:lnTo>
                <a:cubicBezTo>
                  <a:pt x="1690657" y="62727"/>
                  <a:pt x="1690061" y="58345"/>
                  <a:pt x="1690061" y="58345"/>
                </a:cubicBezTo>
                <a:cubicBezTo>
                  <a:pt x="1689861" y="55952"/>
                  <a:pt x="1688267" y="54955"/>
                  <a:pt x="1685479" y="54955"/>
                </a:cubicBezTo>
                <a:cubicBezTo>
                  <a:pt x="1678105" y="56989"/>
                  <a:pt x="1666149" y="59780"/>
                  <a:pt x="1652399" y="61571"/>
                </a:cubicBezTo>
                <a:cubicBezTo>
                  <a:pt x="1651998" y="62769"/>
                  <a:pt x="1652399" y="66753"/>
                  <a:pt x="1652797" y="67951"/>
                </a:cubicBezTo>
                <a:cubicBezTo>
                  <a:pt x="1663756" y="68906"/>
                  <a:pt x="1665748" y="70499"/>
                  <a:pt x="1665748" y="81862"/>
                </a:cubicBezTo>
                <a:moveTo>
                  <a:pt x="1691655" y="130501"/>
                </a:moveTo>
                <a:lnTo>
                  <a:pt x="1691655" y="79469"/>
                </a:lnTo>
                <a:cubicBezTo>
                  <a:pt x="1691655" y="78274"/>
                  <a:pt x="1691655" y="77277"/>
                  <a:pt x="1691655" y="76082"/>
                </a:cubicBezTo>
                <a:cubicBezTo>
                  <a:pt x="1697435" y="70900"/>
                  <a:pt x="1704809" y="68307"/>
                  <a:pt x="1709391" y="68307"/>
                </a:cubicBezTo>
                <a:cubicBezTo>
                  <a:pt x="1717562" y="68307"/>
                  <a:pt x="1727128" y="78274"/>
                  <a:pt x="1727128" y="101596"/>
                </a:cubicBezTo>
                <a:cubicBezTo>
                  <a:pt x="1727128" y="118342"/>
                  <a:pt x="1721147" y="137079"/>
                  <a:pt x="1703812" y="137079"/>
                </a:cubicBezTo>
                <a:cubicBezTo>
                  <a:pt x="1701619" y="137079"/>
                  <a:pt x="1696638" y="135884"/>
                  <a:pt x="1691655" y="130501"/>
                </a:cubicBezTo>
                <a:close/>
                <a:moveTo>
                  <a:pt x="1867817" y="117968"/>
                </a:moveTo>
                <a:lnTo>
                  <a:pt x="1867817" y="86855"/>
                </a:lnTo>
                <a:cubicBezTo>
                  <a:pt x="1867817" y="64919"/>
                  <a:pt x="1858449" y="54955"/>
                  <a:pt x="1841312" y="54955"/>
                </a:cubicBezTo>
                <a:cubicBezTo>
                  <a:pt x="1833938" y="54955"/>
                  <a:pt x="1819789" y="62329"/>
                  <a:pt x="1808432" y="69304"/>
                </a:cubicBezTo>
                <a:lnTo>
                  <a:pt x="1808432" y="27217"/>
                </a:lnTo>
                <a:cubicBezTo>
                  <a:pt x="1808432" y="14246"/>
                  <a:pt x="1809028" y="6912"/>
                  <a:pt x="1809028" y="6912"/>
                </a:cubicBezTo>
                <a:cubicBezTo>
                  <a:pt x="1809028" y="5145"/>
                  <a:pt x="1807636" y="4357"/>
                  <a:pt x="1805842" y="4357"/>
                </a:cubicBezTo>
                <a:cubicBezTo>
                  <a:pt x="1798468" y="6714"/>
                  <a:pt x="1782525" y="8876"/>
                  <a:pt x="1768377" y="9463"/>
                </a:cubicBezTo>
                <a:cubicBezTo>
                  <a:pt x="1767778" y="11856"/>
                  <a:pt x="1767979" y="14048"/>
                  <a:pt x="1768976" y="15839"/>
                </a:cubicBezTo>
                <a:cubicBezTo>
                  <a:pt x="1781528" y="16839"/>
                  <a:pt x="1782525" y="17037"/>
                  <a:pt x="1782525" y="30809"/>
                </a:cubicBezTo>
                <a:lnTo>
                  <a:pt x="1782525" y="118168"/>
                </a:lnTo>
                <a:cubicBezTo>
                  <a:pt x="1782525" y="134722"/>
                  <a:pt x="1779339" y="136516"/>
                  <a:pt x="1767182" y="137115"/>
                </a:cubicBezTo>
                <a:cubicBezTo>
                  <a:pt x="1765987" y="138310"/>
                  <a:pt x="1765987" y="142695"/>
                  <a:pt x="1767182" y="143890"/>
                </a:cubicBezTo>
                <a:cubicBezTo>
                  <a:pt x="1775550" y="143692"/>
                  <a:pt x="1784517" y="143491"/>
                  <a:pt x="1795479" y="143491"/>
                </a:cubicBezTo>
                <a:cubicBezTo>
                  <a:pt x="1805045" y="143491"/>
                  <a:pt x="1811221" y="143692"/>
                  <a:pt x="1819789" y="143890"/>
                </a:cubicBezTo>
                <a:cubicBezTo>
                  <a:pt x="1820987" y="142695"/>
                  <a:pt x="1820987" y="138310"/>
                  <a:pt x="1819789" y="137115"/>
                </a:cubicBezTo>
                <a:cubicBezTo>
                  <a:pt x="1811421" y="136516"/>
                  <a:pt x="1808432" y="134722"/>
                  <a:pt x="1808432" y="118168"/>
                </a:cubicBezTo>
                <a:lnTo>
                  <a:pt x="1808432" y="77283"/>
                </a:lnTo>
                <a:cubicBezTo>
                  <a:pt x="1816800" y="72095"/>
                  <a:pt x="1823377" y="69702"/>
                  <a:pt x="1826965" y="69702"/>
                </a:cubicBezTo>
                <a:cubicBezTo>
                  <a:pt x="1834935" y="69702"/>
                  <a:pt x="1841911" y="73293"/>
                  <a:pt x="1841911" y="84663"/>
                </a:cubicBezTo>
                <a:lnTo>
                  <a:pt x="1841911" y="117968"/>
                </a:lnTo>
                <a:cubicBezTo>
                  <a:pt x="1841911" y="134722"/>
                  <a:pt x="1838721" y="136516"/>
                  <a:pt x="1830550" y="137115"/>
                </a:cubicBezTo>
                <a:cubicBezTo>
                  <a:pt x="1829355" y="138310"/>
                  <a:pt x="1829355" y="142695"/>
                  <a:pt x="1830550" y="143890"/>
                </a:cubicBezTo>
                <a:cubicBezTo>
                  <a:pt x="1838922" y="143692"/>
                  <a:pt x="1845298" y="143491"/>
                  <a:pt x="1854864" y="143491"/>
                </a:cubicBezTo>
                <a:cubicBezTo>
                  <a:pt x="1865823" y="143491"/>
                  <a:pt x="1874592" y="143692"/>
                  <a:pt x="1883161" y="143890"/>
                </a:cubicBezTo>
                <a:cubicBezTo>
                  <a:pt x="1884356" y="142695"/>
                  <a:pt x="1884356" y="138310"/>
                  <a:pt x="1883161" y="137115"/>
                </a:cubicBezTo>
                <a:cubicBezTo>
                  <a:pt x="1871004" y="136516"/>
                  <a:pt x="1867817" y="134722"/>
                  <a:pt x="1867817" y="117968"/>
                </a:cubicBezTo>
                <a:close/>
                <a:moveTo>
                  <a:pt x="1948322" y="57096"/>
                </a:moveTo>
                <a:cubicBezTo>
                  <a:pt x="1945534" y="57096"/>
                  <a:pt x="1942545" y="57895"/>
                  <a:pt x="1939954" y="60088"/>
                </a:cubicBezTo>
                <a:lnTo>
                  <a:pt x="1939954" y="65865"/>
                </a:lnTo>
                <a:cubicBezTo>
                  <a:pt x="1939954" y="66862"/>
                  <a:pt x="1940151" y="67060"/>
                  <a:pt x="1940948" y="67060"/>
                </a:cubicBezTo>
                <a:lnTo>
                  <a:pt x="1953902" y="67060"/>
                </a:lnTo>
                <a:cubicBezTo>
                  <a:pt x="1953503" y="87147"/>
                  <a:pt x="1953306" y="112604"/>
                  <a:pt x="1953306" y="122550"/>
                </a:cubicBezTo>
                <a:cubicBezTo>
                  <a:pt x="1953306" y="129510"/>
                  <a:pt x="1955100" y="136282"/>
                  <a:pt x="1959284" y="139867"/>
                </a:cubicBezTo>
                <a:cubicBezTo>
                  <a:pt x="1963866" y="143656"/>
                  <a:pt x="1971039" y="145447"/>
                  <a:pt x="1975822" y="145447"/>
                </a:cubicBezTo>
                <a:cubicBezTo>
                  <a:pt x="1986784" y="145447"/>
                  <a:pt x="1998938" y="139867"/>
                  <a:pt x="2002924" y="134287"/>
                </a:cubicBezTo>
                <a:cubicBezTo>
                  <a:pt x="2002924" y="131897"/>
                  <a:pt x="2001729" y="130702"/>
                  <a:pt x="1999339" y="128713"/>
                </a:cubicBezTo>
                <a:cubicBezTo>
                  <a:pt x="1996748" y="130702"/>
                  <a:pt x="1991765" y="131499"/>
                  <a:pt x="1987979" y="131499"/>
                </a:cubicBezTo>
                <a:cubicBezTo>
                  <a:pt x="1983594" y="131499"/>
                  <a:pt x="1979209" y="128118"/>
                  <a:pt x="1979209" y="118174"/>
                </a:cubicBezTo>
                <a:cubicBezTo>
                  <a:pt x="1979209" y="108228"/>
                  <a:pt x="1979012" y="86949"/>
                  <a:pt x="1979012" y="67060"/>
                </a:cubicBezTo>
                <a:lnTo>
                  <a:pt x="1999138" y="67060"/>
                </a:lnTo>
                <a:cubicBezTo>
                  <a:pt x="2001130" y="67060"/>
                  <a:pt x="2003921" y="66263"/>
                  <a:pt x="2003921" y="64469"/>
                </a:cubicBezTo>
                <a:lnTo>
                  <a:pt x="2003921" y="58294"/>
                </a:lnTo>
                <a:cubicBezTo>
                  <a:pt x="2003921" y="57497"/>
                  <a:pt x="2003322" y="57096"/>
                  <a:pt x="2002328" y="57096"/>
                </a:cubicBezTo>
                <a:lnTo>
                  <a:pt x="1979012" y="57096"/>
                </a:lnTo>
                <a:lnTo>
                  <a:pt x="1979209" y="50321"/>
                </a:lnTo>
                <a:cubicBezTo>
                  <a:pt x="1979608" y="36969"/>
                  <a:pt x="1980207" y="27804"/>
                  <a:pt x="1980207" y="27804"/>
                </a:cubicBezTo>
                <a:cubicBezTo>
                  <a:pt x="1980207" y="26606"/>
                  <a:pt x="1979608" y="26010"/>
                  <a:pt x="1978613" y="26010"/>
                </a:cubicBezTo>
                <a:cubicBezTo>
                  <a:pt x="1977218" y="26010"/>
                  <a:pt x="1969844" y="28203"/>
                  <a:pt x="1966657" y="29598"/>
                </a:cubicBezTo>
                <a:cubicBezTo>
                  <a:pt x="1963267" y="30991"/>
                  <a:pt x="1957490" y="32186"/>
                  <a:pt x="1956094" y="33980"/>
                </a:cubicBezTo>
                <a:cubicBezTo>
                  <a:pt x="1954698" y="35774"/>
                  <a:pt x="1953902" y="41156"/>
                  <a:pt x="1953902" y="57096"/>
                </a:cubicBezTo>
                <a:lnTo>
                  <a:pt x="1948322" y="57096"/>
                </a:lnTo>
                <a:close/>
                <a:moveTo>
                  <a:pt x="2058921" y="63326"/>
                </a:moveTo>
                <a:cubicBezTo>
                  <a:pt x="2072470" y="63326"/>
                  <a:pt x="2081638" y="79472"/>
                  <a:pt x="2081638" y="106781"/>
                </a:cubicBezTo>
                <a:cubicBezTo>
                  <a:pt x="2081638" y="130699"/>
                  <a:pt x="2072273" y="137079"/>
                  <a:pt x="2065100" y="137079"/>
                </a:cubicBezTo>
                <a:cubicBezTo>
                  <a:pt x="2048759" y="137079"/>
                  <a:pt x="2042379" y="112561"/>
                  <a:pt x="2042379" y="97811"/>
                </a:cubicBezTo>
                <a:cubicBezTo>
                  <a:pt x="2042379" y="79472"/>
                  <a:pt x="2045569" y="63326"/>
                  <a:pt x="2058921" y="63326"/>
                </a:cubicBezTo>
                <a:moveTo>
                  <a:pt x="2014481" y="102195"/>
                </a:moveTo>
                <a:cubicBezTo>
                  <a:pt x="2014481" y="128309"/>
                  <a:pt x="2035206" y="145447"/>
                  <a:pt x="2061910" y="145447"/>
                </a:cubicBezTo>
                <a:cubicBezTo>
                  <a:pt x="2076058" y="145447"/>
                  <a:pt x="2087817" y="141463"/>
                  <a:pt x="2095987" y="134089"/>
                </a:cubicBezTo>
                <a:cubicBezTo>
                  <a:pt x="2106149" y="125119"/>
                  <a:pt x="2109537" y="111564"/>
                  <a:pt x="2109537" y="100401"/>
                </a:cubicBezTo>
                <a:cubicBezTo>
                  <a:pt x="2109537" y="74291"/>
                  <a:pt x="2091800" y="54955"/>
                  <a:pt x="2062108" y="54955"/>
                </a:cubicBezTo>
                <a:cubicBezTo>
                  <a:pt x="2045569" y="54955"/>
                  <a:pt x="2033215" y="60735"/>
                  <a:pt x="2025443" y="69705"/>
                </a:cubicBezTo>
                <a:cubicBezTo>
                  <a:pt x="2017868" y="78475"/>
                  <a:pt x="2014481" y="90434"/>
                  <a:pt x="2014481" y="102195"/>
                </a:cubicBezTo>
                <a:close/>
                <a:moveTo>
                  <a:pt x="2217346" y="119768"/>
                </a:moveTo>
                <a:lnTo>
                  <a:pt x="2217346" y="38000"/>
                </a:lnTo>
                <a:cubicBezTo>
                  <a:pt x="2217346" y="27032"/>
                  <a:pt x="2222527" y="23043"/>
                  <a:pt x="2229700" y="23043"/>
                </a:cubicBezTo>
                <a:cubicBezTo>
                  <a:pt x="2268959" y="23043"/>
                  <a:pt x="2273341" y="56746"/>
                  <a:pt x="2273341" y="86861"/>
                </a:cubicBezTo>
                <a:cubicBezTo>
                  <a:pt x="2273341" y="123158"/>
                  <a:pt x="2251621" y="135522"/>
                  <a:pt x="2236475" y="135522"/>
                </a:cubicBezTo>
                <a:cubicBezTo>
                  <a:pt x="2222527" y="135522"/>
                  <a:pt x="2217346" y="133129"/>
                  <a:pt x="2217346" y="119768"/>
                </a:cubicBezTo>
                <a:moveTo>
                  <a:pt x="2235879" y="143890"/>
                </a:moveTo>
                <a:cubicBezTo>
                  <a:pt x="2253415" y="143890"/>
                  <a:pt x="2273143" y="139508"/>
                  <a:pt x="2287291" y="127144"/>
                </a:cubicBezTo>
                <a:cubicBezTo>
                  <a:pt x="2296858" y="118770"/>
                  <a:pt x="2303432" y="102217"/>
                  <a:pt x="2303432" y="81874"/>
                </a:cubicBezTo>
                <a:cubicBezTo>
                  <a:pt x="2303432" y="44981"/>
                  <a:pt x="2279519" y="14671"/>
                  <a:pt x="2230497" y="14671"/>
                </a:cubicBezTo>
                <a:cubicBezTo>
                  <a:pt x="2219937" y="14671"/>
                  <a:pt x="2211565" y="14872"/>
                  <a:pt x="2203596" y="14872"/>
                </a:cubicBezTo>
                <a:cubicBezTo>
                  <a:pt x="2195623" y="14878"/>
                  <a:pt x="2172906" y="14477"/>
                  <a:pt x="2172906" y="14477"/>
                </a:cubicBezTo>
                <a:cubicBezTo>
                  <a:pt x="2170914" y="15675"/>
                  <a:pt x="2170914" y="20060"/>
                  <a:pt x="2172906" y="21255"/>
                </a:cubicBezTo>
                <a:cubicBezTo>
                  <a:pt x="2183868" y="21851"/>
                  <a:pt x="2189447" y="22650"/>
                  <a:pt x="2189447" y="39201"/>
                </a:cubicBezTo>
                <a:lnTo>
                  <a:pt x="2189447" y="119169"/>
                </a:lnTo>
                <a:cubicBezTo>
                  <a:pt x="2189447" y="135719"/>
                  <a:pt x="2183868" y="136519"/>
                  <a:pt x="2172906" y="137115"/>
                </a:cubicBezTo>
                <a:cubicBezTo>
                  <a:pt x="2170914" y="138310"/>
                  <a:pt x="2170914" y="142695"/>
                  <a:pt x="2172906" y="143890"/>
                </a:cubicBezTo>
                <a:cubicBezTo>
                  <a:pt x="2172906" y="143890"/>
                  <a:pt x="2195623" y="143491"/>
                  <a:pt x="2203596" y="143491"/>
                </a:cubicBezTo>
                <a:cubicBezTo>
                  <a:pt x="2211565" y="143491"/>
                  <a:pt x="2227906" y="143890"/>
                  <a:pt x="2235879" y="143890"/>
                </a:cubicBezTo>
                <a:close/>
                <a:moveTo>
                  <a:pt x="2361222" y="119196"/>
                </a:moveTo>
                <a:lnTo>
                  <a:pt x="2361222" y="83951"/>
                </a:lnTo>
                <a:lnTo>
                  <a:pt x="2377365" y="83951"/>
                </a:lnTo>
                <a:cubicBezTo>
                  <a:pt x="2391115" y="83951"/>
                  <a:pt x="2394901" y="87737"/>
                  <a:pt x="2395497" y="96695"/>
                </a:cubicBezTo>
                <a:cubicBezTo>
                  <a:pt x="2396695" y="97890"/>
                  <a:pt x="2402871" y="97890"/>
                  <a:pt x="2404069" y="96695"/>
                </a:cubicBezTo>
                <a:cubicBezTo>
                  <a:pt x="2403668" y="89725"/>
                  <a:pt x="2403668" y="83753"/>
                  <a:pt x="2403668" y="79171"/>
                </a:cubicBezTo>
                <a:cubicBezTo>
                  <a:pt x="2403668" y="74586"/>
                  <a:pt x="2403868" y="67820"/>
                  <a:pt x="2404069" y="62046"/>
                </a:cubicBezTo>
                <a:cubicBezTo>
                  <a:pt x="2402871" y="60854"/>
                  <a:pt x="2396695" y="60854"/>
                  <a:pt x="2395497" y="62046"/>
                </a:cubicBezTo>
                <a:cubicBezTo>
                  <a:pt x="2394901" y="72995"/>
                  <a:pt x="2390717" y="74786"/>
                  <a:pt x="2377365" y="74786"/>
                </a:cubicBezTo>
                <a:lnTo>
                  <a:pt x="2361222" y="74786"/>
                </a:lnTo>
                <a:lnTo>
                  <a:pt x="2361222" y="33186"/>
                </a:lnTo>
                <a:cubicBezTo>
                  <a:pt x="2361222" y="28406"/>
                  <a:pt x="2364610" y="23432"/>
                  <a:pt x="2369393" y="23432"/>
                </a:cubicBezTo>
                <a:lnTo>
                  <a:pt x="2387327" y="23432"/>
                </a:lnTo>
                <a:cubicBezTo>
                  <a:pt x="2402275" y="23432"/>
                  <a:pt x="2407456" y="31991"/>
                  <a:pt x="2411838" y="45726"/>
                </a:cubicBezTo>
                <a:cubicBezTo>
                  <a:pt x="2414231" y="46122"/>
                  <a:pt x="2416822" y="45726"/>
                  <a:pt x="2418813" y="44729"/>
                </a:cubicBezTo>
                <a:cubicBezTo>
                  <a:pt x="2418217" y="35972"/>
                  <a:pt x="2416621" y="16456"/>
                  <a:pt x="2416423" y="14863"/>
                </a:cubicBezTo>
                <a:cubicBezTo>
                  <a:pt x="2416423" y="14465"/>
                  <a:pt x="2416223" y="14264"/>
                  <a:pt x="2415627" y="14264"/>
                </a:cubicBezTo>
                <a:cubicBezTo>
                  <a:pt x="2412236" y="14863"/>
                  <a:pt x="2410643" y="15061"/>
                  <a:pt x="2405860" y="15061"/>
                </a:cubicBezTo>
                <a:lnTo>
                  <a:pt x="2346675" y="15061"/>
                </a:lnTo>
                <a:cubicBezTo>
                  <a:pt x="2346675" y="14878"/>
                  <a:pt x="2325950" y="14678"/>
                  <a:pt x="2315989" y="14477"/>
                </a:cubicBezTo>
                <a:cubicBezTo>
                  <a:pt x="2314790" y="15675"/>
                  <a:pt x="2314790" y="20060"/>
                  <a:pt x="2315989" y="21255"/>
                </a:cubicBezTo>
                <a:cubicBezTo>
                  <a:pt x="2329936" y="21854"/>
                  <a:pt x="2333324" y="22851"/>
                  <a:pt x="2333324" y="39432"/>
                </a:cubicBezTo>
                <a:lnTo>
                  <a:pt x="2333324" y="119196"/>
                </a:lnTo>
                <a:cubicBezTo>
                  <a:pt x="2333324" y="135722"/>
                  <a:pt x="2327744" y="136519"/>
                  <a:pt x="2316785" y="137115"/>
                </a:cubicBezTo>
                <a:cubicBezTo>
                  <a:pt x="2314790" y="138310"/>
                  <a:pt x="2314790" y="142695"/>
                  <a:pt x="2316785" y="143890"/>
                </a:cubicBezTo>
                <a:cubicBezTo>
                  <a:pt x="2324755" y="143692"/>
                  <a:pt x="2339502" y="143491"/>
                  <a:pt x="2347472" y="143491"/>
                </a:cubicBezTo>
                <a:cubicBezTo>
                  <a:pt x="2355445" y="143491"/>
                  <a:pt x="2371786" y="143692"/>
                  <a:pt x="2379755" y="143890"/>
                </a:cubicBezTo>
                <a:cubicBezTo>
                  <a:pt x="2381747" y="142695"/>
                  <a:pt x="2381747" y="138310"/>
                  <a:pt x="2379755" y="137115"/>
                </a:cubicBezTo>
                <a:cubicBezTo>
                  <a:pt x="2368797" y="136519"/>
                  <a:pt x="2361222" y="135722"/>
                  <a:pt x="2361222" y="119196"/>
                </a:cubicBezTo>
                <a:close/>
                <a:moveTo>
                  <a:pt x="2500317" y="12336"/>
                </a:moveTo>
                <a:cubicBezTo>
                  <a:pt x="2480789" y="12336"/>
                  <a:pt x="2463053" y="18515"/>
                  <a:pt x="2449303" y="30860"/>
                </a:cubicBezTo>
                <a:cubicBezTo>
                  <a:pt x="2435951" y="42807"/>
                  <a:pt x="2428179" y="60726"/>
                  <a:pt x="2428179" y="82227"/>
                </a:cubicBezTo>
                <a:cubicBezTo>
                  <a:pt x="2428179" y="100173"/>
                  <a:pt x="2435352" y="118725"/>
                  <a:pt x="2449102" y="130295"/>
                </a:cubicBezTo>
                <a:cubicBezTo>
                  <a:pt x="2461657" y="141065"/>
                  <a:pt x="2477402" y="145447"/>
                  <a:pt x="2498325" y="145447"/>
                </a:cubicBezTo>
                <a:cubicBezTo>
                  <a:pt x="2520644" y="145447"/>
                  <a:pt x="2542166" y="138672"/>
                  <a:pt x="2554919" y="127902"/>
                </a:cubicBezTo>
                <a:cubicBezTo>
                  <a:pt x="2552927" y="126108"/>
                  <a:pt x="2551930" y="124511"/>
                  <a:pt x="2551930" y="122316"/>
                </a:cubicBezTo>
                <a:lnTo>
                  <a:pt x="2551930" y="98978"/>
                </a:lnTo>
                <a:cubicBezTo>
                  <a:pt x="2551930" y="91994"/>
                  <a:pt x="2554919" y="89999"/>
                  <a:pt x="2560499" y="89400"/>
                </a:cubicBezTo>
                <a:cubicBezTo>
                  <a:pt x="2561694" y="88205"/>
                  <a:pt x="2561694" y="83224"/>
                  <a:pt x="2560499" y="82029"/>
                </a:cubicBezTo>
                <a:cubicBezTo>
                  <a:pt x="2554919" y="82227"/>
                  <a:pt x="2545553" y="82428"/>
                  <a:pt x="2537982" y="82428"/>
                </a:cubicBezTo>
                <a:cubicBezTo>
                  <a:pt x="2530608" y="82428"/>
                  <a:pt x="2517454" y="82227"/>
                  <a:pt x="2508487" y="82029"/>
                </a:cubicBezTo>
                <a:cubicBezTo>
                  <a:pt x="2507292" y="83224"/>
                  <a:pt x="2507292" y="88205"/>
                  <a:pt x="2508487" y="89400"/>
                </a:cubicBezTo>
                <a:cubicBezTo>
                  <a:pt x="2518850" y="90200"/>
                  <a:pt x="2524031" y="90996"/>
                  <a:pt x="2524031" y="98978"/>
                </a:cubicBezTo>
                <a:lnTo>
                  <a:pt x="2524031" y="128701"/>
                </a:lnTo>
                <a:cubicBezTo>
                  <a:pt x="2517655" y="135084"/>
                  <a:pt x="2512872" y="137079"/>
                  <a:pt x="2502710" y="137079"/>
                </a:cubicBezTo>
                <a:cubicBezTo>
                  <a:pt x="2469031" y="137079"/>
                  <a:pt x="2458270" y="104561"/>
                  <a:pt x="2458270" y="78247"/>
                </a:cubicBezTo>
                <a:cubicBezTo>
                  <a:pt x="2458270" y="61124"/>
                  <a:pt x="2460860" y="45592"/>
                  <a:pt x="2468234" y="35440"/>
                </a:cubicBezTo>
                <a:cubicBezTo>
                  <a:pt x="2476006" y="24888"/>
                  <a:pt x="2486965" y="20707"/>
                  <a:pt x="2497528" y="20707"/>
                </a:cubicBezTo>
                <a:cubicBezTo>
                  <a:pt x="2523432" y="20707"/>
                  <a:pt x="2536586" y="36039"/>
                  <a:pt x="2541567" y="53161"/>
                </a:cubicBezTo>
                <a:cubicBezTo>
                  <a:pt x="2544757" y="53559"/>
                  <a:pt x="2547943" y="53161"/>
                  <a:pt x="2550337" y="51966"/>
                </a:cubicBezTo>
                <a:cubicBezTo>
                  <a:pt x="2548543" y="43604"/>
                  <a:pt x="2547545" y="33649"/>
                  <a:pt x="2546153" y="19312"/>
                </a:cubicBezTo>
                <a:cubicBezTo>
                  <a:pt x="2535790" y="19312"/>
                  <a:pt x="2525226" y="12336"/>
                  <a:pt x="2500317" y="12336"/>
                </a:cubicBezTo>
                <a:close/>
                <a:moveTo>
                  <a:pt x="2577238" y="131897"/>
                </a:moveTo>
                <a:cubicBezTo>
                  <a:pt x="2577238" y="139469"/>
                  <a:pt x="2583615" y="145447"/>
                  <a:pt x="2591584" y="145447"/>
                </a:cubicBezTo>
                <a:cubicBezTo>
                  <a:pt x="2599557" y="145447"/>
                  <a:pt x="2606332" y="139070"/>
                  <a:pt x="2606332" y="131499"/>
                </a:cubicBezTo>
                <a:cubicBezTo>
                  <a:pt x="2606332" y="123727"/>
                  <a:pt x="2599955" y="117749"/>
                  <a:pt x="2591983" y="117749"/>
                </a:cubicBezTo>
                <a:cubicBezTo>
                  <a:pt x="2584013" y="117749"/>
                  <a:pt x="2577238" y="124125"/>
                  <a:pt x="2577238" y="1318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736262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2026-09-08T03:29:18.2090000Z</dcterms:created>
  <dcterms:modified xsi:type="dcterms:W3CDTF">2026-09-08T03:29:18.2090000Z</dcterms:modified>
</coreProperties>
</file>